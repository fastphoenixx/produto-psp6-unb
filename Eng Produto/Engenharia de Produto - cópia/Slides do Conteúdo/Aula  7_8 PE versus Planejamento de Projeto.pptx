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8" r:id="rId4"/>
  </p:sldMasterIdLst>
  <p:notesMasterIdLst>
    <p:notesMasterId r:id="rId43"/>
  </p:notesMasterIdLst>
  <p:sldIdLst>
    <p:sldId id="256" r:id="rId5"/>
    <p:sldId id="991" r:id="rId6"/>
    <p:sldId id="1000" r:id="rId7"/>
    <p:sldId id="1046" r:id="rId8"/>
    <p:sldId id="1064" r:id="rId9"/>
    <p:sldId id="1086" r:id="rId10"/>
    <p:sldId id="1088" r:id="rId11"/>
    <p:sldId id="1089" r:id="rId12"/>
    <p:sldId id="1099" r:id="rId13"/>
    <p:sldId id="1100" r:id="rId14"/>
    <p:sldId id="1117" r:id="rId15"/>
    <p:sldId id="1126" r:id="rId16"/>
    <p:sldId id="1128" r:id="rId17"/>
    <p:sldId id="1127" r:id="rId18"/>
    <p:sldId id="1140" r:id="rId19"/>
    <p:sldId id="1141" r:id="rId20"/>
    <p:sldId id="1142" r:id="rId21"/>
    <p:sldId id="1143" r:id="rId22"/>
    <p:sldId id="1196" r:id="rId23"/>
    <p:sldId id="1186" r:id="rId24"/>
    <p:sldId id="1188" r:id="rId25"/>
    <p:sldId id="1189" r:id="rId26"/>
    <p:sldId id="1190" r:id="rId27"/>
    <p:sldId id="1191" r:id="rId28"/>
    <p:sldId id="1192" r:id="rId29"/>
    <p:sldId id="1193" r:id="rId30"/>
    <p:sldId id="1194" r:id="rId31"/>
    <p:sldId id="1195" r:id="rId32"/>
    <p:sldId id="276" r:id="rId33"/>
    <p:sldId id="297" r:id="rId34"/>
    <p:sldId id="301" r:id="rId35"/>
    <p:sldId id="302" r:id="rId36"/>
    <p:sldId id="305" r:id="rId37"/>
    <p:sldId id="300" r:id="rId38"/>
    <p:sldId id="315" r:id="rId39"/>
    <p:sldId id="316" r:id="rId40"/>
    <p:sldId id="314" r:id="rId41"/>
    <p:sldId id="313" r:id="rId4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CEC83E-4C78-1D4C-840F-B175A793D872}" v="1" dt="2024-04-16T12:14:44.9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7"/>
    <p:restoredTop sz="91485"/>
  </p:normalViewPr>
  <p:slideViewPr>
    <p:cSldViewPr snapToGrid="0" snapToObjects="1">
      <p:cViewPr varScale="1">
        <p:scale>
          <a:sx n="108" d="100"/>
          <a:sy n="108" d="100"/>
        </p:scale>
        <p:origin x="1368" y="200"/>
      </p:cViewPr>
      <p:guideLst/>
    </p:cSldViewPr>
  </p:slideViewPr>
  <p:outlineViewPr>
    <p:cViewPr>
      <p:scale>
        <a:sx n="33" d="100"/>
        <a:sy n="33" d="100"/>
      </p:scale>
      <p:origin x="0" y="-916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Cristina Dos Santos" userId="c1f965dc-8845-4afc-9e32-8f70830fffd6" providerId="ADAL" clId="{C0CEC83E-4C78-1D4C-840F-B175A793D872}"/>
    <pc:docChg chg="custSel modSld">
      <pc:chgData name="Andrea Cristina Dos Santos" userId="c1f965dc-8845-4afc-9e32-8f70830fffd6" providerId="ADAL" clId="{C0CEC83E-4C78-1D4C-840F-B175A793D872}" dt="2024-04-16T12:14:48.809" v="4" actId="478"/>
      <pc:docMkLst>
        <pc:docMk/>
      </pc:docMkLst>
      <pc:sldChg chg="addSp delSp modSp mod delAnim modAnim">
        <pc:chgData name="Andrea Cristina Dos Santos" userId="c1f965dc-8845-4afc-9e32-8f70830fffd6" providerId="ADAL" clId="{C0CEC83E-4C78-1D4C-840F-B175A793D872}" dt="2024-04-16T12:14:48.809" v="4" actId="478"/>
        <pc:sldMkLst>
          <pc:docMk/>
          <pc:sldMk cId="383217342" sldId="297"/>
        </pc:sldMkLst>
        <pc:spChg chg="mod">
          <ac:chgData name="Andrea Cristina Dos Santos" userId="c1f965dc-8845-4afc-9e32-8f70830fffd6" providerId="ADAL" clId="{C0CEC83E-4C78-1D4C-840F-B175A793D872}" dt="2024-04-16T12:14:42.507" v="1" actId="14100"/>
          <ac:spMkLst>
            <pc:docMk/>
            <pc:sldMk cId="383217342" sldId="297"/>
            <ac:spMk id="4" creationId="{00000000-0000-0000-0000-000000000000}"/>
          </ac:spMkLst>
        </pc:spChg>
        <pc:picChg chg="add mod">
          <ac:chgData name="Andrea Cristina Dos Santos" userId="c1f965dc-8845-4afc-9e32-8f70830fffd6" providerId="ADAL" clId="{C0CEC83E-4C78-1D4C-840F-B175A793D872}" dt="2024-04-16T12:14:46.539" v="3" actId="1076"/>
          <ac:picMkLst>
            <pc:docMk/>
            <pc:sldMk cId="383217342" sldId="297"/>
            <ac:picMk id="2" creationId="{9CEB8298-EEEC-2B3C-5B97-25DCA0CF8987}"/>
          </ac:picMkLst>
        </pc:picChg>
        <pc:picChg chg="del">
          <ac:chgData name="Andrea Cristina Dos Santos" userId="c1f965dc-8845-4afc-9e32-8f70830fffd6" providerId="ADAL" clId="{C0CEC83E-4C78-1D4C-840F-B175A793D872}" dt="2024-04-16T12:14:48.809" v="4" actId="478"/>
          <ac:picMkLst>
            <pc:docMk/>
            <pc:sldMk cId="383217342" sldId="297"/>
            <ac:picMk id="5" creationId="{00000000-0000-0000-0000-00000000000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94AC43-815D-CA45-BB34-06287F34B167}" type="doc">
      <dgm:prSet loTypeId="urn:microsoft.com/office/officeart/2005/8/layout/pyramid1" loCatId="" qsTypeId="urn:microsoft.com/office/officeart/2005/8/quickstyle/simple4" qsCatId="simple" csTypeId="urn:microsoft.com/office/officeart/2005/8/colors/colorful2" csCatId="colorful" phldr="1"/>
      <dgm:spPr/>
    </dgm:pt>
    <dgm:pt modelId="{6560E6F9-429C-CB42-A4D4-FC05BB1D7606}">
      <dgm:prSet phldrT="[Texto]" custT="1"/>
      <dgm:spPr/>
      <dgm:t>
        <a:bodyPr/>
        <a:lstStyle/>
        <a:p>
          <a:r>
            <a:rPr lang="pt-BR" sz="2000" dirty="0"/>
            <a:t>Estratégia  Negócio</a:t>
          </a:r>
        </a:p>
      </dgm:t>
    </dgm:pt>
    <dgm:pt modelId="{22E33BA8-2A06-1241-B029-8E67610A44D4}" type="parTrans" cxnId="{974895CB-7B8A-AB4A-9EB4-174B482D199E}">
      <dgm:prSet/>
      <dgm:spPr/>
      <dgm:t>
        <a:bodyPr/>
        <a:lstStyle/>
        <a:p>
          <a:endParaRPr lang="pt-BR"/>
        </a:p>
      </dgm:t>
    </dgm:pt>
    <dgm:pt modelId="{EA0CDB17-8460-CB4F-90F7-BCC0BE53DD62}" type="sibTrans" cxnId="{974895CB-7B8A-AB4A-9EB4-174B482D199E}">
      <dgm:prSet/>
      <dgm:spPr/>
      <dgm:t>
        <a:bodyPr/>
        <a:lstStyle/>
        <a:p>
          <a:endParaRPr lang="pt-BR"/>
        </a:p>
      </dgm:t>
    </dgm:pt>
    <dgm:pt modelId="{3607EA2B-09CB-0E4D-94EA-26F445CBC473}">
      <dgm:prSet phldrT="[Texto]" custT="1"/>
      <dgm:spPr/>
      <dgm:t>
        <a:bodyPr/>
        <a:lstStyle/>
        <a:p>
          <a:r>
            <a:rPr lang="pt-BR" sz="2000" dirty="0"/>
            <a:t>Gestão de Portfolio</a:t>
          </a:r>
        </a:p>
      </dgm:t>
    </dgm:pt>
    <dgm:pt modelId="{62C985B8-CC22-8945-AEB3-B39B7BB53E80}" type="parTrans" cxnId="{050B9440-CFE5-8049-918F-BF1CE1DB2A84}">
      <dgm:prSet/>
      <dgm:spPr/>
      <dgm:t>
        <a:bodyPr/>
        <a:lstStyle/>
        <a:p>
          <a:endParaRPr lang="pt-BR"/>
        </a:p>
      </dgm:t>
    </dgm:pt>
    <dgm:pt modelId="{B66A79C7-1409-3247-9A9C-FA1C42014F56}" type="sibTrans" cxnId="{050B9440-CFE5-8049-918F-BF1CE1DB2A84}">
      <dgm:prSet/>
      <dgm:spPr/>
      <dgm:t>
        <a:bodyPr/>
        <a:lstStyle/>
        <a:p>
          <a:endParaRPr lang="pt-BR"/>
        </a:p>
      </dgm:t>
    </dgm:pt>
    <dgm:pt modelId="{4BF11925-E537-194B-9C7A-AD8E26F52873}">
      <dgm:prSet phldrT="[Texto]" custT="1"/>
      <dgm:spPr/>
      <dgm:t>
        <a:bodyPr/>
        <a:lstStyle/>
        <a:p>
          <a:r>
            <a:rPr lang="pt-BR" sz="2000" dirty="0"/>
            <a:t>Projetos...Projetos</a:t>
          </a:r>
        </a:p>
      </dgm:t>
    </dgm:pt>
    <dgm:pt modelId="{4C3F4E04-4403-C14A-896F-AFA5B0E48694}" type="parTrans" cxnId="{CDC13228-50DD-7345-B0A2-CB702727E0EC}">
      <dgm:prSet/>
      <dgm:spPr/>
      <dgm:t>
        <a:bodyPr/>
        <a:lstStyle/>
        <a:p>
          <a:endParaRPr lang="pt-BR"/>
        </a:p>
      </dgm:t>
    </dgm:pt>
    <dgm:pt modelId="{614210F4-8218-BC48-A624-E0AA0588D89C}" type="sibTrans" cxnId="{CDC13228-50DD-7345-B0A2-CB702727E0EC}">
      <dgm:prSet/>
      <dgm:spPr/>
      <dgm:t>
        <a:bodyPr/>
        <a:lstStyle/>
        <a:p>
          <a:endParaRPr lang="pt-BR"/>
        </a:p>
      </dgm:t>
    </dgm:pt>
    <dgm:pt modelId="{F250F449-E127-C14E-9BC6-1D36848C5798}" type="pres">
      <dgm:prSet presAssocID="{B094AC43-815D-CA45-BB34-06287F34B167}" presName="Name0" presStyleCnt="0">
        <dgm:presLayoutVars>
          <dgm:dir/>
          <dgm:animLvl val="lvl"/>
          <dgm:resizeHandles val="exact"/>
        </dgm:presLayoutVars>
      </dgm:prSet>
      <dgm:spPr/>
    </dgm:pt>
    <dgm:pt modelId="{5AF6378F-AF34-8245-AC76-D94587B63381}" type="pres">
      <dgm:prSet presAssocID="{6560E6F9-429C-CB42-A4D4-FC05BB1D7606}" presName="Name8" presStyleCnt="0"/>
      <dgm:spPr/>
    </dgm:pt>
    <dgm:pt modelId="{18877BA5-6CE7-1E40-A16E-A961364048DF}" type="pres">
      <dgm:prSet presAssocID="{6560E6F9-429C-CB42-A4D4-FC05BB1D7606}" presName="level" presStyleLbl="node1" presStyleIdx="0" presStyleCnt="3">
        <dgm:presLayoutVars>
          <dgm:chMax val="1"/>
          <dgm:bulletEnabled val="1"/>
        </dgm:presLayoutVars>
      </dgm:prSet>
      <dgm:spPr/>
    </dgm:pt>
    <dgm:pt modelId="{7E28E640-42B5-714F-AC05-FC70A67EA8FB}" type="pres">
      <dgm:prSet presAssocID="{6560E6F9-429C-CB42-A4D4-FC05BB1D760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C19125E-E1C9-E647-BB9E-7D66B02BD3D2}" type="pres">
      <dgm:prSet presAssocID="{3607EA2B-09CB-0E4D-94EA-26F445CBC473}" presName="Name8" presStyleCnt="0"/>
      <dgm:spPr/>
    </dgm:pt>
    <dgm:pt modelId="{901BBEC9-4917-C843-AA9B-1DFE7DADDF4D}" type="pres">
      <dgm:prSet presAssocID="{3607EA2B-09CB-0E4D-94EA-26F445CBC473}" presName="level" presStyleLbl="node1" presStyleIdx="1" presStyleCnt="3">
        <dgm:presLayoutVars>
          <dgm:chMax val="1"/>
          <dgm:bulletEnabled val="1"/>
        </dgm:presLayoutVars>
      </dgm:prSet>
      <dgm:spPr/>
    </dgm:pt>
    <dgm:pt modelId="{70D38522-D88A-CC44-B4B7-3AEF8D91F5E6}" type="pres">
      <dgm:prSet presAssocID="{3607EA2B-09CB-0E4D-94EA-26F445CBC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1313E52-ABBA-0A41-8069-03029369D814}" type="pres">
      <dgm:prSet presAssocID="{4BF11925-E537-194B-9C7A-AD8E26F52873}" presName="Name8" presStyleCnt="0"/>
      <dgm:spPr/>
    </dgm:pt>
    <dgm:pt modelId="{D642378A-F828-5448-9B1E-B790D7D04CDE}" type="pres">
      <dgm:prSet presAssocID="{4BF11925-E537-194B-9C7A-AD8E26F52873}" presName="level" presStyleLbl="node1" presStyleIdx="2" presStyleCnt="3" custLinFactNeighborX="20287" custLinFactNeighborY="20748">
        <dgm:presLayoutVars>
          <dgm:chMax val="1"/>
          <dgm:bulletEnabled val="1"/>
        </dgm:presLayoutVars>
      </dgm:prSet>
      <dgm:spPr/>
    </dgm:pt>
    <dgm:pt modelId="{B9333B99-A209-774D-AC49-E21B490A5AB3}" type="pres">
      <dgm:prSet presAssocID="{4BF11925-E537-194B-9C7A-AD8E26F52873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CDC13228-50DD-7345-B0A2-CB702727E0EC}" srcId="{B094AC43-815D-CA45-BB34-06287F34B167}" destId="{4BF11925-E537-194B-9C7A-AD8E26F52873}" srcOrd="2" destOrd="0" parTransId="{4C3F4E04-4403-C14A-896F-AFA5B0E48694}" sibTransId="{614210F4-8218-BC48-A624-E0AA0588D89C}"/>
    <dgm:cxn modelId="{050B9440-CFE5-8049-918F-BF1CE1DB2A84}" srcId="{B094AC43-815D-CA45-BB34-06287F34B167}" destId="{3607EA2B-09CB-0E4D-94EA-26F445CBC473}" srcOrd="1" destOrd="0" parTransId="{62C985B8-CC22-8945-AEB3-B39B7BB53E80}" sibTransId="{B66A79C7-1409-3247-9A9C-FA1C42014F56}"/>
    <dgm:cxn modelId="{6A44A64E-0C85-F145-8BFC-914C113D4B3F}" type="presOf" srcId="{4BF11925-E537-194B-9C7A-AD8E26F52873}" destId="{B9333B99-A209-774D-AC49-E21B490A5AB3}" srcOrd="1" destOrd="0" presId="urn:microsoft.com/office/officeart/2005/8/layout/pyramid1"/>
    <dgm:cxn modelId="{36B93B73-284B-3B43-9237-DA7F666DA7A6}" type="presOf" srcId="{6560E6F9-429C-CB42-A4D4-FC05BB1D7606}" destId="{18877BA5-6CE7-1E40-A16E-A961364048DF}" srcOrd="0" destOrd="0" presId="urn:microsoft.com/office/officeart/2005/8/layout/pyramid1"/>
    <dgm:cxn modelId="{FC3D4198-CD56-D64A-A331-707DD5F3612A}" type="presOf" srcId="{4BF11925-E537-194B-9C7A-AD8E26F52873}" destId="{D642378A-F828-5448-9B1E-B790D7D04CDE}" srcOrd="0" destOrd="0" presId="urn:microsoft.com/office/officeart/2005/8/layout/pyramid1"/>
    <dgm:cxn modelId="{37763DAC-E38F-364E-844B-C395245622C4}" type="presOf" srcId="{3607EA2B-09CB-0E4D-94EA-26F445CBC473}" destId="{901BBEC9-4917-C843-AA9B-1DFE7DADDF4D}" srcOrd="0" destOrd="0" presId="urn:microsoft.com/office/officeart/2005/8/layout/pyramid1"/>
    <dgm:cxn modelId="{59A77DB2-325C-9342-9C4B-754421E3CB8D}" type="presOf" srcId="{6560E6F9-429C-CB42-A4D4-FC05BB1D7606}" destId="{7E28E640-42B5-714F-AC05-FC70A67EA8FB}" srcOrd="1" destOrd="0" presId="urn:microsoft.com/office/officeart/2005/8/layout/pyramid1"/>
    <dgm:cxn modelId="{974895CB-7B8A-AB4A-9EB4-174B482D199E}" srcId="{B094AC43-815D-CA45-BB34-06287F34B167}" destId="{6560E6F9-429C-CB42-A4D4-FC05BB1D7606}" srcOrd="0" destOrd="0" parTransId="{22E33BA8-2A06-1241-B029-8E67610A44D4}" sibTransId="{EA0CDB17-8460-CB4F-90F7-BCC0BE53DD62}"/>
    <dgm:cxn modelId="{BB7995F3-FCD8-074B-8A49-8884B0FA55AE}" type="presOf" srcId="{3607EA2B-09CB-0E4D-94EA-26F445CBC473}" destId="{70D38522-D88A-CC44-B4B7-3AEF8D91F5E6}" srcOrd="1" destOrd="0" presId="urn:microsoft.com/office/officeart/2005/8/layout/pyramid1"/>
    <dgm:cxn modelId="{2D55A0F4-810C-2A43-9612-D1B47A5F92F5}" type="presOf" srcId="{B094AC43-815D-CA45-BB34-06287F34B167}" destId="{F250F449-E127-C14E-9BC6-1D36848C5798}" srcOrd="0" destOrd="0" presId="urn:microsoft.com/office/officeart/2005/8/layout/pyramid1"/>
    <dgm:cxn modelId="{86AAE33B-CD3D-B442-B6F7-6283FD160A10}" type="presParOf" srcId="{F250F449-E127-C14E-9BC6-1D36848C5798}" destId="{5AF6378F-AF34-8245-AC76-D94587B63381}" srcOrd="0" destOrd="0" presId="urn:microsoft.com/office/officeart/2005/8/layout/pyramid1"/>
    <dgm:cxn modelId="{06C8B398-0253-3843-9BB3-3F230BE6BBF8}" type="presParOf" srcId="{5AF6378F-AF34-8245-AC76-D94587B63381}" destId="{18877BA5-6CE7-1E40-A16E-A961364048DF}" srcOrd="0" destOrd="0" presId="urn:microsoft.com/office/officeart/2005/8/layout/pyramid1"/>
    <dgm:cxn modelId="{9A887C9E-2857-F745-B49A-14CB53DAC710}" type="presParOf" srcId="{5AF6378F-AF34-8245-AC76-D94587B63381}" destId="{7E28E640-42B5-714F-AC05-FC70A67EA8FB}" srcOrd="1" destOrd="0" presId="urn:microsoft.com/office/officeart/2005/8/layout/pyramid1"/>
    <dgm:cxn modelId="{5A185109-2AA5-7948-A718-1589F77E07B1}" type="presParOf" srcId="{F250F449-E127-C14E-9BC6-1D36848C5798}" destId="{9C19125E-E1C9-E647-BB9E-7D66B02BD3D2}" srcOrd="1" destOrd="0" presId="urn:microsoft.com/office/officeart/2005/8/layout/pyramid1"/>
    <dgm:cxn modelId="{F9C61BF7-6954-4940-A053-FF2F33A08B49}" type="presParOf" srcId="{9C19125E-E1C9-E647-BB9E-7D66B02BD3D2}" destId="{901BBEC9-4917-C843-AA9B-1DFE7DADDF4D}" srcOrd="0" destOrd="0" presId="urn:microsoft.com/office/officeart/2005/8/layout/pyramid1"/>
    <dgm:cxn modelId="{FC738A9A-7DB8-984B-AE81-5B3BEEDC97E9}" type="presParOf" srcId="{9C19125E-E1C9-E647-BB9E-7D66B02BD3D2}" destId="{70D38522-D88A-CC44-B4B7-3AEF8D91F5E6}" srcOrd="1" destOrd="0" presId="urn:microsoft.com/office/officeart/2005/8/layout/pyramid1"/>
    <dgm:cxn modelId="{596A3FD1-80EC-354D-9ECA-81C1228ABFD4}" type="presParOf" srcId="{F250F449-E127-C14E-9BC6-1D36848C5798}" destId="{61313E52-ABBA-0A41-8069-03029369D814}" srcOrd="2" destOrd="0" presId="urn:microsoft.com/office/officeart/2005/8/layout/pyramid1"/>
    <dgm:cxn modelId="{959F23AA-4AE9-A04C-BAD5-7AE44C1E2146}" type="presParOf" srcId="{61313E52-ABBA-0A41-8069-03029369D814}" destId="{D642378A-F828-5448-9B1E-B790D7D04CDE}" srcOrd="0" destOrd="0" presId="urn:microsoft.com/office/officeart/2005/8/layout/pyramid1"/>
    <dgm:cxn modelId="{9D23F915-8659-504E-968A-B1A907790B1E}" type="presParOf" srcId="{61313E52-ABBA-0A41-8069-03029369D814}" destId="{B9333B99-A209-774D-AC49-E21B490A5AB3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877BA5-6CE7-1E40-A16E-A961364048DF}">
      <dsp:nvSpPr>
        <dsp:cNvPr id="0" name=""/>
        <dsp:cNvSpPr/>
      </dsp:nvSpPr>
      <dsp:spPr>
        <a:xfrm>
          <a:off x="1787716" y="0"/>
          <a:ext cx="1787716" cy="1266931"/>
        </a:xfrm>
        <a:prstGeom prst="trapezoid">
          <a:avLst>
            <a:gd name="adj" fmla="val 70553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Estratégia  Negócio</a:t>
          </a:r>
        </a:p>
      </dsp:txBody>
      <dsp:txXfrm>
        <a:off x="1787716" y="0"/>
        <a:ext cx="1787716" cy="1266931"/>
      </dsp:txXfrm>
    </dsp:sp>
    <dsp:sp modelId="{901BBEC9-4917-C843-AA9B-1DFE7DADDF4D}">
      <dsp:nvSpPr>
        <dsp:cNvPr id="0" name=""/>
        <dsp:cNvSpPr/>
      </dsp:nvSpPr>
      <dsp:spPr>
        <a:xfrm>
          <a:off x="893858" y="1266931"/>
          <a:ext cx="3575432" cy="1266931"/>
        </a:xfrm>
        <a:prstGeom prst="trapezoid">
          <a:avLst>
            <a:gd name="adj" fmla="val 70553"/>
          </a:avLst>
        </a:prstGeom>
        <a:gradFill rotWithShape="0">
          <a:gsLst>
            <a:gs pos="0">
              <a:schemeClr val="accent2">
                <a:hueOff val="509834"/>
                <a:satOff val="-1329"/>
                <a:lumOff val="3137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509834"/>
                <a:satOff val="-1329"/>
                <a:lumOff val="3137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Gestão de Portfolio</a:t>
          </a:r>
        </a:p>
      </dsp:txBody>
      <dsp:txXfrm>
        <a:off x="1519558" y="1266931"/>
        <a:ext cx="2324030" cy="1266931"/>
      </dsp:txXfrm>
    </dsp:sp>
    <dsp:sp modelId="{D642378A-F828-5448-9B1E-B790D7D04CDE}">
      <dsp:nvSpPr>
        <dsp:cNvPr id="0" name=""/>
        <dsp:cNvSpPr/>
      </dsp:nvSpPr>
      <dsp:spPr>
        <a:xfrm>
          <a:off x="0" y="2533862"/>
          <a:ext cx="5363148" cy="1266931"/>
        </a:xfrm>
        <a:prstGeom prst="trapezoid">
          <a:avLst>
            <a:gd name="adj" fmla="val 70553"/>
          </a:avLst>
        </a:prstGeom>
        <a:gradFill rotWithShape="0">
          <a:gsLst>
            <a:gs pos="0">
              <a:schemeClr val="accent2">
                <a:hueOff val="1019668"/>
                <a:satOff val="-2658"/>
                <a:lumOff val="6274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1019668"/>
                <a:satOff val="-2658"/>
                <a:lumOff val="6274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Projetos...Projetos</a:t>
          </a:r>
        </a:p>
      </dsp:txBody>
      <dsp:txXfrm>
        <a:off x="938550" y="2533862"/>
        <a:ext cx="3486046" cy="12669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A6CE4-D1E8-764C-A54B-4234660D7D2D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Clique para editar os estilos de texto mestres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F208D-3C67-704E-91AA-F3D395DDD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6870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248B27D-F45A-644A-947C-F81ADA02AB8B}" type="slidenum">
              <a:rPr lang="pt-BR" altLang="pt-BR" sz="1300"/>
              <a:pPr eaLnBrk="1" hangingPunct="1"/>
              <a:t>4</a:t>
            </a:fld>
            <a:endParaRPr lang="pt-BR" altLang="pt-BR" sz="13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9786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A167EE1-49B6-8F43-BE06-D3E3DEF3A34A}" type="slidenum">
              <a:rPr lang="pt-BR" altLang="pt-BR" sz="1300"/>
              <a:pPr eaLnBrk="1" hangingPunct="1"/>
              <a:t>5</a:t>
            </a:fld>
            <a:endParaRPr lang="pt-BR" altLang="pt-BR" sz="13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solidFill>
            <a:srgbClr val="FFFFFF"/>
          </a:solidFill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spcBef>
                <a:spcPct val="0"/>
              </a:spcBef>
            </a:pPr>
            <a:endParaRPr lang="en-US" altLang="pt-BR" sz="2500"/>
          </a:p>
        </p:txBody>
      </p:sp>
    </p:spTree>
    <p:extLst>
      <p:ext uri="{BB962C8B-B14F-4D97-AF65-F5344CB8AC3E}">
        <p14:creationId xmlns:p14="http://schemas.microsoft.com/office/powerpoint/2010/main" val="1129947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90F965-D2C9-4640-ABA8-6C754C4D5D49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0153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12192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803405"/>
            <a:ext cx="97536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632201"/>
            <a:ext cx="97536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23846"/>
            <a:ext cx="3063239" cy="365125"/>
          </a:xfrm>
        </p:spPr>
        <p:txBody>
          <a:bodyPr/>
          <a:lstStyle/>
          <a:p>
            <a:fld id="{E404EFEE-18A7-0C4E-9338-48F9787A77AC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19200" y="4323847"/>
            <a:ext cx="650748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8"/>
            <a:ext cx="2895600" cy="365125"/>
          </a:xfrm>
        </p:spPr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537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5754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12192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" y="753535"/>
            <a:ext cx="1060704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481" y="3641726"/>
            <a:ext cx="1060704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16235" y="381002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404EFEE-18A7-0C4E-9338-48F9787A77AC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2480" y="381002"/>
            <a:ext cx="6440875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09955" y="381002"/>
            <a:ext cx="889564" cy="365125"/>
          </a:xfrm>
        </p:spPr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879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481" y="2194560"/>
            <a:ext cx="5214105" cy="406908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9466" y="2194560"/>
            <a:ext cx="5210053" cy="406908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2018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503920" cy="1295400"/>
          </a:xfrm>
        </p:spPr>
        <p:txBody>
          <a:bodyPr/>
          <a:lstStyle/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039" y="2183802"/>
            <a:ext cx="491154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2480" y="3132668"/>
            <a:ext cx="5214105" cy="31309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2025" y="2183802"/>
            <a:ext cx="490749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465" y="3132668"/>
            <a:ext cx="5210055" cy="31309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243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5321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0674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746760"/>
            <a:ext cx="6217920" cy="5516880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480" y="3124200"/>
            <a:ext cx="41148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5983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" y="1524000"/>
            <a:ext cx="5434307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03365" y="751242"/>
            <a:ext cx="4898979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Arraste a imagem para o espaço reservado ou clique no ícone para adicionar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480" y="3124200"/>
            <a:ext cx="5434307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31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73" y="4697362"/>
            <a:ext cx="10608643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92473" y="977035"/>
            <a:ext cx="10600347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Arraste a imagem para o espaço reservado ou clique no ícone para adicionar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480" y="5516716"/>
            <a:ext cx="1060704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5952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12192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" y="753534"/>
            <a:ext cx="1060704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649134"/>
            <a:ext cx="103632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16235" y="381002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404EFEE-18A7-0C4E-9338-48F9787A77AC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2480" y="381002"/>
            <a:ext cx="6440875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09955" y="381002"/>
            <a:ext cx="889565" cy="365125"/>
          </a:xfrm>
        </p:spPr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068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12192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8" y="753534"/>
            <a:ext cx="10151533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509768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174598"/>
            <a:ext cx="10371669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16235" y="381002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404EFEE-18A7-0C4E-9338-48F9787A77AC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2480" y="379439"/>
            <a:ext cx="6440875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09955" y="381002"/>
            <a:ext cx="889565" cy="365125"/>
          </a:xfrm>
        </p:spPr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TextBox 12"/>
          <p:cNvSpPr txBox="1"/>
          <p:nvPr/>
        </p:nvSpPr>
        <p:spPr>
          <a:xfrm>
            <a:off x="308611" y="80772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62311" y="302133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9544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12192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124703"/>
            <a:ext cx="1036637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389" y="3648317"/>
            <a:ext cx="10364811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16235" y="378885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404EFEE-18A7-0C4E-9338-48F9787A77AC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2480" y="378885"/>
            <a:ext cx="6440875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09955" y="381002"/>
            <a:ext cx="889565" cy="365125"/>
          </a:xfrm>
        </p:spPr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6596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2" y="762001"/>
            <a:ext cx="8503919" cy="1303867"/>
          </a:xfrm>
        </p:spPr>
        <p:txBody>
          <a:bodyPr/>
          <a:lstStyle/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792481" y="2202080"/>
            <a:ext cx="341376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792480" y="2904565"/>
            <a:ext cx="341376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02983" y="2201333"/>
            <a:ext cx="341376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01041" y="2904068"/>
            <a:ext cx="341376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5759" y="2192866"/>
            <a:ext cx="341376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85760" y="2904565"/>
            <a:ext cx="341376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639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3" y="762000"/>
            <a:ext cx="8509312" cy="1295400"/>
          </a:xfrm>
        </p:spPr>
        <p:txBody>
          <a:bodyPr/>
          <a:lstStyle/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792480" y="4113341"/>
            <a:ext cx="341376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92480" y="2331720"/>
            <a:ext cx="341376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Arraste a imagem para o espaço reservado ou clique no ícone para adicionar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792480" y="4796104"/>
            <a:ext cx="341376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89164" y="4113341"/>
            <a:ext cx="341376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89163" y="2331720"/>
            <a:ext cx="341376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Arraste a imagem para o espaço reservado ou clique no ícone para adicionar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87811" y="4796103"/>
            <a:ext cx="341376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91153" y="4113341"/>
            <a:ext cx="341376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91152" y="2331722"/>
            <a:ext cx="341376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Arraste a imagem para o espaço reservado ou clique no ícone para adicionar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91029" y="4796101"/>
            <a:ext cx="341376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0144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480" y="2194560"/>
            <a:ext cx="10607040" cy="40690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99523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12192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42120" y="747184"/>
            <a:ext cx="205740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481" y="746126"/>
            <a:ext cx="8370713" cy="424973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16235" y="381002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404EFEE-18A7-0C4E-9338-48F9787A77AC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2480" y="381002"/>
            <a:ext cx="6440875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09955" y="381002"/>
            <a:ext cx="889565" cy="365125"/>
          </a:xfrm>
        </p:spPr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403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50392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480" y="2194560"/>
            <a:ext cx="1060704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Clique para editar os estilos de texto mestres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49640" y="6356352"/>
            <a:ext cx="2849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4EFEE-18A7-0C4E-9338-48F9787A77AC}" type="datetimeFigureOut">
              <a:rPr lang="pt-BR" smtClean="0"/>
              <a:t>16/04/2024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92480" y="6355847"/>
            <a:ext cx="7574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2"/>
            <a:ext cx="2636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0574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tiff"/><Relationship Id="rId4" Type="http://schemas.openxmlformats.org/officeDocument/2006/relationships/image" Target="../media/image25.tif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27199" y="713573"/>
            <a:ext cx="9384453" cy="4339650"/>
          </a:xfrm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dirty="0"/>
              <a:t>Universidade de </a:t>
            </a:r>
            <a:r>
              <a:rPr lang="pt-BR" sz="2400" dirty="0" err="1"/>
              <a:t>Bras</a:t>
            </a:r>
            <a:r>
              <a:rPr lang="en-US" sz="2400" dirty="0" err="1"/>
              <a:t>ília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 err="1"/>
              <a:t>Faculdade</a:t>
            </a:r>
            <a:r>
              <a:rPr lang="en-US" sz="2400" dirty="0"/>
              <a:t> de </a:t>
            </a:r>
            <a:r>
              <a:rPr lang="en-US" sz="2400" dirty="0" err="1"/>
              <a:t>Tecnologia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 err="1"/>
              <a:t>Departamento</a:t>
            </a:r>
            <a:r>
              <a:rPr lang="en-US" sz="2400" dirty="0"/>
              <a:t> de </a:t>
            </a:r>
            <a:r>
              <a:rPr lang="en-US" sz="2400" dirty="0" err="1"/>
              <a:t>Engenharia</a:t>
            </a:r>
            <a:r>
              <a:rPr lang="en-US" sz="2400" dirty="0"/>
              <a:t> de </a:t>
            </a:r>
            <a:r>
              <a:rPr lang="en-US" sz="2400" dirty="0" err="1"/>
              <a:t>Produção</a:t>
            </a:r>
            <a:br>
              <a:rPr lang="en-US" sz="2400" dirty="0"/>
            </a:br>
            <a:r>
              <a:rPr lang="en-US" sz="2400" dirty="0" err="1"/>
              <a:t>Disciplina</a:t>
            </a:r>
            <a:r>
              <a:rPr lang="en-US" sz="2400" dirty="0"/>
              <a:t>: </a:t>
            </a:r>
            <a:r>
              <a:rPr lang="en-US" sz="2400" dirty="0" err="1"/>
              <a:t>Engenharia</a:t>
            </a:r>
            <a:r>
              <a:rPr lang="en-US" sz="2400" dirty="0"/>
              <a:t> de </a:t>
            </a:r>
            <a:r>
              <a:rPr lang="en-US" sz="2400" dirty="0" err="1"/>
              <a:t>Produto</a:t>
            </a:r>
            <a:br>
              <a:rPr lang="en-US" sz="3200" dirty="0"/>
            </a:br>
            <a:r>
              <a:rPr lang="en-US" sz="3200" dirty="0"/>
              <a:t>	</a:t>
            </a:r>
            <a:br>
              <a:rPr lang="en-US" sz="3200" dirty="0"/>
            </a:br>
            <a:r>
              <a:rPr lang="en-US" sz="2400" dirty="0" err="1"/>
              <a:t>Prof</a:t>
            </a:r>
            <a:r>
              <a:rPr lang="en-US" sz="2400" cap="none" dirty="0" err="1"/>
              <a:t>a</a:t>
            </a:r>
            <a:r>
              <a:rPr lang="en-US" sz="2400" dirty="0"/>
              <a:t>. </a:t>
            </a:r>
            <a:r>
              <a:rPr lang="en-US" sz="2400" cap="none" dirty="0"/>
              <a:t>Andréa Santos</a:t>
            </a:r>
            <a:br>
              <a:rPr lang="en-US" sz="2400" cap="none" dirty="0"/>
            </a:b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idx="1"/>
          </p:nvPr>
        </p:nvSpPr>
        <p:spPr>
          <a:xfrm>
            <a:off x="673947" y="4791603"/>
            <a:ext cx="10607040" cy="523239"/>
          </a:xfrm>
        </p:spPr>
        <p:txBody>
          <a:bodyPr/>
          <a:lstStyle/>
          <a:p>
            <a:pPr marL="0" indent="0" algn="ctr">
              <a:buNone/>
            </a:pPr>
            <a:r>
              <a:rPr lang="pt-BR" b="1" dirty="0"/>
              <a:t>3. PLANEJAMENTO ESTRAT</a:t>
            </a:r>
            <a:r>
              <a:rPr lang="en-US" b="1" dirty="0"/>
              <a:t>ÉGICO DE PRODUTOS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455843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>
            <a:spLocks/>
          </p:cNvSpPr>
          <p:nvPr/>
        </p:nvSpPr>
        <p:spPr bwMode="auto">
          <a:xfrm>
            <a:off x="5024359" y="2122270"/>
            <a:ext cx="3360738" cy="569912"/>
          </a:xfrm>
          <a:custGeom>
            <a:avLst/>
            <a:gdLst>
              <a:gd name="T0" fmla="*/ 2147483647 w 2117"/>
              <a:gd name="T1" fmla="*/ 2147483647 h 359"/>
              <a:gd name="T2" fmla="*/ 0 w 2117"/>
              <a:gd name="T3" fmla="*/ 2147483647 h 359"/>
              <a:gd name="T4" fmla="*/ 2147483647 w 2117"/>
              <a:gd name="T5" fmla="*/ 2147483647 h 359"/>
              <a:gd name="T6" fmla="*/ 2147483647 w 2117"/>
              <a:gd name="T7" fmla="*/ 0 h 359"/>
              <a:gd name="T8" fmla="*/ 0 60000 65536"/>
              <a:gd name="T9" fmla="*/ 0 60000 65536"/>
              <a:gd name="T10" fmla="*/ 0 60000 65536"/>
              <a:gd name="T11" fmla="*/ 0 60000 65536"/>
              <a:gd name="T12" fmla="*/ 0 w 2117"/>
              <a:gd name="T13" fmla="*/ 0 h 359"/>
              <a:gd name="T14" fmla="*/ 2117 w 2117"/>
              <a:gd name="T15" fmla="*/ 359 h 3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7" h="359">
                <a:moveTo>
                  <a:pt x="1047" y="15"/>
                </a:moveTo>
                <a:lnTo>
                  <a:pt x="0" y="359"/>
                </a:lnTo>
                <a:lnTo>
                  <a:pt x="2117" y="359"/>
                </a:lnTo>
                <a:lnTo>
                  <a:pt x="1496" y="0"/>
                </a:lnTo>
              </a:path>
            </a:pathLst>
          </a:custGeom>
          <a:solidFill>
            <a:schemeClr val="fol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" name="Freeform 4"/>
          <p:cNvSpPr>
            <a:spLocks/>
          </p:cNvSpPr>
          <p:nvPr/>
        </p:nvSpPr>
        <p:spPr bwMode="auto">
          <a:xfrm>
            <a:off x="3136822" y="3535145"/>
            <a:ext cx="1946275" cy="439737"/>
          </a:xfrm>
          <a:custGeom>
            <a:avLst/>
            <a:gdLst>
              <a:gd name="T0" fmla="*/ 2147483647 w 1226"/>
              <a:gd name="T1" fmla="*/ 0 h 277"/>
              <a:gd name="T2" fmla="*/ 2147483647 w 1226"/>
              <a:gd name="T3" fmla="*/ 2147483647 h 277"/>
              <a:gd name="T4" fmla="*/ 0 w 1226"/>
              <a:gd name="T5" fmla="*/ 2147483647 h 277"/>
              <a:gd name="T6" fmla="*/ 2147483647 w 1226"/>
              <a:gd name="T7" fmla="*/ 0 h 277"/>
              <a:gd name="T8" fmla="*/ 0 60000 65536"/>
              <a:gd name="T9" fmla="*/ 0 60000 65536"/>
              <a:gd name="T10" fmla="*/ 0 60000 65536"/>
              <a:gd name="T11" fmla="*/ 0 60000 65536"/>
              <a:gd name="T12" fmla="*/ 0 w 1226"/>
              <a:gd name="T13" fmla="*/ 0 h 277"/>
              <a:gd name="T14" fmla="*/ 1226 w 1226"/>
              <a:gd name="T15" fmla="*/ 277 h 27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26" h="277">
                <a:moveTo>
                  <a:pt x="1174" y="0"/>
                </a:moveTo>
                <a:lnTo>
                  <a:pt x="1226" y="277"/>
                </a:lnTo>
                <a:lnTo>
                  <a:pt x="0" y="277"/>
                </a:lnTo>
                <a:lnTo>
                  <a:pt x="1174" y="0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2000" tIns="0" rIns="72000" bIns="0" anchor="ctr">
            <a:spAutoFit/>
          </a:bodyPr>
          <a:lstStyle/>
          <a:p>
            <a:endParaRPr lang="pt-BR"/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6675359" y="3546257"/>
            <a:ext cx="3360738" cy="428625"/>
          </a:xfrm>
          <a:custGeom>
            <a:avLst/>
            <a:gdLst>
              <a:gd name="T0" fmla="*/ 2147483647 w 2117"/>
              <a:gd name="T1" fmla="*/ 0 h 270"/>
              <a:gd name="T2" fmla="*/ 0 w 2117"/>
              <a:gd name="T3" fmla="*/ 2147483647 h 270"/>
              <a:gd name="T4" fmla="*/ 2147483647 w 2117"/>
              <a:gd name="T5" fmla="*/ 2147483647 h 270"/>
              <a:gd name="T6" fmla="*/ 2147483647 w 2117"/>
              <a:gd name="T7" fmla="*/ 0 h 270"/>
              <a:gd name="T8" fmla="*/ 0 60000 65536"/>
              <a:gd name="T9" fmla="*/ 0 60000 65536"/>
              <a:gd name="T10" fmla="*/ 0 60000 65536"/>
              <a:gd name="T11" fmla="*/ 0 60000 65536"/>
              <a:gd name="T12" fmla="*/ 0 w 2117"/>
              <a:gd name="T13" fmla="*/ 0 h 270"/>
              <a:gd name="T14" fmla="*/ 2117 w 2117"/>
              <a:gd name="T15" fmla="*/ 270 h 27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7" h="270">
                <a:moveTo>
                  <a:pt x="1055" y="0"/>
                </a:moveTo>
                <a:lnTo>
                  <a:pt x="0" y="255"/>
                </a:lnTo>
                <a:lnTo>
                  <a:pt x="2117" y="270"/>
                </a:lnTo>
                <a:lnTo>
                  <a:pt x="1055" y="0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2000" tIns="0" rIns="72000" bIns="0" anchor="ctr">
            <a:spAutoFit/>
          </a:bodyPr>
          <a:lstStyle/>
          <a:p>
            <a:endParaRPr lang="pt-BR"/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7661197" y="4616232"/>
            <a:ext cx="2801937" cy="2173288"/>
          </a:xfrm>
          <a:custGeom>
            <a:avLst/>
            <a:gdLst>
              <a:gd name="T0" fmla="*/ 0 w 1765"/>
              <a:gd name="T1" fmla="*/ 2147483647 h 1369"/>
              <a:gd name="T2" fmla="*/ 0 w 1765"/>
              <a:gd name="T3" fmla="*/ 2147483647 h 1369"/>
              <a:gd name="T4" fmla="*/ 2147483647 w 1765"/>
              <a:gd name="T5" fmla="*/ 2147483647 h 1369"/>
              <a:gd name="T6" fmla="*/ 2147483647 w 1765"/>
              <a:gd name="T7" fmla="*/ 2147483647 h 1369"/>
              <a:gd name="T8" fmla="*/ 2147483647 w 1765"/>
              <a:gd name="T9" fmla="*/ 0 h 13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765"/>
              <a:gd name="T16" fmla="*/ 0 h 1369"/>
              <a:gd name="T17" fmla="*/ 1765 w 1765"/>
              <a:gd name="T18" fmla="*/ 1369 h 136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765" h="1369">
                <a:moveTo>
                  <a:pt x="0" y="30"/>
                </a:moveTo>
                <a:lnTo>
                  <a:pt x="0" y="1369"/>
                </a:lnTo>
                <a:lnTo>
                  <a:pt x="1765" y="1369"/>
                </a:lnTo>
                <a:lnTo>
                  <a:pt x="1765" y="224"/>
                </a:lnTo>
                <a:lnTo>
                  <a:pt x="1488" y="0"/>
                </a:lnTo>
              </a:path>
            </a:pathLst>
          </a:cu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2000" tIns="0" rIns="72000" bIns="0" anchor="ctr">
            <a:spAutoFit/>
          </a:bodyPr>
          <a:lstStyle/>
          <a:p>
            <a:endParaRPr lang="pt-BR"/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4870372" y="4640045"/>
            <a:ext cx="2790825" cy="2149475"/>
          </a:xfrm>
          <a:custGeom>
            <a:avLst/>
            <a:gdLst>
              <a:gd name="T0" fmla="*/ 2147483647 w 1758"/>
              <a:gd name="T1" fmla="*/ 2147483647 h 1354"/>
              <a:gd name="T2" fmla="*/ 2147483647 w 1758"/>
              <a:gd name="T3" fmla="*/ 2147483647 h 1354"/>
              <a:gd name="T4" fmla="*/ 0 w 1758"/>
              <a:gd name="T5" fmla="*/ 2147483647 h 1354"/>
              <a:gd name="T6" fmla="*/ 0 w 1758"/>
              <a:gd name="T7" fmla="*/ 2147483647 h 1354"/>
              <a:gd name="T8" fmla="*/ 2147483647 w 1758"/>
              <a:gd name="T9" fmla="*/ 0 h 13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758"/>
              <a:gd name="T16" fmla="*/ 0 h 1354"/>
              <a:gd name="T17" fmla="*/ 1758 w 1758"/>
              <a:gd name="T18" fmla="*/ 1354 h 13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758" h="1354">
                <a:moveTo>
                  <a:pt x="1758" y="15"/>
                </a:moveTo>
                <a:lnTo>
                  <a:pt x="1758" y="1354"/>
                </a:lnTo>
                <a:lnTo>
                  <a:pt x="0" y="1354"/>
                </a:lnTo>
                <a:lnTo>
                  <a:pt x="0" y="456"/>
                </a:lnTo>
                <a:lnTo>
                  <a:pt x="1152" y="0"/>
                </a:lnTo>
              </a:path>
            </a:pathLst>
          </a:cu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2000" tIns="0" rIns="72000" bIns="0" anchor="ctr">
            <a:spAutoFit/>
          </a:bodyPr>
          <a:lstStyle/>
          <a:p>
            <a:endParaRPr lang="pt-BR"/>
          </a:p>
        </p:txBody>
      </p: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5706984" y="1539657"/>
            <a:ext cx="2916238" cy="627063"/>
            <a:chOff x="2368" y="695"/>
            <a:chExt cx="1837" cy="395"/>
          </a:xfrm>
        </p:grpSpPr>
        <p:sp>
          <p:nvSpPr>
            <p:cNvPr id="9" name="AutoShape 9"/>
            <p:cNvSpPr>
              <a:spLocks noChangeArrowheads="1"/>
            </p:cNvSpPr>
            <p:nvPr/>
          </p:nvSpPr>
          <p:spPr bwMode="auto">
            <a:xfrm>
              <a:off x="3470" y="695"/>
              <a:ext cx="735" cy="395"/>
            </a:xfrm>
            <a:prstGeom prst="homePlate">
              <a:avLst>
                <a:gd name="adj" fmla="val 46519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0" name="AutoShape 10"/>
            <p:cNvSpPr>
              <a:spLocks noChangeArrowheads="1"/>
            </p:cNvSpPr>
            <p:nvPr/>
          </p:nvSpPr>
          <p:spPr bwMode="auto">
            <a:xfrm>
              <a:off x="2919" y="695"/>
              <a:ext cx="735" cy="395"/>
            </a:xfrm>
            <a:prstGeom prst="homePlate">
              <a:avLst>
                <a:gd name="adj" fmla="val 46519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1" name="AutoShape 11"/>
            <p:cNvSpPr>
              <a:spLocks noChangeArrowheads="1"/>
            </p:cNvSpPr>
            <p:nvPr/>
          </p:nvSpPr>
          <p:spPr bwMode="auto">
            <a:xfrm>
              <a:off x="2368" y="695"/>
              <a:ext cx="735" cy="395"/>
            </a:xfrm>
            <a:prstGeom prst="homePlate">
              <a:avLst>
                <a:gd name="adj" fmla="val 46519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5727622" y="1230095"/>
            <a:ext cx="28241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2000">
                <a:solidFill>
                  <a:srgbClr val="000000"/>
                </a:solidFill>
              </a:rPr>
              <a:t>Projeto do produto ABC</a:t>
            </a:r>
          </a:p>
        </p:txBody>
      </p:sp>
      <p:grpSp>
        <p:nvGrpSpPr>
          <p:cNvPr id="13" name="Group 13"/>
          <p:cNvGrpSpPr>
            <a:grpSpLocks/>
          </p:cNvGrpSpPr>
          <p:nvPr/>
        </p:nvGrpSpPr>
        <p:grpSpPr bwMode="auto">
          <a:xfrm>
            <a:off x="4908472" y="2671545"/>
            <a:ext cx="3678237" cy="1239837"/>
            <a:chOff x="1820" y="1791"/>
            <a:chExt cx="3724" cy="945"/>
          </a:xfrm>
        </p:grpSpPr>
        <p:grpSp>
          <p:nvGrpSpPr>
            <p:cNvPr id="14" name="Group 14"/>
            <p:cNvGrpSpPr>
              <a:grpSpLocks/>
            </p:cNvGrpSpPr>
            <p:nvPr/>
          </p:nvGrpSpPr>
          <p:grpSpPr bwMode="auto">
            <a:xfrm>
              <a:off x="5230" y="2086"/>
              <a:ext cx="158" cy="650"/>
              <a:chOff x="2496" y="1399"/>
              <a:chExt cx="192" cy="857"/>
            </a:xfrm>
          </p:grpSpPr>
          <p:sp>
            <p:nvSpPr>
              <p:cNvPr id="19" name="Line 15"/>
              <p:cNvSpPr>
                <a:spLocks noChangeShapeType="1"/>
              </p:cNvSpPr>
              <p:nvPr/>
            </p:nvSpPr>
            <p:spPr bwMode="auto">
              <a:xfrm>
                <a:off x="2591" y="1399"/>
                <a:ext cx="0" cy="85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 rot="2700000">
                <a:off x="2496" y="1680"/>
                <a:ext cx="192" cy="192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  <p:sp>
          <p:nvSpPr>
            <p:cNvPr id="15" name="AutoShape 17"/>
            <p:cNvSpPr>
              <a:spLocks noChangeArrowheads="1"/>
            </p:cNvSpPr>
            <p:nvPr/>
          </p:nvSpPr>
          <p:spPr bwMode="auto">
            <a:xfrm>
              <a:off x="1896" y="1791"/>
              <a:ext cx="3648" cy="295"/>
            </a:xfrm>
            <a:prstGeom prst="chevron">
              <a:avLst>
                <a:gd name="adj" fmla="val 58281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grpSp>
          <p:nvGrpSpPr>
            <p:cNvPr id="16" name="Group 18"/>
            <p:cNvGrpSpPr>
              <a:grpSpLocks/>
            </p:cNvGrpSpPr>
            <p:nvPr/>
          </p:nvGrpSpPr>
          <p:grpSpPr bwMode="auto">
            <a:xfrm>
              <a:off x="1820" y="2082"/>
              <a:ext cx="158" cy="650"/>
              <a:chOff x="2496" y="1399"/>
              <a:chExt cx="192" cy="857"/>
            </a:xfrm>
          </p:grpSpPr>
          <p:sp>
            <p:nvSpPr>
              <p:cNvPr id="17" name="Line 19"/>
              <p:cNvSpPr>
                <a:spLocks noChangeShapeType="1"/>
              </p:cNvSpPr>
              <p:nvPr/>
            </p:nvSpPr>
            <p:spPr bwMode="auto">
              <a:xfrm>
                <a:off x="2591" y="1399"/>
                <a:ext cx="0" cy="85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Rectangle 20"/>
              <p:cNvSpPr>
                <a:spLocks noChangeArrowheads="1"/>
              </p:cNvSpPr>
              <p:nvPr/>
            </p:nvSpPr>
            <p:spPr bwMode="auto">
              <a:xfrm rot="2700000">
                <a:off x="2496" y="1680"/>
                <a:ext cx="192" cy="192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</p:grpSp>
      <p:sp>
        <p:nvSpPr>
          <p:cNvPr id="21" name="Rectangle 21"/>
          <p:cNvSpPr>
            <a:spLocks noChangeArrowheads="1"/>
          </p:cNvSpPr>
          <p:nvPr/>
        </p:nvSpPr>
        <p:spPr bwMode="auto">
          <a:xfrm>
            <a:off x="3567034" y="3924082"/>
            <a:ext cx="1533525" cy="736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lIns="72000" tIns="0" rIns="7200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1600">
                <a:solidFill>
                  <a:srgbClr val="000000"/>
                </a:solidFill>
              </a:rPr>
              <a:t>1.Definição de critérios para próximo gate</a:t>
            </a:r>
          </a:p>
        </p:txBody>
      </p:sp>
      <p:sp>
        <p:nvSpPr>
          <p:cNvPr id="22" name="Rectangle 22"/>
          <p:cNvSpPr>
            <a:spLocks noChangeArrowheads="1"/>
          </p:cNvSpPr>
          <p:nvPr/>
        </p:nvSpPr>
        <p:spPr bwMode="auto">
          <a:xfrm>
            <a:off x="8569247" y="3924082"/>
            <a:ext cx="1533525" cy="736600"/>
          </a:xfrm>
          <a:prstGeom prst="rect">
            <a:avLst/>
          </a:prstGeom>
          <a:solidFill>
            <a:srgbClr val="FFCCFF"/>
          </a:solidFill>
          <a:ln w="317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0" rIns="7200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1600">
                <a:solidFill>
                  <a:srgbClr val="000000"/>
                </a:solidFill>
              </a:rPr>
              <a:t>Definição de critérios para próximo gate</a:t>
            </a:r>
          </a:p>
        </p:txBody>
      </p:sp>
      <p:sp>
        <p:nvSpPr>
          <p:cNvPr id="23" name="Rectangle 23"/>
          <p:cNvSpPr>
            <a:spLocks noChangeArrowheads="1"/>
          </p:cNvSpPr>
          <p:nvPr/>
        </p:nvSpPr>
        <p:spPr bwMode="auto">
          <a:xfrm>
            <a:off x="7662784" y="3924082"/>
            <a:ext cx="904875" cy="736600"/>
          </a:xfrm>
          <a:prstGeom prst="rect">
            <a:avLst/>
          </a:prstGeom>
          <a:solidFill>
            <a:srgbClr val="FFCCFF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lIns="72000" tIns="0" rIns="72000" bIns="0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1600">
                <a:solidFill>
                  <a:srgbClr val="000000"/>
                </a:solidFill>
              </a:rPr>
              <a:t>Aprovar</a:t>
            </a:r>
          </a:p>
          <a:p>
            <a:pPr eaLnBrk="1" hangingPunct="1"/>
            <a:r>
              <a:rPr lang="pt-BR" altLang="pt-BR" sz="1600">
                <a:solidFill>
                  <a:srgbClr val="000000"/>
                </a:solidFill>
              </a:rPr>
              <a:t>gate</a:t>
            </a:r>
          </a:p>
        </p:txBody>
      </p:sp>
      <p:sp>
        <p:nvSpPr>
          <p:cNvPr id="24" name="Rectangle 24"/>
          <p:cNvSpPr>
            <a:spLocks noChangeArrowheads="1"/>
          </p:cNvSpPr>
          <p:nvPr/>
        </p:nvSpPr>
        <p:spPr bwMode="auto">
          <a:xfrm>
            <a:off x="6627734" y="3924082"/>
            <a:ext cx="1035050" cy="736600"/>
          </a:xfrm>
          <a:prstGeom prst="rect">
            <a:avLst/>
          </a:prstGeom>
          <a:solidFill>
            <a:srgbClr val="EAEAEA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lIns="72000" tIns="0" rIns="72000" bIns="0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1600">
                <a:solidFill>
                  <a:srgbClr val="000000"/>
                </a:solidFill>
              </a:rPr>
              <a:t>Auto-avaliação </a:t>
            </a: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5376784" y="3731995"/>
            <a:ext cx="9429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1800">
                <a:solidFill>
                  <a:srgbClr val="000000"/>
                </a:solidFill>
              </a:rPr>
              <a:t>critérios</a:t>
            </a:r>
          </a:p>
        </p:txBody>
      </p:sp>
      <p:grpSp>
        <p:nvGrpSpPr>
          <p:cNvPr id="26" name="Group 26"/>
          <p:cNvGrpSpPr>
            <a:grpSpLocks/>
          </p:cNvGrpSpPr>
          <p:nvPr/>
        </p:nvGrpSpPr>
        <p:grpSpPr bwMode="auto">
          <a:xfrm>
            <a:off x="8453359" y="4770220"/>
            <a:ext cx="1371600" cy="687387"/>
            <a:chOff x="1850" y="1420"/>
            <a:chExt cx="2069" cy="811"/>
          </a:xfrm>
        </p:grpSpPr>
        <p:grpSp>
          <p:nvGrpSpPr>
            <p:cNvPr id="27" name="Group 27"/>
            <p:cNvGrpSpPr>
              <a:grpSpLocks/>
            </p:cNvGrpSpPr>
            <p:nvPr/>
          </p:nvGrpSpPr>
          <p:grpSpPr bwMode="auto">
            <a:xfrm>
              <a:off x="1850" y="1420"/>
              <a:ext cx="2069" cy="811"/>
              <a:chOff x="1850" y="1420"/>
              <a:chExt cx="2069" cy="811"/>
            </a:xfrm>
          </p:grpSpPr>
          <p:sp>
            <p:nvSpPr>
              <p:cNvPr id="34" name="Freeform 28"/>
              <p:cNvSpPr>
                <a:spLocks/>
              </p:cNvSpPr>
              <p:nvPr/>
            </p:nvSpPr>
            <p:spPr bwMode="auto">
              <a:xfrm>
                <a:off x="2319" y="1645"/>
                <a:ext cx="443" cy="344"/>
              </a:xfrm>
              <a:custGeom>
                <a:avLst/>
                <a:gdLst>
                  <a:gd name="T0" fmla="*/ 0 w 3542"/>
                  <a:gd name="T1" fmla="*/ 0 h 2755"/>
                  <a:gd name="T2" fmla="*/ 0 w 3542"/>
                  <a:gd name="T3" fmla="*/ 0 h 2755"/>
                  <a:gd name="T4" fmla="*/ 0 w 3542"/>
                  <a:gd name="T5" fmla="*/ 0 h 2755"/>
                  <a:gd name="T6" fmla="*/ 0 w 3542"/>
                  <a:gd name="T7" fmla="*/ 0 h 2755"/>
                  <a:gd name="T8" fmla="*/ 0 w 3542"/>
                  <a:gd name="T9" fmla="*/ 0 h 2755"/>
                  <a:gd name="T10" fmla="*/ 0 w 3542"/>
                  <a:gd name="T11" fmla="*/ 0 h 2755"/>
                  <a:gd name="T12" fmla="*/ 0 w 3542"/>
                  <a:gd name="T13" fmla="*/ 0 h 2755"/>
                  <a:gd name="T14" fmla="*/ 0 w 3542"/>
                  <a:gd name="T15" fmla="*/ 0 h 2755"/>
                  <a:gd name="T16" fmla="*/ 0 w 3542"/>
                  <a:gd name="T17" fmla="*/ 0 h 2755"/>
                  <a:gd name="T18" fmla="*/ 0 w 3542"/>
                  <a:gd name="T19" fmla="*/ 0 h 2755"/>
                  <a:gd name="T20" fmla="*/ 0 w 3542"/>
                  <a:gd name="T21" fmla="*/ 0 h 2755"/>
                  <a:gd name="T22" fmla="*/ 0 w 3542"/>
                  <a:gd name="T23" fmla="*/ 0 h 2755"/>
                  <a:gd name="T24" fmla="*/ 0 w 3542"/>
                  <a:gd name="T25" fmla="*/ 0 h 2755"/>
                  <a:gd name="T26" fmla="*/ 0 w 3542"/>
                  <a:gd name="T27" fmla="*/ 0 h 2755"/>
                  <a:gd name="T28" fmla="*/ 0 w 3542"/>
                  <a:gd name="T29" fmla="*/ 0 h 2755"/>
                  <a:gd name="T30" fmla="*/ 0 w 3542"/>
                  <a:gd name="T31" fmla="*/ 0 h 2755"/>
                  <a:gd name="T32" fmla="*/ 0 w 3542"/>
                  <a:gd name="T33" fmla="*/ 0 h 2755"/>
                  <a:gd name="T34" fmla="*/ 0 w 3542"/>
                  <a:gd name="T35" fmla="*/ 0 h 2755"/>
                  <a:gd name="T36" fmla="*/ 0 w 3542"/>
                  <a:gd name="T37" fmla="*/ 0 h 2755"/>
                  <a:gd name="T38" fmla="*/ 0 w 3542"/>
                  <a:gd name="T39" fmla="*/ 0 h 2755"/>
                  <a:gd name="T40" fmla="*/ 0 w 3542"/>
                  <a:gd name="T41" fmla="*/ 0 h 2755"/>
                  <a:gd name="T42" fmla="*/ 0 w 3542"/>
                  <a:gd name="T43" fmla="*/ 0 h 2755"/>
                  <a:gd name="T44" fmla="*/ 0 w 3542"/>
                  <a:gd name="T45" fmla="*/ 0 h 2755"/>
                  <a:gd name="T46" fmla="*/ 0 w 3542"/>
                  <a:gd name="T47" fmla="*/ 0 h 2755"/>
                  <a:gd name="T48" fmla="*/ 0 w 3542"/>
                  <a:gd name="T49" fmla="*/ 0 h 2755"/>
                  <a:gd name="T50" fmla="*/ 0 w 3542"/>
                  <a:gd name="T51" fmla="*/ 0 h 2755"/>
                  <a:gd name="T52" fmla="*/ 0 w 3542"/>
                  <a:gd name="T53" fmla="*/ 0 h 2755"/>
                  <a:gd name="T54" fmla="*/ 0 w 3542"/>
                  <a:gd name="T55" fmla="*/ 0 h 2755"/>
                  <a:gd name="T56" fmla="*/ 0 w 3542"/>
                  <a:gd name="T57" fmla="*/ 0 h 2755"/>
                  <a:gd name="T58" fmla="*/ 0 w 3542"/>
                  <a:gd name="T59" fmla="*/ 0 h 2755"/>
                  <a:gd name="T60" fmla="*/ 0 w 3542"/>
                  <a:gd name="T61" fmla="*/ 0 h 2755"/>
                  <a:gd name="T62" fmla="*/ 0 w 3542"/>
                  <a:gd name="T63" fmla="*/ 0 h 2755"/>
                  <a:gd name="T64" fmla="*/ 0 w 3542"/>
                  <a:gd name="T65" fmla="*/ 0 h 2755"/>
                  <a:gd name="T66" fmla="*/ 0 w 3542"/>
                  <a:gd name="T67" fmla="*/ 0 h 2755"/>
                  <a:gd name="T68" fmla="*/ 0 w 3542"/>
                  <a:gd name="T69" fmla="*/ 0 h 275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3542"/>
                  <a:gd name="T106" fmla="*/ 0 h 2755"/>
                  <a:gd name="T107" fmla="*/ 3542 w 3542"/>
                  <a:gd name="T108" fmla="*/ 2755 h 275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3542" h="2755">
                    <a:moveTo>
                      <a:pt x="3542" y="2755"/>
                    </a:moveTo>
                    <a:lnTo>
                      <a:pt x="3452" y="2648"/>
                    </a:lnTo>
                    <a:lnTo>
                      <a:pt x="3415" y="2476"/>
                    </a:lnTo>
                    <a:lnTo>
                      <a:pt x="3307" y="2404"/>
                    </a:lnTo>
                    <a:lnTo>
                      <a:pt x="3290" y="2296"/>
                    </a:lnTo>
                    <a:lnTo>
                      <a:pt x="3355" y="2222"/>
                    </a:lnTo>
                    <a:lnTo>
                      <a:pt x="3355" y="2141"/>
                    </a:lnTo>
                    <a:lnTo>
                      <a:pt x="3314" y="2052"/>
                    </a:lnTo>
                    <a:lnTo>
                      <a:pt x="3248" y="1954"/>
                    </a:lnTo>
                    <a:lnTo>
                      <a:pt x="3248" y="1791"/>
                    </a:lnTo>
                    <a:lnTo>
                      <a:pt x="3307" y="1724"/>
                    </a:lnTo>
                    <a:lnTo>
                      <a:pt x="3299" y="1652"/>
                    </a:lnTo>
                    <a:lnTo>
                      <a:pt x="3233" y="1604"/>
                    </a:lnTo>
                    <a:lnTo>
                      <a:pt x="3200" y="1503"/>
                    </a:lnTo>
                    <a:lnTo>
                      <a:pt x="3209" y="1417"/>
                    </a:lnTo>
                    <a:lnTo>
                      <a:pt x="3191" y="1286"/>
                    </a:lnTo>
                    <a:lnTo>
                      <a:pt x="3166" y="1114"/>
                    </a:lnTo>
                    <a:lnTo>
                      <a:pt x="3166" y="910"/>
                    </a:lnTo>
                    <a:lnTo>
                      <a:pt x="3166" y="754"/>
                    </a:lnTo>
                    <a:lnTo>
                      <a:pt x="3161" y="592"/>
                    </a:lnTo>
                    <a:lnTo>
                      <a:pt x="3125" y="451"/>
                    </a:lnTo>
                    <a:lnTo>
                      <a:pt x="3092" y="360"/>
                    </a:lnTo>
                    <a:lnTo>
                      <a:pt x="2712" y="171"/>
                    </a:lnTo>
                    <a:lnTo>
                      <a:pt x="2492" y="110"/>
                    </a:lnTo>
                    <a:lnTo>
                      <a:pt x="2279" y="68"/>
                    </a:lnTo>
                    <a:lnTo>
                      <a:pt x="2044" y="0"/>
                    </a:lnTo>
                    <a:lnTo>
                      <a:pt x="890" y="27"/>
                    </a:lnTo>
                    <a:lnTo>
                      <a:pt x="556" y="85"/>
                    </a:lnTo>
                    <a:lnTo>
                      <a:pt x="222" y="205"/>
                    </a:lnTo>
                    <a:lnTo>
                      <a:pt x="123" y="264"/>
                    </a:lnTo>
                    <a:lnTo>
                      <a:pt x="40" y="461"/>
                    </a:lnTo>
                    <a:lnTo>
                      <a:pt x="40" y="1145"/>
                    </a:lnTo>
                    <a:lnTo>
                      <a:pt x="0" y="1235"/>
                    </a:lnTo>
                    <a:lnTo>
                      <a:pt x="540" y="2755"/>
                    </a:lnTo>
                    <a:lnTo>
                      <a:pt x="3542" y="2755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" name="Freeform 29"/>
              <p:cNvSpPr>
                <a:spLocks/>
              </p:cNvSpPr>
              <p:nvPr/>
            </p:nvSpPr>
            <p:spPr bwMode="auto">
              <a:xfrm>
                <a:off x="2339" y="1653"/>
                <a:ext cx="201" cy="171"/>
              </a:xfrm>
              <a:custGeom>
                <a:avLst/>
                <a:gdLst>
                  <a:gd name="T0" fmla="*/ 0 w 1609"/>
                  <a:gd name="T1" fmla="*/ 0 h 1365"/>
                  <a:gd name="T2" fmla="*/ 0 w 1609"/>
                  <a:gd name="T3" fmla="*/ 0 h 1365"/>
                  <a:gd name="T4" fmla="*/ 0 w 1609"/>
                  <a:gd name="T5" fmla="*/ 0 h 1365"/>
                  <a:gd name="T6" fmla="*/ 0 w 1609"/>
                  <a:gd name="T7" fmla="*/ 0 h 1365"/>
                  <a:gd name="T8" fmla="*/ 0 w 1609"/>
                  <a:gd name="T9" fmla="*/ 0 h 1365"/>
                  <a:gd name="T10" fmla="*/ 0 w 1609"/>
                  <a:gd name="T11" fmla="*/ 0 h 1365"/>
                  <a:gd name="T12" fmla="*/ 0 w 1609"/>
                  <a:gd name="T13" fmla="*/ 0 h 1365"/>
                  <a:gd name="T14" fmla="*/ 0 w 1609"/>
                  <a:gd name="T15" fmla="*/ 0 h 1365"/>
                  <a:gd name="T16" fmla="*/ 0 w 1609"/>
                  <a:gd name="T17" fmla="*/ 0 h 1365"/>
                  <a:gd name="T18" fmla="*/ 0 w 1609"/>
                  <a:gd name="T19" fmla="*/ 0 h 1365"/>
                  <a:gd name="T20" fmla="*/ 0 w 1609"/>
                  <a:gd name="T21" fmla="*/ 0 h 1365"/>
                  <a:gd name="T22" fmla="*/ 0 w 1609"/>
                  <a:gd name="T23" fmla="*/ 0 h 1365"/>
                  <a:gd name="T24" fmla="*/ 0 w 1609"/>
                  <a:gd name="T25" fmla="*/ 0 h 1365"/>
                  <a:gd name="T26" fmla="*/ 0 w 1609"/>
                  <a:gd name="T27" fmla="*/ 0 h 1365"/>
                  <a:gd name="T28" fmla="*/ 0 w 1609"/>
                  <a:gd name="T29" fmla="*/ 0 h 136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609"/>
                  <a:gd name="T46" fmla="*/ 0 h 1365"/>
                  <a:gd name="T47" fmla="*/ 1609 w 1609"/>
                  <a:gd name="T48" fmla="*/ 1365 h 1365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609" h="1365">
                    <a:moveTo>
                      <a:pt x="1609" y="1365"/>
                    </a:moveTo>
                    <a:lnTo>
                      <a:pt x="1148" y="499"/>
                    </a:lnTo>
                    <a:lnTo>
                      <a:pt x="1019" y="323"/>
                    </a:lnTo>
                    <a:lnTo>
                      <a:pt x="763" y="187"/>
                    </a:lnTo>
                    <a:lnTo>
                      <a:pt x="493" y="121"/>
                    </a:lnTo>
                    <a:lnTo>
                      <a:pt x="279" y="130"/>
                    </a:lnTo>
                    <a:lnTo>
                      <a:pt x="0" y="169"/>
                    </a:lnTo>
                    <a:lnTo>
                      <a:pt x="67" y="121"/>
                    </a:lnTo>
                    <a:lnTo>
                      <a:pt x="353" y="31"/>
                    </a:lnTo>
                    <a:lnTo>
                      <a:pt x="650" y="0"/>
                    </a:lnTo>
                    <a:lnTo>
                      <a:pt x="862" y="31"/>
                    </a:lnTo>
                    <a:lnTo>
                      <a:pt x="1102" y="255"/>
                    </a:lnTo>
                    <a:lnTo>
                      <a:pt x="1264" y="547"/>
                    </a:lnTo>
                    <a:lnTo>
                      <a:pt x="1346" y="767"/>
                    </a:lnTo>
                    <a:lnTo>
                      <a:pt x="1609" y="1365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Freeform 30"/>
              <p:cNvSpPr>
                <a:spLocks/>
              </p:cNvSpPr>
              <p:nvPr/>
            </p:nvSpPr>
            <p:spPr bwMode="auto">
              <a:xfrm>
                <a:off x="2322" y="1699"/>
                <a:ext cx="103" cy="166"/>
              </a:xfrm>
              <a:custGeom>
                <a:avLst/>
                <a:gdLst>
                  <a:gd name="T0" fmla="*/ 0 w 829"/>
                  <a:gd name="T1" fmla="*/ 0 h 1330"/>
                  <a:gd name="T2" fmla="*/ 0 w 829"/>
                  <a:gd name="T3" fmla="*/ 0 h 1330"/>
                  <a:gd name="T4" fmla="*/ 0 w 829"/>
                  <a:gd name="T5" fmla="*/ 0 h 1330"/>
                  <a:gd name="T6" fmla="*/ 0 w 829"/>
                  <a:gd name="T7" fmla="*/ 0 h 1330"/>
                  <a:gd name="T8" fmla="*/ 0 w 829"/>
                  <a:gd name="T9" fmla="*/ 0 h 1330"/>
                  <a:gd name="T10" fmla="*/ 0 w 829"/>
                  <a:gd name="T11" fmla="*/ 0 h 1330"/>
                  <a:gd name="T12" fmla="*/ 0 w 829"/>
                  <a:gd name="T13" fmla="*/ 0 h 1330"/>
                  <a:gd name="T14" fmla="*/ 0 w 829"/>
                  <a:gd name="T15" fmla="*/ 0 h 1330"/>
                  <a:gd name="T16" fmla="*/ 0 w 829"/>
                  <a:gd name="T17" fmla="*/ 0 h 1330"/>
                  <a:gd name="T18" fmla="*/ 0 w 829"/>
                  <a:gd name="T19" fmla="*/ 0 h 1330"/>
                  <a:gd name="T20" fmla="*/ 0 w 829"/>
                  <a:gd name="T21" fmla="*/ 0 h 1330"/>
                  <a:gd name="T22" fmla="*/ 0 w 829"/>
                  <a:gd name="T23" fmla="*/ 0 h 1330"/>
                  <a:gd name="T24" fmla="*/ 0 w 829"/>
                  <a:gd name="T25" fmla="*/ 0 h 1330"/>
                  <a:gd name="T26" fmla="*/ 0 w 829"/>
                  <a:gd name="T27" fmla="*/ 0 h 1330"/>
                  <a:gd name="T28" fmla="*/ 0 w 829"/>
                  <a:gd name="T29" fmla="*/ 0 h 1330"/>
                  <a:gd name="T30" fmla="*/ 0 w 829"/>
                  <a:gd name="T31" fmla="*/ 0 h 1330"/>
                  <a:gd name="T32" fmla="*/ 0 w 829"/>
                  <a:gd name="T33" fmla="*/ 0 h 1330"/>
                  <a:gd name="T34" fmla="*/ 0 w 829"/>
                  <a:gd name="T35" fmla="*/ 0 h 1330"/>
                  <a:gd name="T36" fmla="*/ 0 w 829"/>
                  <a:gd name="T37" fmla="*/ 0 h 1330"/>
                  <a:gd name="T38" fmla="*/ 0 w 829"/>
                  <a:gd name="T39" fmla="*/ 0 h 1330"/>
                  <a:gd name="T40" fmla="*/ 0 w 829"/>
                  <a:gd name="T41" fmla="*/ 0 h 1330"/>
                  <a:gd name="T42" fmla="*/ 0 w 829"/>
                  <a:gd name="T43" fmla="*/ 0 h 1330"/>
                  <a:gd name="T44" fmla="*/ 0 w 829"/>
                  <a:gd name="T45" fmla="*/ 0 h 1330"/>
                  <a:gd name="T46" fmla="*/ 0 w 829"/>
                  <a:gd name="T47" fmla="*/ 0 h 1330"/>
                  <a:gd name="T48" fmla="*/ 0 w 829"/>
                  <a:gd name="T49" fmla="*/ 0 h 1330"/>
                  <a:gd name="T50" fmla="*/ 0 w 829"/>
                  <a:gd name="T51" fmla="*/ 0 h 1330"/>
                  <a:gd name="T52" fmla="*/ 0 w 829"/>
                  <a:gd name="T53" fmla="*/ 0 h 1330"/>
                  <a:gd name="T54" fmla="*/ 0 w 829"/>
                  <a:gd name="T55" fmla="*/ 0 h 1330"/>
                  <a:gd name="T56" fmla="*/ 0 w 829"/>
                  <a:gd name="T57" fmla="*/ 0 h 1330"/>
                  <a:gd name="T58" fmla="*/ 0 w 829"/>
                  <a:gd name="T59" fmla="*/ 0 h 1330"/>
                  <a:gd name="T60" fmla="*/ 0 w 829"/>
                  <a:gd name="T61" fmla="*/ 0 h 1330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829"/>
                  <a:gd name="T94" fmla="*/ 0 h 1330"/>
                  <a:gd name="T95" fmla="*/ 829 w 829"/>
                  <a:gd name="T96" fmla="*/ 1330 h 1330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829" h="1330">
                    <a:moveTo>
                      <a:pt x="548" y="586"/>
                    </a:moveTo>
                    <a:lnTo>
                      <a:pt x="484" y="464"/>
                    </a:lnTo>
                    <a:lnTo>
                      <a:pt x="394" y="360"/>
                    </a:lnTo>
                    <a:lnTo>
                      <a:pt x="304" y="286"/>
                    </a:lnTo>
                    <a:lnTo>
                      <a:pt x="205" y="235"/>
                    </a:lnTo>
                    <a:lnTo>
                      <a:pt x="156" y="226"/>
                    </a:lnTo>
                    <a:lnTo>
                      <a:pt x="221" y="374"/>
                    </a:lnTo>
                    <a:lnTo>
                      <a:pt x="359" y="554"/>
                    </a:lnTo>
                    <a:lnTo>
                      <a:pt x="516" y="694"/>
                    </a:lnTo>
                    <a:lnTo>
                      <a:pt x="714" y="835"/>
                    </a:lnTo>
                    <a:lnTo>
                      <a:pt x="745" y="851"/>
                    </a:lnTo>
                    <a:lnTo>
                      <a:pt x="829" y="1100"/>
                    </a:lnTo>
                    <a:lnTo>
                      <a:pt x="756" y="1158"/>
                    </a:lnTo>
                    <a:lnTo>
                      <a:pt x="809" y="1330"/>
                    </a:lnTo>
                    <a:lnTo>
                      <a:pt x="631" y="1305"/>
                    </a:lnTo>
                    <a:lnTo>
                      <a:pt x="703" y="1275"/>
                    </a:lnTo>
                    <a:lnTo>
                      <a:pt x="590" y="1127"/>
                    </a:lnTo>
                    <a:lnTo>
                      <a:pt x="304" y="1013"/>
                    </a:lnTo>
                    <a:lnTo>
                      <a:pt x="128" y="888"/>
                    </a:lnTo>
                    <a:lnTo>
                      <a:pt x="82" y="851"/>
                    </a:lnTo>
                    <a:lnTo>
                      <a:pt x="106" y="923"/>
                    </a:lnTo>
                    <a:lnTo>
                      <a:pt x="179" y="1028"/>
                    </a:lnTo>
                    <a:lnTo>
                      <a:pt x="39" y="906"/>
                    </a:lnTo>
                    <a:lnTo>
                      <a:pt x="7" y="791"/>
                    </a:lnTo>
                    <a:lnTo>
                      <a:pt x="0" y="743"/>
                    </a:lnTo>
                    <a:lnTo>
                      <a:pt x="48" y="586"/>
                    </a:lnTo>
                    <a:lnTo>
                      <a:pt x="64" y="0"/>
                    </a:lnTo>
                    <a:lnTo>
                      <a:pt x="286" y="148"/>
                    </a:lnTo>
                    <a:lnTo>
                      <a:pt x="431" y="307"/>
                    </a:lnTo>
                    <a:lnTo>
                      <a:pt x="509" y="448"/>
                    </a:lnTo>
                    <a:lnTo>
                      <a:pt x="548" y="586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" name="Freeform 31"/>
              <p:cNvSpPr>
                <a:spLocks/>
              </p:cNvSpPr>
              <p:nvPr/>
            </p:nvSpPr>
            <p:spPr bwMode="auto">
              <a:xfrm>
                <a:off x="2350" y="1830"/>
                <a:ext cx="74" cy="89"/>
              </a:xfrm>
              <a:custGeom>
                <a:avLst/>
                <a:gdLst>
                  <a:gd name="T0" fmla="*/ 0 w 593"/>
                  <a:gd name="T1" fmla="*/ 0 h 716"/>
                  <a:gd name="T2" fmla="*/ 0 w 593"/>
                  <a:gd name="T3" fmla="*/ 0 h 716"/>
                  <a:gd name="T4" fmla="*/ 0 w 593"/>
                  <a:gd name="T5" fmla="*/ 0 h 716"/>
                  <a:gd name="T6" fmla="*/ 0 w 593"/>
                  <a:gd name="T7" fmla="*/ 0 h 716"/>
                  <a:gd name="T8" fmla="*/ 0 w 593"/>
                  <a:gd name="T9" fmla="*/ 0 h 716"/>
                  <a:gd name="T10" fmla="*/ 0 w 593"/>
                  <a:gd name="T11" fmla="*/ 0 h 716"/>
                  <a:gd name="T12" fmla="*/ 0 w 593"/>
                  <a:gd name="T13" fmla="*/ 0 h 716"/>
                  <a:gd name="T14" fmla="*/ 0 w 593"/>
                  <a:gd name="T15" fmla="*/ 0 h 716"/>
                  <a:gd name="T16" fmla="*/ 0 w 593"/>
                  <a:gd name="T17" fmla="*/ 0 h 716"/>
                  <a:gd name="T18" fmla="*/ 0 w 593"/>
                  <a:gd name="T19" fmla="*/ 0 h 716"/>
                  <a:gd name="T20" fmla="*/ 0 w 593"/>
                  <a:gd name="T21" fmla="*/ 0 h 716"/>
                  <a:gd name="T22" fmla="*/ 0 w 593"/>
                  <a:gd name="T23" fmla="*/ 0 h 716"/>
                  <a:gd name="T24" fmla="*/ 0 w 593"/>
                  <a:gd name="T25" fmla="*/ 0 h 716"/>
                  <a:gd name="T26" fmla="*/ 0 w 593"/>
                  <a:gd name="T27" fmla="*/ 0 h 716"/>
                  <a:gd name="T28" fmla="*/ 0 w 593"/>
                  <a:gd name="T29" fmla="*/ 0 h 716"/>
                  <a:gd name="T30" fmla="*/ 0 w 593"/>
                  <a:gd name="T31" fmla="*/ 0 h 716"/>
                  <a:gd name="T32" fmla="*/ 0 w 593"/>
                  <a:gd name="T33" fmla="*/ 0 h 71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93"/>
                  <a:gd name="T52" fmla="*/ 0 h 716"/>
                  <a:gd name="T53" fmla="*/ 593 w 593"/>
                  <a:gd name="T54" fmla="*/ 716 h 71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93" h="716">
                    <a:moveTo>
                      <a:pt x="19" y="0"/>
                    </a:moveTo>
                    <a:lnTo>
                      <a:pt x="132" y="54"/>
                    </a:lnTo>
                    <a:lnTo>
                      <a:pt x="190" y="187"/>
                    </a:lnTo>
                    <a:lnTo>
                      <a:pt x="331" y="268"/>
                    </a:lnTo>
                    <a:lnTo>
                      <a:pt x="222" y="259"/>
                    </a:lnTo>
                    <a:lnTo>
                      <a:pt x="289" y="310"/>
                    </a:lnTo>
                    <a:lnTo>
                      <a:pt x="455" y="358"/>
                    </a:lnTo>
                    <a:lnTo>
                      <a:pt x="534" y="448"/>
                    </a:lnTo>
                    <a:lnTo>
                      <a:pt x="492" y="538"/>
                    </a:lnTo>
                    <a:lnTo>
                      <a:pt x="388" y="473"/>
                    </a:lnTo>
                    <a:lnTo>
                      <a:pt x="354" y="529"/>
                    </a:lnTo>
                    <a:lnTo>
                      <a:pt x="503" y="587"/>
                    </a:lnTo>
                    <a:lnTo>
                      <a:pt x="593" y="554"/>
                    </a:lnTo>
                    <a:lnTo>
                      <a:pt x="518" y="716"/>
                    </a:lnTo>
                    <a:lnTo>
                      <a:pt x="275" y="554"/>
                    </a:lnTo>
                    <a:lnTo>
                      <a:pt x="0" y="220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Freeform 32"/>
              <p:cNvSpPr>
                <a:spLocks/>
              </p:cNvSpPr>
              <p:nvPr/>
            </p:nvSpPr>
            <p:spPr bwMode="auto">
              <a:xfrm>
                <a:off x="2432" y="1910"/>
                <a:ext cx="154" cy="100"/>
              </a:xfrm>
              <a:custGeom>
                <a:avLst/>
                <a:gdLst>
                  <a:gd name="T0" fmla="*/ 0 w 1232"/>
                  <a:gd name="T1" fmla="*/ 0 h 800"/>
                  <a:gd name="T2" fmla="*/ 0 w 1232"/>
                  <a:gd name="T3" fmla="*/ 0 h 800"/>
                  <a:gd name="T4" fmla="*/ 0 w 1232"/>
                  <a:gd name="T5" fmla="*/ 0 h 800"/>
                  <a:gd name="T6" fmla="*/ 0 w 1232"/>
                  <a:gd name="T7" fmla="*/ 0 h 800"/>
                  <a:gd name="T8" fmla="*/ 0 w 1232"/>
                  <a:gd name="T9" fmla="*/ 0 h 800"/>
                  <a:gd name="T10" fmla="*/ 0 w 1232"/>
                  <a:gd name="T11" fmla="*/ 0 h 800"/>
                  <a:gd name="T12" fmla="*/ 0 w 1232"/>
                  <a:gd name="T13" fmla="*/ 0 h 800"/>
                  <a:gd name="T14" fmla="*/ 0 w 1232"/>
                  <a:gd name="T15" fmla="*/ 0 h 800"/>
                  <a:gd name="T16" fmla="*/ 0 w 1232"/>
                  <a:gd name="T17" fmla="*/ 0 h 800"/>
                  <a:gd name="T18" fmla="*/ 0 w 1232"/>
                  <a:gd name="T19" fmla="*/ 0 h 800"/>
                  <a:gd name="T20" fmla="*/ 0 w 1232"/>
                  <a:gd name="T21" fmla="*/ 0 h 800"/>
                  <a:gd name="T22" fmla="*/ 0 w 1232"/>
                  <a:gd name="T23" fmla="*/ 0 h 8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232"/>
                  <a:gd name="T37" fmla="*/ 0 h 800"/>
                  <a:gd name="T38" fmla="*/ 1232 w 1232"/>
                  <a:gd name="T39" fmla="*/ 800 h 80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232" h="800">
                    <a:moveTo>
                      <a:pt x="141" y="141"/>
                    </a:moveTo>
                    <a:lnTo>
                      <a:pt x="188" y="171"/>
                    </a:lnTo>
                    <a:lnTo>
                      <a:pt x="215" y="0"/>
                    </a:lnTo>
                    <a:lnTo>
                      <a:pt x="282" y="254"/>
                    </a:lnTo>
                    <a:lnTo>
                      <a:pt x="248" y="325"/>
                    </a:lnTo>
                    <a:lnTo>
                      <a:pt x="575" y="435"/>
                    </a:lnTo>
                    <a:lnTo>
                      <a:pt x="764" y="595"/>
                    </a:lnTo>
                    <a:lnTo>
                      <a:pt x="1174" y="595"/>
                    </a:lnTo>
                    <a:lnTo>
                      <a:pt x="1232" y="717"/>
                    </a:lnTo>
                    <a:lnTo>
                      <a:pt x="764" y="800"/>
                    </a:lnTo>
                    <a:lnTo>
                      <a:pt x="0" y="341"/>
                    </a:lnTo>
                    <a:lnTo>
                      <a:pt x="141" y="141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Freeform 33"/>
              <p:cNvSpPr>
                <a:spLocks/>
              </p:cNvSpPr>
              <p:nvPr/>
            </p:nvSpPr>
            <p:spPr bwMode="auto">
              <a:xfrm>
                <a:off x="2444" y="1696"/>
                <a:ext cx="280" cy="243"/>
              </a:xfrm>
              <a:custGeom>
                <a:avLst/>
                <a:gdLst>
                  <a:gd name="T0" fmla="*/ 0 w 2241"/>
                  <a:gd name="T1" fmla="*/ 0 h 1943"/>
                  <a:gd name="T2" fmla="*/ 0 w 2241"/>
                  <a:gd name="T3" fmla="*/ 0 h 1943"/>
                  <a:gd name="T4" fmla="*/ 0 w 2241"/>
                  <a:gd name="T5" fmla="*/ 0 h 1943"/>
                  <a:gd name="T6" fmla="*/ 0 w 2241"/>
                  <a:gd name="T7" fmla="*/ 0 h 1943"/>
                  <a:gd name="T8" fmla="*/ 0 w 2241"/>
                  <a:gd name="T9" fmla="*/ 0 h 1943"/>
                  <a:gd name="T10" fmla="*/ 0 w 2241"/>
                  <a:gd name="T11" fmla="*/ 0 h 1943"/>
                  <a:gd name="T12" fmla="*/ 0 w 2241"/>
                  <a:gd name="T13" fmla="*/ 0 h 1943"/>
                  <a:gd name="T14" fmla="*/ 0 w 2241"/>
                  <a:gd name="T15" fmla="*/ 0 h 1943"/>
                  <a:gd name="T16" fmla="*/ 0 w 2241"/>
                  <a:gd name="T17" fmla="*/ 0 h 1943"/>
                  <a:gd name="T18" fmla="*/ 0 w 2241"/>
                  <a:gd name="T19" fmla="*/ 0 h 1943"/>
                  <a:gd name="T20" fmla="*/ 0 w 2241"/>
                  <a:gd name="T21" fmla="*/ 0 h 1943"/>
                  <a:gd name="T22" fmla="*/ 0 w 2241"/>
                  <a:gd name="T23" fmla="*/ 0 h 1943"/>
                  <a:gd name="T24" fmla="*/ 0 w 2241"/>
                  <a:gd name="T25" fmla="*/ 0 h 1943"/>
                  <a:gd name="T26" fmla="*/ 0 w 2241"/>
                  <a:gd name="T27" fmla="*/ 0 h 1943"/>
                  <a:gd name="T28" fmla="*/ 0 w 2241"/>
                  <a:gd name="T29" fmla="*/ 0 h 1943"/>
                  <a:gd name="T30" fmla="*/ 0 w 2241"/>
                  <a:gd name="T31" fmla="*/ 0 h 1943"/>
                  <a:gd name="T32" fmla="*/ 0 w 2241"/>
                  <a:gd name="T33" fmla="*/ 0 h 1943"/>
                  <a:gd name="T34" fmla="*/ 0 w 2241"/>
                  <a:gd name="T35" fmla="*/ 0 h 1943"/>
                  <a:gd name="T36" fmla="*/ 0 w 2241"/>
                  <a:gd name="T37" fmla="*/ 0 h 1943"/>
                  <a:gd name="T38" fmla="*/ 0 w 2241"/>
                  <a:gd name="T39" fmla="*/ 0 h 1943"/>
                  <a:gd name="T40" fmla="*/ 0 w 2241"/>
                  <a:gd name="T41" fmla="*/ 0 h 1943"/>
                  <a:gd name="T42" fmla="*/ 0 w 2241"/>
                  <a:gd name="T43" fmla="*/ 0 h 1943"/>
                  <a:gd name="T44" fmla="*/ 0 w 2241"/>
                  <a:gd name="T45" fmla="*/ 0 h 1943"/>
                  <a:gd name="T46" fmla="*/ 0 w 2241"/>
                  <a:gd name="T47" fmla="*/ 0 h 1943"/>
                  <a:gd name="T48" fmla="*/ 0 w 2241"/>
                  <a:gd name="T49" fmla="*/ 0 h 1943"/>
                  <a:gd name="T50" fmla="*/ 0 w 2241"/>
                  <a:gd name="T51" fmla="*/ 0 h 1943"/>
                  <a:gd name="T52" fmla="*/ 0 w 2241"/>
                  <a:gd name="T53" fmla="*/ 0 h 1943"/>
                  <a:gd name="T54" fmla="*/ 0 w 2241"/>
                  <a:gd name="T55" fmla="*/ 0 h 1943"/>
                  <a:gd name="T56" fmla="*/ 0 w 2241"/>
                  <a:gd name="T57" fmla="*/ 0 h 1943"/>
                  <a:gd name="T58" fmla="*/ 0 w 2241"/>
                  <a:gd name="T59" fmla="*/ 0 h 1943"/>
                  <a:gd name="T60" fmla="*/ 0 w 2241"/>
                  <a:gd name="T61" fmla="*/ 0 h 1943"/>
                  <a:gd name="T62" fmla="*/ 0 w 2241"/>
                  <a:gd name="T63" fmla="*/ 0 h 1943"/>
                  <a:gd name="T64" fmla="*/ 0 w 2241"/>
                  <a:gd name="T65" fmla="*/ 0 h 1943"/>
                  <a:gd name="T66" fmla="*/ 0 w 2241"/>
                  <a:gd name="T67" fmla="*/ 0 h 1943"/>
                  <a:gd name="T68" fmla="*/ 0 w 2241"/>
                  <a:gd name="T69" fmla="*/ 0 h 1943"/>
                  <a:gd name="T70" fmla="*/ 0 w 2241"/>
                  <a:gd name="T71" fmla="*/ 0 h 1943"/>
                  <a:gd name="T72" fmla="*/ 0 w 2241"/>
                  <a:gd name="T73" fmla="*/ 0 h 1943"/>
                  <a:gd name="T74" fmla="*/ 0 w 2241"/>
                  <a:gd name="T75" fmla="*/ 0 h 1943"/>
                  <a:gd name="T76" fmla="*/ 0 w 2241"/>
                  <a:gd name="T77" fmla="*/ 0 h 1943"/>
                  <a:gd name="T78" fmla="*/ 0 w 2241"/>
                  <a:gd name="T79" fmla="*/ 0 h 1943"/>
                  <a:gd name="T80" fmla="*/ 0 w 2241"/>
                  <a:gd name="T81" fmla="*/ 0 h 1943"/>
                  <a:gd name="T82" fmla="*/ 0 w 2241"/>
                  <a:gd name="T83" fmla="*/ 0 h 1943"/>
                  <a:gd name="T84" fmla="*/ 0 w 2241"/>
                  <a:gd name="T85" fmla="*/ 0 h 1943"/>
                  <a:gd name="T86" fmla="*/ 0 w 2241"/>
                  <a:gd name="T87" fmla="*/ 0 h 1943"/>
                  <a:gd name="T88" fmla="*/ 0 w 2241"/>
                  <a:gd name="T89" fmla="*/ 0 h 1943"/>
                  <a:gd name="T90" fmla="*/ 0 w 2241"/>
                  <a:gd name="T91" fmla="*/ 0 h 1943"/>
                  <a:gd name="T92" fmla="*/ 0 w 2241"/>
                  <a:gd name="T93" fmla="*/ 0 h 1943"/>
                  <a:gd name="T94" fmla="*/ 0 w 2241"/>
                  <a:gd name="T95" fmla="*/ 0 h 1943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241"/>
                  <a:gd name="T145" fmla="*/ 0 h 1943"/>
                  <a:gd name="T146" fmla="*/ 2241 w 2241"/>
                  <a:gd name="T147" fmla="*/ 1943 h 1943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241" h="1943">
                    <a:moveTo>
                      <a:pt x="1241" y="0"/>
                    </a:moveTo>
                    <a:lnTo>
                      <a:pt x="1308" y="277"/>
                    </a:lnTo>
                    <a:lnTo>
                      <a:pt x="1314" y="623"/>
                    </a:lnTo>
                    <a:lnTo>
                      <a:pt x="1250" y="1053"/>
                    </a:lnTo>
                    <a:lnTo>
                      <a:pt x="1133" y="1404"/>
                    </a:lnTo>
                    <a:lnTo>
                      <a:pt x="1232" y="1496"/>
                    </a:lnTo>
                    <a:lnTo>
                      <a:pt x="1035" y="1559"/>
                    </a:lnTo>
                    <a:lnTo>
                      <a:pt x="674" y="1519"/>
                    </a:lnTo>
                    <a:lnTo>
                      <a:pt x="248" y="1528"/>
                    </a:lnTo>
                    <a:lnTo>
                      <a:pt x="0" y="1544"/>
                    </a:lnTo>
                    <a:lnTo>
                      <a:pt x="149" y="1722"/>
                    </a:lnTo>
                    <a:lnTo>
                      <a:pt x="1133" y="1803"/>
                    </a:lnTo>
                    <a:lnTo>
                      <a:pt x="1815" y="1943"/>
                    </a:lnTo>
                    <a:lnTo>
                      <a:pt x="1898" y="1886"/>
                    </a:lnTo>
                    <a:lnTo>
                      <a:pt x="1802" y="1812"/>
                    </a:lnTo>
                    <a:lnTo>
                      <a:pt x="1872" y="1748"/>
                    </a:lnTo>
                    <a:lnTo>
                      <a:pt x="2013" y="1722"/>
                    </a:lnTo>
                    <a:lnTo>
                      <a:pt x="2241" y="1739"/>
                    </a:lnTo>
                    <a:lnTo>
                      <a:pt x="2064" y="1634"/>
                    </a:lnTo>
                    <a:lnTo>
                      <a:pt x="1956" y="1501"/>
                    </a:lnTo>
                    <a:lnTo>
                      <a:pt x="1965" y="1404"/>
                    </a:lnTo>
                    <a:lnTo>
                      <a:pt x="2151" y="1307"/>
                    </a:lnTo>
                    <a:lnTo>
                      <a:pt x="2202" y="1168"/>
                    </a:lnTo>
                    <a:lnTo>
                      <a:pt x="2103" y="1215"/>
                    </a:lnTo>
                    <a:lnTo>
                      <a:pt x="1995" y="1210"/>
                    </a:lnTo>
                    <a:lnTo>
                      <a:pt x="1971" y="1168"/>
                    </a:lnTo>
                    <a:lnTo>
                      <a:pt x="2064" y="1075"/>
                    </a:lnTo>
                    <a:lnTo>
                      <a:pt x="1979" y="1071"/>
                    </a:lnTo>
                    <a:lnTo>
                      <a:pt x="1988" y="972"/>
                    </a:lnTo>
                    <a:lnTo>
                      <a:pt x="2028" y="832"/>
                    </a:lnTo>
                    <a:lnTo>
                      <a:pt x="2120" y="876"/>
                    </a:lnTo>
                    <a:lnTo>
                      <a:pt x="2151" y="963"/>
                    </a:lnTo>
                    <a:lnTo>
                      <a:pt x="2186" y="840"/>
                    </a:lnTo>
                    <a:lnTo>
                      <a:pt x="2145" y="537"/>
                    </a:lnTo>
                    <a:lnTo>
                      <a:pt x="2168" y="311"/>
                    </a:lnTo>
                    <a:lnTo>
                      <a:pt x="2094" y="645"/>
                    </a:lnTo>
                    <a:lnTo>
                      <a:pt x="1979" y="816"/>
                    </a:lnTo>
                    <a:lnTo>
                      <a:pt x="1760" y="1134"/>
                    </a:lnTo>
                    <a:lnTo>
                      <a:pt x="1608" y="1282"/>
                    </a:lnTo>
                    <a:lnTo>
                      <a:pt x="1398" y="1422"/>
                    </a:lnTo>
                    <a:lnTo>
                      <a:pt x="1331" y="1429"/>
                    </a:lnTo>
                    <a:lnTo>
                      <a:pt x="1398" y="1307"/>
                    </a:lnTo>
                    <a:lnTo>
                      <a:pt x="1430" y="1111"/>
                    </a:lnTo>
                    <a:lnTo>
                      <a:pt x="1446" y="800"/>
                    </a:lnTo>
                    <a:lnTo>
                      <a:pt x="1430" y="521"/>
                    </a:lnTo>
                    <a:lnTo>
                      <a:pt x="1398" y="269"/>
                    </a:lnTo>
                    <a:lnTo>
                      <a:pt x="1349" y="113"/>
                    </a:lnTo>
                    <a:lnTo>
                      <a:pt x="1241" y="0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" name="Freeform 34"/>
              <p:cNvSpPr>
                <a:spLocks/>
              </p:cNvSpPr>
              <p:nvPr/>
            </p:nvSpPr>
            <p:spPr bwMode="auto">
              <a:xfrm>
                <a:off x="2677" y="1945"/>
                <a:ext cx="71" cy="44"/>
              </a:xfrm>
              <a:custGeom>
                <a:avLst/>
                <a:gdLst>
                  <a:gd name="T0" fmla="*/ 0 w 567"/>
                  <a:gd name="T1" fmla="*/ 0 h 351"/>
                  <a:gd name="T2" fmla="*/ 0 w 567"/>
                  <a:gd name="T3" fmla="*/ 0 h 351"/>
                  <a:gd name="T4" fmla="*/ 0 w 567"/>
                  <a:gd name="T5" fmla="*/ 0 h 351"/>
                  <a:gd name="T6" fmla="*/ 0 w 567"/>
                  <a:gd name="T7" fmla="*/ 0 h 351"/>
                  <a:gd name="T8" fmla="*/ 0 w 567"/>
                  <a:gd name="T9" fmla="*/ 0 h 351"/>
                  <a:gd name="T10" fmla="*/ 0 w 567"/>
                  <a:gd name="T11" fmla="*/ 0 h 351"/>
                  <a:gd name="T12" fmla="*/ 0 w 567"/>
                  <a:gd name="T13" fmla="*/ 0 h 351"/>
                  <a:gd name="T14" fmla="*/ 0 w 567"/>
                  <a:gd name="T15" fmla="*/ 0 h 351"/>
                  <a:gd name="T16" fmla="*/ 0 w 567"/>
                  <a:gd name="T17" fmla="*/ 0 h 351"/>
                  <a:gd name="T18" fmla="*/ 0 w 567"/>
                  <a:gd name="T19" fmla="*/ 0 h 351"/>
                  <a:gd name="T20" fmla="*/ 0 w 567"/>
                  <a:gd name="T21" fmla="*/ 0 h 351"/>
                  <a:gd name="T22" fmla="*/ 0 w 567"/>
                  <a:gd name="T23" fmla="*/ 0 h 351"/>
                  <a:gd name="T24" fmla="*/ 0 w 567"/>
                  <a:gd name="T25" fmla="*/ 0 h 351"/>
                  <a:gd name="T26" fmla="*/ 0 w 567"/>
                  <a:gd name="T27" fmla="*/ 0 h 351"/>
                  <a:gd name="T28" fmla="*/ 0 w 567"/>
                  <a:gd name="T29" fmla="*/ 0 h 35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7"/>
                  <a:gd name="T46" fmla="*/ 0 h 351"/>
                  <a:gd name="T47" fmla="*/ 567 w 567"/>
                  <a:gd name="T48" fmla="*/ 351 h 35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7" h="351">
                    <a:moveTo>
                      <a:pt x="129" y="0"/>
                    </a:moveTo>
                    <a:lnTo>
                      <a:pt x="198" y="72"/>
                    </a:lnTo>
                    <a:lnTo>
                      <a:pt x="173" y="162"/>
                    </a:lnTo>
                    <a:lnTo>
                      <a:pt x="237" y="114"/>
                    </a:lnTo>
                    <a:lnTo>
                      <a:pt x="261" y="251"/>
                    </a:lnTo>
                    <a:lnTo>
                      <a:pt x="355" y="169"/>
                    </a:lnTo>
                    <a:lnTo>
                      <a:pt x="426" y="219"/>
                    </a:lnTo>
                    <a:lnTo>
                      <a:pt x="375" y="268"/>
                    </a:lnTo>
                    <a:lnTo>
                      <a:pt x="417" y="327"/>
                    </a:lnTo>
                    <a:lnTo>
                      <a:pt x="507" y="309"/>
                    </a:lnTo>
                    <a:lnTo>
                      <a:pt x="567" y="351"/>
                    </a:lnTo>
                    <a:lnTo>
                      <a:pt x="204" y="351"/>
                    </a:lnTo>
                    <a:lnTo>
                      <a:pt x="0" y="196"/>
                    </a:lnTo>
                    <a:lnTo>
                      <a:pt x="23" y="37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Freeform 35"/>
              <p:cNvSpPr>
                <a:spLocks/>
              </p:cNvSpPr>
              <p:nvPr/>
            </p:nvSpPr>
            <p:spPr bwMode="auto">
              <a:xfrm>
                <a:off x="2705" y="1865"/>
                <a:ext cx="20" cy="25"/>
              </a:xfrm>
              <a:custGeom>
                <a:avLst/>
                <a:gdLst>
                  <a:gd name="T0" fmla="*/ 0 w 156"/>
                  <a:gd name="T1" fmla="*/ 0 h 200"/>
                  <a:gd name="T2" fmla="*/ 0 w 156"/>
                  <a:gd name="T3" fmla="*/ 0 h 200"/>
                  <a:gd name="T4" fmla="*/ 0 w 156"/>
                  <a:gd name="T5" fmla="*/ 0 h 200"/>
                  <a:gd name="T6" fmla="*/ 0 w 156"/>
                  <a:gd name="T7" fmla="*/ 0 h 200"/>
                  <a:gd name="T8" fmla="*/ 0 w 156"/>
                  <a:gd name="T9" fmla="*/ 0 h 200"/>
                  <a:gd name="T10" fmla="*/ 0 w 156"/>
                  <a:gd name="T11" fmla="*/ 0 h 200"/>
                  <a:gd name="T12" fmla="*/ 0 w 156"/>
                  <a:gd name="T13" fmla="*/ 0 h 2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6"/>
                  <a:gd name="T22" fmla="*/ 0 h 200"/>
                  <a:gd name="T23" fmla="*/ 156 w 156"/>
                  <a:gd name="T24" fmla="*/ 200 h 2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6" h="200">
                    <a:moveTo>
                      <a:pt x="0" y="79"/>
                    </a:moveTo>
                    <a:lnTo>
                      <a:pt x="81" y="79"/>
                    </a:lnTo>
                    <a:lnTo>
                      <a:pt x="74" y="137"/>
                    </a:lnTo>
                    <a:lnTo>
                      <a:pt x="18" y="128"/>
                    </a:lnTo>
                    <a:lnTo>
                      <a:pt x="127" y="200"/>
                    </a:lnTo>
                    <a:lnTo>
                      <a:pt x="156" y="0"/>
                    </a:lnTo>
                    <a:lnTo>
                      <a:pt x="0" y="79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Freeform 36"/>
              <p:cNvSpPr>
                <a:spLocks/>
              </p:cNvSpPr>
              <p:nvPr/>
            </p:nvSpPr>
            <p:spPr bwMode="auto">
              <a:xfrm>
                <a:off x="2559" y="1930"/>
                <a:ext cx="121" cy="78"/>
              </a:xfrm>
              <a:custGeom>
                <a:avLst/>
                <a:gdLst>
                  <a:gd name="T0" fmla="*/ 0 w 966"/>
                  <a:gd name="T1" fmla="*/ 0 h 621"/>
                  <a:gd name="T2" fmla="*/ 0 w 966"/>
                  <a:gd name="T3" fmla="*/ 0 h 621"/>
                  <a:gd name="T4" fmla="*/ 0 w 966"/>
                  <a:gd name="T5" fmla="*/ 0 h 621"/>
                  <a:gd name="T6" fmla="*/ 0 w 966"/>
                  <a:gd name="T7" fmla="*/ 0 h 621"/>
                  <a:gd name="T8" fmla="*/ 0 w 966"/>
                  <a:gd name="T9" fmla="*/ 0 h 621"/>
                  <a:gd name="T10" fmla="*/ 0 w 966"/>
                  <a:gd name="T11" fmla="*/ 0 h 621"/>
                  <a:gd name="T12" fmla="*/ 0 w 966"/>
                  <a:gd name="T13" fmla="*/ 0 h 621"/>
                  <a:gd name="T14" fmla="*/ 0 w 966"/>
                  <a:gd name="T15" fmla="*/ 0 h 621"/>
                  <a:gd name="T16" fmla="*/ 0 w 966"/>
                  <a:gd name="T17" fmla="*/ 0 h 621"/>
                  <a:gd name="T18" fmla="*/ 0 w 966"/>
                  <a:gd name="T19" fmla="*/ 0 h 621"/>
                  <a:gd name="T20" fmla="*/ 0 w 966"/>
                  <a:gd name="T21" fmla="*/ 0 h 621"/>
                  <a:gd name="T22" fmla="*/ 0 w 966"/>
                  <a:gd name="T23" fmla="*/ 0 h 621"/>
                  <a:gd name="T24" fmla="*/ 0 w 966"/>
                  <a:gd name="T25" fmla="*/ 0 h 62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966"/>
                  <a:gd name="T40" fmla="*/ 0 h 621"/>
                  <a:gd name="T41" fmla="*/ 966 w 966"/>
                  <a:gd name="T42" fmla="*/ 621 h 62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966" h="621">
                    <a:moveTo>
                      <a:pt x="0" y="237"/>
                    </a:moveTo>
                    <a:lnTo>
                      <a:pt x="70" y="310"/>
                    </a:lnTo>
                    <a:lnTo>
                      <a:pt x="138" y="432"/>
                    </a:lnTo>
                    <a:lnTo>
                      <a:pt x="171" y="545"/>
                    </a:lnTo>
                    <a:lnTo>
                      <a:pt x="303" y="621"/>
                    </a:lnTo>
                    <a:lnTo>
                      <a:pt x="484" y="596"/>
                    </a:lnTo>
                    <a:lnTo>
                      <a:pt x="681" y="561"/>
                    </a:lnTo>
                    <a:lnTo>
                      <a:pt x="966" y="450"/>
                    </a:lnTo>
                    <a:lnTo>
                      <a:pt x="966" y="220"/>
                    </a:lnTo>
                    <a:lnTo>
                      <a:pt x="910" y="81"/>
                    </a:lnTo>
                    <a:lnTo>
                      <a:pt x="562" y="0"/>
                    </a:lnTo>
                    <a:lnTo>
                      <a:pt x="244" y="160"/>
                    </a:lnTo>
                    <a:lnTo>
                      <a:pt x="0" y="237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Freeform 37"/>
              <p:cNvSpPr>
                <a:spLocks/>
              </p:cNvSpPr>
              <p:nvPr/>
            </p:nvSpPr>
            <p:spPr bwMode="auto">
              <a:xfrm>
                <a:off x="2543" y="1719"/>
                <a:ext cx="16" cy="14"/>
              </a:xfrm>
              <a:custGeom>
                <a:avLst/>
                <a:gdLst>
                  <a:gd name="T0" fmla="*/ 0 w 125"/>
                  <a:gd name="T1" fmla="*/ 0 h 113"/>
                  <a:gd name="T2" fmla="*/ 0 w 125"/>
                  <a:gd name="T3" fmla="*/ 0 h 113"/>
                  <a:gd name="T4" fmla="*/ 0 w 125"/>
                  <a:gd name="T5" fmla="*/ 0 h 113"/>
                  <a:gd name="T6" fmla="*/ 0 w 125"/>
                  <a:gd name="T7" fmla="*/ 0 h 113"/>
                  <a:gd name="T8" fmla="*/ 0 w 125"/>
                  <a:gd name="T9" fmla="*/ 0 h 113"/>
                  <a:gd name="T10" fmla="*/ 0 w 125"/>
                  <a:gd name="T11" fmla="*/ 0 h 113"/>
                  <a:gd name="T12" fmla="*/ 0 w 125"/>
                  <a:gd name="T13" fmla="*/ 0 h 113"/>
                  <a:gd name="T14" fmla="*/ 0 w 125"/>
                  <a:gd name="T15" fmla="*/ 0 h 1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25"/>
                  <a:gd name="T25" fmla="*/ 0 h 113"/>
                  <a:gd name="T26" fmla="*/ 125 w 125"/>
                  <a:gd name="T27" fmla="*/ 113 h 11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25" h="113">
                    <a:moveTo>
                      <a:pt x="90" y="0"/>
                    </a:moveTo>
                    <a:lnTo>
                      <a:pt x="33" y="14"/>
                    </a:lnTo>
                    <a:lnTo>
                      <a:pt x="0" y="69"/>
                    </a:lnTo>
                    <a:lnTo>
                      <a:pt x="42" y="113"/>
                    </a:lnTo>
                    <a:lnTo>
                      <a:pt x="99" y="113"/>
                    </a:lnTo>
                    <a:lnTo>
                      <a:pt x="125" y="78"/>
                    </a:lnTo>
                    <a:lnTo>
                      <a:pt x="125" y="30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rgbClr val="FFE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Freeform 38"/>
              <p:cNvSpPr>
                <a:spLocks/>
              </p:cNvSpPr>
              <p:nvPr/>
            </p:nvSpPr>
            <p:spPr bwMode="auto">
              <a:xfrm>
                <a:off x="2557" y="1807"/>
                <a:ext cx="11" cy="11"/>
              </a:xfrm>
              <a:custGeom>
                <a:avLst/>
                <a:gdLst>
                  <a:gd name="T0" fmla="*/ 0 w 88"/>
                  <a:gd name="T1" fmla="*/ 0 h 94"/>
                  <a:gd name="T2" fmla="*/ 0 w 88"/>
                  <a:gd name="T3" fmla="*/ 0 h 94"/>
                  <a:gd name="T4" fmla="*/ 0 w 88"/>
                  <a:gd name="T5" fmla="*/ 0 h 94"/>
                  <a:gd name="T6" fmla="*/ 0 w 88"/>
                  <a:gd name="T7" fmla="*/ 0 h 94"/>
                  <a:gd name="T8" fmla="*/ 0 w 88"/>
                  <a:gd name="T9" fmla="*/ 0 h 94"/>
                  <a:gd name="T10" fmla="*/ 0 w 88"/>
                  <a:gd name="T11" fmla="*/ 0 h 94"/>
                  <a:gd name="T12" fmla="*/ 0 w 88"/>
                  <a:gd name="T13" fmla="*/ 0 h 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8"/>
                  <a:gd name="T22" fmla="*/ 0 h 94"/>
                  <a:gd name="T23" fmla="*/ 88 w 88"/>
                  <a:gd name="T24" fmla="*/ 94 h 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8" h="94">
                    <a:moveTo>
                      <a:pt x="82" y="21"/>
                    </a:moveTo>
                    <a:lnTo>
                      <a:pt x="55" y="0"/>
                    </a:lnTo>
                    <a:lnTo>
                      <a:pt x="7" y="12"/>
                    </a:lnTo>
                    <a:lnTo>
                      <a:pt x="0" y="69"/>
                    </a:lnTo>
                    <a:lnTo>
                      <a:pt x="42" y="94"/>
                    </a:lnTo>
                    <a:lnTo>
                      <a:pt x="88" y="69"/>
                    </a:lnTo>
                    <a:lnTo>
                      <a:pt x="82" y="21"/>
                    </a:lnTo>
                    <a:close/>
                  </a:path>
                </a:pathLst>
              </a:custGeom>
              <a:solidFill>
                <a:srgbClr val="FFE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reeform 39"/>
              <p:cNvSpPr>
                <a:spLocks/>
              </p:cNvSpPr>
              <p:nvPr/>
            </p:nvSpPr>
            <p:spPr bwMode="auto">
              <a:xfrm>
                <a:off x="2464" y="1462"/>
                <a:ext cx="144" cy="251"/>
              </a:xfrm>
              <a:custGeom>
                <a:avLst/>
                <a:gdLst>
                  <a:gd name="T0" fmla="*/ 0 w 1157"/>
                  <a:gd name="T1" fmla="*/ 0 h 2007"/>
                  <a:gd name="T2" fmla="*/ 0 w 1157"/>
                  <a:gd name="T3" fmla="*/ 0 h 2007"/>
                  <a:gd name="T4" fmla="*/ 0 w 1157"/>
                  <a:gd name="T5" fmla="*/ 0 h 2007"/>
                  <a:gd name="T6" fmla="*/ 0 w 1157"/>
                  <a:gd name="T7" fmla="*/ 0 h 2007"/>
                  <a:gd name="T8" fmla="*/ 0 w 1157"/>
                  <a:gd name="T9" fmla="*/ 0 h 2007"/>
                  <a:gd name="T10" fmla="*/ 0 w 1157"/>
                  <a:gd name="T11" fmla="*/ 0 h 2007"/>
                  <a:gd name="T12" fmla="*/ 0 w 1157"/>
                  <a:gd name="T13" fmla="*/ 0 h 2007"/>
                  <a:gd name="T14" fmla="*/ 0 w 1157"/>
                  <a:gd name="T15" fmla="*/ 0 h 2007"/>
                  <a:gd name="T16" fmla="*/ 0 w 1157"/>
                  <a:gd name="T17" fmla="*/ 0 h 2007"/>
                  <a:gd name="T18" fmla="*/ 0 w 1157"/>
                  <a:gd name="T19" fmla="*/ 0 h 2007"/>
                  <a:gd name="T20" fmla="*/ 0 w 1157"/>
                  <a:gd name="T21" fmla="*/ 0 h 2007"/>
                  <a:gd name="T22" fmla="*/ 0 w 1157"/>
                  <a:gd name="T23" fmla="*/ 0 h 2007"/>
                  <a:gd name="T24" fmla="*/ 0 w 1157"/>
                  <a:gd name="T25" fmla="*/ 0 h 2007"/>
                  <a:gd name="T26" fmla="*/ 0 w 1157"/>
                  <a:gd name="T27" fmla="*/ 0 h 2007"/>
                  <a:gd name="T28" fmla="*/ 0 w 1157"/>
                  <a:gd name="T29" fmla="*/ 0 h 2007"/>
                  <a:gd name="T30" fmla="*/ 0 w 1157"/>
                  <a:gd name="T31" fmla="*/ 0 h 2007"/>
                  <a:gd name="T32" fmla="*/ 0 w 1157"/>
                  <a:gd name="T33" fmla="*/ 0 h 2007"/>
                  <a:gd name="T34" fmla="*/ 0 w 1157"/>
                  <a:gd name="T35" fmla="*/ 0 h 2007"/>
                  <a:gd name="T36" fmla="*/ 0 w 1157"/>
                  <a:gd name="T37" fmla="*/ 0 h 2007"/>
                  <a:gd name="T38" fmla="*/ 0 w 1157"/>
                  <a:gd name="T39" fmla="*/ 0 h 2007"/>
                  <a:gd name="T40" fmla="*/ 0 w 1157"/>
                  <a:gd name="T41" fmla="*/ 0 h 2007"/>
                  <a:gd name="T42" fmla="*/ 0 w 1157"/>
                  <a:gd name="T43" fmla="*/ 0 h 2007"/>
                  <a:gd name="T44" fmla="*/ 0 w 1157"/>
                  <a:gd name="T45" fmla="*/ 0 h 2007"/>
                  <a:gd name="T46" fmla="*/ 0 w 1157"/>
                  <a:gd name="T47" fmla="*/ 0 h 2007"/>
                  <a:gd name="T48" fmla="*/ 0 w 1157"/>
                  <a:gd name="T49" fmla="*/ 0 h 2007"/>
                  <a:gd name="T50" fmla="*/ 0 w 1157"/>
                  <a:gd name="T51" fmla="*/ 0 h 2007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157"/>
                  <a:gd name="T79" fmla="*/ 0 h 2007"/>
                  <a:gd name="T80" fmla="*/ 1157 w 1157"/>
                  <a:gd name="T81" fmla="*/ 2007 h 2007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157" h="2007">
                    <a:moveTo>
                      <a:pt x="35" y="1688"/>
                    </a:moveTo>
                    <a:lnTo>
                      <a:pt x="95" y="1780"/>
                    </a:lnTo>
                    <a:lnTo>
                      <a:pt x="251" y="1881"/>
                    </a:lnTo>
                    <a:lnTo>
                      <a:pt x="411" y="1937"/>
                    </a:lnTo>
                    <a:lnTo>
                      <a:pt x="596" y="1976"/>
                    </a:lnTo>
                    <a:lnTo>
                      <a:pt x="789" y="2007"/>
                    </a:lnTo>
                    <a:lnTo>
                      <a:pt x="895" y="1971"/>
                    </a:lnTo>
                    <a:lnTo>
                      <a:pt x="945" y="1911"/>
                    </a:lnTo>
                    <a:lnTo>
                      <a:pt x="956" y="1766"/>
                    </a:lnTo>
                    <a:lnTo>
                      <a:pt x="915" y="1577"/>
                    </a:lnTo>
                    <a:lnTo>
                      <a:pt x="875" y="1422"/>
                    </a:lnTo>
                    <a:lnTo>
                      <a:pt x="961" y="1317"/>
                    </a:lnTo>
                    <a:lnTo>
                      <a:pt x="1055" y="1143"/>
                    </a:lnTo>
                    <a:lnTo>
                      <a:pt x="1093" y="1009"/>
                    </a:lnTo>
                    <a:lnTo>
                      <a:pt x="1148" y="772"/>
                    </a:lnTo>
                    <a:lnTo>
                      <a:pt x="1157" y="648"/>
                    </a:lnTo>
                    <a:lnTo>
                      <a:pt x="1157" y="480"/>
                    </a:lnTo>
                    <a:lnTo>
                      <a:pt x="1125" y="231"/>
                    </a:lnTo>
                    <a:lnTo>
                      <a:pt x="994" y="14"/>
                    </a:lnTo>
                    <a:lnTo>
                      <a:pt x="411" y="0"/>
                    </a:lnTo>
                    <a:lnTo>
                      <a:pt x="129" y="378"/>
                    </a:lnTo>
                    <a:lnTo>
                      <a:pt x="0" y="576"/>
                    </a:lnTo>
                    <a:lnTo>
                      <a:pt x="5" y="733"/>
                    </a:lnTo>
                    <a:lnTo>
                      <a:pt x="69" y="1056"/>
                    </a:lnTo>
                    <a:lnTo>
                      <a:pt x="23" y="1568"/>
                    </a:lnTo>
                    <a:lnTo>
                      <a:pt x="35" y="1688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" name="Freeform 40"/>
              <p:cNvSpPr>
                <a:spLocks/>
              </p:cNvSpPr>
              <p:nvPr/>
            </p:nvSpPr>
            <p:spPr bwMode="auto">
              <a:xfrm>
                <a:off x="2471" y="1569"/>
                <a:ext cx="16" cy="29"/>
              </a:xfrm>
              <a:custGeom>
                <a:avLst/>
                <a:gdLst>
                  <a:gd name="T0" fmla="*/ 0 w 129"/>
                  <a:gd name="T1" fmla="*/ 0 h 233"/>
                  <a:gd name="T2" fmla="*/ 0 w 129"/>
                  <a:gd name="T3" fmla="*/ 0 h 233"/>
                  <a:gd name="T4" fmla="*/ 0 w 129"/>
                  <a:gd name="T5" fmla="*/ 0 h 233"/>
                  <a:gd name="T6" fmla="*/ 0 w 129"/>
                  <a:gd name="T7" fmla="*/ 0 h 233"/>
                  <a:gd name="T8" fmla="*/ 0 w 129"/>
                  <a:gd name="T9" fmla="*/ 0 h 233"/>
                  <a:gd name="T10" fmla="*/ 0 w 129"/>
                  <a:gd name="T11" fmla="*/ 0 h 233"/>
                  <a:gd name="T12" fmla="*/ 0 w 129"/>
                  <a:gd name="T13" fmla="*/ 0 h 233"/>
                  <a:gd name="T14" fmla="*/ 0 w 129"/>
                  <a:gd name="T15" fmla="*/ 0 h 233"/>
                  <a:gd name="T16" fmla="*/ 0 w 129"/>
                  <a:gd name="T17" fmla="*/ 0 h 23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29"/>
                  <a:gd name="T28" fmla="*/ 0 h 233"/>
                  <a:gd name="T29" fmla="*/ 129 w 129"/>
                  <a:gd name="T30" fmla="*/ 233 h 23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29" h="233">
                    <a:moveTo>
                      <a:pt x="33" y="12"/>
                    </a:moveTo>
                    <a:lnTo>
                      <a:pt x="67" y="0"/>
                    </a:lnTo>
                    <a:lnTo>
                      <a:pt x="101" y="25"/>
                    </a:lnTo>
                    <a:lnTo>
                      <a:pt x="129" y="79"/>
                    </a:lnTo>
                    <a:lnTo>
                      <a:pt x="123" y="194"/>
                    </a:lnTo>
                    <a:lnTo>
                      <a:pt x="81" y="233"/>
                    </a:lnTo>
                    <a:lnTo>
                      <a:pt x="0" y="194"/>
                    </a:lnTo>
                    <a:lnTo>
                      <a:pt x="0" y="95"/>
                    </a:lnTo>
                    <a:lnTo>
                      <a:pt x="33" y="12"/>
                    </a:lnTo>
                    <a:close/>
                  </a:path>
                </a:pathLst>
              </a:custGeom>
              <a:solidFill>
                <a:srgbClr val="FFE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" name="Freeform 41"/>
              <p:cNvSpPr>
                <a:spLocks/>
              </p:cNvSpPr>
              <p:nvPr/>
            </p:nvSpPr>
            <p:spPr bwMode="auto">
              <a:xfrm>
                <a:off x="2601" y="1577"/>
                <a:ext cx="5" cy="15"/>
              </a:xfrm>
              <a:custGeom>
                <a:avLst/>
                <a:gdLst>
                  <a:gd name="T0" fmla="*/ 0 w 44"/>
                  <a:gd name="T1" fmla="*/ 0 h 123"/>
                  <a:gd name="T2" fmla="*/ 0 w 44"/>
                  <a:gd name="T3" fmla="*/ 0 h 123"/>
                  <a:gd name="T4" fmla="*/ 0 w 44"/>
                  <a:gd name="T5" fmla="*/ 0 h 123"/>
                  <a:gd name="T6" fmla="*/ 0 w 44"/>
                  <a:gd name="T7" fmla="*/ 0 h 123"/>
                  <a:gd name="T8" fmla="*/ 0 w 44"/>
                  <a:gd name="T9" fmla="*/ 0 h 123"/>
                  <a:gd name="T10" fmla="*/ 0 w 44"/>
                  <a:gd name="T11" fmla="*/ 0 h 1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4"/>
                  <a:gd name="T19" fmla="*/ 0 h 123"/>
                  <a:gd name="T20" fmla="*/ 44 w 44"/>
                  <a:gd name="T21" fmla="*/ 123 h 1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4" h="123">
                    <a:moveTo>
                      <a:pt x="24" y="0"/>
                    </a:moveTo>
                    <a:lnTo>
                      <a:pt x="0" y="123"/>
                    </a:lnTo>
                    <a:lnTo>
                      <a:pt x="28" y="121"/>
                    </a:lnTo>
                    <a:lnTo>
                      <a:pt x="44" y="88"/>
                    </a:lnTo>
                    <a:lnTo>
                      <a:pt x="39" y="42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FE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" name="Freeform 42"/>
              <p:cNvSpPr>
                <a:spLocks/>
              </p:cNvSpPr>
              <p:nvPr/>
            </p:nvSpPr>
            <p:spPr bwMode="auto">
              <a:xfrm>
                <a:off x="1883" y="1681"/>
                <a:ext cx="654" cy="484"/>
              </a:xfrm>
              <a:custGeom>
                <a:avLst/>
                <a:gdLst>
                  <a:gd name="T0" fmla="*/ 0 w 5233"/>
                  <a:gd name="T1" fmla="*/ 0 h 3878"/>
                  <a:gd name="T2" fmla="*/ 0 w 5233"/>
                  <a:gd name="T3" fmla="*/ 0 h 3878"/>
                  <a:gd name="T4" fmla="*/ 0 w 5233"/>
                  <a:gd name="T5" fmla="*/ 0 h 3878"/>
                  <a:gd name="T6" fmla="*/ 0 w 5233"/>
                  <a:gd name="T7" fmla="*/ 0 h 3878"/>
                  <a:gd name="T8" fmla="*/ 0 w 5233"/>
                  <a:gd name="T9" fmla="*/ 0 h 3878"/>
                  <a:gd name="T10" fmla="*/ 0 w 5233"/>
                  <a:gd name="T11" fmla="*/ 0 h 3878"/>
                  <a:gd name="T12" fmla="*/ 0 w 5233"/>
                  <a:gd name="T13" fmla="*/ 0 h 3878"/>
                  <a:gd name="T14" fmla="*/ 0 w 5233"/>
                  <a:gd name="T15" fmla="*/ 0 h 3878"/>
                  <a:gd name="T16" fmla="*/ 0 w 5233"/>
                  <a:gd name="T17" fmla="*/ 0 h 3878"/>
                  <a:gd name="T18" fmla="*/ 0 w 5233"/>
                  <a:gd name="T19" fmla="*/ 0 h 3878"/>
                  <a:gd name="T20" fmla="*/ 0 w 5233"/>
                  <a:gd name="T21" fmla="*/ 0 h 3878"/>
                  <a:gd name="T22" fmla="*/ 0 w 5233"/>
                  <a:gd name="T23" fmla="*/ 0 h 3878"/>
                  <a:gd name="T24" fmla="*/ 0 w 5233"/>
                  <a:gd name="T25" fmla="*/ 0 h 3878"/>
                  <a:gd name="T26" fmla="*/ 0 w 5233"/>
                  <a:gd name="T27" fmla="*/ 0 h 3878"/>
                  <a:gd name="T28" fmla="*/ 0 w 5233"/>
                  <a:gd name="T29" fmla="*/ 0 h 3878"/>
                  <a:gd name="T30" fmla="*/ 0 w 5233"/>
                  <a:gd name="T31" fmla="*/ 0 h 3878"/>
                  <a:gd name="T32" fmla="*/ 0 w 5233"/>
                  <a:gd name="T33" fmla="*/ 0 h 3878"/>
                  <a:gd name="T34" fmla="*/ 0 w 5233"/>
                  <a:gd name="T35" fmla="*/ 0 h 3878"/>
                  <a:gd name="T36" fmla="*/ 0 w 5233"/>
                  <a:gd name="T37" fmla="*/ 0 h 3878"/>
                  <a:gd name="T38" fmla="*/ 0 w 5233"/>
                  <a:gd name="T39" fmla="*/ 0 h 3878"/>
                  <a:gd name="T40" fmla="*/ 0 w 5233"/>
                  <a:gd name="T41" fmla="*/ 0 h 3878"/>
                  <a:gd name="T42" fmla="*/ 0 w 5233"/>
                  <a:gd name="T43" fmla="*/ 0 h 3878"/>
                  <a:gd name="T44" fmla="*/ 0 w 5233"/>
                  <a:gd name="T45" fmla="*/ 0 h 3878"/>
                  <a:gd name="T46" fmla="*/ 0 w 5233"/>
                  <a:gd name="T47" fmla="*/ 0 h 3878"/>
                  <a:gd name="T48" fmla="*/ 0 w 5233"/>
                  <a:gd name="T49" fmla="*/ 0 h 3878"/>
                  <a:gd name="T50" fmla="*/ 0 w 5233"/>
                  <a:gd name="T51" fmla="*/ 0 h 3878"/>
                  <a:gd name="T52" fmla="*/ 0 w 5233"/>
                  <a:gd name="T53" fmla="*/ 0 h 3878"/>
                  <a:gd name="T54" fmla="*/ 0 w 5233"/>
                  <a:gd name="T55" fmla="*/ 0 h 3878"/>
                  <a:gd name="T56" fmla="*/ 0 w 5233"/>
                  <a:gd name="T57" fmla="*/ 0 h 3878"/>
                  <a:gd name="T58" fmla="*/ 0 w 5233"/>
                  <a:gd name="T59" fmla="*/ 0 h 3878"/>
                  <a:gd name="T60" fmla="*/ 0 w 5233"/>
                  <a:gd name="T61" fmla="*/ 0 h 3878"/>
                  <a:gd name="T62" fmla="*/ 0 w 5233"/>
                  <a:gd name="T63" fmla="*/ 0 h 3878"/>
                  <a:gd name="T64" fmla="*/ 0 w 5233"/>
                  <a:gd name="T65" fmla="*/ 0 h 3878"/>
                  <a:gd name="T66" fmla="*/ 0 w 5233"/>
                  <a:gd name="T67" fmla="*/ 0 h 3878"/>
                  <a:gd name="T68" fmla="*/ 0 w 5233"/>
                  <a:gd name="T69" fmla="*/ 0 h 3878"/>
                  <a:gd name="T70" fmla="*/ 0 w 5233"/>
                  <a:gd name="T71" fmla="*/ 0 h 3878"/>
                  <a:gd name="T72" fmla="*/ 0 w 5233"/>
                  <a:gd name="T73" fmla="*/ 0 h 3878"/>
                  <a:gd name="T74" fmla="*/ 0 w 5233"/>
                  <a:gd name="T75" fmla="*/ 0 h 3878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5233"/>
                  <a:gd name="T115" fmla="*/ 0 h 3878"/>
                  <a:gd name="T116" fmla="*/ 5233 w 5233"/>
                  <a:gd name="T117" fmla="*/ 3878 h 3878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5233" h="3878">
                    <a:moveTo>
                      <a:pt x="4452" y="3024"/>
                    </a:moveTo>
                    <a:lnTo>
                      <a:pt x="4030" y="2787"/>
                    </a:lnTo>
                    <a:lnTo>
                      <a:pt x="3672" y="2893"/>
                    </a:lnTo>
                    <a:lnTo>
                      <a:pt x="3525" y="2812"/>
                    </a:lnTo>
                    <a:lnTo>
                      <a:pt x="3052" y="2393"/>
                    </a:lnTo>
                    <a:lnTo>
                      <a:pt x="2947" y="3010"/>
                    </a:lnTo>
                    <a:lnTo>
                      <a:pt x="3131" y="3089"/>
                    </a:lnTo>
                    <a:lnTo>
                      <a:pt x="3356" y="2999"/>
                    </a:lnTo>
                    <a:lnTo>
                      <a:pt x="3608" y="3076"/>
                    </a:lnTo>
                    <a:lnTo>
                      <a:pt x="3790" y="3063"/>
                    </a:lnTo>
                    <a:lnTo>
                      <a:pt x="4318" y="3052"/>
                    </a:lnTo>
                    <a:lnTo>
                      <a:pt x="4468" y="3234"/>
                    </a:lnTo>
                    <a:lnTo>
                      <a:pt x="4410" y="3612"/>
                    </a:lnTo>
                    <a:lnTo>
                      <a:pt x="4336" y="3681"/>
                    </a:lnTo>
                    <a:lnTo>
                      <a:pt x="3845" y="3681"/>
                    </a:lnTo>
                    <a:lnTo>
                      <a:pt x="1901" y="3878"/>
                    </a:lnTo>
                    <a:lnTo>
                      <a:pt x="11" y="3654"/>
                    </a:lnTo>
                    <a:lnTo>
                      <a:pt x="0" y="1987"/>
                    </a:lnTo>
                    <a:lnTo>
                      <a:pt x="103" y="1510"/>
                    </a:lnTo>
                    <a:lnTo>
                      <a:pt x="304" y="1037"/>
                    </a:lnTo>
                    <a:lnTo>
                      <a:pt x="408" y="892"/>
                    </a:lnTo>
                    <a:lnTo>
                      <a:pt x="685" y="590"/>
                    </a:lnTo>
                    <a:lnTo>
                      <a:pt x="975" y="394"/>
                    </a:lnTo>
                    <a:lnTo>
                      <a:pt x="1213" y="248"/>
                    </a:lnTo>
                    <a:lnTo>
                      <a:pt x="1466" y="145"/>
                    </a:lnTo>
                    <a:lnTo>
                      <a:pt x="1572" y="0"/>
                    </a:lnTo>
                    <a:lnTo>
                      <a:pt x="2604" y="343"/>
                    </a:lnTo>
                    <a:lnTo>
                      <a:pt x="2747" y="514"/>
                    </a:lnTo>
                    <a:lnTo>
                      <a:pt x="2947" y="643"/>
                    </a:lnTo>
                    <a:lnTo>
                      <a:pt x="3172" y="828"/>
                    </a:lnTo>
                    <a:lnTo>
                      <a:pt x="3474" y="1210"/>
                    </a:lnTo>
                    <a:lnTo>
                      <a:pt x="4307" y="1995"/>
                    </a:lnTo>
                    <a:lnTo>
                      <a:pt x="4491" y="2079"/>
                    </a:lnTo>
                    <a:lnTo>
                      <a:pt x="4544" y="2236"/>
                    </a:lnTo>
                    <a:lnTo>
                      <a:pt x="4956" y="2340"/>
                    </a:lnTo>
                    <a:lnTo>
                      <a:pt x="5140" y="2551"/>
                    </a:lnTo>
                    <a:lnTo>
                      <a:pt x="5233" y="2812"/>
                    </a:lnTo>
                    <a:lnTo>
                      <a:pt x="4452" y="3024"/>
                    </a:lnTo>
                    <a:close/>
                  </a:path>
                </a:pathLst>
              </a:custGeom>
              <a:solidFill>
                <a:srgbClr val="00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" name="Freeform 43"/>
              <p:cNvSpPr>
                <a:spLocks/>
              </p:cNvSpPr>
              <p:nvPr/>
            </p:nvSpPr>
            <p:spPr bwMode="auto">
              <a:xfrm>
                <a:off x="2537" y="1950"/>
                <a:ext cx="101" cy="159"/>
              </a:xfrm>
              <a:custGeom>
                <a:avLst/>
                <a:gdLst>
                  <a:gd name="T0" fmla="*/ 0 w 803"/>
                  <a:gd name="T1" fmla="*/ 0 h 1268"/>
                  <a:gd name="T2" fmla="*/ 0 w 803"/>
                  <a:gd name="T3" fmla="*/ 0 h 1268"/>
                  <a:gd name="T4" fmla="*/ 0 w 803"/>
                  <a:gd name="T5" fmla="*/ 0 h 1268"/>
                  <a:gd name="T6" fmla="*/ 0 w 803"/>
                  <a:gd name="T7" fmla="*/ 0 h 1268"/>
                  <a:gd name="T8" fmla="*/ 0 w 803"/>
                  <a:gd name="T9" fmla="*/ 0 h 1268"/>
                  <a:gd name="T10" fmla="*/ 0 w 803"/>
                  <a:gd name="T11" fmla="*/ 0 h 1268"/>
                  <a:gd name="T12" fmla="*/ 0 w 803"/>
                  <a:gd name="T13" fmla="*/ 0 h 1268"/>
                  <a:gd name="T14" fmla="*/ 0 w 803"/>
                  <a:gd name="T15" fmla="*/ 0 h 1268"/>
                  <a:gd name="T16" fmla="*/ 0 w 803"/>
                  <a:gd name="T17" fmla="*/ 0 h 126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03"/>
                  <a:gd name="T28" fmla="*/ 0 h 1268"/>
                  <a:gd name="T29" fmla="*/ 803 w 803"/>
                  <a:gd name="T30" fmla="*/ 1268 h 126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03" h="1268">
                    <a:moveTo>
                      <a:pt x="0" y="23"/>
                    </a:moveTo>
                    <a:lnTo>
                      <a:pt x="0" y="44"/>
                    </a:lnTo>
                    <a:lnTo>
                      <a:pt x="12" y="69"/>
                    </a:lnTo>
                    <a:lnTo>
                      <a:pt x="708" y="1183"/>
                    </a:lnTo>
                    <a:lnTo>
                      <a:pt x="803" y="1268"/>
                    </a:lnTo>
                    <a:lnTo>
                      <a:pt x="759" y="1139"/>
                    </a:lnTo>
                    <a:lnTo>
                      <a:pt x="61" y="5"/>
                    </a:lnTo>
                    <a:lnTo>
                      <a:pt x="19" y="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FFE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0" name="Freeform 44"/>
              <p:cNvSpPr>
                <a:spLocks/>
              </p:cNvSpPr>
              <p:nvPr/>
            </p:nvSpPr>
            <p:spPr bwMode="auto">
              <a:xfrm>
                <a:off x="2461" y="2018"/>
                <a:ext cx="151" cy="96"/>
              </a:xfrm>
              <a:custGeom>
                <a:avLst/>
                <a:gdLst>
                  <a:gd name="T0" fmla="*/ 0 w 1202"/>
                  <a:gd name="T1" fmla="*/ 0 h 775"/>
                  <a:gd name="T2" fmla="*/ 0 w 1202"/>
                  <a:gd name="T3" fmla="*/ 0 h 775"/>
                  <a:gd name="T4" fmla="*/ 0 w 1202"/>
                  <a:gd name="T5" fmla="*/ 0 h 775"/>
                  <a:gd name="T6" fmla="*/ 0 w 1202"/>
                  <a:gd name="T7" fmla="*/ 0 h 775"/>
                  <a:gd name="T8" fmla="*/ 0 w 1202"/>
                  <a:gd name="T9" fmla="*/ 0 h 775"/>
                  <a:gd name="T10" fmla="*/ 0 w 1202"/>
                  <a:gd name="T11" fmla="*/ 0 h 775"/>
                  <a:gd name="T12" fmla="*/ 0 w 1202"/>
                  <a:gd name="T13" fmla="*/ 0 h 775"/>
                  <a:gd name="T14" fmla="*/ 0 w 1202"/>
                  <a:gd name="T15" fmla="*/ 0 h 775"/>
                  <a:gd name="T16" fmla="*/ 0 w 1202"/>
                  <a:gd name="T17" fmla="*/ 0 h 775"/>
                  <a:gd name="T18" fmla="*/ 0 w 1202"/>
                  <a:gd name="T19" fmla="*/ 0 h 775"/>
                  <a:gd name="T20" fmla="*/ 0 w 1202"/>
                  <a:gd name="T21" fmla="*/ 0 h 775"/>
                  <a:gd name="T22" fmla="*/ 0 w 1202"/>
                  <a:gd name="T23" fmla="*/ 0 h 775"/>
                  <a:gd name="T24" fmla="*/ 0 w 1202"/>
                  <a:gd name="T25" fmla="*/ 0 h 775"/>
                  <a:gd name="T26" fmla="*/ 0 w 1202"/>
                  <a:gd name="T27" fmla="*/ 0 h 775"/>
                  <a:gd name="T28" fmla="*/ 0 w 1202"/>
                  <a:gd name="T29" fmla="*/ 0 h 775"/>
                  <a:gd name="T30" fmla="*/ 0 w 1202"/>
                  <a:gd name="T31" fmla="*/ 0 h 775"/>
                  <a:gd name="T32" fmla="*/ 0 w 1202"/>
                  <a:gd name="T33" fmla="*/ 0 h 775"/>
                  <a:gd name="T34" fmla="*/ 0 w 1202"/>
                  <a:gd name="T35" fmla="*/ 0 h 775"/>
                  <a:gd name="T36" fmla="*/ 0 w 1202"/>
                  <a:gd name="T37" fmla="*/ 0 h 77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202"/>
                  <a:gd name="T58" fmla="*/ 0 h 775"/>
                  <a:gd name="T59" fmla="*/ 1202 w 1202"/>
                  <a:gd name="T60" fmla="*/ 775 h 77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202" h="775">
                    <a:moveTo>
                      <a:pt x="0" y="289"/>
                    </a:moveTo>
                    <a:lnTo>
                      <a:pt x="63" y="132"/>
                    </a:lnTo>
                    <a:lnTo>
                      <a:pt x="182" y="66"/>
                    </a:lnTo>
                    <a:lnTo>
                      <a:pt x="287" y="81"/>
                    </a:lnTo>
                    <a:lnTo>
                      <a:pt x="487" y="118"/>
                    </a:lnTo>
                    <a:lnTo>
                      <a:pt x="607" y="28"/>
                    </a:lnTo>
                    <a:lnTo>
                      <a:pt x="709" y="0"/>
                    </a:lnTo>
                    <a:lnTo>
                      <a:pt x="1147" y="66"/>
                    </a:lnTo>
                    <a:lnTo>
                      <a:pt x="1188" y="171"/>
                    </a:lnTo>
                    <a:lnTo>
                      <a:pt x="1135" y="199"/>
                    </a:lnTo>
                    <a:lnTo>
                      <a:pt x="793" y="224"/>
                    </a:lnTo>
                    <a:lnTo>
                      <a:pt x="1162" y="382"/>
                    </a:lnTo>
                    <a:lnTo>
                      <a:pt x="1202" y="475"/>
                    </a:lnTo>
                    <a:lnTo>
                      <a:pt x="1174" y="552"/>
                    </a:lnTo>
                    <a:lnTo>
                      <a:pt x="1068" y="630"/>
                    </a:lnTo>
                    <a:lnTo>
                      <a:pt x="1029" y="738"/>
                    </a:lnTo>
                    <a:lnTo>
                      <a:pt x="709" y="775"/>
                    </a:lnTo>
                    <a:lnTo>
                      <a:pt x="130" y="710"/>
                    </a:lnTo>
                    <a:lnTo>
                      <a:pt x="0" y="289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" name="Freeform 45"/>
              <p:cNvSpPr>
                <a:spLocks/>
              </p:cNvSpPr>
              <p:nvPr/>
            </p:nvSpPr>
            <p:spPr bwMode="auto">
              <a:xfrm>
                <a:off x="2071" y="1548"/>
                <a:ext cx="205" cy="239"/>
              </a:xfrm>
              <a:custGeom>
                <a:avLst/>
                <a:gdLst>
                  <a:gd name="T0" fmla="*/ 0 w 1639"/>
                  <a:gd name="T1" fmla="*/ 0 h 1907"/>
                  <a:gd name="T2" fmla="*/ 0 w 1639"/>
                  <a:gd name="T3" fmla="*/ 0 h 1907"/>
                  <a:gd name="T4" fmla="*/ 0 w 1639"/>
                  <a:gd name="T5" fmla="*/ 0 h 1907"/>
                  <a:gd name="T6" fmla="*/ 0 w 1639"/>
                  <a:gd name="T7" fmla="*/ 0 h 1907"/>
                  <a:gd name="T8" fmla="*/ 0 w 1639"/>
                  <a:gd name="T9" fmla="*/ 0 h 1907"/>
                  <a:gd name="T10" fmla="*/ 0 w 1639"/>
                  <a:gd name="T11" fmla="*/ 0 h 1907"/>
                  <a:gd name="T12" fmla="*/ 0 w 1639"/>
                  <a:gd name="T13" fmla="*/ 0 h 1907"/>
                  <a:gd name="T14" fmla="*/ 0 w 1639"/>
                  <a:gd name="T15" fmla="*/ 0 h 1907"/>
                  <a:gd name="T16" fmla="*/ 0 w 1639"/>
                  <a:gd name="T17" fmla="*/ 0 h 1907"/>
                  <a:gd name="T18" fmla="*/ 0 w 1639"/>
                  <a:gd name="T19" fmla="*/ 0 h 1907"/>
                  <a:gd name="T20" fmla="*/ 0 w 1639"/>
                  <a:gd name="T21" fmla="*/ 0 h 1907"/>
                  <a:gd name="T22" fmla="*/ 0 w 1639"/>
                  <a:gd name="T23" fmla="*/ 0 h 1907"/>
                  <a:gd name="T24" fmla="*/ 0 w 1639"/>
                  <a:gd name="T25" fmla="*/ 0 h 1907"/>
                  <a:gd name="T26" fmla="*/ 0 w 1639"/>
                  <a:gd name="T27" fmla="*/ 0 h 1907"/>
                  <a:gd name="T28" fmla="*/ 0 w 1639"/>
                  <a:gd name="T29" fmla="*/ 0 h 1907"/>
                  <a:gd name="T30" fmla="*/ 0 w 1639"/>
                  <a:gd name="T31" fmla="*/ 0 h 1907"/>
                  <a:gd name="T32" fmla="*/ 0 w 1639"/>
                  <a:gd name="T33" fmla="*/ 0 h 1907"/>
                  <a:gd name="T34" fmla="*/ 0 w 1639"/>
                  <a:gd name="T35" fmla="*/ 0 h 1907"/>
                  <a:gd name="T36" fmla="*/ 0 w 1639"/>
                  <a:gd name="T37" fmla="*/ 0 h 1907"/>
                  <a:gd name="T38" fmla="*/ 0 w 1639"/>
                  <a:gd name="T39" fmla="*/ 0 h 1907"/>
                  <a:gd name="T40" fmla="*/ 0 w 1639"/>
                  <a:gd name="T41" fmla="*/ 0 h 1907"/>
                  <a:gd name="T42" fmla="*/ 0 w 1639"/>
                  <a:gd name="T43" fmla="*/ 0 h 1907"/>
                  <a:gd name="T44" fmla="*/ 0 w 1639"/>
                  <a:gd name="T45" fmla="*/ 0 h 1907"/>
                  <a:gd name="T46" fmla="*/ 0 w 1639"/>
                  <a:gd name="T47" fmla="*/ 0 h 1907"/>
                  <a:gd name="T48" fmla="*/ 0 w 1639"/>
                  <a:gd name="T49" fmla="*/ 0 h 1907"/>
                  <a:gd name="T50" fmla="*/ 0 w 1639"/>
                  <a:gd name="T51" fmla="*/ 0 h 1907"/>
                  <a:gd name="T52" fmla="*/ 0 w 1639"/>
                  <a:gd name="T53" fmla="*/ 0 h 1907"/>
                  <a:gd name="T54" fmla="*/ 0 w 1639"/>
                  <a:gd name="T55" fmla="*/ 0 h 1907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639"/>
                  <a:gd name="T85" fmla="*/ 0 h 1907"/>
                  <a:gd name="T86" fmla="*/ 1639 w 1639"/>
                  <a:gd name="T87" fmla="*/ 1907 h 1907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639" h="1907">
                    <a:moveTo>
                      <a:pt x="0" y="538"/>
                    </a:moveTo>
                    <a:lnTo>
                      <a:pt x="53" y="850"/>
                    </a:lnTo>
                    <a:lnTo>
                      <a:pt x="73" y="949"/>
                    </a:lnTo>
                    <a:lnTo>
                      <a:pt x="127" y="1008"/>
                    </a:lnTo>
                    <a:lnTo>
                      <a:pt x="99" y="1109"/>
                    </a:lnTo>
                    <a:lnTo>
                      <a:pt x="154" y="1217"/>
                    </a:lnTo>
                    <a:lnTo>
                      <a:pt x="207" y="1305"/>
                    </a:lnTo>
                    <a:lnTo>
                      <a:pt x="272" y="1409"/>
                    </a:lnTo>
                    <a:lnTo>
                      <a:pt x="495" y="1599"/>
                    </a:lnTo>
                    <a:lnTo>
                      <a:pt x="784" y="1907"/>
                    </a:lnTo>
                    <a:lnTo>
                      <a:pt x="822" y="1859"/>
                    </a:lnTo>
                    <a:lnTo>
                      <a:pt x="881" y="1736"/>
                    </a:lnTo>
                    <a:lnTo>
                      <a:pt x="905" y="1598"/>
                    </a:lnTo>
                    <a:lnTo>
                      <a:pt x="1030" y="1630"/>
                    </a:lnTo>
                    <a:lnTo>
                      <a:pt x="1155" y="1617"/>
                    </a:lnTo>
                    <a:lnTo>
                      <a:pt x="1213" y="1584"/>
                    </a:lnTo>
                    <a:lnTo>
                      <a:pt x="1270" y="1522"/>
                    </a:lnTo>
                    <a:lnTo>
                      <a:pt x="1429" y="1179"/>
                    </a:lnTo>
                    <a:lnTo>
                      <a:pt x="1510" y="1077"/>
                    </a:lnTo>
                    <a:lnTo>
                      <a:pt x="1572" y="905"/>
                    </a:lnTo>
                    <a:lnTo>
                      <a:pt x="1586" y="718"/>
                    </a:lnTo>
                    <a:lnTo>
                      <a:pt x="1618" y="632"/>
                    </a:lnTo>
                    <a:lnTo>
                      <a:pt x="1635" y="575"/>
                    </a:lnTo>
                    <a:lnTo>
                      <a:pt x="1639" y="261"/>
                    </a:lnTo>
                    <a:lnTo>
                      <a:pt x="1609" y="118"/>
                    </a:lnTo>
                    <a:lnTo>
                      <a:pt x="1540" y="0"/>
                    </a:lnTo>
                    <a:lnTo>
                      <a:pt x="207" y="155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" name="Freeform 46"/>
              <p:cNvSpPr>
                <a:spLocks/>
              </p:cNvSpPr>
              <p:nvPr/>
            </p:nvSpPr>
            <p:spPr bwMode="auto">
              <a:xfrm>
                <a:off x="2159" y="1797"/>
                <a:ext cx="46" cy="241"/>
              </a:xfrm>
              <a:custGeom>
                <a:avLst/>
                <a:gdLst>
                  <a:gd name="T0" fmla="*/ 0 w 369"/>
                  <a:gd name="T1" fmla="*/ 0 h 1920"/>
                  <a:gd name="T2" fmla="*/ 0 w 369"/>
                  <a:gd name="T3" fmla="*/ 0 h 1920"/>
                  <a:gd name="T4" fmla="*/ 0 w 369"/>
                  <a:gd name="T5" fmla="*/ 0 h 1920"/>
                  <a:gd name="T6" fmla="*/ 0 w 369"/>
                  <a:gd name="T7" fmla="*/ 0 h 1920"/>
                  <a:gd name="T8" fmla="*/ 0 w 369"/>
                  <a:gd name="T9" fmla="*/ 0 h 1920"/>
                  <a:gd name="T10" fmla="*/ 0 w 369"/>
                  <a:gd name="T11" fmla="*/ 0 h 1920"/>
                  <a:gd name="T12" fmla="*/ 0 w 369"/>
                  <a:gd name="T13" fmla="*/ 0 h 1920"/>
                  <a:gd name="T14" fmla="*/ 0 w 369"/>
                  <a:gd name="T15" fmla="*/ 0 h 1920"/>
                  <a:gd name="T16" fmla="*/ 0 w 369"/>
                  <a:gd name="T17" fmla="*/ 0 h 1920"/>
                  <a:gd name="T18" fmla="*/ 0 w 369"/>
                  <a:gd name="T19" fmla="*/ 0 h 1920"/>
                  <a:gd name="T20" fmla="*/ 0 w 369"/>
                  <a:gd name="T21" fmla="*/ 0 h 1920"/>
                  <a:gd name="T22" fmla="*/ 0 w 369"/>
                  <a:gd name="T23" fmla="*/ 0 h 1920"/>
                  <a:gd name="T24" fmla="*/ 0 w 369"/>
                  <a:gd name="T25" fmla="*/ 0 h 1920"/>
                  <a:gd name="T26" fmla="*/ 0 w 369"/>
                  <a:gd name="T27" fmla="*/ 0 h 1920"/>
                  <a:gd name="T28" fmla="*/ 0 w 369"/>
                  <a:gd name="T29" fmla="*/ 0 h 1920"/>
                  <a:gd name="T30" fmla="*/ 0 w 369"/>
                  <a:gd name="T31" fmla="*/ 0 h 1920"/>
                  <a:gd name="T32" fmla="*/ 0 w 369"/>
                  <a:gd name="T33" fmla="*/ 0 h 192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69"/>
                  <a:gd name="T52" fmla="*/ 0 h 1920"/>
                  <a:gd name="T53" fmla="*/ 369 w 369"/>
                  <a:gd name="T54" fmla="*/ 1920 h 192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69" h="1920">
                    <a:moveTo>
                      <a:pt x="92" y="0"/>
                    </a:moveTo>
                    <a:lnTo>
                      <a:pt x="40" y="52"/>
                    </a:lnTo>
                    <a:lnTo>
                      <a:pt x="0" y="142"/>
                    </a:lnTo>
                    <a:lnTo>
                      <a:pt x="27" y="313"/>
                    </a:lnTo>
                    <a:lnTo>
                      <a:pt x="14" y="973"/>
                    </a:lnTo>
                    <a:lnTo>
                      <a:pt x="40" y="1433"/>
                    </a:lnTo>
                    <a:lnTo>
                      <a:pt x="119" y="1920"/>
                    </a:lnTo>
                    <a:lnTo>
                      <a:pt x="200" y="1920"/>
                    </a:lnTo>
                    <a:lnTo>
                      <a:pt x="319" y="1920"/>
                    </a:lnTo>
                    <a:lnTo>
                      <a:pt x="369" y="1841"/>
                    </a:lnTo>
                    <a:lnTo>
                      <a:pt x="263" y="1498"/>
                    </a:lnTo>
                    <a:lnTo>
                      <a:pt x="212" y="1169"/>
                    </a:lnTo>
                    <a:lnTo>
                      <a:pt x="200" y="776"/>
                    </a:lnTo>
                    <a:lnTo>
                      <a:pt x="159" y="313"/>
                    </a:lnTo>
                    <a:lnTo>
                      <a:pt x="185" y="211"/>
                    </a:lnTo>
                    <a:lnTo>
                      <a:pt x="159" y="66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3" name="Freeform 47"/>
              <p:cNvSpPr>
                <a:spLocks/>
              </p:cNvSpPr>
              <p:nvPr/>
            </p:nvSpPr>
            <p:spPr bwMode="auto">
              <a:xfrm>
                <a:off x="2182" y="1487"/>
                <a:ext cx="114" cy="117"/>
              </a:xfrm>
              <a:custGeom>
                <a:avLst/>
                <a:gdLst>
                  <a:gd name="T0" fmla="*/ 0 w 914"/>
                  <a:gd name="T1" fmla="*/ 0 h 936"/>
                  <a:gd name="T2" fmla="*/ 0 w 914"/>
                  <a:gd name="T3" fmla="*/ 0 h 936"/>
                  <a:gd name="T4" fmla="*/ 0 w 914"/>
                  <a:gd name="T5" fmla="*/ 0 h 936"/>
                  <a:gd name="T6" fmla="*/ 0 w 914"/>
                  <a:gd name="T7" fmla="*/ 0 h 936"/>
                  <a:gd name="T8" fmla="*/ 0 w 914"/>
                  <a:gd name="T9" fmla="*/ 0 h 936"/>
                  <a:gd name="T10" fmla="*/ 0 w 914"/>
                  <a:gd name="T11" fmla="*/ 0 h 936"/>
                  <a:gd name="T12" fmla="*/ 0 w 914"/>
                  <a:gd name="T13" fmla="*/ 0 h 936"/>
                  <a:gd name="T14" fmla="*/ 0 w 914"/>
                  <a:gd name="T15" fmla="*/ 0 h 936"/>
                  <a:gd name="T16" fmla="*/ 0 w 914"/>
                  <a:gd name="T17" fmla="*/ 0 h 936"/>
                  <a:gd name="T18" fmla="*/ 0 w 914"/>
                  <a:gd name="T19" fmla="*/ 0 h 936"/>
                  <a:gd name="T20" fmla="*/ 0 w 914"/>
                  <a:gd name="T21" fmla="*/ 0 h 936"/>
                  <a:gd name="T22" fmla="*/ 0 w 914"/>
                  <a:gd name="T23" fmla="*/ 0 h 936"/>
                  <a:gd name="T24" fmla="*/ 0 w 914"/>
                  <a:gd name="T25" fmla="*/ 0 h 936"/>
                  <a:gd name="T26" fmla="*/ 0 w 914"/>
                  <a:gd name="T27" fmla="*/ 0 h 936"/>
                  <a:gd name="T28" fmla="*/ 0 w 914"/>
                  <a:gd name="T29" fmla="*/ 0 h 9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914"/>
                  <a:gd name="T46" fmla="*/ 0 h 936"/>
                  <a:gd name="T47" fmla="*/ 914 w 914"/>
                  <a:gd name="T48" fmla="*/ 936 h 9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914" h="936">
                    <a:moveTo>
                      <a:pt x="635" y="499"/>
                    </a:moveTo>
                    <a:lnTo>
                      <a:pt x="714" y="607"/>
                    </a:lnTo>
                    <a:lnTo>
                      <a:pt x="844" y="936"/>
                    </a:lnTo>
                    <a:lnTo>
                      <a:pt x="899" y="855"/>
                    </a:lnTo>
                    <a:lnTo>
                      <a:pt x="914" y="581"/>
                    </a:lnTo>
                    <a:lnTo>
                      <a:pt x="914" y="510"/>
                    </a:lnTo>
                    <a:lnTo>
                      <a:pt x="859" y="462"/>
                    </a:lnTo>
                    <a:lnTo>
                      <a:pt x="767" y="381"/>
                    </a:lnTo>
                    <a:lnTo>
                      <a:pt x="686" y="224"/>
                    </a:lnTo>
                    <a:lnTo>
                      <a:pt x="541" y="79"/>
                    </a:lnTo>
                    <a:lnTo>
                      <a:pt x="356" y="40"/>
                    </a:lnTo>
                    <a:lnTo>
                      <a:pt x="145" y="0"/>
                    </a:lnTo>
                    <a:lnTo>
                      <a:pt x="0" y="51"/>
                    </a:lnTo>
                    <a:lnTo>
                      <a:pt x="15" y="593"/>
                    </a:lnTo>
                    <a:lnTo>
                      <a:pt x="635" y="499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4" name="Freeform 48"/>
              <p:cNvSpPr>
                <a:spLocks/>
              </p:cNvSpPr>
              <p:nvPr/>
            </p:nvSpPr>
            <p:spPr bwMode="auto">
              <a:xfrm>
                <a:off x="2169" y="1613"/>
                <a:ext cx="31" cy="12"/>
              </a:xfrm>
              <a:custGeom>
                <a:avLst/>
                <a:gdLst>
                  <a:gd name="T0" fmla="*/ 0 w 251"/>
                  <a:gd name="T1" fmla="*/ 0 h 93"/>
                  <a:gd name="T2" fmla="*/ 0 w 251"/>
                  <a:gd name="T3" fmla="*/ 0 h 93"/>
                  <a:gd name="T4" fmla="*/ 0 w 251"/>
                  <a:gd name="T5" fmla="*/ 0 h 93"/>
                  <a:gd name="T6" fmla="*/ 0 w 251"/>
                  <a:gd name="T7" fmla="*/ 0 h 93"/>
                  <a:gd name="T8" fmla="*/ 0 w 251"/>
                  <a:gd name="T9" fmla="*/ 0 h 93"/>
                  <a:gd name="T10" fmla="*/ 0 w 251"/>
                  <a:gd name="T11" fmla="*/ 0 h 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1"/>
                  <a:gd name="T19" fmla="*/ 0 h 93"/>
                  <a:gd name="T20" fmla="*/ 251 w 251"/>
                  <a:gd name="T21" fmla="*/ 93 h 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1" h="93">
                    <a:moveTo>
                      <a:pt x="0" y="55"/>
                    </a:moveTo>
                    <a:lnTo>
                      <a:pt x="147" y="70"/>
                    </a:lnTo>
                    <a:lnTo>
                      <a:pt x="251" y="93"/>
                    </a:lnTo>
                    <a:lnTo>
                      <a:pt x="196" y="0"/>
                    </a:lnTo>
                    <a:lnTo>
                      <a:pt x="53" y="0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5" name="Freeform 49"/>
              <p:cNvSpPr>
                <a:spLocks/>
              </p:cNvSpPr>
              <p:nvPr/>
            </p:nvSpPr>
            <p:spPr bwMode="auto">
              <a:xfrm>
                <a:off x="2240" y="1627"/>
                <a:ext cx="23" cy="14"/>
              </a:xfrm>
              <a:custGeom>
                <a:avLst/>
                <a:gdLst>
                  <a:gd name="T0" fmla="*/ 0 w 183"/>
                  <a:gd name="T1" fmla="*/ 0 h 119"/>
                  <a:gd name="T2" fmla="*/ 0 w 183"/>
                  <a:gd name="T3" fmla="*/ 0 h 119"/>
                  <a:gd name="T4" fmla="*/ 0 w 183"/>
                  <a:gd name="T5" fmla="*/ 0 h 119"/>
                  <a:gd name="T6" fmla="*/ 0 w 183"/>
                  <a:gd name="T7" fmla="*/ 0 h 119"/>
                  <a:gd name="T8" fmla="*/ 0 w 183"/>
                  <a:gd name="T9" fmla="*/ 0 h 119"/>
                  <a:gd name="T10" fmla="*/ 0 w 183"/>
                  <a:gd name="T11" fmla="*/ 0 h 11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83"/>
                  <a:gd name="T19" fmla="*/ 0 h 119"/>
                  <a:gd name="T20" fmla="*/ 183 w 183"/>
                  <a:gd name="T21" fmla="*/ 119 h 11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83" h="119">
                    <a:moveTo>
                      <a:pt x="0" y="66"/>
                    </a:moveTo>
                    <a:lnTo>
                      <a:pt x="106" y="119"/>
                    </a:lnTo>
                    <a:lnTo>
                      <a:pt x="183" y="105"/>
                    </a:lnTo>
                    <a:lnTo>
                      <a:pt x="172" y="77"/>
                    </a:lnTo>
                    <a:lnTo>
                      <a:pt x="37" y="0"/>
                    </a:ln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6" name="Freeform 50"/>
              <p:cNvSpPr>
                <a:spLocks/>
              </p:cNvSpPr>
              <p:nvPr/>
            </p:nvSpPr>
            <p:spPr bwMode="auto">
              <a:xfrm>
                <a:off x="2509" y="1541"/>
                <a:ext cx="28" cy="11"/>
              </a:xfrm>
              <a:custGeom>
                <a:avLst/>
                <a:gdLst>
                  <a:gd name="T0" fmla="*/ 0 w 218"/>
                  <a:gd name="T1" fmla="*/ 0 h 86"/>
                  <a:gd name="T2" fmla="*/ 0 w 218"/>
                  <a:gd name="T3" fmla="*/ 0 h 86"/>
                  <a:gd name="T4" fmla="*/ 0 w 218"/>
                  <a:gd name="T5" fmla="*/ 0 h 86"/>
                  <a:gd name="T6" fmla="*/ 0 w 218"/>
                  <a:gd name="T7" fmla="*/ 0 h 86"/>
                  <a:gd name="T8" fmla="*/ 0 w 218"/>
                  <a:gd name="T9" fmla="*/ 0 h 86"/>
                  <a:gd name="T10" fmla="*/ 0 w 218"/>
                  <a:gd name="T11" fmla="*/ 0 h 86"/>
                  <a:gd name="T12" fmla="*/ 0 w 218"/>
                  <a:gd name="T13" fmla="*/ 0 h 86"/>
                  <a:gd name="T14" fmla="*/ 0 w 218"/>
                  <a:gd name="T15" fmla="*/ 0 h 86"/>
                  <a:gd name="T16" fmla="*/ 0 w 218"/>
                  <a:gd name="T17" fmla="*/ 0 h 8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18"/>
                  <a:gd name="T28" fmla="*/ 0 h 86"/>
                  <a:gd name="T29" fmla="*/ 218 w 218"/>
                  <a:gd name="T30" fmla="*/ 86 h 8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18" h="86">
                    <a:moveTo>
                      <a:pt x="0" y="14"/>
                    </a:moveTo>
                    <a:lnTo>
                      <a:pt x="62" y="60"/>
                    </a:lnTo>
                    <a:lnTo>
                      <a:pt x="97" y="86"/>
                    </a:lnTo>
                    <a:lnTo>
                      <a:pt x="181" y="86"/>
                    </a:lnTo>
                    <a:lnTo>
                      <a:pt x="218" y="58"/>
                    </a:lnTo>
                    <a:lnTo>
                      <a:pt x="177" y="9"/>
                    </a:lnTo>
                    <a:lnTo>
                      <a:pt x="103" y="0"/>
                    </a:lnTo>
                    <a:lnTo>
                      <a:pt x="20" y="9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7" name="Freeform 51"/>
              <p:cNvSpPr>
                <a:spLocks/>
              </p:cNvSpPr>
              <p:nvPr/>
            </p:nvSpPr>
            <p:spPr bwMode="auto">
              <a:xfrm>
                <a:off x="2568" y="1545"/>
                <a:ext cx="27" cy="10"/>
              </a:xfrm>
              <a:custGeom>
                <a:avLst/>
                <a:gdLst>
                  <a:gd name="T0" fmla="*/ 0 w 216"/>
                  <a:gd name="T1" fmla="*/ 0 h 83"/>
                  <a:gd name="T2" fmla="*/ 0 w 216"/>
                  <a:gd name="T3" fmla="*/ 0 h 83"/>
                  <a:gd name="T4" fmla="*/ 0 w 216"/>
                  <a:gd name="T5" fmla="*/ 0 h 83"/>
                  <a:gd name="T6" fmla="*/ 0 w 216"/>
                  <a:gd name="T7" fmla="*/ 0 h 83"/>
                  <a:gd name="T8" fmla="*/ 0 w 216"/>
                  <a:gd name="T9" fmla="*/ 0 h 83"/>
                  <a:gd name="T10" fmla="*/ 0 w 216"/>
                  <a:gd name="T11" fmla="*/ 0 h 83"/>
                  <a:gd name="T12" fmla="*/ 0 w 216"/>
                  <a:gd name="T13" fmla="*/ 0 h 83"/>
                  <a:gd name="T14" fmla="*/ 0 w 216"/>
                  <a:gd name="T15" fmla="*/ 0 h 83"/>
                  <a:gd name="T16" fmla="*/ 0 w 216"/>
                  <a:gd name="T17" fmla="*/ 0 h 8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16"/>
                  <a:gd name="T28" fmla="*/ 0 h 83"/>
                  <a:gd name="T29" fmla="*/ 216 w 216"/>
                  <a:gd name="T30" fmla="*/ 83 h 8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16" h="83">
                    <a:moveTo>
                      <a:pt x="0" y="48"/>
                    </a:moveTo>
                    <a:lnTo>
                      <a:pt x="50" y="7"/>
                    </a:lnTo>
                    <a:lnTo>
                      <a:pt x="130" y="0"/>
                    </a:lnTo>
                    <a:lnTo>
                      <a:pt x="216" y="35"/>
                    </a:lnTo>
                    <a:lnTo>
                      <a:pt x="163" y="66"/>
                    </a:lnTo>
                    <a:lnTo>
                      <a:pt x="121" y="81"/>
                    </a:lnTo>
                    <a:lnTo>
                      <a:pt x="75" y="83"/>
                    </a:lnTo>
                    <a:lnTo>
                      <a:pt x="18" y="6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" name="Freeform 52"/>
              <p:cNvSpPr>
                <a:spLocks/>
              </p:cNvSpPr>
              <p:nvPr/>
            </p:nvSpPr>
            <p:spPr bwMode="auto">
              <a:xfrm>
                <a:off x="2528" y="1606"/>
                <a:ext cx="43" cy="9"/>
              </a:xfrm>
              <a:custGeom>
                <a:avLst/>
                <a:gdLst>
                  <a:gd name="T0" fmla="*/ 0 w 350"/>
                  <a:gd name="T1" fmla="*/ 0 h 67"/>
                  <a:gd name="T2" fmla="*/ 0 w 350"/>
                  <a:gd name="T3" fmla="*/ 0 h 67"/>
                  <a:gd name="T4" fmla="*/ 0 w 350"/>
                  <a:gd name="T5" fmla="*/ 0 h 67"/>
                  <a:gd name="T6" fmla="*/ 0 w 350"/>
                  <a:gd name="T7" fmla="*/ 0 h 67"/>
                  <a:gd name="T8" fmla="*/ 0 w 350"/>
                  <a:gd name="T9" fmla="*/ 0 h 67"/>
                  <a:gd name="T10" fmla="*/ 0 w 350"/>
                  <a:gd name="T11" fmla="*/ 0 h 67"/>
                  <a:gd name="T12" fmla="*/ 0 w 350"/>
                  <a:gd name="T13" fmla="*/ 0 h 67"/>
                  <a:gd name="T14" fmla="*/ 0 w 350"/>
                  <a:gd name="T15" fmla="*/ 0 h 67"/>
                  <a:gd name="T16" fmla="*/ 0 w 350"/>
                  <a:gd name="T17" fmla="*/ 0 h 67"/>
                  <a:gd name="T18" fmla="*/ 0 w 350"/>
                  <a:gd name="T19" fmla="*/ 0 h 67"/>
                  <a:gd name="T20" fmla="*/ 0 w 350"/>
                  <a:gd name="T21" fmla="*/ 0 h 6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50"/>
                  <a:gd name="T34" fmla="*/ 0 h 67"/>
                  <a:gd name="T35" fmla="*/ 350 w 350"/>
                  <a:gd name="T36" fmla="*/ 67 h 6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50" h="67">
                    <a:moveTo>
                      <a:pt x="0" y="4"/>
                    </a:moveTo>
                    <a:lnTo>
                      <a:pt x="82" y="50"/>
                    </a:lnTo>
                    <a:lnTo>
                      <a:pt x="203" y="67"/>
                    </a:lnTo>
                    <a:lnTo>
                      <a:pt x="260" y="65"/>
                    </a:lnTo>
                    <a:lnTo>
                      <a:pt x="299" y="46"/>
                    </a:lnTo>
                    <a:lnTo>
                      <a:pt x="332" y="21"/>
                    </a:lnTo>
                    <a:lnTo>
                      <a:pt x="350" y="0"/>
                    </a:lnTo>
                    <a:lnTo>
                      <a:pt x="249" y="6"/>
                    </a:lnTo>
                    <a:lnTo>
                      <a:pt x="194" y="14"/>
                    </a:lnTo>
                    <a:lnTo>
                      <a:pt x="108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9" name="Freeform 53"/>
              <p:cNvSpPr>
                <a:spLocks/>
              </p:cNvSpPr>
              <p:nvPr/>
            </p:nvSpPr>
            <p:spPr bwMode="auto">
              <a:xfrm>
                <a:off x="3253" y="1642"/>
                <a:ext cx="591" cy="522"/>
              </a:xfrm>
              <a:custGeom>
                <a:avLst/>
                <a:gdLst>
                  <a:gd name="T0" fmla="*/ 0 w 4729"/>
                  <a:gd name="T1" fmla="*/ 0 h 4178"/>
                  <a:gd name="T2" fmla="*/ 0 w 4729"/>
                  <a:gd name="T3" fmla="*/ 0 h 4178"/>
                  <a:gd name="T4" fmla="*/ 0 w 4729"/>
                  <a:gd name="T5" fmla="*/ 0 h 4178"/>
                  <a:gd name="T6" fmla="*/ 0 w 4729"/>
                  <a:gd name="T7" fmla="*/ 0 h 4178"/>
                  <a:gd name="T8" fmla="*/ 0 w 4729"/>
                  <a:gd name="T9" fmla="*/ 0 h 4178"/>
                  <a:gd name="T10" fmla="*/ 0 w 4729"/>
                  <a:gd name="T11" fmla="*/ 0 h 4178"/>
                  <a:gd name="T12" fmla="*/ 0 w 4729"/>
                  <a:gd name="T13" fmla="*/ 0 h 4178"/>
                  <a:gd name="T14" fmla="*/ 0 w 4729"/>
                  <a:gd name="T15" fmla="*/ 0 h 4178"/>
                  <a:gd name="T16" fmla="*/ 0 w 4729"/>
                  <a:gd name="T17" fmla="*/ 0 h 4178"/>
                  <a:gd name="T18" fmla="*/ 0 w 4729"/>
                  <a:gd name="T19" fmla="*/ 0 h 4178"/>
                  <a:gd name="T20" fmla="*/ 0 w 4729"/>
                  <a:gd name="T21" fmla="*/ 0 h 4178"/>
                  <a:gd name="T22" fmla="*/ 0 w 4729"/>
                  <a:gd name="T23" fmla="*/ 0 h 4178"/>
                  <a:gd name="T24" fmla="*/ 0 w 4729"/>
                  <a:gd name="T25" fmla="*/ 0 h 4178"/>
                  <a:gd name="T26" fmla="*/ 0 w 4729"/>
                  <a:gd name="T27" fmla="*/ 0 h 4178"/>
                  <a:gd name="T28" fmla="*/ 0 w 4729"/>
                  <a:gd name="T29" fmla="*/ 0 h 4178"/>
                  <a:gd name="T30" fmla="*/ 0 w 4729"/>
                  <a:gd name="T31" fmla="*/ 0 h 4178"/>
                  <a:gd name="T32" fmla="*/ 0 w 4729"/>
                  <a:gd name="T33" fmla="*/ 0 h 4178"/>
                  <a:gd name="T34" fmla="*/ 0 w 4729"/>
                  <a:gd name="T35" fmla="*/ 0 h 4178"/>
                  <a:gd name="T36" fmla="*/ 0 w 4729"/>
                  <a:gd name="T37" fmla="*/ 0 h 4178"/>
                  <a:gd name="T38" fmla="*/ 0 w 4729"/>
                  <a:gd name="T39" fmla="*/ 0 h 4178"/>
                  <a:gd name="T40" fmla="*/ 0 w 4729"/>
                  <a:gd name="T41" fmla="*/ 0 h 4178"/>
                  <a:gd name="T42" fmla="*/ 0 w 4729"/>
                  <a:gd name="T43" fmla="*/ 0 h 4178"/>
                  <a:gd name="T44" fmla="*/ 0 w 4729"/>
                  <a:gd name="T45" fmla="*/ 0 h 4178"/>
                  <a:gd name="T46" fmla="*/ 0 w 4729"/>
                  <a:gd name="T47" fmla="*/ 0 h 4178"/>
                  <a:gd name="T48" fmla="*/ 0 w 4729"/>
                  <a:gd name="T49" fmla="*/ 0 h 4178"/>
                  <a:gd name="T50" fmla="*/ 0 w 4729"/>
                  <a:gd name="T51" fmla="*/ 0 h 4178"/>
                  <a:gd name="T52" fmla="*/ 0 w 4729"/>
                  <a:gd name="T53" fmla="*/ 0 h 4178"/>
                  <a:gd name="T54" fmla="*/ 0 w 4729"/>
                  <a:gd name="T55" fmla="*/ 0 h 4178"/>
                  <a:gd name="T56" fmla="*/ 0 w 4729"/>
                  <a:gd name="T57" fmla="*/ 0 h 4178"/>
                  <a:gd name="T58" fmla="*/ 0 w 4729"/>
                  <a:gd name="T59" fmla="*/ 0 h 4178"/>
                  <a:gd name="T60" fmla="*/ 0 w 4729"/>
                  <a:gd name="T61" fmla="*/ 0 h 4178"/>
                  <a:gd name="T62" fmla="*/ 0 w 4729"/>
                  <a:gd name="T63" fmla="*/ 0 h 4178"/>
                  <a:gd name="T64" fmla="*/ 0 w 4729"/>
                  <a:gd name="T65" fmla="*/ 0 h 4178"/>
                  <a:gd name="T66" fmla="*/ 0 w 4729"/>
                  <a:gd name="T67" fmla="*/ 0 h 4178"/>
                  <a:gd name="T68" fmla="*/ 0 w 4729"/>
                  <a:gd name="T69" fmla="*/ 0 h 4178"/>
                  <a:gd name="T70" fmla="*/ 0 w 4729"/>
                  <a:gd name="T71" fmla="*/ 0 h 4178"/>
                  <a:gd name="T72" fmla="*/ 0 w 4729"/>
                  <a:gd name="T73" fmla="*/ 0 h 4178"/>
                  <a:gd name="T74" fmla="*/ 0 w 4729"/>
                  <a:gd name="T75" fmla="*/ 0 h 4178"/>
                  <a:gd name="T76" fmla="*/ 0 w 4729"/>
                  <a:gd name="T77" fmla="*/ 0 h 4178"/>
                  <a:gd name="T78" fmla="*/ 0 w 4729"/>
                  <a:gd name="T79" fmla="*/ 0 h 4178"/>
                  <a:gd name="T80" fmla="*/ 0 w 4729"/>
                  <a:gd name="T81" fmla="*/ 0 h 4178"/>
                  <a:gd name="T82" fmla="*/ 0 w 4729"/>
                  <a:gd name="T83" fmla="*/ 0 h 4178"/>
                  <a:gd name="T84" fmla="*/ 0 w 4729"/>
                  <a:gd name="T85" fmla="*/ 0 h 4178"/>
                  <a:gd name="T86" fmla="*/ 0 w 4729"/>
                  <a:gd name="T87" fmla="*/ 0 h 4178"/>
                  <a:gd name="T88" fmla="*/ 0 w 4729"/>
                  <a:gd name="T89" fmla="*/ 0 h 4178"/>
                  <a:gd name="T90" fmla="*/ 0 w 4729"/>
                  <a:gd name="T91" fmla="*/ 0 h 4178"/>
                  <a:gd name="T92" fmla="*/ 0 w 4729"/>
                  <a:gd name="T93" fmla="*/ 0 h 4178"/>
                  <a:gd name="T94" fmla="*/ 0 w 4729"/>
                  <a:gd name="T95" fmla="*/ 0 h 4178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4729"/>
                  <a:gd name="T145" fmla="*/ 0 h 4178"/>
                  <a:gd name="T146" fmla="*/ 4729 w 4729"/>
                  <a:gd name="T147" fmla="*/ 4178 h 4178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4729" h="4178">
                    <a:moveTo>
                      <a:pt x="602" y="3182"/>
                    </a:moveTo>
                    <a:lnTo>
                      <a:pt x="1411" y="2760"/>
                    </a:lnTo>
                    <a:lnTo>
                      <a:pt x="1677" y="2463"/>
                    </a:lnTo>
                    <a:lnTo>
                      <a:pt x="1928" y="3087"/>
                    </a:lnTo>
                    <a:lnTo>
                      <a:pt x="1940" y="3300"/>
                    </a:lnTo>
                    <a:lnTo>
                      <a:pt x="1846" y="3325"/>
                    </a:lnTo>
                    <a:lnTo>
                      <a:pt x="1640" y="3288"/>
                    </a:lnTo>
                    <a:lnTo>
                      <a:pt x="1486" y="3279"/>
                    </a:lnTo>
                    <a:lnTo>
                      <a:pt x="1398" y="3241"/>
                    </a:lnTo>
                    <a:lnTo>
                      <a:pt x="1218" y="3265"/>
                    </a:lnTo>
                    <a:lnTo>
                      <a:pt x="1050" y="3230"/>
                    </a:lnTo>
                    <a:lnTo>
                      <a:pt x="844" y="3168"/>
                    </a:lnTo>
                    <a:lnTo>
                      <a:pt x="672" y="3254"/>
                    </a:lnTo>
                    <a:lnTo>
                      <a:pt x="541" y="3491"/>
                    </a:lnTo>
                    <a:lnTo>
                      <a:pt x="640" y="3841"/>
                    </a:lnTo>
                    <a:lnTo>
                      <a:pt x="1070" y="3903"/>
                    </a:lnTo>
                    <a:lnTo>
                      <a:pt x="1640" y="4032"/>
                    </a:lnTo>
                    <a:lnTo>
                      <a:pt x="2013" y="4139"/>
                    </a:lnTo>
                    <a:lnTo>
                      <a:pt x="2919" y="4178"/>
                    </a:lnTo>
                    <a:lnTo>
                      <a:pt x="3270" y="4153"/>
                    </a:lnTo>
                    <a:lnTo>
                      <a:pt x="3620" y="4056"/>
                    </a:lnTo>
                    <a:lnTo>
                      <a:pt x="4667" y="2951"/>
                    </a:lnTo>
                    <a:lnTo>
                      <a:pt x="4729" y="1824"/>
                    </a:lnTo>
                    <a:lnTo>
                      <a:pt x="4584" y="1298"/>
                    </a:lnTo>
                    <a:lnTo>
                      <a:pt x="4425" y="1019"/>
                    </a:lnTo>
                    <a:lnTo>
                      <a:pt x="4138" y="639"/>
                    </a:lnTo>
                    <a:lnTo>
                      <a:pt x="3595" y="384"/>
                    </a:lnTo>
                    <a:lnTo>
                      <a:pt x="3450" y="422"/>
                    </a:lnTo>
                    <a:lnTo>
                      <a:pt x="3342" y="362"/>
                    </a:lnTo>
                    <a:lnTo>
                      <a:pt x="3256" y="194"/>
                    </a:lnTo>
                    <a:lnTo>
                      <a:pt x="3053" y="121"/>
                    </a:lnTo>
                    <a:lnTo>
                      <a:pt x="2872" y="0"/>
                    </a:lnTo>
                    <a:lnTo>
                      <a:pt x="2666" y="12"/>
                    </a:lnTo>
                    <a:lnTo>
                      <a:pt x="1709" y="602"/>
                    </a:lnTo>
                    <a:lnTo>
                      <a:pt x="1558" y="720"/>
                    </a:lnTo>
                    <a:lnTo>
                      <a:pt x="1460" y="817"/>
                    </a:lnTo>
                    <a:lnTo>
                      <a:pt x="1281" y="911"/>
                    </a:lnTo>
                    <a:lnTo>
                      <a:pt x="1070" y="1503"/>
                    </a:lnTo>
                    <a:lnTo>
                      <a:pt x="1064" y="1702"/>
                    </a:lnTo>
                    <a:lnTo>
                      <a:pt x="989" y="1979"/>
                    </a:lnTo>
                    <a:lnTo>
                      <a:pt x="808" y="2039"/>
                    </a:lnTo>
                    <a:lnTo>
                      <a:pt x="723" y="2136"/>
                    </a:lnTo>
                    <a:lnTo>
                      <a:pt x="699" y="2259"/>
                    </a:lnTo>
                    <a:lnTo>
                      <a:pt x="578" y="2377"/>
                    </a:lnTo>
                    <a:lnTo>
                      <a:pt x="240" y="2606"/>
                    </a:lnTo>
                    <a:lnTo>
                      <a:pt x="0" y="2917"/>
                    </a:lnTo>
                    <a:lnTo>
                      <a:pt x="277" y="3145"/>
                    </a:lnTo>
                    <a:lnTo>
                      <a:pt x="602" y="318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0" name="Freeform 54"/>
              <p:cNvSpPr>
                <a:spLocks/>
              </p:cNvSpPr>
              <p:nvPr/>
            </p:nvSpPr>
            <p:spPr bwMode="auto">
              <a:xfrm>
                <a:off x="3313" y="1776"/>
                <a:ext cx="174" cy="272"/>
              </a:xfrm>
              <a:custGeom>
                <a:avLst/>
                <a:gdLst>
                  <a:gd name="T0" fmla="*/ 0 w 1387"/>
                  <a:gd name="T1" fmla="*/ 0 h 2184"/>
                  <a:gd name="T2" fmla="*/ 0 w 1387"/>
                  <a:gd name="T3" fmla="*/ 0 h 2184"/>
                  <a:gd name="T4" fmla="*/ 0 w 1387"/>
                  <a:gd name="T5" fmla="*/ 0 h 2184"/>
                  <a:gd name="T6" fmla="*/ 0 w 1387"/>
                  <a:gd name="T7" fmla="*/ 0 h 2184"/>
                  <a:gd name="T8" fmla="*/ 0 w 1387"/>
                  <a:gd name="T9" fmla="*/ 0 h 2184"/>
                  <a:gd name="T10" fmla="*/ 0 w 1387"/>
                  <a:gd name="T11" fmla="*/ 0 h 2184"/>
                  <a:gd name="T12" fmla="*/ 0 w 1387"/>
                  <a:gd name="T13" fmla="*/ 0 h 2184"/>
                  <a:gd name="T14" fmla="*/ 0 w 1387"/>
                  <a:gd name="T15" fmla="*/ 0 h 2184"/>
                  <a:gd name="T16" fmla="*/ 0 w 1387"/>
                  <a:gd name="T17" fmla="*/ 0 h 2184"/>
                  <a:gd name="T18" fmla="*/ 0 w 1387"/>
                  <a:gd name="T19" fmla="*/ 0 h 2184"/>
                  <a:gd name="T20" fmla="*/ 0 w 1387"/>
                  <a:gd name="T21" fmla="*/ 0 h 2184"/>
                  <a:gd name="T22" fmla="*/ 0 w 1387"/>
                  <a:gd name="T23" fmla="*/ 0 h 2184"/>
                  <a:gd name="T24" fmla="*/ 0 w 1387"/>
                  <a:gd name="T25" fmla="*/ 0 h 2184"/>
                  <a:gd name="T26" fmla="*/ 0 w 1387"/>
                  <a:gd name="T27" fmla="*/ 0 h 2184"/>
                  <a:gd name="T28" fmla="*/ 0 w 1387"/>
                  <a:gd name="T29" fmla="*/ 0 h 2184"/>
                  <a:gd name="T30" fmla="*/ 0 w 1387"/>
                  <a:gd name="T31" fmla="*/ 0 h 2184"/>
                  <a:gd name="T32" fmla="*/ 0 w 1387"/>
                  <a:gd name="T33" fmla="*/ 0 h 2184"/>
                  <a:gd name="T34" fmla="*/ 0 w 1387"/>
                  <a:gd name="T35" fmla="*/ 0 h 2184"/>
                  <a:gd name="T36" fmla="*/ 0 w 1387"/>
                  <a:gd name="T37" fmla="*/ 0 h 2184"/>
                  <a:gd name="T38" fmla="*/ 0 w 1387"/>
                  <a:gd name="T39" fmla="*/ 0 h 2184"/>
                  <a:gd name="T40" fmla="*/ 0 w 1387"/>
                  <a:gd name="T41" fmla="*/ 0 h 2184"/>
                  <a:gd name="T42" fmla="*/ 0 w 1387"/>
                  <a:gd name="T43" fmla="*/ 0 h 2184"/>
                  <a:gd name="T44" fmla="*/ 0 w 1387"/>
                  <a:gd name="T45" fmla="*/ 0 h 2184"/>
                  <a:gd name="T46" fmla="*/ 0 w 1387"/>
                  <a:gd name="T47" fmla="*/ 0 h 2184"/>
                  <a:gd name="T48" fmla="*/ 0 w 1387"/>
                  <a:gd name="T49" fmla="*/ 0 h 2184"/>
                  <a:gd name="T50" fmla="*/ 0 w 1387"/>
                  <a:gd name="T51" fmla="*/ 0 h 2184"/>
                  <a:gd name="T52" fmla="*/ 0 w 1387"/>
                  <a:gd name="T53" fmla="*/ 0 h 2184"/>
                  <a:gd name="T54" fmla="*/ 0 w 1387"/>
                  <a:gd name="T55" fmla="*/ 0 h 2184"/>
                  <a:gd name="T56" fmla="*/ 0 w 1387"/>
                  <a:gd name="T57" fmla="*/ 0 h 2184"/>
                  <a:gd name="T58" fmla="*/ 0 w 1387"/>
                  <a:gd name="T59" fmla="*/ 0 h 2184"/>
                  <a:gd name="T60" fmla="*/ 0 w 1387"/>
                  <a:gd name="T61" fmla="*/ 0 h 2184"/>
                  <a:gd name="T62" fmla="*/ 0 w 1387"/>
                  <a:gd name="T63" fmla="*/ 0 h 2184"/>
                  <a:gd name="T64" fmla="*/ 0 w 1387"/>
                  <a:gd name="T65" fmla="*/ 0 h 2184"/>
                  <a:gd name="T66" fmla="*/ 0 w 1387"/>
                  <a:gd name="T67" fmla="*/ 0 h 2184"/>
                  <a:gd name="T68" fmla="*/ 0 w 1387"/>
                  <a:gd name="T69" fmla="*/ 0 h 2184"/>
                  <a:gd name="T70" fmla="*/ 0 w 1387"/>
                  <a:gd name="T71" fmla="*/ 0 h 2184"/>
                  <a:gd name="T72" fmla="*/ 0 w 1387"/>
                  <a:gd name="T73" fmla="*/ 0 h 2184"/>
                  <a:gd name="T74" fmla="*/ 0 w 1387"/>
                  <a:gd name="T75" fmla="*/ 0 h 2184"/>
                  <a:gd name="T76" fmla="*/ 0 w 1387"/>
                  <a:gd name="T77" fmla="*/ 0 h 2184"/>
                  <a:gd name="T78" fmla="*/ 0 w 1387"/>
                  <a:gd name="T79" fmla="*/ 0 h 2184"/>
                  <a:gd name="T80" fmla="*/ 0 w 1387"/>
                  <a:gd name="T81" fmla="*/ 0 h 2184"/>
                  <a:gd name="T82" fmla="*/ 0 w 1387"/>
                  <a:gd name="T83" fmla="*/ 0 h 2184"/>
                  <a:gd name="T84" fmla="*/ 0 w 1387"/>
                  <a:gd name="T85" fmla="*/ 0 h 218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387"/>
                  <a:gd name="T130" fmla="*/ 0 h 2184"/>
                  <a:gd name="T131" fmla="*/ 1387 w 1387"/>
                  <a:gd name="T132" fmla="*/ 2184 h 2184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387" h="2184">
                    <a:moveTo>
                      <a:pt x="691" y="312"/>
                    </a:moveTo>
                    <a:lnTo>
                      <a:pt x="679" y="433"/>
                    </a:lnTo>
                    <a:lnTo>
                      <a:pt x="712" y="479"/>
                    </a:lnTo>
                    <a:lnTo>
                      <a:pt x="807" y="528"/>
                    </a:lnTo>
                    <a:lnTo>
                      <a:pt x="859" y="578"/>
                    </a:lnTo>
                    <a:lnTo>
                      <a:pt x="859" y="683"/>
                    </a:lnTo>
                    <a:lnTo>
                      <a:pt x="664" y="731"/>
                    </a:lnTo>
                    <a:lnTo>
                      <a:pt x="605" y="731"/>
                    </a:lnTo>
                    <a:lnTo>
                      <a:pt x="555" y="671"/>
                    </a:lnTo>
                    <a:lnTo>
                      <a:pt x="508" y="899"/>
                    </a:lnTo>
                    <a:lnTo>
                      <a:pt x="290" y="1031"/>
                    </a:lnTo>
                    <a:lnTo>
                      <a:pt x="664" y="899"/>
                    </a:lnTo>
                    <a:lnTo>
                      <a:pt x="749" y="899"/>
                    </a:lnTo>
                    <a:lnTo>
                      <a:pt x="712" y="945"/>
                    </a:lnTo>
                    <a:lnTo>
                      <a:pt x="447" y="1103"/>
                    </a:lnTo>
                    <a:lnTo>
                      <a:pt x="726" y="1103"/>
                    </a:lnTo>
                    <a:lnTo>
                      <a:pt x="737" y="1213"/>
                    </a:lnTo>
                    <a:lnTo>
                      <a:pt x="133" y="1273"/>
                    </a:lnTo>
                    <a:lnTo>
                      <a:pt x="0" y="1369"/>
                    </a:lnTo>
                    <a:lnTo>
                      <a:pt x="170" y="1426"/>
                    </a:lnTo>
                    <a:lnTo>
                      <a:pt x="279" y="1525"/>
                    </a:lnTo>
                    <a:lnTo>
                      <a:pt x="290" y="1593"/>
                    </a:lnTo>
                    <a:lnTo>
                      <a:pt x="181" y="1690"/>
                    </a:lnTo>
                    <a:lnTo>
                      <a:pt x="181" y="1810"/>
                    </a:lnTo>
                    <a:lnTo>
                      <a:pt x="242" y="1932"/>
                    </a:lnTo>
                    <a:lnTo>
                      <a:pt x="84" y="2075"/>
                    </a:lnTo>
                    <a:lnTo>
                      <a:pt x="218" y="2184"/>
                    </a:lnTo>
                    <a:lnTo>
                      <a:pt x="373" y="2098"/>
                    </a:lnTo>
                    <a:lnTo>
                      <a:pt x="472" y="2123"/>
                    </a:lnTo>
                    <a:lnTo>
                      <a:pt x="679" y="1964"/>
                    </a:lnTo>
                    <a:lnTo>
                      <a:pt x="989" y="1630"/>
                    </a:lnTo>
                    <a:lnTo>
                      <a:pt x="1207" y="1379"/>
                    </a:lnTo>
                    <a:lnTo>
                      <a:pt x="1350" y="1752"/>
                    </a:lnTo>
                    <a:lnTo>
                      <a:pt x="1387" y="1358"/>
                    </a:lnTo>
                    <a:lnTo>
                      <a:pt x="1387" y="1199"/>
                    </a:lnTo>
                    <a:lnTo>
                      <a:pt x="1242" y="1093"/>
                    </a:lnTo>
                    <a:lnTo>
                      <a:pt x="1122" y="923"/>
                    </a:lnTo>
                    <a:lnTo>
                      <a:pt x="1014" y="740"/>
                    </a:lnTo>
                    <a:lnTo>
                      <a:pt x="930" y="528"/>
                    </a:lnTo>
                    <a:lnTo>
                      <a:pt x="834" y="228"/>
                    </a:lnTo>
                    <a:lnTo>
                      <a:pt x="800" y="0"/>
                    </a:lnTo>
                    <a:lnTo>
                      <a:pt x="700" y="215"/>
                    </a:lnTo>
                    <a:lnTo>
                      <a:pt x="691" y="312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1" name="Freeform 55"/>
              <p:cNvSpPr>
                <a:spLocks/>
              </p:cNvSpPr>
              <p:nvPr/>
            </p:nvSpPr>
            <p:spPr bwMode="auto">
              <a:xfrm>
                <a:off x="3401" y="1778"/>
                <a:ext cx="357" cy="391"/>
              </a:xfrm>
              <a:custGeom>
                <a:avLst/>
                <a:gdLst>
                  <a:gd name="T0" fmla="*/ 0 w 2861"/>
                  <a:gd name="T1" fmla="*/ 0 h 3124"/>
                  <a:gd name="T2" fmla="*/ 0 w 2861"/>
                  <a:gd name="T3" fmla="*/ 0 h 3124"/>
                  <a:gd name="T4" fmla="*/ 0 w 2861"/>
                  <a:gd name="T5" fmla="*/ 0 h 3124"/>
                  <a:gd name="T6" fmla="*/ 0 w 2861"/>
                  <a:gd name="T7" fmla="*/ 0 h 3124"/>
                  <a:gd name="T8" fmla="*/ 0 w 2861"/>
                  <a:gd name="T9" fmla="*/ 0 h 3124"/>
                  <a:gd name="T10" fmla="*/ 0 w 2861"/>
                  <a:gd name="T11" fmla="*/ 0 h 3124"/>
                  <a:gd name="T12" fmla="*/ 0 w 2861"/>
                  <a:gd name="T13" fmla="*/ 0 h 3124"/>
                  <a:gd name="T14" fmla="*/ 0 w 2861"/>
                  <a:gd name="T15" fmla="*/ 0 h 3124"/>
                  <a:gd name="T16" fmla="*/ 0 w 2861"/>
                  <a:gd name="T17" fmla="*/ 0 h 3124"/>
                  <a:gd name="T18" fmla="*/ 0 w 2861"/>
                  <a:gd name="T19" fmla="*/ 0 h 3124"/>
                  <a:gd name="T20" fmla="*/ 0 w 2861"/>
                  <a:gd name="T21" fmla="*/ 0 h 3124"/>
                  <a:gd name="T22" fmla="*/ 0 w 2861"/>
                  <a:gd name="T23" fmla="*/ 0 h 3124"/>
                  <a:gd name="T24" fmla="*/ 0 w 2861"/>
                  <a:gd name="T25" fmla="*/ 0 h 3124"/>
                  <a:gd name="T26" fmla="*/ 0 w 2861"/>
                  <a:gd name="T27" fmla="*/ 0 h 3124"/>
                  <a:gd name="T28" fmla="*/ 0 w 2861"/>
                  <a:gd name="T29" fmla="*/ 0 h 3124"/>
                  <a:gd name="T30" fmla="*/ 0 w 2861"/>
                  <a:gd name="T31" fmla="*/ 0 h 3124"/>
                  <a:gd name="T32" fmla="*/ 0 w 2861"/>
                  <a:gd name="T33" fmla="*/ 0 h 3124"/>
                  <a:gd name="T34" fmla="*/ 0 w 2861"/>
                  <a:gd name="T35" fmla="*/ 0 h 3124"/>
                  <a:gd name="T36" fmla="*/ 0 w 2861"/>
                  <a:gd name="T37" fmla="*/ 0 h 3124"/>
                  <a:gd name="T38" fmla="*/ 0 w 2861"/>
                  <a:gd name="T39" fmla="*/ 0 h 3124"/>
                  <a:gd name="T40" fmla="*/ 0 w 2861"/>
                  <a:gd name="T41" fmla="*/ 0 h 3124"/>
                  <a:gd name="T42" fmla="*/ 0 w 2861"/>
                  <a:gd name="T43" fmla="*/ 0 h 3124"/>
                  <a:gd name="T44" fmla="*/ 0 w 2861"/>
                  <a:gd name="T45" fmla="*/ 0 h 3124"/>
                  <a:gd name="T46" fmla="*/ 0 w 2861"/>
                  <a:gd name="T47" fmla="*/ 0 h 3124"/>
                  <a:gd name="T48" fmla="*/ 0 w 2861"/>
                  <a:gd name="T49" fmla="*/ 0 h 3124"/>
                  <a:gd name="T50" fmla="*/ 0 w 2861"/>
                  <a:gd name="T51" fmla="*/ 0 h 3124"/>
                  <a:gd name="T52" fmla="*/ 0 w 2861"/>
                  <a:gd name="T53" fmla="*/ 0 h 3124"/>
                  <a:gd name="T54" fmla="*/ 0 w 2861"/>
                  <a:gd name="T55" fmla="*/ 0 h 3124"/>
                  <a:gd name="T56" fmla="*/ 0 w 2861"/>
                  <a:gd name="T57" fmla="*/ 0 h 3124"/>
                  <a:gd name="T58" fmla="*/ 0 w 2861"/>
                  <a:gd name="T59" fmla="*/ 0 h 3124"/>
                  <a:gd name="T60" fmla="*/ 0 w 2861"/>
                  <a:gd name="T61" fmla="*/ 0 h 3124"/>
                  <a:gd name="T62" fmla="*/ 0 w 2861"/>
                  <a:gd name="T63" fmla="*/ 0 h 3124"/>
                  <a:gd name="T64" fmla="*/ 0 w 2861"/>
                  <a:gd name="T65" fmla="*/ 0 h 3124"/>
                  <a:gd name="T66" fmla="*/ 0 w 2861"/>
                  <a:gd name="T67" fmla="*/ 0 h 3124"/>
                  <a:gd name="T68" fmla="*/ 0 w 2861"/>
                  <a:gd name="T69" fmla="*/ 0 h 3124"/>
                  <a:gd name="T70" fmla="*/ 0 w 2861"/>
                  <a:gd name="T71" fmla="*/ 0 h 3124"/>
                  <a:gd name="T72" fmla="*/ 0 w 2861"/>
                  <a:gd name="T73" fmla="*/ 0 h 3124"/>
                  <a:gd name="T74" fmla="*/ 0 w 2861"/>
                  <a:gd name="T75" fmla="*/ 0 h 3124"/>
                  <a:gd name="T76" fmla="*/ 0 w 2861"/>
                  <a:gd name="T77" fmla="*/ 0 h 3124"/>
                  <a:gd name="T78" fmla="*/ 0 w 2861"/>
                  <a:gd name="T79" fmla="*/ 0 h 3124"/>
                  <a:gd name="T80" fmla="*/ 0 w 2861"/>
                  <a:gd name="T81" fmla="*/ 0 h 3124"/>
                  <a:gd name="T82" fmla="*/ 0 w 2861"/>
                  <a:gd name="T83" fmla="*/ 0 h 3124"/>
                  <a:gd name="T84" fmla="*/ 0 w 2861"/>
                  <a:gd name="T85" fmla="*/ 0 h 3124"/>
                  <a:gd name="T86" fmla="*/ 0 w 2861"/>
                  <a:gd name="T87" fmla="*/ 0 h 3124"/>
                  <a:gd name="T88" fmla="*/ 0 w 2861"/>
                  <a:gd name="T89" fmla="*/ 0 h 3124"/>
                  <a:gd name="T90" fmla="*/ 0 w 2861"/>
                  <a:gd name="T91" fmla="*/ 0 h 3124"/>
                  <a:gd name="T92" fmla="*/ 0 w 2861"/>
                  <a:gd name="T93" fmla="*/ 0 h 3124"/>
                  <a:gd name="T94" fmla="*/ 0 w 2861"/>
                  <a:gd name="T95" fmla="*/ 0 h 3124"/>
                  <a:gd name="T96" fmla="*/ 0 w 2861"/>
                  <a:gd name="T97" fmla="*/ 0 h 3124"/>
                  <a:gd name="T98" fmla="*/ 0 w 2861"/>
                  <a:gd name="T99" fmla="*/ 0 h 312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2861"/>
                  <a:gd name="T151" fmla="*/ 0 h 3124"/>
                  <a:gd name="T152" fmla="*/ 2861 w 2861"/>
                  <a:gd name="T153" fmla="*/ 3124 h 312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2861" h="3124">
                    <a:moveTo>
                      <a:pt x="988" y="1321"/>
                    </a:moveTo>
                    <a:lnTo>
                      <a:pt x="1377" y="1443"/>
                    </a:lnTo>
                    <a:lnTo>
                      <a:pt x="1691" y="1504"/>
                    </a:lnTo>
                    <a:lnTo>
                      <a:pt x="1909" y="1095"/>
                    </a:lnTo>
                    <a:lnTo>
                      <a:pt x="1895" y="698"/>
                    </a:lnTo>
                    <a:lnTo>
                      <a:pt x="2146" y="231"/>
                    </a:lnTo>
                    <a:lnTo>
                      <a:pt x="2642" y="0"/>
                    </a:lnTo>
                    <a:lnTo>
                      <a:pt x="2232" y="399"/>
                    </a:lnTo>
                    <a:lnTo>
                      <a:pt x="2111" y="770"/>
                    </a:lnTo>
                    <a:lnTo>
                      <a:pt x="2111" y="1168"/>
                    </a:lnTo>
                    <a:lnTo>
                      <a:pt x="2350" y="985"/>
                    </a:lnTo>
                    <a:lnTo>
                      <a:pt x="2665" y="627"/>
                    </a:lnTo>
                    <a:lnTo>
                      <a:pt x="2861" y="420"/>
                    </a:lnTo>
                    <a:lnTo>
                      <a:pt x="2861" y="590"/>
                    </a:lnTo>
                    <a:lnTo>
                      <a:pt x="2642" y="1010"/>
                    </a:lnTo>
                    <a:lnTo>
                      <a:pt x="2280" y="1478"/>
                    </a:lnTo>
                    <a:lnTo>
                      <a:pt x="1981" y="1741"/>
                    </a:lnTo>
                    <a:lnTo>
                      <a:pt x="1773" y="1838"/>
                    </a:lnTo>
                    <a:lnTo>
                      <a:pt x="1773" y="1959"/>
                    </a:lnTo>
                    <a:lnTo>
                      <a:pt x="1918" y="2188"/>
                    </a:lnTo>
                    <a:lnTo>
                      <a:pt x="2063" y="2545"/>
                    </a:lnTo>
                    <a:lnTo>
                      <a:pt x="1955" y="2451"/>
                    </a:lnTo>
                    <a:lnTo>
                      <a:pt x="1836" y="2333"/>
                    </a:lnTo>
                    <a:lnTo>
                      <a:pt x="1665" y="2257"/>
                    </a:lnTo>
                    <a:lnTo>
                      <a:pt x="1508" y="2222"/>
                    </a:lnTo>
                    <a:lnTo>
                      <a:pt x="1388" y="2197"/>
                    </a:lnTo>
                    <a:lnTo>
                      <a:pt x="1460" y="2429"/>
                    </a:lnTo>
                    <a:lnTo>
                      <a:pt x="1691" y="2621"/>
                    </a:lnTo>
                    <a:lnTo>
                      <a:pt x="1872" y="2725"/>
                    </a:lnTo>
                    <a:lnTo>
                      <a:pt x="1785" y="2534"/>
                    </a:lnTo>
                    <a:lnTo>
                      <a:pt x="1981" y="2582"/>
                    </a:lnTo>
                    <a:lnTo>
                      <a:pt x="2052" y="2750"/>
                    </a:lnTo>
                    <a:lnTo>
                      <a:pt x="2025" y="2978"/>
                    </a:lnTo>
                    <a:lnTo>
                      <a:pt x="1895" y="3110"/>
                    </a:lnTo>
                    <a:lnTo>
                      <a:pt x="1665" y="3124"/>
                    </a:lnTo>
                    <a:lnTo>
                      <a:pt x="1425" y="3001"/>
                    </a:lnTo>
                    <a:lnTo>
                      <a:pt x="1326" y="2796"/>
                    </a:lnTo>
                    <a:lnTo>
                      <a:pt x="1181" y="2400"/>
                    </a:lnTo>
                    <a:lnTo>
                      <a:pt x="988" y="2284"/>
                    </a:lnTo>
                    <a:lnTo>
                      <a:pt x="485" y="2391"/>
                    </a:lnTo>
                    <a:lnTo>
                      <a:pt x="171" y="2568"/>
                    </a:lnTo>
                    <a:lnTo>
                      <a:pt x="134" y="2499"/>
                    </a:lnTo>
                    <a:lnTo>
                      <a:pt x="217" y="2319"/>
                    </a:lnTo>
                    <a:lnTo>
                      <a:pt x="0" y="2400"/>
                    </a:lnTo>
                    <a:lnTo>
                      <a:pt x="87" y="2271"/>
                    </a:lnTo>
                    <a:lnTo>
                      <a:pt x="362" y="2197"/>
                    </a:lnTo>
                    <a:lnTo>
                      <a:pt x="558" y="2222"/>
                    </a:lnTo>
                    <a:lnTo>
                      <a:pt x="676" y="2234"/>
                    </a:lnTo>
                    <a:lnTo>
                      <a:pt x="950" y="2174"/>
                    </a:lnTo>
                    <a:lnTo>
                      <a:pt x="988" y="1321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2" name="Freeform 56"/>
              <p:cNvSpPr>
                <a:spLocks/>
              </p:cNvSpPr>
              <p:nvPr/>
            </p:nvSpPr>
            <p:spPr bwMode="auto">
              <a:xfrm>
                <a:off x="3517" y="1777"/>
                <a:ext cx="63" cy="178"/>
              </a:xfrm>
              <a:custGeom>
                <a:avLst/>
                <a:gdLst>
                  <a:gd name="T0" fmla="*/ 0 w 507"/>
                  <a:gd name="T1" fmla="*/ 0 h 1428"/>
                  <a:gd name="T2" fmla="*/ 0 w 507"/>
                  <a:gd name="T3" fmla="*/ 0 h 1428"/>
                  <a:gd name="T4" fmla="*/ 0 w 507"/>
                  <a:gd name="T5" fmla="*/ 0 h 1428"/>
                  <a:gd name="T6" fmla="*/ 0 w 507"/>
                  <a:gd name="T7" fmla="*/ 0 h 1428"/>
                  <a:gd name="T8" fmla="*/ 0 w 507"/>
                  <a:gd name="T9" fmla="*/ 0 h 1428"/>
                  <a:gd name="T10" fmla="*/ 0 w 507"/>
                  <a:gd name="T11" fmla="*/ 0 h 1428"/>
                  <a:gd name="T12" fmla="*/ 0 w 507"/>
                  <a:gd name="T13" fmla="*/ 0 h 1428"/>
                  <a:gd name="T14" fmla="*/ 0 w 507"/>
                  <a:gd name="T15" fmla="*/ 0 h 1428"/>
                  <a:gd name="T16" fmla="*/ 0 w 507"/>
                  <a:gd name="T17" fmla="*/ 0 h 1428"/>
                  <a:gd name="T18" fmla="*/ 0 w 507"/>
                  <a:gd name="T19" fmla="*/ 0 h 1428"/>
                  <a:gd name="T20" fmla="*/ 0 w 507"/>
                  <a:gd name="T21" fmla="*/ 0 h 1428"/>
                  <a:gd name="T22" fmla="*/ 0 w 507"/>
                  <a:gd name="T23" fmla="*/ 0 h 142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07"/>
                  <a:gd name="T37" fmla="*/ 0 h 1428"/>
                  <a:gd name="T38" fmla="*/ 507 w 507"/>
                  <a:gd name="T39" fmla="*/ 1428 h 142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07" h="1428">
                    <a:moveTo>
                      <a:pt x="143" y="1404"/>
                    </a:moveTo>
                    <a:lnTo>
                      <a:pt x="180" y="1130"/>
                    </a:lnTo>
                    <a:lnTo>
                      <a:pt x="242" y="780"/>
                    </a:lnTo>
                    <a:lnTo>
                      <a:pt x="242" y="613"/>
                    </a:lnTo>
                    <a:lnTo>
                      <a:pt x="194" y="446"/>
                    </a:lnTo>
                    <a:lnTo>
                      <a:pt x="206" y="312"/>
                    </a:lnTo>
                    <a:lnTo>
                      <a:pt x="266" y="134"/>
                    </a:lnTo>
                    <a:lnTo>
                      <a:pt x="507" y="158"/>
                    </a:lnTo>
                    <a:lnTo>
                      <a:pt x="143" y="0"/>
                    </a:lnTo>
                    <a:lnTo>
                      <a:pt x="0" y="325"/>
                    </a:lnTo>
                    <a:lnTo>
                      <a:pt x="21" y="1428"/>
                    </a:lnTo>
                    <a:lnTo>
                      <a:pt x="143" y="1404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3" name="Freeform 57"/>
              <p:cNvSpPr>
                <a:spLocks/>
              </p:cNvSpPr>
              <p:nvPr/>
            </p:nvSpPr>
            <p:spPr bwMode="auto">
              <a:xfrm>
                <a:off x="3595" y="1640"/>
                <a:ext cx="249" cy="534"/>
              </a:xfrm>
              <a:custGeom>
                <a:avLst/>
                <a:gdLst>
                  <a:gd name="T0" fmla="*/ 0 w 1991"/>
                  <a:gd name="T1" fmla="*/ 0 h 4272"/>
                  <a:gd name="T2" fmla="*/ 0 w 1991"/>
                  <a:gd name="T3" fmla="*/ 0 h 4272"/>
                  <a:gd name="T4" fmla="*/ 0 w 1991"/>
                  <a:gd name="T5" fmla="*/ 0 h 4272"/>
                  <a:gd name="T6" fmla="*/ 0 w 1991"/>
                  <a:gd name="T7" fmla="*/ 0 h 4272"/>
                  <a:gd name="T8" fmla="*/ 0 w 1991"/>
                  <a:gd name="T9" fmla="*/ 0 h 4272"/>
                  <a:gd name="T10" fmla="*/ 0 w 1991"/>
                  <a:gd name="T11" fmla="*/ 0 h 4272"/>
                  <a:gd name="T12" fmla="*/ 0 w 1991"/>
                  <a:gd name="T13" fmla="*/ 0 h 4272"/>
                  <a:gd name="T14" fmla="*/ 0 w 1991"/>
                  <a:gd name="T15" fmla="*/ 0 h 4272"/>
                  <a:gd name="T16" fmla="*/ 0 w 1991"/>
                  <a:gd name="T17" fmla="*/ 0 h 4272"/>
                  <a:gd name="T18" fmla="*/ 0 w 1991"/>
                  <a:gd name="T19" fmla="*/ 0 h 4272"/>
                  <a:gd name="T20" fmla="*/ 0 w 1991"/>
                  <a:gd name="T21" fmla="*/ 0 h 4272"/>
                  <a:gd name="T22" fmla="*/ 0 w 1991"/>
                  <a:gd name="T23" fmla="*/ 0 h 4272"/>
                  <a:gd name="T24" fmla="*/ 0 w 1991"/>
                  <a:gd name="T25" fmla="*/ 0 h 4272"/>
                  <a:gd name="T26" fmla="*/ 0 w 1991"/>
                  <a:gd name="T27" fmla="*/ 0 h 4272"/>
                  <a:gd name="T28" fmla="*/ 0 w 1991"/>
                  <a:gd name="T29" fmla="*/ 0 h 4272"/>
                  <a:gd name="T30" fmla="*/ 0 w 1991"/>
                  <a:gd name="T31" fmla="*/ 0 h 4272"/>
                  <a:gd name="T32" fmla="*/ 0 w 1991"/>
                  <a:gd name="T33" fmla="*/ 0 h 4272"/>
                  <a:gd name="T34" fmla="*/ 0 w 1991"/>
                  <a:gd name="T35" fmla="*/ 0 h 4272"/>
                  <a:gd name="T36" fmla="*/ 0 w 1991"/>
                  <a:gd name="T37" fmla="*/ 0 h 4272"/>
                  <a:gd name="T38" fmla="*/ 0 w 1991"/>
                  <a:gd name="T39" fmla="*/ 0 h 4272"/>
                  <a:gd name="T40" fmla="*/ 0 w 1991"/>
                  <a:gd name="T41" fmla="*/ 0 h 4272"/>
                  <a:gd name="T42" fmla="*/ 0 w 1991"/>
                  <a:gd name="T43" fmla="*/ 0 h 4272"/>
                  <a:gd name="T44" fmla="*/ 0 w 1991"/>
                  <a:gd name="T45" fmla="*/ 0 h 4272"/>
                  <a:gd name="T46" fmla="*/ 0 w 1991"/>
                  <a:gd name="T47" fmla="*/ 0 h 4272"/>
                  <a:gd name="T48" fmla="*/ 0 w 1991"/>
                  <a:gd name="T49" fmla="*/ 0 h 4272"/>
                  <a:gd name="T50" fmla="*/ 0 w 1991"/>
                  <a:gd name="T51" fmla="*/ 0 h 4272"/>
                  <a:gd name="T52" fmla="*/ 0 w 1991"/>
                  <a:gd name="T53" fmla="*/ 0 h 4272"/>
                  <a:gd name="T54" fmla="*/ 0 w 1991"/>
                  <a:gd name="T55" fmla="*/ 0 h 4272"/>
                  <a:gd name="T56" fmla="*/ 0 w 1991"/>
                  <a:gd name="T57" fmla="*/ 0 h 4272"/>
                  <a:gd name="T58" fmla="*/ 0 w 1991"/>
                  <a:gd name="T59" fmla="*/ 0 h 4272"/>
                  <a:gd name="T60" fmla="*/ 0 w 1991"/>
                  <a:gd name="T61" fmla="*/ 0 h 4272"/>
                  <a:gd name="T62" fmla="*/ 0 w 1991"/>
                  <a:gd name="T63" fmla="*/ 0 h 4272"/>
                  <a:gd name="T64" fmla="*/ 0 w 1991"/>
                  <a:gd name="T65" fmla="*/ 0 h 4272"/>
                  <a:gd name="T66" fmla="*/ 0 w 1991"/>
                  <a:gd name="T67" fmla="*/ 0 h 4272"/>
                  <a:gd name="T68" fmla="*/ 0 w 1991"/>
                  <a:gd name="T69" fmla="*/ 0 h 4272"/>
                  <a:gd name="T70" fmla="*/ 0 w 1991"/>
                  <a:gd name="T71" fmla="*/ 0 h 4272"/>
                  <a:gd name="T72" fmla="*/ 0 w 1991"/>
                  <a:gd name="T73" fmla="*/ 0 h 4272"/>
                  <a:gd name="T74" fmla="*/ 0 w 1991"/>
                  <a:gd name="T75" fmla="*/ 0 h 4272"/>
                  <a:gd name="T76" fmla="*/ 0 w 1991"/>
                  <a:gd name="T77" fmla="*/ 0 h 4272"/>
                  <a:gd name="T78" fmla="*/ 0 w 1991"/>
                  <a:gd name="T79" fmla="*/ 0 h 4272"/>
                  <a:gd name="T80" fmla="*/ 0 w 1991"/>
                  <a:gd name="T81" fmla="*/ 0 h 4272"/>
                  <a:gd name="T82" fmla="*/ 0 w 1991"/>
                  <a:gd name="T83" fmla="*/ 0 h 4272"/>
                  <a:gd name="T84" fmla="*/ 0 w 1991"/>
                  <a:gd name="T85" fmla="*/ 0 h 4272"/>
                  <a:gd name="T86" fmla="*/ 0 w 1991"/>
                  <a:gd name="T87" fmla="*/ 0 h 4272"/>
                  <a:gd name="T88" fmla="*/ 0 w 1991"/>
                  <a:gd name="T89" fmla="*/ 0 h 4272"/>
                  <a:gd name="T90" fmla="*/ 0 w 1991"/>
                  <a:gd name="T91" fmla="*/ 0 h 4272"/>
                  <a:gd name="T92" fmla="*/ 0 w 1991"/>
                  <a:gd name="T93" fmla="*/ 0 h 4272"/>
                  <a:gd name="T94" fmla="*/ 0 w 1991"/>
                  <a:gd name="T95" fmla="*/ 0 h 4272"/>
                  <a:gd name="T96" fmla="*/ 0 w 1991"/>
                  <a:gd name="T97" fmla="*/ 0 h 427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991"/>
                  <a:gd name="T148" fmla="*/ 0 h 4272"/>
                  <a:gd name="T149" fmla="*/ 1991 w 1991"/>
                  <a:gd name="T150" fmla="*/ 4272 h 427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991" h="4272">
                    <a:moveTo>
                      <a:pt x="48" y="182"/>
                    </a:moveTo>
                    <a:lnTo>
                      <a:pt x="181" y="445"/>
                    </a:lnTo>
                    <a:lnTo>
                      <a:pt x="134" y="922"/>
                    </a:lnTo>
                    <a:lnTo>
                      <a:pt x="325" y="240"/>
                    </a:lnTo>
                    <a:lnTo>
                      <a:pt x="409" y="217"/>
                    </a:lnTo>
                    <a:lnTo>
                      <a:pt x="495" y="339"/>
                    </a:lnTo>
                    <a:lnTo>
                      <a:pt x="468" y="468"/>
                    </a:lnTo>
                    <a:lnTo>
                      <a:pt x="371" y="694"/>
                    </a:lnTo>
                    <a:lnTo>
                      <a:pt x="543" y="519"/>
                    </a:lnTo>
                    <a:lnTo>
                      <a:pt x="613" y="540"/>
                    </a:lnTo>
                    <a:lnTo>
                      <a:pt x="251" y="1092"/>
                    </a:lnTo>
                    <a:lnTo>
                      <a:pt x="903" y="481"/>
                    </a:lnTo>
                    <a:lnTo>
                      <a:pt x="1304" y="661"/>
                    </a:lnTo>
                    <a:lnTo>
                      <a:pt x="1387" y="936"/>
                    </a:lnTo>
                    <a:lnTo>
                      <a:pt x="1664" y="1189"/>
                    </a:lnTo>
                    <a:lnTo>
                      <a:pt x="1687" y="1452"/>
                    </a:lnTo>
                    <a:lnTo>
                      <a:pt x="1822" y="1659"/>
                    </a:lnTo>
                    <a:lnTo>
                      <a:pt x="1738" y="1909"/>
                    </a:lnTo>
                    <a:lnTo>
                      <a:pt x="1422" y="2038"/>
                    </a:lnTo>
                    <a:lnTo>
                      <a:pt x="1433" y="2138"/>
                    </a:lnTo>
                    <a:lnTo>
                      <a:pt x="1712" y="2366"/>
                    </a:lnTo>
                    <a:lnTo>
                      <a:pt x="1496" y="2388"/>
                    </a:lnTo>
                    <a:lnTo>
                      <a:pt x="1253" y="2280"/>
                    </a:lnTo>
                    <a:lnTo>
                      <a:pt x="1747" y="2748"/>
                    </a:lnTo>
                    <a:lnTo>
                      <a:pt x="1687" y="2806"/>
                    </a:lnTo>
                    <a:lnTo>
                      <a:pt x="1350" y="2748"/>
                    </a:lnTo>
                    <a:lnTo>
                      <a:pt x="1350" y="3061"/>
                    </a:lnTo>
                    <a:lnTo>
                      <a:pt x="1182" y="3252"/>
                    </a:lnTo>
                    <a:lnTo>
                      <a:pt x="1073" y="3156"/>
                    </a:lnTo>
                    <a:lnTo>
                      <a:pt x="806" y="3636"/>
                    </a:lnTo>
                    <a:lnTo>
                      <a:pt x="506" y="3898"/>
                    </a:lnTo>
                    <a:lnTo>
                      <a:pt x="387" y="4199"/>
                    </a:lnTo>
                    <a:lnTo>
                      <a:pt x="481" y="4272"/>
                    </a:lnTo>
                    <a:lnTo>
                      <a:pt x="1290" y="3995"/>
                    </a:lnTo>
                    <a:lnTo>
                      <a:pt x="1991" y="2833"/>
                    </a:lnTo>
                    <a:lnTo>
                      <a:pt x="1991" y="1821"/>
                    </a:lnTo>
                    <a:lnTo>
                      <a:pt x="1798" y="1199"/>
                    </a:lnTo>
                    <a:lnTo>
                      <a:pt x="1653" y="947"/>
                    </a:lnTo>
                    <a:lnTo>
                      <a:pt x="1521" y="828"/>
                    </a:lnTo>
                    <a:lnTo>
                      <a:pt x="1387" y="613"/>
                    </a:lnTo>
                    <a:lnTo>
                      <a:pt x="831" y="358"/>
                    </a:lnTo>
                    <a:lnTo>
                      <a:pt x="686" y="433"/>
                    </a:lnTo>
                    <a:lnTo>
                      <a:pt x="613" y="358"/>
                    </a:lnTo>
                    <a:lnTo>
                      <a:pt x="578" y="228"/>
                    </a:lnTo>
                    <a:lnTo>
                      <a:pt x="361" y="108"/>
                    </a:lnTo>
                    <a:lnTo>
                      <a:pt x="244" y="97"/>
                    </a:lnTo>
                    <a:lnTo>
                      <a:pt x="134" y="0"/>
                    </a:lnTo>
                    <a:lnTo>
                      <a:pt x="0" y="11"/>
                    </a:lnTo>
                    <a:lnTo>
                      <a:pt x="48" y="182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4" name="Freeform 58"/>
              <p:cNvSpPr>
                <a:spLocks/>
              </p:cNvSpPr>
              <p:nvPr/>
            </p:nvSpPr>
            <p:spPr bwMode="auto">
              <a:xfrm>
                <a:off x="3488" y="1747"/>
                <a:ext cx="55" cy="307"/>
              </a:xfrm>
              <a:custGeom>
                <a:avLst/>
                <a:gdLst>
                  <a:gd name="T0" fmla="*/ 0 w 434"/>
                  <a:gd name="T1" fmla="*/ 0 h 2461"/>
                  <a:gd name="T2" fmla="*/ 0 w 434"/>
                  <a:gd name="T3" fmla="*/ 0 h 2461"/>
                  <a:gd name="T4" fmla="*/ 0 w 434"/>
                  <a:gd name="T5" fmla="*/ 0 h 2461"/>
                  <a:gd name="T6" fmla="*/ 0 w 434"/>
                  <a:gd name="T7" fmla="*/ 0 h 2461"/>
                  <a:gd name="T8" fmla="*/ 0 w 434"/>
                  <a:gd name="T9" fmla="*/ 0 h 2461"/>
                  <a:gd name="T10" fmla="*/ 0 w 434"/>
                  <a:gd name="T11" fmla="*/ 0 h 2461"/>
                  <a:gd name="T12" fmla="*/ 0 w 434"/>
                  <a:gd name="T13" fmla="*/ 0 h 2461"/>
                  <a:gd name="T14" fmla="*/ 0 w 434"/>
                  <a:gd name="T15" fmla="*/ 0 h 2461"/>
                  <a:gd name="T16" fmla="*/ 0 w 434"/>
                  <a:gd name="T17" fmla="*/ 0 h 2461"/>
                  <a:gd name="T18" fmla="*/ 0 w 434"/>
                  <a:gd name="T19" fmla="*/ 0 h 2461"/>
                  <a:gd name="T20" fmla="*/ 0 w 434"/>
                  <a:gd name="T21" fmla="*/ 0 h 2461"/>
                  <a:gd name="T22" fmla="*/ 0 w 434"/>
                  <a:gd name="T23" fmla="*/ 0 h 2461"/>
                  <a:gd name="T24" fmla="*/ 0 w 434"/>
                  <a:gd name="T25" fmla="*/ 0 h 2461"/>
                  <a:gd name="T26" fmla="*/ 0 w 434"/>
                  <a:gd name="T27" fmla="*/ 0 h 2461"/>
                  <a:gd name="T28" fmla="*/ 0 w 434"/>
                  <a:gd name="T29" fmla="*/ 0 h 2461"/>
                  <a:gd name="T30" fmla="*/ 0 w 434"/>
                  <a:gd name="T31" fmla="*/ 0 h 2461"/>
                  <a:gd name="T32" fmla="*/ 0 w 434"/>
                  <a:gd name="T33" fmla="*/ 0 h 2461"/>
                  <a:gd name="T34" fmla="*/ 0 w 434"/>
                  <a:gd name="T35" fmla="*/ 0 h 2461"/>
                  <a:gd name="T36" fmla="*/ 0 w 434"/>
                  <a:gd name="T37" fmla="*/ 0 h 2461"/>
                  <a:gd name="T38" fmla="*/ 0 w 434"/>
                  <a:gd name="T39" fmla="*/ 0 h 2461"/>
                  <a:gd name="T40" fmla="*/ 0 w 434"/>
                  <a:gd name="T41" fmla="*/ 0 h 2461"/>
                  <a:gd name="T42" fmla="*/ 0 w 434"/>
                  <a:gd name="T43" fmla="*/ 0 h 2461"/>
                  <a:gd name="T44" fmla="*/ 0 w 434"/>
                  <a:gd name="T45" fmla="*/ 0 h 2461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434"/>
                  <a:gd name="T70" fmla="*/ 0 h 2461"/>
                  <a:gd name="T71" fmla="*/ 434 w 434"/>
                  <a:gd name="T72" fmla="*/ 2461 h 2461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434" h="2461">
                    <a:moveTo>
                      <a:pt x="276" y="0"/>
                    </a:moveTo>
                    <a:lnTo>
                      <a:pt x="166" y="72"/>
                    </a:lnTo>
                    <a:lnTo>
                      <a:pt x="106" y="204"/>
                    </a:lnTo>
                    <a:lnTo>
                      <a:pt x="96" y="326"/>
                    </a:lnTo>
                    <a:lnTo>
                      <a:pt x="106" y="688"/>
                    </a:lnTo>
                    <a:lnTo>
                      <a:pt x="72" y="962"/>
                    </a:lnTo>
                    <a:lnTo>
                      <a:pt x="37" y="1275"/>
                    </a:lnTo>
                    <a:lnTo>
                      <a:pt x="0" y="1504"/>
                    </a:lnTo>
                    <a:lnTo>
                      <a:pt x="0" y="1780"/>
                    </a:lnTo>
                    <a:lnTo>
                      <a:pt x="10" y="2029"/>
                    </a:lnTo>
                    <a:lnTo>
                      <a:pt x="145" y="2461"/>
                    </a:lnTo>
                    <a:lnTo>
                      <a:pt x="434" y="2391"/>
                    </a:lnTo>
                    <a:lnTo>
                      <a:pt x="311" y="1993"/>
                    </a:lnTo>
                    <a:lnTo>
                      <a:pt x="263" y="1684"/>
                    </a:lnTo>
                    <a:lnTo>
                      <a:pt x="287" y="1407"/>
                    </a:lnTo>
                    <a:lnTo>
                      <a:pt x="337" y="1130"/>
                    </a:lnTo>
                    <a:lnTo>
                      <a:pt x="397" y="879"/>
                    </a:lnTo>
                    <a:lnTo>
                      <a:pt x="397" y="734"/>
                    </a:lnTo>
                    <a:lnTo>
                      <a:pt x="360" y="602"/>
                    </a:lnTo>
                    <a:lnTo>
                      <a:pt x="311" y="519"/>
                    </a:lnTo>
                    <a:lnTo>
                      <a:pt x="325" y="194"/>
                    </a:lnTo>
                    <a:lnTo>
                      <a:pt x="337" y="12"/>
                    </a:lnTo>
                    <a:lnTo>
                      <a:pt x="276" y="0"/>
                    </a:lnTo>
                    <a:close/>
                  </a:path>
                </a:pathLst>
              </a:custGeom>
              <a:solidFill>
                <a:srgbClr val="FFE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5" name="Freeform 59"/>
              <p:cNvSpPr>
                <a:spLocks/>
              </p:cNvSpPr>
              <p:nvPr/>
            </p:nvSpPr>
            <p:spPr bwMode="auto">
              <a:xfrm>
                <a:off x="3176" y="1982"/>
                <a:ext cx="165" cy="135"/>
              </a:xfrm>
              <a:custGeom>
                <a:avLst/>
                <a:gdLst>
                  <a:gd name="T0" fmla="*/ 0 w 1314"/>
                  <a:gd name="T1" fmla="*/ 0 h 1079"/>
                  <a:gd name="T2" fmla="*/ 0 w 1314"/>
                  <a:gd name="T3" fmla="*/ 0 h 1079"/>
                  <a:gd name="T4" fmla="*/ 0 w 1314"/>
                  <a:gd name="T5" fmla="*/ 0 h 1079"/>
                  <a:gd name="T6" fmla="*/ 0 w 1314"/>
                  <a:gd name="T7" fmla="*/ 0 h 1079"/>
                  <a:gd name="T8" fmla="*/ 0 w 1314"/>
                  <a:gd name="T9" fmla="*/ 0 h 1079"/>
                  <a:gd name="T10" fmla="*/ 0 w 1314"/>
                  <a:gd name="T11" fmla="*/ 0 h 1079"/>
                  <a:gd name="T12" fmla="*/ 0 w 1314"/>
                  <a:gd name="T13" fmla="*/ 0 h 1079"/>
                  <a:gd name="T14" fmla="*/ 0 w 1314"/>
                  <a:gd name="T15" fmla="*/ 0 h 1079"/>
                  <a:gd name="T16" fmla="*/ 0 w 1314"/>
                  <a:gd name="T17" fmla="*/ 0 h 1079"/>
                  <a:gd name="T18" fmla="*/ 0 w 1314"/>
                  <a:gd name="T19" fmla="*/ 0 h 1079"/>
                  <a:gd name="T20" fmla="*/ 0 w 1314"/>
                  <a:gd name="T21" fmla="*/ 0 h 1079"/>
                  <a:gd name="T22" fmla="*/ 0 w 1314"/>
                  <a:gd name="T23" fmla="*/ 0 h 1079"/>
                  <a:gd name="T24" fmla="*/ 0 w 1314"/>
                  <a:gd name="T25" fmla="*/ 0 h 1079"/>
                  <a:gd name="T26" fmla="*/ 0 w 1314"/>
                  <a:gd name="T27" fmla="*/ 0 h 1079"/>
                  <a:gd name="T28" fmla="*/ 0 w 1314"/>
                  <a:gd name="T29" fmla="*/ 0 h 1079"/>
                  <a:gd name="T30" fmla="*/ 0 w 1314"/>
                  <a:gd name="T31" fmla="*/ 0 h 1079"/>
                  <a:gd name="T32" fmla="*/ 0 w 1314"/>
                  <a:gd name="T33" fmla="*/ 0 h 1079"/>
                  <a:gd name="T34" fmla="*/ 0 w 1314"/>
                  <a:gd name="T35" fmla="*/ 0 h 1079"/>
                  <a:gd name="T36" fmla="*/ 0 w 1314"/>
                  <a:gd name="T37" fmla="*/ 0 h 1079"/>
                  <a:gd name="T38" fmla="*/ 0 w 1314"/>
                  <a:gd name="T39" fmla="*/ 0 h 1079"/>
                  <a:gd name="T40" fmla="*/ 0 w 1314"/>
                  <a:gd name="T41" fmla="*/ 0 h 1079"/>
                  <a:gd name="T42" fmla="*/ 0 w 1314"/>
                  <a:gd name="T43" fmla="*/ 0 h 1079"/>
                  <a:gd name="T44" fmla="*/ 0 w 1314"/>
                  <a:gd name="T45" fmla="*/ 0 h 1079"/>
                  <a:gd name="T46" fmla="*/ 0 w 1314"/>
                  <a:gd name="T47" fmla="*/ 0 h 1079"/>
                  <a:gd name="T48" fmla="*/ 0 w 1314"/>
                  <a:gd name="T49" fmla="*/ 0 h 1079"/>
                  <a:gd name="T50" fmla="*/ 0 w 1314"/>
                  <a:gd name="T51" fmla="*/ 0 h 1079"/>
                  <a:gd name="T52" fmla="*/ 0 w 1314"/>
                  <a:gd name="T53" fmla="*/ 0 h 1079"/>
                  <a:gd name="T54" fmla="*/ 0 w 1314"/>
                  <a:gd name="T55" fmla="*/ 0 h 1079"/>
                  <a:gd name="T56" fmla="*/ 0 w 1314"/>
                  <a:gd name="T57" fmla="*/ 0 h 1079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1314"/>
                  <a:gd name="T88" fmla="*/ 0 h 1079"/>
                  <a:gd name="T89" fmla="*/ 1314 w 1314"/>
                  <a:gd name="T90" fmla="*/ 1079 h 1079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1314" h="1079">
                    <a:moveTo>
                      <a:pt x="374" y="0"/>
                    </a:moveTo>
                    <a:lnTo>
                      <a:pt x="300" y="35"/>
                    </a:lnTo>
                    <a:lnTo>
                      <a:pt x="300" y="97"/>
                    </a:lnTo>
                    <a:lnTo>
                      <a:pt x="194" y="143"/>
                    </a:lnTo>
                    <a:lnTo>
                      <a:pt x="167" y="192"/>
                    </a:lnTo>
                    <a:lnTo>
                      <a:pt x="129" y="335"/>
                    </a:lnTo>
                    <a:lnTo>
                      <a:pt x="24" y="395"/>
                    </a:lnTo>
                    <a:lnTo>
                      <a:pt x="0" y="613"/>
                    </a:lnTo>
                    <a:lnTo>
                      <a:pt x="59" y="830"/>
                    </a:lnTo>
                    <a:lnTo>
                      <a:pt x="290" y="934"/>
                    </a:lnTo>
                    <a:lnTo>
                      <a:pt x="662" y="1056"/>
                    </a:lnTo>
                    <a:lnTo>
                      <a:pt x="938" y="1068"/>
                    </a:lnTo>
                    <a:lnTo>
                      <a:pt x="1241" y="1079"/>
                    </a:lnTo>
                    <a:lnTo>
                      <a:pt x="1217" y="925"/>
                    </a:lnTo>
                    <a:lnTo>
                      <a:pt x="1217" y="817"/>
                    </a:lnTo>
                    <a:lnTo>
                      <a:pt x="1229" y="699"/>
                    </a:lnTo>
                    <a:lnTo>
                      <a:pt x="1314" y="529"/>
                    </a:lnTo>
                    <a:lnTo>
                      <a:pt x="1229" y="480"/>
                    </a:lnTo>
                    <a:lnTo>
                      <a:pt x="1156" y="408"/>
                    </a:lnTo>
                    <a:lnTo>
                      <a:pt x="1096" y="309"/>
                    </a:lnTo>
                    <a:lnTo>
                      <a:pt x="1024" y="226"/>
                    </a:lnTo>
                    <a:lnTo>
                      <a:pt x="950" y="167"/>
                    </a:lnTo>
                    <a:lnTo>
                      <a:pt x="879" y="143"/>
                    </a:lnTo>
                    <a:lnTo>
                      <a:pt x="769" y="167"/>
                    </a:lnTo>
                    <a:lnTo>
                      <a:pt x="637" y="204"/>
                    </a:lnTo>
                    <a:lnTo>
                      <a:pt x="588" y="180"/>
                    </a:lnTo>
                    <a:lnTo>
                      <a:pt x="528" y="59"/>
                    </a:lnTo>
                    <a:lnTo>
                      <a:pt x="470" y="26"/>
                    </a:lnTo>
                    <a:lnTo>
                      <a:pt x="374" y="0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6" name="Freeform 60"/>
              <p:cNvSpPr>
                <a:spLocks/>
              </p:cNvSpPr>
              <p:nvPr/>
            </p:nvSpPr>
            <p:spPr bwMode="auto">
              <a:xfrm>
                <a:off x="3400" y="1482"/>
                <a:ext cx="226" cy="269"/>
              </a:xfrm>
              <a:custGeom>
                <a:avLst/>
                <a:gdLst>
                  <a:gd name="T0" fmla="*/ 0 w 1808"/>
                  <a:gd name="T1" fmla="*/ 0 h 2151"/>
                  <a:gd name="T2" fmla="*/ 0 w 1808"/>
                  <a:gd name="T3" fmla="*/ 0 h 2151"/>
                  <a:gd name="T4" fmla="*/ 0 w 1808"/>
                  <a:gd name="T5" fmla="*/ 0 h 2151"/>
                  <a:gd name="T6" fmla="*/ 0 w 1808"/>
                  <a:gd name="T7" fmla="*/ 0 h 2151"/>
                  <a:gd name="T8" fmla="*/ 0 w 1808"/>
                  <a:gd name="T9" fmla="*/ 0 h 2151"/>
                  <a:gd name="T10" fmla="*/ 0 w 1808"/>
                  <a:gd name="T11" fmla="*/ 0 h 2151"/>
                  <a:gd name="T12" fmla="*/ 0 w 1808"/>
                  <a:gd name="T13" fmla="*/ 0 h 2151"/>
                  <a:gd name="T14" fmla="*/ 0 w 1808"/>
                  <a:gd name="T15" fmla="*/ 0 h 2151"/>
                  <a:gd name="T16" fmla="*/ 0 w 1808"/>
                  <a:gd name="T17" fmla="*/ 0 h 2151"/>
                  <a:gd name="T18" fmla="*/ 0 w 1808"/>
                  <a:gd name="T19" fmla="*/ 0 h 2151"/>
                  <a:gd name="T20" fmla="*/ 0 w 1808"/>
                  <a:gd name="T21" fmla="*/ 0 h 2151"/>
                  <a:gd name="T22" fmla="*/ 0 w 1808"/>
                  <a:gd name="T23" fmla="*/ 0 h 2151"/>
                  <a:gd name="T24" fmla="*/ 0 w 1808"/>
                  <a:gd name="T25" fmla="*/ 0 h 2151"/>
                  <a:gd name="T26" fmla="*/ 0 w 1808"/>
                  <a:gd name="T27" fmla="*/ 0 h 2151"/>
                  <a:gd name="T28" fmla="*/ 0 w 1808"/>
                  <a:gd name="T29" fmla="*/ 0 h 2151"/>
                  <a:gd name="T30" fmla="*/ 0 w 1808"/>
                  <a:gd name="T31" fmla="*/ 0 h 2151"/>
                  <a:gd name="T32" fmla="*/ 0 w 1808"/>
                  <a:gd name="T33" fmla="*/ 0 h 2151"/>
                  <a:gd name="T34" fmla="*/ 0 w 1808"/>
                  <a:gd name="T35" fmla="*/ 0 h 2151"/>
                  <a:gd name="T36" fmla="*/ 0 w 1808"/>
                  <a:gd name="T37" fmla="*/ 0 h 2151"/>
                  <a:gd name="T38" fmla="*/ 0 w 1808"/>
                  <a:gd name="T39" fmla="*/ 0 h 2151"/>
                  <a:gd name="T40" fmla="*/ 0 w 1808"/>
                  <a:gd name="T41" fmla="*/ 0 h 2151"/>
                  <a:gd name="T42" fmla="*/ 0 w 1808"/>
                  <a:gd name="T43" fmla="*/ 0 h 2151"/>
                  <a:gd name="T44" fmla="*/ 0 w 1808"/>
                  <a:gd name="T45" fmla="*/ 0 h 2151"/>
                  <a:gd name="T46" fmla="*/ 0 w 1808"/>
                  <a:gd name="T47" fmla="*/ 0 h 2151"/>
                  <a:gd name="T48" fmla="*/ 0 w 1808"/>
                  <a:gd name="T49" fmla="*/ 0 h 2151"/>
                  <a:gd name="T50" fmla="*/ 0 w 1808"/>
                  <a:gd name="T51" fmla="*/ 0 h 2151"/>
                  <a:gd name="T52" fmla="*/ 0 w 1808"/>
                  <a:gd name="T53" fmla="*/ 0 h 2151"/>
                  <a:gd name="T54" fmla="*/ 0 w 1808"/>
                  <a:gd name="T55" fmla="*/ 0 h 2151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808"/>
                  <a:gd name="T85" fmla="*/ 0 h 2151"/>
                  <a:gd name="T86" fmla="*/ 1808 w 1808"/>
                  <a:gd name="T87" fmla="*/ 2151 h 2151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808" h="2151">
                    <a:moveTo>
                      <a:pt x="1784" y="591"/>
                    </a:moveTo>
                    <a:lnTo>
                      <a:pt x="1808" y="681"/>
                    </a:lnTo>
                    <a:lnTo>
                      <a:pt x="1803" y="758"/>
                    </a:lnTo>
                    <a:lnTo>
                      <a:pt x="1773" y="877"/>
                    </a:lnTo>
                    <a:lnTo>
                      <a:pt x="1698" y="1052"/>
                    </a:lnTo>
                    <a:lnTo>
                      <a:pt x="1573" y="1178"/>
                    </a:lnTo>
                    <a:lnTo>
                      <a:pt x="1459" y="1701"/>
                    </a:lnTo>
                    <a:lnTo>
                      <a:pt x="1289" y="1884"/>
                    </a:lnTo>
                    <a:lnTo>
                      <a:pt x="1164" y="2022"/>
                    </a:lnTo>
                    <a:lnTo>
                      <a:pt x="1091" y="2133"/>
                    </a:lnTo>
                    <a:lnTo>
                      <a:pt x="1045" y="2151"/>
                    </a:lnTo>
                    <a:lnTo>
                      <a:pt x="835" y="1868"/>
                    </a:lnTo>
                    <a:lnTo>
                      <a:pt x="657" y="1890"/>
                    </a:lnTo>
                    <a:lnTo>
                      <a:pt x="569" y="1890"/>
                    </a:lnTo>
                    <a:lnTo>
                      <a:pt x="512" y="1852"/>
                    </a:lnTo>
                    <a:lnTo>
                      <a:pt x="477" y="1791"/>
                    </a:lnTo>
                    <a:lnTo>
                      <a:pt x="429" y="1628"/>
                    </a:lnTo>
                    <a:lnTo>
                      <a:pt x="289" y="1351"/>
                    </a:lnTo>
                    <a:lnTo>
                      <a:pt x="141" y="1169"/>
                    </a:lnTo>
                    <a:lnTo>
                      <a:pt x="107" y="1022"/>
                    </a:lnTo>
                    <a:lnTo>
                      <a:pt x="76" y="872"/>
                    </a:lnTo>
                    <a:lnTo>
                      <a:pt x="28" y="653"/>
                    </a:lnTo>
                    <a:lnTo>
                      <a:pt x="0" y="353"/>
                    </a:lnTo>
                    <a:lnTo>
                      <a:pt x="24" y="208"/>
                    </a:lnTo>
                    <a:lnTo>
                      <a:pt x="76" y="99"/>
                    </a:lnTo>
                    <a:lnTo>
                      <a:pt x="1324" y="0"/>
                    </a:lnTo>
                    <a:lnTo>
                      <a:pt x="1698" y="433"/>
                    </a:lnTo>
                    <a:lnTo>
                      <a:pt x="1784" y="591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7" name="Freeform 61"/>
              <p:cNvSpPr>
                <a:spLocks/>
              </p:cNvSpPr>
              <p:nvPr/>
            </p:nvSpPr>
            <p:spPr bwMode="auto">
              <a:xfrm>
                <a:off x="3421" y="1586"/>
                <a:ext cx="19" cy="14"/>
              </a:xfrm>
              <a:custGeom>
                <a:avLst/>
                <a:gdLst>
                  <a:gd name="T0" fmla="*/ 0 w 152"/>
                  <a:gd name="T1" fmla="*/ 0 h 113"/>
                  <a:gd name="T2" fmla="*/ 0 w 152"/>
                  <a:gd name="T3" fmla="*/ 0 h 113"/>
                  <a:gd name="T4" fmla="*/ 0 w 152"/>
                  <a:gd name="T5" fmla="*/ 0 h 113"/>
                  <a:gd name="T6" fmla="*/ 0 w 152"/>
                  <a:gd name="T7" fmla="*/ 0 h 113"/>
                  <a:gd name="T8" fmla="*/ 0 w 152"/>
                  <a:gd name="T9" fmla="*/ 0 h 113"/>
                  <a:gd name="T10" fmla="*/ 0 w 152"/>
                  <a:gd name="T11" fmla="*/ 0 h 1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2"/>
                  <a:gd name="T19" fmla="*/ 0 h 113"/>
                  <a:gd name="T20" fmla="*/ 152 w 152"/>
                  <a:gd name="T21" fmla="*/ 113 h 11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2" h="113">
                    <a:moveTo>
                      <a:pt x="0" y="83"/>
                    </a:moveTo>
                    <a:lnTo>
                      <a:pt x="49" y="113"/>
                    </a:lnTo>
                    <a:lnTo>
                      <a:pt x="152" y="79"/>
                    </a:lnTo>
                    <a:lnTo>
                      <a:pt x="152" y="0"/>
                    </a:lnTo>
                    <a:lnTo>
                      <a:pt x="33" y="16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8" name="Freeform 62"/>
              <p:cNvSpPr>
                <a:spLocks/>
              </p:cNvSpPr>
              <p:nvPr/>
            </p:nvSpPr>
            <p:spPr bwMode="auto">
              <a:xfrm>
                <a:off x="3491" y="1572"/>
                <a:ext cx="28" cy="10"/>
              </a:xfrm>
              <a:custGeom>
                <a:avLst/>
                <a:gdLst>
                  <a:gd name="T0" fmla="*/ 0 w 231"/>
                  <a:gd name="T1" fmla="*/ 0 h 83"/>
                  <a:gd name="T2" fmla="*/ 0 w 231"/>
                  <a:gd name="T3" fmla="*/ 0 h 83"/>
                  <a:gd name="T4" fmla="*/ 0 w 231"/>
                  <a:gd name="T5" fmla="*/ 0 h 83"/>
                  <a:gd name="T6" fmla="*/ 0 w 231"/>
                  <a:gd name="T7" fmla="*/ 0 h 83"/>
                  <a:gd name="T8" fmla="*/ 0 w 231"/>
                  <a:gd name="T9" fmla="*/ 0 h 83"/>
                  <a:gd name="T10" fmla="*/ 0 w 231"/>
                  <a:gd name="T11" fmla="*/ 0 h 8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1"/>
                  <a:gd name="T19" fmla="*/ 0 h 83"/>
                  <a:gd name="T20" fmla="*/ 231 w 231"/>
                  <a:gd name="T21" fmla="*/ 83 h 8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1" h="83">
                    <a:moveTo>
                      <a:pt x="27" y="83"/>
                    </a:moveTo>
                    <a:lnTo>
                      <a:pt x="130" y="74"/>
                    </a:lnTo>
                    <a:lnTo>
                      <a:pt x="231" y="47"/>
                    </a:lnTo>
                    <a:lnTo>
                      <a:pt x="104" y="0"/>
                    </a:lnTo>
                    <a:lnTo>
                      <a:pt x="0" y="0"/>
                    </a:lnTo>
                    <a:lnTo>
                      <a:pt x="27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9" name="Freeform 63"/>
              <p:cNvSpPr>
                <a:spLocks/>
              </p:cNvSpPr>
              <p:nvPr/>
            </p:nvSpPr>
            <p:spPr bwMode="auto">
              <a:xfrm>
                <a:off x="3401" y="1446"/>
                <a:ext cx="181" cy="56"/>
              </a:xfrm>
              <a:custGeom>
                <a:avLst/>
                <a:gdLst>
                  <a:gd name="T0" fmla="*/ 0 w 1451"/>
                  <a:gd name="T1" fmla="*/ 0 h 452"/>
                  <a:gd name="T2" fmla="*/ 0 w 1451"/>
                  <a:gd name="T3" fmla="*/ 0 h 452"/>
                  <a:gd name="T4" fmla="*/ 0 w 1451"/>
                  <a:gd name="T5" fmla="*/ 0 h 452"/>
                  <a:gd name="T6" fmla="*/ 0 w 1451"/>
                  <a:gd name="T7" fmla="*/ 0 h 452"/>
                  <a:gd name="T8" fmla="*/ 0 w 1451"/>
                  <a:gd name="T9" fmla="*/ 0 h 452"/>
                  <a:gd name="T10" fmla="*/ 0 w 1451"/>
                  <a:gd name="T11" fmla="*/ 0 h 452"/>
                  <a:gd name="T12" fmla="*/ 0 w 1451"/>
                  <a:gd name="T13" fmla="*/ 0 h 452"/>
                  <a:gd name="T14" fmla="*/ 0 w 1451"/>
                  <a:gd name="T15" fmla="*/ 0 h 452"/>
                  <a:gd name="T16" fmla="*/ 0 w 1451"/>
                  <a:gd name="T17" fmla="*/ 0 h 452"/>
                  <a:gd name="T18" fmla="*/ 0 w 1451"/>
                  <a:gd name="T19" fmla="*/ 0 h 452"/>
                  <a:gd name="T20" fmla="*/ 0 w 1451"/>
                  <a:gd name="T21" fmla="*/ 0 h 452"/>
                  <a:gd name="T22" fmla="*/ 0 w 1451"/>
                  <a:gd name="T23" fmla="*/ 0 h 452"/>
                  <a:gd name="T24" fmla="*/ 0 w 1451"/>
                  <a:gd name="T25" fmla="*/ 0 h 452"/>
                  <a:gd name="T26" fmla="*/ 0 w 1451"/>
                  <a:gd name="T27" fmla="*/ 0 h 452"/>
                  <a:gd name="T28" fmla="*/ 0 w 1451"/>
                  <a:gd name="T29" fmla="*/ 0 h 452"/>
                  <a:gd name="T30" fmla="*/ 0 w 1451"/>
                  <a:gd name="T31" fmla="*/ 0 h 45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451"/>
                  <a:gd name="T49" fmla="*/ 0 h 452"/>
                  <a:gd name="T50" fmla="*/ 1451 w 1451"/>
                  <a:gd name="T51" fmla="*/ 452 h 452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451" h="452">
                    <a:moveTo>
                      <a:pt x="110" y="41"/>
                    </a:moveTo>
                    <a:lnTo>
                      <a:pt x="237" y="0"/>
                    </a:lnTo>
                    <a:lnTo>
                      <a:pt x="603" y="0"/>
                    </a:lnTo>
                    <a:lnTo>
                      <a:pt x="1255" y="165"/>
                    </a:lnTo>
                    <a:lnTo>
                      <a:pt x="1451" y="391"/>
                    </a:lnTo>
                    <a:lnTo>
                      <a:pt x="1134" y="318"/>
                    </a:lnTo>
                    <a:lnTo>
                      <a:pt x="981" y="360"/>
                    </a:lnTo>
                    <a:lnTo>
                      <a:pt x="846" y="424"/>
                    </a:lnTo>
                    <a:lnTo>
                      <a:pt x="647" y="452"/>
                    </a:lnTo>
                    <a:lnTo>
                      <a:pt x="426" y="444"/>
                    </a:lnTo>
                    <a:lnTo>
                      <a:pt x="218" y="391"/>
                    </a:lnTo>
                    <a:lnTo>
                      <a:pt x="68" y="318"/>
                    </a:lnTo>
                    <a:lnTo>
                      <a:pt x="16" y="251"/>
                    </a:lnTo>
                    <a:lnTo>
                      <a:pt x="0" y="186"/>
                    </a:lnTo>
                    <a:lnTo>
                      <a:pt x="4" y="129"/>
                    </a:lnTo>
                    <a:lnTo>
                      <a:pt x="110" y="41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0" name="Freeform 64"/>
              <p:cNvSpPr>
                <a:spLocks/>
              </p:cNvSpPr>
              <p:nvPr/>
            </p:nvSpPr>
            <p:spPr bwMode="auto">
              <a:xfrm>
                <a:off x="3542" y="1498"/>
                <a:ext cx="88" cy="78"/>
              </a:xfrm>
              <a:custGeom>
                <a:avLst/>
                <a:gdLst>
                  <a:gd name="T0" fmla="*/ 0 w 700"/>
                  <a:gd name="T1" fmla="*/ 0 h 629"/>
                  <a:gd name="T2" fmla="*/ 0 w 700"/>
                  <a:gd name="T3" fmla="*/ 0 h 629"/>
                  <a:gd name="T4" fmla="*/ 0 w 700"/>
                  <a:gd name="T5" fmla="*/ 0 h 629"/>
                  <a:gd name="T6" fmla="*/ 0 w 700"/>
                  <a:gd name="T7" fmla="*/ 0 h 629"/>
                  <a:gd name="T8" fmla="*/ 0 w 700"/>
                  <a:gd name="T9" fmla="*/ 0 h 629"/>
                  <a:gd name="T10" fmla="*/ 0 w 700"/>
                  <a:gd name="T11" fmla="*/ 0 h 629"/>
                  <a:gd name="T12" fmla="*/ 0 w 700"/>
                  <a:gd name="T13" fmla="*/ 0 h 629"/>
                  <a:gd name="T14" fmla="*/ 0 w 700"/>
                  <a:gd name="T15" fmla="*/ 0 h 629"/>
                  <a:gd name="T16" fmla="*/ 0 w 700"/>
                  <a:gd name="T17" fmla="*/ 0 h 629"/>
                  <a:gd name="T18" fmla="*/ 0 w 700"/>
                  <a:gd name="T19" fmla="*/ 0 h 629"/>
                  <a:gd name="T20" fmla="*/ 0 w 700"/>
                  <a:gd name="T21" fmla="*/ 0 h 629"/>
                  <a:gd name="T22" fmla="*/ 0 w 700"/>
                  <a:gd name="T23" fmla="*/ 0 h 629"/>
                  <a:gd name="T24" fmla="*/ 0 w 700"/>
                  <a:gd name="T25" fmla="*/ 0 h 629"/>
                  <a:gd name="T26" fmla="*/ 0 w 700"/>
                  <a:gd name="T27" fmla="*/ 0 h 629"/>
                  <a:gd name="T28" fmla="*/ 0 w 700"/>
                  <a:gd name="T29" fmla="*/ 0 h 629"/>
                  <a:gd name="T30" fmla="*/ 0 w 700"/>
                  <a:gd name="T31" fmla="*/ 0 h 62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700"/>
                  <a:gd name="T49" fmla="*/ 0 h 629"/>
                  <a:gd name="T50" fmla="*/ 700 w 700"/>
                  <a:gd name="T51" fmla="*/ 629 h 62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700" h="629">
                    <a:moveTo>
                      <a:pt x="666" y="482"/>
                    </a:moveTo>
                    <a:lnTo>
                      <a:pt x="548" y="411"/>
                    </a:lnTo>
                    <a:lnTo>
                      <a:pt x="449" y="405"/>
                    </a:lnTo>
                    <a:lnTo>
                      <a:pt x="392" y="482"/>
                    </a:lnTo>
                    <a:lnTo>
                      <a:pt x="378" y="629"/>
                    </a:lnTo>
                    <a:lnTo>
                      <a:pt x="173" y="604"/>
                    </a:lnTo>
                    <a:lnTo>
                      <a:pt x="182" y="528"/>
                    </a:lnTo>
                    <a:lnTo>
                      <a:pt x="139" y="433"/>
                    </a:lnTo>
                    <a:lnTo>
                      <a:pt x="76" y="374"/>
                    </a:lnTo>
                    <a:lnTo>
                      <a:pt x="36" y="350"/>
                    </a:lnTo>
                    <a:lnTo>
                      <a:pt x="0" y="141"/>
                    </a:lnTo>
                    <a:lnTo>
                      <a:pt x="286" y="0"/>
                    </a:lnTo>
                    <a:lnTo>
                      <a:pt x="588" y="110"/>
                    </a:lnTo>
                    <a:lnTo>
                      <a:pt x="632" y="360"/>
                    </a:lnTo>
                    <a:lnTo>
                      <a:pt x="700" y="447"/>
                    </a:lnTo>
                    <a:lnTo>
                      <a:pt x="666" y="48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1" name="Freeform 65"/>
              <p:cNvSpPr>
                <a:spLocks/>
              </p:cNvSpPr>
              <p:nvPr/>
            </p:nvSpPr>
            <p:spPr bwMode="auto">
              <a:xfrm>
                <a:off x="3533" y="1483"/>
                <a:ext cx="97" cy="80"/>
              </a:xfrm>
              <a:custGeom>
                <a:avLst/>
                <a:gdLst>
                  <a:gd name="T0" fmla="*/ 0 w 775"/>
                  <a:gd name="T1" fmla="*/ 0 h 641"/>
                  <a:gd name="T2" fmla="*/ 0 w 775"/>
                  <a:gd name="T3" fmla="*/ 0 h 641"/>
                  <a:gd name="T4" fmla="*/ 0 w 775"/>
                  <a:gd name="T5" fmla="*/ 0 h 641"/>
                  <a:gd name="T6" fmla="*/ 0 w 775"/>
                  <a:gd name="T7" fmla="*/ 0 h 641"/>
                  <a:gd name="T8" fmla="*/ 0 w 775"/>
                  <a:gd name="T9" fmla="*/ 0 h 641"/>
                  <a:gd name="T10" fmla="*/ 0 w 775"/>
                  <a:gd name="T11" fmla="*/ 0 h 641"/>
                  <a:gd name="T12" fmla="*/ 0 w 775"/>
                  <a:gd name="T13" fmla="*/ 0 h 641"/>
                  <a:gd name="T14" fmla="*/ 0 w 775"/>
                  <a:gd name="T15" fmla="*/ 0 h 641"/>
                  <a:gd name="T16" fmla="*/ 0 w 775"/>
                  <a:gd name="T17" fmla="*/ 0 h 641"/>
                  <a:gd name="T18" fmla="*/ 0 w 775"/>
                  <a:gd name="T19" fmla="*/ 0 h 641"/>
                  <a:gd name="T20" fmla="*/ 0 w 775"/>
                  <a:gd name="T21" fmla="*/ 0 h 641"/>
                  <a:gd name="T22" fmla="*/ 0 w 775"/>
                  <a:gd name="T23" fmla="*/ 0 h 641"/>
                  <a:gd name="T24" fmla="*/ 0 w 775"/>
                  <a:gd name="T25" fmla="*/ 0 h 641"/>
                  <a:gd name="T26" fmla="*/ 0 w 775"/>
                  <a:gd name="T27" fmla="*/ 0 h 641"/>
                  <a:gd name="T28" fmla="*/ 0 w 775"/>
                  <a:gd name="T29" fmla="*/ 0 h 641"/>
                  <a:gd name="T30" fmla="*/ 0 w 775"/>
                  <a:gd name="T31" fmla="*/ 0 h 641"/>
                  <a:gd name="T32" fmla="*/ 0 w 775"/>
                  <a:gd name="T33" fmla="*/ 0 h 641"/>
                  <a:gd name="T34" fmla="*/ 0 w 775"/>
                  <a:gd name="T35" fmla="*/ 0 h 641"/>
                  <a:gd name="T36" fmla="*/ 0 w 775"/>
                  <a:gd name="T37" fmla="*/ 0 h 641"/>
                  <a:gd name="T38" fmla="*/ 0 w 775"/>
                  <a:gd name="T39" fmla="*/ 0 h 641"/>
                  <a:gd name="T40" fmla="*/ 0 w 775"/>
                  <a:gd name="T41" fmla="*/ 0 h 641"/>
                  <a:gd name="T42" fmla="*/ 0 w 775"/>
                  <a:gd name="T43" fmla="*/ 0 h 641"/>
                  <a:gd name="T44" fmla="*/ 0 w 775"/>
                  <a:gd name="T45" fmla="*/ 0 h 641"/>
                  <a:gd name="T46" fmla="*/ 0 w 775"/>
                  <a:gd name="T47" fmla="*/ 0 h 641"/>
                  <a:gd name="T48" fmla="*/ 0 w 775"/>
                  <a:gd name="T49" fmla="*/ 0 h 641"/>
                  <a:gd name="T50" fmla="*/ 0 w 775"/>
                  <a:gd name="T51" fmla="*/ 0 h 641"/>
                  <a:gd name="T52" fmla="*/ 0 w 775"/>
                  <a:gd name="T53" fmla="*/ 0 h 641"/>
                  <a:gd name="T54" fmla="*/ 0 w 775"/>
                  <a:gd name="T55" fmla="*/ 0 h 641"/>
                  <a:gd name="T56" fmla="*/ 0 w 775"/>
                  <a:gd name="T57" fmla="*/ 0 h 641"/>
                  <a:gd name="T58" fmla="*/ 0 w 775"/>
                  <a:gd name="T59" fmla="*/ 0 h 641"/>
                  <a:gd name="T60" fmla="*/ 0 w 775"/>
                  <a:gd name="T61" fmla="*/ 0 h 641"/>
                  <a:gd name="T62" fmla="*/ 0 w 775"/>
                  <a:gd name="T63" fmla="*/ 0 h 641"/>
                  <a:gd name="T64" fmla="*/ 0 w 775"/>
                  <a:gd name="T65" fmla="*/ 0 h 641"/>
                  <a:gd name="T66" fmla="*/ 0 w 775"/>
                  <a:gd name="T67" fmla="*/ 0 h 641"/>
                  <a:gd name="T68" fmla="*/ 0 w 775"/>
                  <a:gd name="T69" fmla="*/ 0 h 641"/>
                  <a:gd name="T70" fmla="*/ 0 w 775"/>
                  <a:gd name="T71" fmla="*/ 0 h 641"/>
                  <a:gd name="T72" fmla="*/ 0 w 775"/>
                  <a:gd name="T73" fmla="*/ 0 h 641"/>
                  <a:gd name="T74" fmla="*/ 0 w 775"/>
                  <a:gd name="T75" fmla="*/ 0 h 641"/>
                  <a:gd name="T76" fmla="*/ 0 w 775"/>
                  <a:gd name="T77" fmla="*/ 0 h 641"/>
                  <a:gd name="T78" fmla="*/ 0 w 775"/>
                  <a:gd name="T79" fmla="*/ 0 h 641"/>
                  <a:gd name="T80" fmla="*/ 0 w 775"/>
                  <a:gd name="T81" fmla="*/ 0 h 641"/>
                  <a:gd name="T82" fmla="*/ 0 w 775"/>
                  <a:gd name="T83" fmla="*/ 0 h 641"/>
                  <a:gd name="T84" fmla="*/ 0 w 775"/>
                  <a:gd name="T85" fmla="*/ 0 h 641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775"/>
                  <a:gd name="T130" fmla="*/ 0 h 641"/>
                  <a:gd name="T131" fmla="*/ 775 w 775"/>
                  <a:gd name="T132" fmla="*/ 641 h 641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775" h="641">
                    <a:moveTo>
                      <a:pt x="747" y="575"/>
                    </a:moveTo>
                    <a:lnTo>
                      <a:pt x="701" y="518"/>
                    </a:lnTo>
                    <a:lnTo>
                      <a:pt x="643" y="461"/>
                    </a:lnTo>
                    <a:lnTo>
                      <a:pt x="608" y="397"/>
                    </a:lnTo>
                    <a:lnTo>
                      <a:pt x="617" y="309"/>
                    </a:lnTo>
                    <a:lnTo>
                      <a:pt x="586" y="261"/>
                    </a:lnTo>
                    <a:lnTo>
                      <a:pt x="530" y="230"/>
                    </a:lnTo>
                    <a:lnTo>
                      <a:pt x="496" y="226"/>
                    </a:lnTo>
                    <a:lnTo>
                      <a:pt x="440" y="230"/>
                    </a:lnTo>
                    <a:lnTo>
                      <a:pt x="488" y="316"/>
                    </a:lnTo>
                    <a:lnTo>
                      <a:pt x="571" y="397"/>
                    </a:lnTo>
                    <a:lnTo>
                      <a:pt x="440" y="316"/>
                    </a:lnTo>
                    <a:lnTo>
                      <a:pt x="343" y="274"/>
                    </a:lnTo>
                    <a:lnTo>
                      <a:pt x="242" y="283"/>
                    </a:lnTo>
                    <a:lnTo>
                      <a:pt x="161" y="288"/>
                    </a:lnTo>
                    <a:lnTo>
                      <a:pt x="118" y="300"/>
                    </a:lnTo>
                    <a:lnTo>
                      <a:pt x="152" y="371"/>
                    </a:lnTo>
                    <a:lnTo>
                      <a:pt x="320" y="378"/>
                    </a:lnTo>
                    <a:lnTo>
                      <a:pt x="454" y="447"/>
                    </a:lnTo>
                    <a:lnTo>
                      <a:pt x="336" y="447"/>
                    </a:lnTo>
                    <a:lnTo>
                      <a:pt x="384" y="518"/>
                    </a:lnTo>
                    <a:lnTo>
                      <a:pt x="413" y="602"/>
                    </a:lnTo>
                    <a:lnTo>
                      <a:pt x="378" y="641"/>
                    </a:lnTo>
                    <a:lnTo>
                      <a:pt x="274" y="586"/>
                    </a:lnTo>
                    <a:lnTo>
                      <a:pt x="182" y="542"/>
                    </a:lnTo>
                    <a:lnTo>
                      <a:pt x="161" y="503"/>
                    </a:lnTo>
                    <a:lnTo>
                      <a:pt x="90" y="480"/>
                    </a:lnTo>
                    <a:lnTo>
                      <a:pt x="57" y="378"/>
                    </a:lnTo>
                    <a:lnTo>
                      <a:pt x="48" y="239"/>
                    </a:lnTo>
                    <a:lnTo>
                      <a:pt x="23" y="191"/>
                    </a:lnTo>
                    <a:lnTo>
                      <a:pt x="39" y="136"/>
                    </a:lnTo>
                    <a:lnTo>
                      <a:pt x="0" y="127"/>
                    </a:lnTo>
                    <a:lnTo>
                      <a:pt x="48" y="78"/>
                    </a:lnTo>
                    <a:lnTo>
                      <a:pt x="175" y="63"/>
                    </a:lnTo>
                    <a:lnTo>
                      <a:pt x="343" y="85"/>
                    </a:lnTo>
                    <a:lnTo>
                      <a:pt x="518" y="0"/>
                    </a:lnTo>
                    <a:lnTo>
                      <a:pt x="622" y="94"/>
                    </a:lnTo>
                    <a:lnTo>
                      <a:pt x="678" y="182"/>
                    </a:lnTo>
                    <a:lnTo>
                      <a:pt x="692" y="274"/>
                    </a:lnTo>
                    <a:lnTo>
                      <a:pt x="701" y="406"/>
                    </a:lnTo>
                    <a:lnTo>
                      <a:pt x="705" y="489"/>
                    </a:lnTo>
                    <a:lnTo>
                      <a:pt x="775" y="595"/>
                    </a:lnTo>
                    <a:lnTo>
                      <a:pt x="747" y="575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2" name="Freeform 66"/>
              <p:cNvSpPr>
                <a:spLocks/>
              </p:cNvSpPr>
              <p:nvPr/>
            </p:nvSpPr>
            <p:spPr bwMode="auto">
              <a:xfrm>
                <a:off x="2877" y="1587"/>
                <a:ext cx="540" cy="400"/>
              </a:xfrm>
              <a:custGeom>
                <a:avLst/>
                <a:gdLst>
                  <a:gd name="T0" fmla="*/ 0 w 4318"/>
                  <a:gd name="T1" fmla="*/ 0 h 3200"/>
                  <a:gd name="T2" fmla="*/ 0 w 4318"/>
                  <a:gd name="T3" fmla="*/ 0 h 3200"/>
                  <a:gd name="T4" fmla="*/ 0 w 4318"/>
                  <a:gd name="T5" fmla="*/ 0 h 3200"/>
                  <a:gd name="T6" fmla="*/ 0 w 4318"/>
                  <a:gd name="T7" fmla="*/ 0 h 3200"/>
                  <a:gd name="T8" fmla="*/ 0 w 4318"/>
                  <a:gd name="T9" fmla="*/ 0 h 3200"/>
                  <a:gd name="T10" fmla="*/ 0 w 4318"/>
                  <a:gd name="T11" fmla="*/ 0 h 3200"/>
                  <a:gd name="T12" fmla="*/ 0 w 4318"/>
                  <a:gd name="T13" fmla="*/ 0 h 3200"/>
                  <a:gd name="T14" fmla="*/ 0 w 4318"/>
                  <a:gd name="T15" fmla="*/ 0 h 3200"/>
                  <a:gd name="T16" fmla="*/ 0 w 4318"/>
                  <a:gd name="T17" fmla="*/ 0 h 3200"/>
                  <a:gd name="T18" fmla="*/ 0 w 4318"/>
                  <a:gd name="T19" fmla="*/ 0 h 3200"/>
                  <a:gd name="T20" fmla="*/ 0 w 4318"/>
                  <a:gd name="T21" fmla="*/ 0 h 3200"/>
                  <a:gd name="T22" fmla="*/ 0 w 4318"/>
                  <a:gd name="T23" fmla="*/ 0 h 3200"/>
                  <a:gd name="T24" fmla="*/ 0 w 4318"/>
                  <a:gd name="T25" fmla="*/ 0 h 3200"/>
                  <a:gd name="T26" fmla="*/ 0 w 4318"/>
                  <a:gd name="T27" fmla="*/ 0 h 3200"/>
                  <a:gd name="T28" fmla="*/ 0 w 4318"/>
                  <a:gd name="T29" fmla="*/ 0 h 3200"/>
                  <a:gd name="T30" fmla="*/ 0 w 4318"/>
                  <a:gd name="T31" fmla="*/ 0 h 3200"/>
                  <a:gd name="T32" fmla="*/ 0 w 4318"/>
                  <a:gd name="T33" fmla="*/ 0 h 3200"/>
                  <a:gd name="T34" fmla="*/ 0 w 4318"/>
                  <a:gd name="T35" fmla="*/ 0 h 3200"/>
                  <a:gd name="T36" fmla="*/ 0 w 4318"/>
                  <a:gd name="T37" fmla="*/ 0 h 3200"/>
                  <a:gd name="T38" fmla="*/ 0 w 4318"/>
                  <a:gd name="T39" fmla="*/ 0 h 3200"/>
                  <a:gd name="T40" fmla="*/ 0 w 4318"/>
                  <a:gd name="T41" fmla="*/ 0 h 3200"/>
                  <a:gd name="T42" fmla="*/ 0 w 4318"/>
                  <a:gd name="T43" fmla="*/ 0 h 3200"/>
                  <a:gd name="T44" fmla="*/ 0 w 4318"/>
                  <a:gd name="T45" fmla="*/ 0 h 3200"/>
                  <a:gd name="T46" fmla="*/ 0 w 4318"/>
                  <a:gd name="T47" fmla="*/ 0 h 3200"/>
                  <a:gd name="T48" fmla="*/ 0 w 4318"/>
                  <a:gd name="T49" fmla="*/ 0 h 3200"/>
                  <a:gd name="T50" fmla="*/ 0 w 4318"/>
                  <a:gd name="T51" fmla="*/ 0 h 3200"/>
                  <a:gd name="T52" fmla="*/ 0 w 4318"/>
                  <a:gd name="T53" fmla="*/ 0 h 3200"/>
                  <a:gd name="T54" fmla="*/ 0 w 4318"/>
                  <a:gd name="T55" fmla="*/ 0 h 3200"/>
                  <a:gd name="T56" fmla="*/ 0 w 4318"/>
                  <a:gd name="T57" fmla="*/ 0 h 3200"/>
                  <a:gd name="T58" fmla="*/ 0 w 4318"/>
                  <a:gd name="T59" fmla="*/ 0 h 3200"/>
                  <a:gd name="T60" fmla="*/ 0 w 4318"/>
                  <a:gd name="T61" fmla="*/ 0 h 3200"/>
                  <a:gd name="T62" fmla="*/ 0 w 4318"/>
                  <a:gd name="T63" fmla="*/ 0 h 3200"/>
                  <a:gd name="T64" fmla="*/ 0 w 4318"/>
                  <a:gd name="T65" fmla="*/ 0 h 3200"/>
                  <a:gd name="T66" fmla="*/ 0 w 4318"/>
                  <a:gd name="T67" fmla="*/ 0 h 3200"/>
                  <a:gd name="T68" fmla="*/ 0 w 4318"/>
                  <a:gd name="T69" fmla="*/ 0 h 3200"/>
                  <a:gd name="T70" fmla="*/ 0 w 4318"/>
                  <a:gd name="T71" fmla="*/ 0 h 3200"/>
                  <a:gd name="T72" fmla="*/ 0 w 4318"/>
                  <a:gd name="T73" fmla="*/ 0 h 3200"/>
                  <a:gd name="T74" fmla="*/ 0 w 4318"/>
                  <a:gd name="T75" fmla="*/ 0 h 3200"/>
                  <a:gd name="T76" fmla="*/ 0 w 4318"/>
                  <a:gd name="T77" fmla="*/ 0 h 3200"/>
                  <a:gd name="T78" fmla="*/ 0 w 4318"/>
                  <a:gd name="T79" fmla="*/ 0 h 3200"/>
                  <a:gd name="T80" fmla="*/ 0 w 4318"/>
                  <a:gd name="T81" fmla="*/ 0 h 3200"/>
                  <a:gd name="T82" fmla="*/ 0 w 4318"/>
                  <a:gd name="T83" fmla="*/ 0 h 3200"/>
                  <a:gd name="T84" fmla="*/ 0 w 4318"/>
                  <a:gd name="T85" fmla="*/ 0 h 3200"/>
                  <a:gd name="T86" fmla="*/ 0 w 4318"/>
                  <a:gd name="T87" fmla="*/ 0 h 3200"/>
                  <a:gd name="T88" fmla="*/ 0 w 4318"/>
                  <a:gd name="T89" fmla="*/ 0 h 3200"/>
                  <a:gd name="T90" fmla="*/ 0 w 4318"/>
                  <a:gd name="T91" fmla="*/ 0 h 3200"/>
                  <a:gd name="T92" fmla="*/ 0 w 4318"/>
                  <a:gd name="T93" fmla="*/ 0 h 3200"/>
                  <a:gd name="T94" fmla="*/ 0 w 4318"/>
                  <a:gd name="T95" fmla="*/ 0 h 3200"/>
                  <a:gd name="T96" fmla="*/ 0 w 4318"/>
                  <a:gd name="T97" fmla="*/ 0 h 3200"/>
                  <a:gd name="T98" fmla="*/ 0 w 4318"/>
                  <a:gd name="T99" fmla="*/ 0 h 3200"/>
                  <a:gd name="T100" fmla="*/ 0 w 4318"/>
                  <a:gd name="T101" fmla="*/ 0 h 3200"/>
                  <a:gd name="T102" fmla="*/ 0 w 4318"/>
                  <a:gd name="T103" fmla="*/ 0 h 3200"/>
                  <a:gd name="T104" fmla="*/ 0 w 4318"/>
                  <a:gd name="T105" fmla="*/ 0 h 320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4318"/>
                  <a:gd name="T160" fmla="*/ 0 h 3200"/>
                  <a:gd name="T161" fmla="*/ 4318 w 4318"/>
                  <a:gd name="T162" fmla="*/ 3200 h 3200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4318" h="3200">
                    <a:moveTo>
                      <a:pt x="4072" y="2092"/>
                    </a:moveTo>
                    <a:lnTo>
                      <a:pt x="4095" y="1897"/>
                    </a:lnTo>
                    <a:lnTo>
                      <a:pt x="4208" y="1706"/>
                    </a:lnTo>
                    <a:lnTo>
                      <a:pt x="4318" y="1345"/>
                    </a:lnTo>
                    <a:lnTo>
                      <a:pt x="4249" y="1246"/>
                    </a:lnTo>
                    <a:lnTo>
                      <a:pt x="4090" y="1246"/>
                    </a:lnTo>
                    <a:lnTo>
                      <a:pt x="3986" y="1086"/>
                    </a:lnTo>
                    <a:lnTo>
                      <a:pt x="3929" y="1035"/>
                    </a:lnTo>
                    <a:lnTo>
                      <a:pt x="3909" y="1035"/>
                    </a:lnTo>
                    <a:lnTo>
                      <a:pt x="3808" y="1057"/>
                    </a:lnTo>
                    <a:lnTo>
                      <a:pt x="3498" y="561"/>
                    </a:lnTo>
                    <a:lnTo>
                      <a:pt x="3329" y="459"/>
                    </a:lnTo>
                    <a:lnTo>
                      <a:pt x="3087" y="139"/>
                    </a:lnTo>
                    <a:lnTo>
                      <a:pt x="2935" y="99"/>
                    </a:lnTo>
                    <a:lnTo>
                      <a:pt x="2834" y="132"/>
                    </a:lnTo>
                    <a:lnTo>
                      <a:pt x="2723" y="113"/>
                    </a:lnTo>
                    <a:lnTo>
                      <a:pt x="2615" y="148"/>
                    </a:lnTo>
                    <a:lnTo>
                      <a:pt x="2327" y="180"/>
                    </a:lnTo>
                    <a:lnTo>
                      <a:pt x="2237" y="148"/>
                    </a:lnTo>
                    <a:lnTo>
                      <a:pt x="2126" y="189"/>
                    </a:lnTo>
                    <a:lnTo>
                      <a:pt x="2057" y="113"/>
                    </a:lnTo>
                    <a:lnTo>
                      <a:pt x="1973" y="31"/>
                    </a:lnTo>
                    <a:lnTo>
                      <a:pt x="1914" y="0"/>
                    </a:lnTo>
                    <a:lnTo>
                      <a:pt x="1232" y="249"/>
                    </a:lnTo>
                    <a:lnTo>
                      <a:pt x="1171" y="420"/>
                    </a:lnTo>
                    <a:lnTo>
                      <a:pt x="853" y="589"/>
                    </a:lnTo>
                    <a:lnTo>
                      <a:pt x="632" y="627"/>
                    </a:lnTo>
                    <a:lnTo>
                      <a:pt x="441" y="807"/>
                    </a:lnTo>
                    <a:lnTo>
                      <a:pt x="413" y="910"/>
                    </a:lnTo>
                    <a:lnTo>
                      <a:pt x="371" y="1015"/>
                    </a:lnTo>
                    <a:lnTo>
                      <a:pt x="259" y="1356"/>
                    </a:lnTo>
                    <a:lnTo>
                      <a:pt x="210" y="1624"/>
                    </a:lnTo>
                    <a:lnTo>
                      <a:pt x="270" y="1854"/>
                    </a:lnTo>
                    <a:lnTo>
                      <a:pt x="180" y="2075"/>
                    </a:lnTo>
                    <a:lnTo>
                      <a:pt x="90" y="2103"/>
                    </a:lnTo>
                    <a:lnTo>
                      <a:pt x="0" y="2193"/>
                    </a:lnTo>
                    <a:lnTo>
                      <a:pt x="191" y="2792"/>
                    </a:lnTo>
                    <a:lnTo>
                      <a:pt x="399" y="2861"/>
                    </a:lnTo>
                    <a:lnTo>
                      <a:pt x="761" y="2613"/>
                    </a:lnTo>
                    <a:lnTo>
                      <a:pt x="1042" y="1945"/>
                    </a:lnTo>
                    <a:lnTo>
                      <a:pt x="1211" y="2262"/>
                    </a:lnTo>
                    <a:lnTo>
                      <a:pt x="1303" y="2771"/>
                    </a:lnTo>
                    <a:lnTo>
                      <a:pt x="1232" y="2903"/>
                    </a:lnTo>
                    <a:lnTo>
                      <a:pt x="1204" y="3129"/>
                    </a:lnTo>
                    <a:lnTo>
                      <a:pt x="1261" y="3200"/>
                    </a:lnTo>
                    <a:lnTo>
                      <a:pt x="3408" y="2892"/>
                    </a:lnTo>
                    <a:lnTo>
                      <a:pt x="3355" y="1517"/>
                    </a:lnTo>
                    <a:lnTo>
                      <a:pt x="3569" y="1695"/>
                    </a:lnTo>
                    <a:lnTo>
                      <a:pt x="3707" y="1714"/>
                    </a:lnTo>
                    <a:lnTo>
                      <a:pt x="3777" y="1846"/>
                    </a:lnTo>
                    <a:lnTo>
                      <a:pt x="3938" y="1854"/>
                    </a:lnTo>
                    <a:lnTo>
                      <a:pt x="4028" y="1994"/>
                    </a:lnTo>
                    <a:lnTo>
                      <a:pt x="4072" y="20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3" name="Freeform 67"/>
              <p:cNvSpPr>
                <a:spLocks/>
              </p:cNvSpPr>
              <p:nvPr/>
            </p:nvSpPr>
            <p:spPr bwMode="auto">
              <a:xfrm>
                <a:off x="3154" y="1939"/>
                <a:ext cx="50" cy="35"/>
              </a:xfrm>
              <a:custGeom>
                <a:avLst/>
                <a:gdLst>
                  <a:gd name="T0" fmla="*/ 0 w 400"/>
                  <a:gd name="T1" fmla="*/ 0 h 279"/>
                  <a:gd name="T2" fmla="*/ 0 w 400"/>
                  <a:gd name="T3" fmla="*/ 0 h 279"/>
                  <a:gd name="T4" fmla="*/ 0 w 400"/>
                  <a:gd name="T5" fmla="*/ 0 h 279"/>
                  <a:gd name="T6" fmla="*/ 0 w 400"/>
                  <a:gd name="T7" fmla="*/ 0 h 279"/>
                  <a:gd name="T8" fmla="*/ 0 w 400"/>
                  <a:gd name="T9" fmla="*/ 0 h 279"/>
                  <a:gd name="T10" fmla="*/ 0 w 400"/>
                  <a:gd name="T11" fmla="*/ 0 h 279"/>
                  <a:gd name="T12" fmla="*/ 0 w 400"/>
                  <a:gd name="T13" fmla="*/ 0 h 279"/>
                  <a:gd name="T14" fmla="*/ 0 w 400"/>
                  <a:gd name="T15" fmla="*/ 0 h 279"/>
                  <a:gd name="T16" fmla="*/ 0 w 400"/>
                  <a:gd name="T17" fmla="*/ 0 h 27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00"/>
                  <a:gd name="T28" fmla="*/ 0 h 279"/>
                  <a:gd name="T29" fmla="*/ 400 w 400"/>
                  <a:gd name="T30" fmla="*/ 279 h 27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00" h="279">
                    <a:moveTo>
                      <a:pt x="279" y="0"/>
                    </a:moveTo>
                    <a:lnTo>
                      <a:pt x="130" y="0"/>
                    </a:lnTo>
                    <a:lnTo>
                      <a:pt x="8" y="83"/>
                    </a:lnTo>
                    <a:lnTo>
                      <a:pt x="0" y="242"/>
                    </a:lnTo>
                    <a:lnTo>
                      <a:pt x="40" y="279"/>
                    </a:lnTo>
                    <a:lnTo>
                      <a:pt x="391" y="210"/>
                    </a:lnTo>
                    <a:lnTo>
                      <a:pt x="400" y="162"/>
                    </a:lnTo>
                    <a:lnTo>
                      <a:pt x="349" y="30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rgbClr val="FFE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4" name="Freeform 68"/>
              <p:cNvSpPr>
                <a:spLocks/>
              </p:cNvSpPr>
              <p:nvPr/>
            </p:nvSpPr>
            <p:spPr bwMode="auto">
              <a:xfrm>
                <a:off x="2904" y="1706"/>
                <a:ext cx="28" cy="123"/>
              </a:xfrm>
              <a:custGeom>
                <a:avLst/>
                <a:gdLst>
                  <a:gd name="T0" fmla="*/ 0 w 231"/>
                  <a:gd name="T1" fmla="*/ 0 h 977"/>
                  <a:gd name="T2" fmla="*/ 0 w 231"/>
                  <a:gd name="T3" fmla="*/ 0 h 977"/>
                  <a:gd name="T4" fmla="*/ 0 w 231"/>
                  <a:gd name="T5" fmla="*/ 0 h 977"/>
                  <a:gd name="T6" fmla="*/ 0 w 231"/>
                  <a:gd name="T7" fmla="*/ 0 h 977"/>
                  <a:gd name="T8" fmla="*/ 0 w 231"/>
                  <a:gd name="T9" fmla="*/ 0 h 977"/>
                  <a:gd name="T10" fmla="*/ 0 w 231"/>
                  <a:gd name="T11" fmla="*/ 0 h 977"/>
                  <a:gd name="T12" fmla="*/ 0 w 231"/>
                  <a:gd name="T13" fmla="*/ 0 h 977"/>
                  <a:gd name="T14" fmla="*/ 0 w 231"/>
                  <a:gd name="T15" fmla="*/ 0 h 977"/>
                  <a:gd name="T16" fmla="*/ 0 w 231"/>
                  <a:gd name="T17" fmla="*/ 0 h 977"/>
                  <a:gd name="T18" fmla="*/ 0 w 231"/>
                  <a:gd name="T19" fmla="*/ 0 h 97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31"/>
                  <a:gd name="T31" fmla="*/ 0 h 977"/>
                  <a:gd name="T32" fmla="*/ 231 w 231"/>
                  <a:gd name="T33" fmla="*/ 977 h 97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31" h="977">
                    <a:moveTo>
                      <a:pt x="183" y="0"/>
                    </a:moveTo>
                    <a:lnTo>
                      <a:pt x="183" y="283"/>
                    </a:lnTo>
                    <a:lnTo>
                      <a:pt x="231" y="659"/>
                    </a:lnTo>
                    <a:lnTo>
                      <a:pt x="90" y="648"/>
                    </a:lnTo>
                    <a:lnTo>
                      <a:pt x="210" y="856"/>
                    </a:lnTo>
                    <a:lnTo>
                      <a:pt x="148" y="977"/>
                    </a:lnTo>
                    <a:lnTo>
                      <a:pt x="0" y="687"/>
                    </a:lnTo>
                    <a:lnTo>
                      <a:pt x="0" y="560"/>
                    </a:lnTo>
                    <a:lnTo>
                      <a:pt x="130" y="129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5" name="Freeform 69"/>
              <p:cNvSpPr>
                <a:spLocks/>
              </p:cNvSpPr>
              <p:nvPr/>
            </p:nvSpPr>
            <p:spPr bwMode="auto">
              <a:xfrm>
                <a:off x="2884" y="1756"/>
                <a:ext cx="126" cy="187"/>
              </a:xfrm>
              <a:custGeom>
                <a:avLst/>
                <a:gdLst>
                  <a:gd name="T0" fmla="*/ 0 w 1008"/>
                  <a:gd name="T1" fmla="*/ 0 h 1494"/>
                  <a:gd name="T2" fmla="*/ 0 w 1008"/>
                  <a:gd name="T3" fmla="*/ 0 h 1494"/>
                  <a:gd name="T4" fmla="*/ 0 w 1008"/>
                  <a:gd name="T5" fmla="*/ 0 h 1494"/>
                  <a:gd name="T6" fmla="*/ 0 w 1008"/>
                  <a:gd name="T7" fmla="*/ 0 h 1494"/>
                  <a:gd name="T8" fmla="*/ 0 w 1008"/>
                  <a:gd name="T9" fmla="*/ 0 h 1494"/>
                  <a:gd name="T10" fmla="*/ 0 w 1008"/>
                  <a:gd name="T11" fmla="*/ 0 h 1494"/>
                  <a:gd name="T12" fmla="*/ 0 w 1008"/>
                  <a:gd name="T13" fmla="*/ 0 h 1494"/>
                  <a:gd name="T14" fmla="*/ 0 w 1008"/>
                  <a:gd name="T15" fmla="*/ 0 h 1494"/>
                  <a:gd name="T16" fmla="*/ 0 w 1008"/>
                  <a:gd name="T17" fmla="*/ 0 h 1494"/>
                  <a:gd name="T18" fmla="*/ 0 w 1008"/>
                  <a:gd name="T19" fmla="*/ 0 h 1494"/>
                  <a:gd name="T20" fmla="*/ 0 w 1008"/>
                  <a:gd name="T21" fmla="*/ 0 h 1494"/>
                  <a:gd name="T22" fmla="*/ 0 w 1008"/>
                  <a:gd name="T23" fmla="*/ 0 h 1494"/>
                  <a:gd name="T24" fmla="*/ 0 w 1008"/>
                  <a:gd name="T25" fmla="*/ 0 h 1494"/>
                  <a:gd name="T26" fmla="*/ 0 w 1008"/>
                  <a:gd name="T27" fmla="*/ 0 h 1494"/>
                  <a:gd name="T28" fmla="*/ 0 w 1008"/>
                  <a:gd name="T29" fmla="*/ 0 h 1494"/>
                  <a:gd name="T30" fmla="*/ 0 w 1008"/>
                  <a:gd name="T31" fmla="*/ 0 h 1494"/>
                  <a:gd name="T32" fmla="*/ 0 w 1008"/>
                  <a:gd name="T33" fmla="*/ 0 h 1494"/>
                  <a:gd name="T34" fmla="*/ 0 w 1008"/>
                  <a:gd name="T35" fmla="*/ 0 h 1494"/>
                  <a:gd name="T36" fmla="*/ 0 w 1008"/>
                  <a:gd name="T37" fmla="*/ 0 h 1494"/>
                  <a:gd name="T38" fmla="*/ 0 w 1008"/>
                  <a:gd name="T39" fmla="*/ 0 h 1494"/>
                  <a:gd name="T40" fmla="*/ 0 w 1008"/>
                  <a:gd name="T41" fmla="*/ 0 h 1494"/>
                  <a:gd name="T42" fmla="*/ 0 w 1008"/>
                  <a:gd name="T43" fmla="*/ 0 h 1494"/>
                  <a:gd name="T44" fmla="*/ 0 w 1008"/>
                  <a:gd name="T45" fmla="*/ 0 h 1494"/>
                  <a:gd name="T46" fmla="*/ 0 w 1008"/>
                  <a:gd name="T47" fmla="*/ 0 h 1494"/>
                  <a:gd name="T48" fmla="*/ 0 w 1008"/>
                  <a:gd name="T49" fmla="*/ 0 h 149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008"/>
                  <a:gd name="T76" fmla="*/ 0 h 1494"/>
                  <a:gd name="T77" fmla="*/ 1008 w 1008"/>
                  <a:gd name="T78" fmla="*/ 1494 h 1494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008" h="1494">
                    <a:moveTo>
                      <a:pt x="0" y="778"/>
                    </a:moveTo>
                    <a:lnTo>
                      <a:pt x="28" y="837"/>
                    </a:lnTo>
                    <a:lnTo>
                      <a:pt x="28" y="975"/>
                    </a:lnTo>
                    <a:lnTo>
                      <a:pt x="99" y="1156"/>
                    </a:lnTo>
                    <a:lnTo>
                      <a:pt x="159" y="1048"/>
                    </a:lnTo>
                    <a:lnTo>
                      <a:pt x="281" y="1305"/>
                    </a:lnTo>
                    <a:lnTo>
                      <a:pt x="120" y="1378"/>
                    </a:lnTo>
                    <a:lnTo>
                      <a:pt x="342" y="1494"/>
                    </a:lnTo>
                    <a:lnTo>
                      <a:pt x="648" y="1385"/>
                    </a:lnTo>
                    <a:lnTo>
                      <a:pt x="839" y="1057"/>
                    </a:lnTo>
                    <a:lnTo>
                      <a:pt x="883" y="820"/>
                    </a:lnTo>
                    <a:lnTo>
                      <a:pt x="911" y="589"/>
                    </a:lnTo>
                    <a:lnTo>
                      <a:pt x="1008" y="310"/>
                    </a:lnTo>
                    <a:lnTo>
                      <a:pt x="869" y="30"/>
                    </a:lnTo>
                    <a:lnTo>
                      <a:pt x="812" y="0"/>
                    </a:lnTo>
                    <a:lnTo>
                      <a:pt x="710" y="279"/>
                    </a:lnTo>
                    <a:lnTo>
                      <a:pt x="779" y="350"/>
                    </a:lnTo>
                    <a:lnTo>
                      <a:pt x="890" y="400"/>
                    </a:lnTo>
                    <a:lnTo>
                      <a:pt x="770" y="679"/>
                    </a:lnTo>
                    <a:lnTo>
                      <a:pt x="770" y="848"/>
                    </a:lnTo>
                    <a:lnTo>
                      <a:pt x="648" y="1026"/>
                    </a:lnTo>
                    <a:lnTo>
                      <a:pt x="438" y="1057"/>
                    </a:lnTo>
                    <a:lnTo>
                      <a:pt x="307" y="589"/>
                    </a:lnTo>
                    <a:lnTo>
                      <a:pt x="69" y="736"/>
                    </a:lnTo>
                    <a:lnTo>
                      <a:pt x="0" y="778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6" name="Freeform 70"/>
              <p:cNvSpPr>
                <a:spLocks/>
              </p:cNvSpPr>
              <p:nvPr/>
            </p:nvSpPr>
            <p:spPr bwMode="auto">
              <a:xfrm>
                <a:off x="3001" y="1646"/>
                <a:ext cx="295" cy="343"/>
              </a:xfrm>
              <a:custGeom>
                <a:avLst/>
                <a:gdLst>
                  <a:gd name="T0" fmla="*/ 0 w 2355"/>
                  <a:gd name="T1" fmla="*/ 0 h 2742"/>
                  <a:gd name="T2" fmla="*/ 0 w 2355"/>
                  <a:gd name="T3" fmla="*/ 0 h 2742"/>
                  <a:gd name="T4" fmla="*/ 0 w 2355"/>
                  <a:gd name="T5" fmla="*/ 0 h 2742"/>
                  <a:gd name="T6" fmla="*/ 0 w 2355"/>
                  <a:gd name="T7" fmla="*/ 0 h 2742"/>
                  <a:gd name="T8" fmla="*/ 0 w 2355"/>
                  <a:gd name="T9" fmla="*/ 0 h 2742"/>
                  <a:gd name="T10" fmla="*/ 0 w 2355"/>
                  <a:gd name="T11" fmla="*/ 0 h 2742"/>
                  <a:gd name="T12" fmla="*/ 0 w 2355"/>
                  <a:gd name="T13" fmla="*/ 0 h 2742"/>
                  <a:gd name="T14" fmla="*/ 0 w 2355"/>
                  <a:gd name="T15" fmla="*/ 0 h 2742"/>
                  <a:gd name="T16" fmla="*/ 0 w 2355"/>
                  <a:gd name="T17" fmla="*/ 0 h 2742"/>
                  <a:gd name="T18" fmla="*/ 0 w 2355"/>
                  <a:gd name="T19" fmla="*/ 0 h 2742"/>
                  <a:gd name="T20" fmla="*/ 0 w 2355"/>
                  <a:gd name="T21" fmla="*/ 0 h 2742"/>
                  <a:gd name="T22" fmla="*/ 0 w 2355"/>
                  <a:gd name="T23" fmla="*/ 0 h 2742"/>
                  <a:gd name="T24" fmla="*/ 0 w 2355"/>
                  <a:gd name="T25" fmla="*/ 0 h 2742"/>
                  <a:gd name="T26" fmla="*/ 0 w 2355"/>
                  <a:gd name="T27" fmla="*/ 0 h 2742"/>
                  <a:gd name="T28" fmla="*/ 0 w 2355"/>
                  <a:gd name="T29" fmla="*/ 0 h 2742"/>
                  <a:gd name="T30" fmla="*/ 0 w 2355"/>
                  <a:gd name="T31" fmla="*/ 0 h 2742"/>
                  <a:gd name="T32" fmla="*/ 0 w 2355"/>
                  <a:gd name="T33" fmla="*/ 0 h 2742"/>
                  <a:gd name="T34" fmla="*/ 0 w 2355"/>
                  <a:gd name="T35" fmla="*/ 0 h 2742"/>
                  <a:gd name="T36" fmla="*/ 0 w 2355"/>
                  <a:gd name="T37" fmla="*/ 0 h 2742"/>
                  <a:gd name="T38" fmla="*/ 0 w 2355"/>
                  <a:gd name="T39" fmla="*/ 0 h 2742"/>
                  <a:gd name="T40" fmla="*/ 0 w 2355"/>
                  <a:gd name="T41" fmla="*/ 0 h 2742"/>
                  <a:gd name="T42" fmla="*/ 0 w 2355"/>
                  <a:gd name="T43" fmla="*/ 0 h 2742"/>
                  <a:gd name="T44" fmla="*/ 0 w 2355"/>
                  <a:gd name="T45" fmla="*/ 0 h 2742"/>
                  <a:gd name="T46" fmla="*/ 0 w 2355"/>
                  <a:gd name="T47" fmla="*/ 0 h 2742"/>
                  <a:gd name="T48" fmla="*/ 0 w 2355"/>
                  <a:gd name="T49" fmla="*/ 0 h 2742"/>
                  <a:gd name="T50" fmla="*/ 0 w 2355"/>
                  <a:gd name="T51" fmla="*/ 0 h 2742"/>
                  <a:gd name="T52" fmla="*/ 0 w 2355"/>
                  <a:gd name="T53" fmla="*/ 0 h 2742"/>
                  <a:gd name="T54" fmla="*/ 0 w 2355"/>
                  <a:gd name="T55" fmla="*/ 0 h 2742"/>
                  <a:gd name="T56" fmla="*/ 0 w 2355"/>
                  <a:gd name="T57" fmla="*/ 0 h 2742"/>
                  <a:gd name="T58" fmla="*/ 0 w 2355"/>
                  <a:gd name="T59" fmla="*/ 0 h 2742"/>
                  <a:gd name="T60" fmla="*/ 0 w 2355"/>
                  <a:gd name="T61" fmla="*/ 0 h 2742"/>
                  <a:gd name="T62" fmla="*/ 0 w 2355"/>
                  <a:gd name="T63" fmla="*/ 0 h 2742"/>
                  <a:gd name="T64" fmla="*/ 0 w 2355"/>
                  <a:gd name="T65" fmla="*/ 0 h 2742"/>
                  <a:gd name="T66" fmla="*/ 0 w 2355"/>
                  <a:gd name="T67" fmla="*/ 0 h 2742"/>
                  <a:gd name="T68" fmla="*/ 0 w 2355"/>
                  <a:gd name="T69" fmla="*/ 0 h 2742"/>
                  <a:gd name="T70" fmla="*/ 0 w 2355"/>
                  <a:gd name="T71" fmla="*/ 0 h 2742"/>
                  <a:gd name="T72" fmla="*/ 0 w 2355"/>
                  <a:gd name="T73" fmla="*/ 0 h 2742"/>
                  <a:gd name="T74" fmla="*/ 0 w 2355"/>
                  <a:gd name="T75" fmla="*/ 0 h 2742"/>
                  <a:gd name="T76" fmla="*/ 0 w 2355"/>
                  <a:gd name="T77" fmla="*/ 0 h 2742"/>
                  <a:gd name="T78" fmla="*/ 0 w 2355"/>
                  <a:gd name="T79" fmla="*/ 0 h 2742"/>
                  <a:gd name="T80" fmla="*/ 0 w 2355"/>
                  <a:gd name="T81" fmla="*/ 0 h 2742"/>
                  <a:gd name="T82" fmla="*/ 0 w 2355"/>
                  <a:gd name="T83" fmla="*/ 0 h 2742"/>
                  <a:gd name="T84" fmla="*/ 0 w 2355"/>
                  <a:gd name="T85" fmla="*/ 0 h 2742"/>
                  <a:gd name="T86" fmla="*/ 0 w 2355"/>
                  <a:gd name="T87" fmla="*/ 0 h 2742"/>
                  <a:gd name="T88" fmla="*/ 0 w 2355"/>
                  <a:gd name="T89" fmla="*/ 0 h 2742"/>
                  <a:gd name="T90" fmla="*/ 0 w 2355"/>
                  <a:gd name="T91" fmla="*/ 0 h 2742"/>
                  <a:gd name="T92" fmla="*/ 0 w 2355"/>
                  <a:gd name="T93" fmla="*/ 0 h 2742"/>
                  <a:gd name="T94" fmla="*/ 0 w 2355"/>
                  <a:gd name="T95" fmla="*/ 0 h 2742"/>
                  <a:gd name="T96" fmla="*/ 0 w 2355"/>
                  <a:gd name="T97" fmla="*/ 0 h 2742"/>
                  <a:gd name="T98" fmla="*/ 0 w 2355"/>
                  <a:gd name="T99" fmla="*/ 0 h 2742"/>
                  <a:gd name="T100" fmla="*/ 0 w 2355"/>
                  <a:gd name="T101" fmla="*/ 0 h 2742"/>
                  <a:gd name="T102" fmla="*/ 0 w 2355"/>
                  <a:gd name="T103" fmla="*/ 0 h 2742"/>
                  <a:gd name="T104" fmla="*/ 0 w 2355"/>
                  <a:gd name="T105" fmla="*/ 0 h 2742"/>
                  <a:gd name="T106" fmla="*/ 0 w 2355"/>
                  <a:gd name="T107" fmla="*/ 0 h 2742"/>
                  <a:gd name="T108" fmla="*/ 0 w 2355"/>
                  <a:gd name="T109" fmla="*/ 0 h 2742"/>
                  <a:gd name="T110" fmla="*/ 0 w 2355"/>
                  <a:gd name="T111" fmla="*/ 0 h 2742"/>
                  <a:gd name="T112" fmla="*/ 0 w 2355"/>
                  <a:gd name="T113" fmla="*/ 0 h 2742"/>
                  <a:gd name="T114" fmla="*/ 0 w 2355"/>
                  <a:gd name="T115" fmla="*/ 0 h 2742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2355"/>
                  <a:gd name="T175" fmla="*/ 0 h 2742"/>
                  <a:gd name="T176" fmla="*/ 2355 w 2355"/>
                  <a:gd name="T177" fmla="*/ 2742 h 2742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2355" h="2742">
                    <a:moveTo>
                      <a:pt x="303" y="558"/>
                    </a:moveTo>
                    <a:lnTo>
                      <a:pt x="413" y="639"/>
                    </a:lnTo>
                    <a:lnTo>
                      <a:pt x="289" y="1119"/>
                    </a:lnTo>
                    <a:lnTo>
                      <a:pt x="289" y="1398"/>
                    </a:lnTo>
                    <a:lnTo>
                      <a:pt x="630" y="1476"/>
                    </a:lnTo>
                    <a:lnTo>
                      <a:pt x="604" y="411"/>
                    </a:lnTo>
                    <a:lnTo>
                      <a:pt x="630" y="208"/>
                    </a:lnTo>
                    <a:lnTo>
                      <a:pt x="503" y="150"/>
                    </a:lnTo>
                    <a:lnTo>
                      <a:pt x="382" y="231"/>
                    </a:lnTo>
                    <a:lnTo>
                      <a:pt x="360" y="208"/>
                    </a:lnTo>
                    <a:lnTo>
                      <a:pt x="450" y="143"/>
                    </a:lnTo>
                    <a:lnTo>
                      <a:pt x="503" y="72"/>
                    </a:lnTo>
                    <a:lnTo>
                      <a:pt x="833" y="0"/>
                    </a:lnTo>
                    <a:lnTo>
                      <a:pt x="991" y="84"/>
                    </a:lnTo>
                    <a:lnTo>
                      <a:pt x="943" y="121"/>
                    </a:lnTo>
                    <a:lnTo>
                      <a:pt x="833" y="112"/>
                    </a:lnTo>
                    <a:lnTo>
                      <a:pt x="782" y="252"/>
                    </a:lnTo>
                    <a:lnTo>
                      <a:pt x="1092" y="1558"/>
                    </a:lnTo>
                    <a:lnTo>
                      <a:pt x="1413" y="1747"/>
                    </a:lnTo>
                    <a:lnTo>
                      <a:pt x="1965" y="2035"/>
                    </a:lnTo>
                    <a:lnTo>
                      <a:pt x="1905" y="1875"/>
                    </a:lnTo>
                    <a:lnTo>
                      <a:pt x="2207" y="1993"/>
                    </a:lnTo>
                    <a:lnTo>
                      <a:pt x="2297" y="1773"/>
                    </a:lnTo>
                    <a:lnTo>
                      <a:pt x="2345" y="1785"/>
                    </a:lnTo>
                    <a:lnTo>
                      <a:pt x="2306" y="2145"/>
                    </a:lnTo>
                    <a:lnTo>
                      <a:pt x="2355" y="2343"/>
                    </a:lnTo>
                    <a:lnTo>
                      <a:pt x="2133" y="2393"/>
                    </a:lnTo>
                    <a:lnTo>
                      <a:pt x="1598" y="2356"/>
                    </a:lnTo>
                    <a:lnTo>
                      <a:pt x="1723" y="2272"/>
                    </a:lnTo>
                    <a:lnTo>
                      <a:pt x="1644" y="2126"/>
                    </a:lnTo>
                    <a:lnTo>
                      <a:pt x="1732" y="2085"/>
                    </a:lnTo>
                    <a:lnTo>
                      <a:pt x="1503" y="2015"/>
                    </a:lnTo>
                    <a:lnTo>
                      <a:pt x="1503" y="2165"/>
                    </a:lnTo>
                    <a:lnTo>
                      <a:pt x="1444" y="2334"/>
                    </a:lnTo>
                    <a:lnTo>
                      <a:pt x="1246" y="2405"/>
                    </a:lnTo>
                    <a:lnTo>
                      <a:pt x="1273" y="2384"/>
                    </a:lnTo>
                    <a:lnTo>
                      <a:pt x="1135" y="2043"/>
                    </a:lnTo>
                    <a:lnTo>
                      <a:pt x="863" y="1868"/>
                    </a:lnTo>
                    <a:lnTo>
                      <a:pt x="591" y="1826"/>
                    </a:lnTo>
                    <a:lnTo>
                      <a:pt x="663" y="1916"/>
                    </a:lnTo>
                    <a:lnTo>
                      <a:pt x="624" y="1936"/>
                    </a:lnTo>
                    <a:lnTo>
                      <a:pt x="773" y="1976"/>
                    </a:lnTo>
                    <a:lnTo>
                      <a:pt x="1054" y="2204"/>
                    </a:lnTo>
                    <a:lnTo>
                      <a:pt x="1171" y="2322"/>
                    </a:lnTo>
                    <a:lnTo>
                      <a:pt x="962" y="2315"/>
                    </a:lnTo>
                    <a:lnTo>
                      <a:pt x="734" y="2246"/>
                    </a:lnTo>
                    <a:lnTo>
                      <a:pt x="923" y="2405"/>
                    </a:lnTo>
                    <a:lnTo>
                      <a:pt x="743" y="2463"/>
                    </a:lnTo>
                    <a:lnTo>
                      <a:pt x="521" y="2601"/>
                    </a:lnTo>
                    <a:lnTo>
                      <a:pt x="851" y="2525"/>
                    </a:lnTo>
                    <a:lnTo>
                      <a:pt x="552" y="2742"/>
                    </a:lnTo>
                    <a:lnTo>
                      <a:pt x="250" y="2742"/>
                    </a:lnTo>
                    <a:lnTo>
                      <a:pt x="213" y="2652"/>
                    </a:lnTo>
                    <a:lnTo>
                      <a:pt x="303" y="2272"/>
                    </a:lnTo>
                    <a:lnTo>
                      <a:pt x="270" y="2114"/>
                    </a:lnTo>
                    <a:lnTo>
                      <a:pt x="0" y="1178"/>
                    </a:lnTo>
                    <a:lnTo>
                      <a:pt x="81" y="720"/>
                    </a:lnTo>
                    <a:lnTo>
                      <a:pt x="303" y="558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7" name="Freeform 71"/>
              <p:cNvSpPr>
                <a:spLocks/>
              </p:cNvSpPr>
              <p:nvPr/>
            </p:nvSpPr>
            <p:spPr bwMode="auto">
              <a:xfrm>
                <a:off x="3140" y="1598"/>
                <a:ext cx="107" cy="77"/>
              </a:xfrm>
              <a:custGeom>
                <a:avLst/>
                <a:gdLst>
                  <a:gd name="T0" fmla="*/ 0 w 851"/>
                  <a:gd name="T1" fmla="*/ 0 h 616"/>
                  <a:gd name="T2" fmla="*/ 0 w 851"/>
                  <a:gd name="T3" fmla="*/ 0 h 616"/>
                  <a:gd name="T4" fmla="*/ 0 w 851"/>
                  <a:gd name="T5" fmla="*/ 0 h 616"/>
                  <a:gd name="T6" fmla="*/ 0 w 851"/>
                  <a:gd name="T7" fmla="*/ 0 h 616"/>
                  <a:gd name="T8" fmla="*/ 0 w 851"/>
                  <a:gd name="T9" fmla="*/ 0 h 616"/>
                  <a:gd name="T10" fmla="*/ 0 w 851"/>
                  <a:gd name="T11" fmla="*/ 0 h 616"/>
                  <a:gd name="T12" fmla="*/ 0 w 851"/>
                  <a:gd name="T13" fmla="*/ 0 h 616"/>
                  <a:gd name="T14" fmla="*/ 0 w 851"/>
                  <a:gd name="T15" fmla="*/ 0 h 616"/>
                  <a:gd name="T16" fmla="*/ 0 w 851"/>
                  <a:gd name="T17" fmla="*/ 0 h 616"/>
                  <a:gd name="T18" fmla="*/ 0 w 851"/>
                  <a:gd name="T19" fmla="*/ 0 h 616"/>
                  <a:gd name="T20" fmla="*/ 0 w 851"/>
                  <a:gd name="T21" fmla="*/ 0 h 616"/>
                  <a:gd name="T22" fmla="*/ 0 w 851"/>
                  <a:gd name="T23" fmla="*/ 0 h 616"/>
                  <a:gd name="T24" fmla="*/ 0 w 851"/>
                  <a:gd name="T25" fmla="*/ 0 h 616"/>
                  <a:gd name="T26" fmla="*/ 0 w 851"/>
                  <a:gd name="T27" fmla="*/ 0 h 616"/>
                  <a:gd name="T28" fmla="*/ 0 w 851"/>
                  <a:gd name="T29" fmla="*/ 0 h 616"/>
                  <a:gd name="T30" fmla="*/ 0 w 851"/>
                  <a:gd name="T31" fmla="*/ 0 h 616"/>
                  <a:gd name="T32" fmla="*/ 0 w 851"/>
                  <a:gd name="T33" fmla="*/ 0 h 616"/>
                  <a:gd name="T34" fmla="*/ 0 w 851"/>
                  <a:gd name="T35" fmla="*/ 0 h 61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51"/>
                  <a:gd name="T55" fmla="*/ 0 h 616"/>
                  <a:gd name="T56" fmla="*/ 851 w 851"/>
                  <a:gd name="T57" fmla="*/ 616 h 61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51" h="616">
                    <a:moveTo>
                      <a:pt x="0" y="385"/>
                    </a:moveTo>
                    <a:lnTo>
                      <a:pt x="77" y="207"/>
                    </a:lnTo>
                    <a:lnTo>
                      <a:pt x="77" y="348"/>
                    </a:lnTo>
                    <a:lnTo>
                      <a:pt x="299" y="97"/>
                    </a:lnTo>
                    <a:lnTo>
                      <a:pt x="378" y="616"/>
                    </a:lnTo>
                    <a:lnTo>
                      <a:pt x="417" y="227"/>
                    </a:lnTo>
                    <a:lnTo>
                      <a:pt x="618" y="69"/>
                    </a:lnTo>
                    <a:lnTo>
                      <a:pt x="740" y="97"/>
                    </a:lnTo>
                    <a:lnTo>
                      <a:pt x="851" y="7"/>
                    </a:lnTo>
                    <a:lnTo>
                      <a:pt x="721" y="40"/>
                    </a:lnTo>
                    <a:lnTo>
                      <a:pt x="653" y="40"/>
                    </a:lnTo>
                    <a:lnTo>
                      <a:pt x="618" y="0"/>
                    </a:lnTo>
                    <a:lnTo>
                      <a:pt x="521" y="69"/>
                    </a:lnTo>
                    <a:lnTo>
                      <a:pt x="389" y="47"/>
                    </a:lnTo>
                    <a:lnTo>
                      <a:pt x="279" y="40"/>
                    </a:lnTo>
                    <a:lnTo>
                      <a:pt x="118" y="77"/>
                    </a:lnTo>
                    <a:lnTo>
                      <a:pt x="21" y="189"/>
                    </a:lnTo>
                    <a:lnTo>
                      <a:pt x="0" y="385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8" name="Freeform 72"/>
              <p:cNvSpPr>
                <a:spLocks/>
              </p:cNvSpPr>
              <p:nvPr/>
            </p:nvSpPr>
            <p:spPr bwMode="auto">
              <a:xfrm>
                <a:off x="3256" y="1669"/>
                <a:ext cx="101" cy="198"/>
              </a:xfrm>
              <a:custGeom>
                <a:avLst/>
                <a:gdLst>
                  <a:gd name="T0" fmla="*/ 0 w 811"/>
                  <a:gd name="T1" fmla="*/ 0 h 1587"/>
                  <a:gd name="T2" fmla="*/ 0 w 811"/>
                  <a:gd name="T3" fmla="*/ 0 h 1587"/>
                  <a:gd name="T4" fmla="*/ 0 w 811"/>
                  <a:gd name="T5" fmla="*/ 0 h 1587"/>
                  <a:gd name="T6" fmla="*/ 0 w 811"/>
                  <a:gd name="T7" fmla="*/ 0 h 1587"/>
                  <a:gd name="T8" fmla="*/ 0 w 811"/>
                  <a:gd name="T9" fmla="*/ 0 h 1587"/>
                  <a:gd name="T10" fmla="*/ 0 w 811"/>
                  <a:gd name="T11" fmla="*/ 0 h 1587"/>
                  <a:gd name="T12" fmla="*/ 0 w 811"/>
                  <a:gd name="T13" fmla="*/ 0 h 1587"/>
                  <a:gd name="T14" fmla="*/ 0 w 811"/>
                  <a:gd name="T15" fmla="*/ 0 h 1587"/>
                  <a:gd name="T16" fmla="*/ 0 w 811"/>
                  <a:gd name="T17" fmla="*/ 0 h 1587"/>
                  <a:gd name="T18" fmla="*/ 0 w 811"/>
                  <a:gd name="T19" fmla="*/ 0 h 1587"/>
                  <a:gd name="T20" fmla="*/ 0 w 811"/>
                  <a:gd name="T21" fmla="*/ 0 h 1587"/>
                  <a:gd name="T22" fmla="*/ 0 w 811"/>
                  <a:gd name="T23" fmla="*/ 0 h 1587"/>
                  <a:gd name="T24" fmla="*/ 0 w 811"/>
                  <a:gd name="T25" fmla="*/ 0 h 1587"/>
                  <a:gd name="T26" fmla="*/ 0 w 811"/>
                  <a:gd name="T27" fmla="*/ 0 h 1587"/>
                  <a:gd name="T28" fmla="*/ 0 w 811"/>
                  <a:gd name="T29" fmla="*/ 0 h 1587"/>
                  <a:gd name="T30" fmla="*/ 0 w 811"/>
                  <a:gd name="T31" fmla="*/ 0 h 1587"/>
                  <a:gd name="T32" fmla="*/ 0 w 811"/>
                  <a:gd name="T33" fmla="*/ 0 h 1587"/>
                  <a:gd name="T34" fmla="*/ 0 w 811"/>
                  <a:gd name="T35" fmla="*/ 0 h 1587"/>
                  <a:gd name="T36" fmla="*/ 0 w 811"/>
                  <a:gd name="T37" fmla="*/ 0 h 1587"/>
                  <a:gd name="T38" fmla="*/ 0 w 811"/>
                  <a:gd name="T39" fmla="*/ 0 h 1587"/>
                  <a:gd name="T40" fmla="*/ 0 w 811"/>
                  <a:gd name="T41" fmla="*/ 0 h 1587"/>
                  <a:gd name="T42" fmla="*/ 0 w 811"/>
                  <a:gd name="T43" fmla="*/ 0 h 1587"/>
                  <a:gd name="T44" fmla="*/ 0 w 811"/>
                  <a:gd name="T45" fmla="*/ 0 h 1587"/>
                  <a:gd name="T46" fmla="*/ 0 w 811"/>
                  <a:gd name="T47" fmla="*/ 0 h 1587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811"/>
                  <a:gd name="T73" fmla="*/ 0 h 1587"/>
                  <a:gd name="T74" fmla="*/ 811 w 811"/>
                  <a:gd name="T75" fmla="*/ 1587 h 1587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811" h="1587">
                    <a:moveTo>
                      <a:pt x="481" y="171"/>
                    </a:moveTo>
                    <a:lnTo>
                      <a:pt x="481" y="429"/>
                    </a:lnTo>
                    <a:lnTo>
                      <a:pt x="380" y="600"/>
                    </a:lnTo>
                    <a:lnTo>
                      <a:pt x="239" y="429"/>
                    </a:lnTo>
                    <a:lnTo>
                      <a:pt x="128" y="259"/>
                    </a:lnTo>
                    <a:lnTo>
                      <a:pt x="239" y="860"/>
                    </a:lnTo>
                    <a:lnTo>
                      <a:pt x="207" y="1257"/>
                    </a:lnTo>
                    <a:lnTo>
                      <a:pt x="0" y="1556"/>
                    </a:lnTo>
                    <a:lnTo>
                      <a:pt x="170" y="1587"/>
                    </a:lnTo>
                    <a:lnTo>
                      <a:pt x="361" y="1483"/>
                    </a:lnTo>
                    <a:lnTo>
                      <a:pt x="318" y="840"/>
                    </a:lnTo>
                    <a:lnTo>
                      <a:pt x="509" y="1049"/>
                    </a:lnTo>
                    <a:lnTo>
                      <a:pt x="640" y="1049"/>
                    </a:lnTo>
                    <a:lnTo>
                      <a:pt x="541" y="939"/>
                    </a:lnTo>
                    <a:lnTo>
                      <a:pt x="521" y="770"/>
                    </a:lnTo>
                    <a:lnTo>
                      <a:pt x="582" y="600"/>
                    </a:lnTo>
                    <a:lnTo>
                      <a:pt x="659" y="489"/>
                    </a:lnTo>
                    <a:lnTo>
                      <a:pt x="721" y="392"/>
                    </a:lnTo>
                    <a:lnTo>
                      <a:pt x="762" y="528"/>
                    </a:lnTo>
                    <a:lnTo>
                      <a:pt x="811" y="400"/>
                    </a:lnTo>
                    <a:lnTo>
                      <a:pt x="780" y="293"/>
                    </a:lnTo>
                    <a:lnTo>
                      <a:pt x="721" y="150"/>
                    </a:lnTo>
                    <a:lnTo>
                      <a:pt x="548" y="0"/>
                    </a:lnTo>
                    <a:lnTo>
                      <a:pt x="481" y="171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9" name="Freeform 73"/>
              <p:cNvSpPr>
                <a:spLocks/>
              </p:cNvSpPr>
              <p:nvPr/>
            </p:nvSpPr>
            <p:spPr bwMode="auto">
              <a:xfrm>
                <a:off x="3349" y="1737"/>
                <a:ext cx="69" cy="76"/>
              </a:xfrm>
              <a:custGeom>
                <a:avLst/>
                <a:gdLst>
                  <a:gd name="T0" fmla="*/ 0 w 552"/>
                  <a:gd name="T1" fmla="*/ 0 h 609"/>
                  <a:gd name="T2" fmla="*/ 0 w 552"/>
                  <a:gd name="T3" fmla="*/ 0 h 609"/>
                  <a:gd name="T4" fmla="*/ 0 w 552"/>
                  <a:gd name="T5" fmla="*/ 0 h 609"/>
                  <a:gd name="T6" fmla="*/ 0 w 552"/>
                  <a:gd name="T7" fmla="*/ 0 h 609"/>
                  <a:gd name="T8" fmla="*/ 0 w 552"/>
                  <a:gd name="T9" fmla="*/ 0 h 609"/>
                  <a:gd name="T10" fmla="*/ 0 w 552"/>
                  <a:gd name="T11" fmla="*/ 0 h 609"/>
                  <a:gd name="T12" fmla="*/ 0 w 552"/>
                  <a:gd name="T13" fmla="*/ 0 h 609"/>
                  <a:gd name="T14" fmla="*/ 0 w 552"/>
                  <a:gd name="T15" fmla="*/ 0 h 609"/>
                  <a:gd name="T16" fmla="*/ 0 w 552"/>
                  <a:gd name="T17" fmla="*/ 0 h 609"/>
                  <a:gd name="T18" fmla="*/ 0 w 552"/>
                  <a:gd name="T19" fmla="*/ 0 h 609"/>
                  <a:gd name="T20" fmla="*/ 0 w 552"/>
                  <a:gd name="T21" fmla="*/ 0 h 609"/>
                  <a:gd name="T22" fmla="*/ 0 w 552"/>
                  <a:gd name="T23" fmla="*/ 0 h 60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52"/>
                  <a:gd name="T37" fmla="*/ 0 h 609"/>
                  <a:gd name="T38" fmla="*/ 552 w 552"/>
                  <a:gd name="T39" fmla="*/ 609 h 60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52" h="609">
                    <a:moveTo>
                      <a:pt x="152" y="0"/>
                    </a:moveTo>
                    <a:lnTo>
                      <a:pt x="31" y="152"/>
                    </a:lnTo>
                    <a:lnTo>
                      <a:pt x="132" y="293"/>
                    </a:lnTo>
                    <a:lnTo>
                      <a:pt x="373" y="133"/>
                    </a:lnTo>
                    <a:lnTo>
                      <a:pt x="453" y="293"/>
                    </a:lnTo>
                    <a:lnTo>
                      <a:pt x="0" y="609"/>
                    </a:lnTo>
                    <a:lnTo>
                      <a:pt x="420" y="541"/>
                    </a:lnTo>
                    <a:lnTo>
                      <a:pt x="552" y="133"/>
                    </a:lnTo>
                    <a:lnTo>
                      <a:pt x="453" y="42"/>
                    </a:lnTo>
                    <a:lnTo>
                      <a:pt x="299" y="62"/>
                    </a:lnTo>
                    <a:lnTo>
                      <a:pt x="193" y="23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0" name="Freeform 74"/>
              <p:cNvSpPr>
                <a:spLocks/>
              </p:cNvSpPr>
              <p:nvPr/>
            </p:nvSpPr>
            <p:spPr bwMode="auto">
              <a:xfrm>
                <a:off x="3079" y="1640"/>
                <a:ext cx="103" cy="307"/>
              </a:xfrm>
              <a:custGeom>
                <a:avLst/>
                <a:gdLst>
                  <a:gd name="T0" fmla="*/ 0 w 820"/>
                  <a:gd name="T1" fmla="*/ 0 h 2453"/>
                  <a:gd name="T2" fmla="*/ 0 w 820"/>
                  <a:gd name="T3" fmla="*/ 0 h 2453"/>
                  <a:gd name="T4" fmla="*/ 0 w 820"/>
                  <a:gd name="T5" fmla="*/ 0 h 2453"/>
                  <a:gd name="T6" fmla="*/ 0 w 820"/>
                  <a:gd name="T7" fmla="*/ 0 h 2453"/>
                  <a:gd name="T8" fmla="*/ 0 w 820"/>
                  <a:gd name="T9" fmla="*/ 0 h 2453"/>
                  <a:gd name="T10" fmla="*/ 0 w 820"/>
                  <a:gd name="T11" fmla="*/ 0 h 2453"/>
                  <a:gd name="T12" fmla="*/ 0 w 820"/>
                  <a:gd name="T13" fmla="*/ 0 h 2453"/>
                  <a:gd name="T14" fmla="*/ 0 w 820"/>
                  <a:gd name="T15" fmla="*/ 0 h 2453"/>
                  <a:gd name="T16" fmla="*/ 0 w 820"/>
                  <a:gd name="T17" fmla="*/ 0 h 2453"/>
                  <a:gd name="T18" fmla="*/ 0 w 820"/>
                  <a:gd name="T19" fmla="*/ 0 h 2453"/>
                  <a:gd name="T20" fmla="*/ 0 w 820"/>
                  <a:gd name="T21" fmla="*/ 0 h 2453"/>
                  <a:gd name="T22" fmla="*/ 0 w 820"/>
                  <a:gd name="T23" fmla="*/ 0 h 2453"/>
                  <a:gd name="T24" fmla="*/ 0 w 820"/>
                  <a:gd name="T25" fmla="*/ 0 h 2453"/>
                  <a:gd name="T26" fmla="*/ 0 w 820"/>
                  <a:gd name="T27" fmla="*/ 0 h 2453"/>
                  <a:gd name="T28" fmla="*/ 0 w 820"/>
                  <a:gd name="T29" fmla="*/ 0 h 2453"/>
                  <a:gd name="T30" fmla="*/ 0 w 820"/>
                  <a:gd name="T31" fmla="*/ 0 h 2453"/>
                  <a:gd name="T32" fmla="*/ 0 w 820"/>
                  <a:gd name="T33" fmla="*/ 0 h 2453"/>
                  <a:gd name="T34" fmla="*/ 0 w 820"/>
                  <a:gd name="T35" fmla="*/ 0 h 2453"/>
                  <a:gd name="T36" fmla="*/ 0 w 820"/>
                  <a:gd name="T37" fmla="*/ 0 h 2453"/>
                  <a:gd name="T38" fmla="*/ 0 w 820"/>
                  <a:gd name="T39" fmla="*/ 0 h 245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820"/>
                  <a:gd name="T61" fmla="*/ 0 h 2453"/>
                  <a:gd name="T62" fmla="*/ 820 w 820"/>
                  <a:gd name="T63" fmla="*/ 2453 h 245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820" h="2453">
                    <a:moveTo>
                      <a:pt x="186" y="21"/>
                    </a:moveTo>
                    <a:lnTo>
                      <a:pt x="178" y="110"/>
                    </a:lnTo>
                    <a:lnTo>
                      <a:pt x="136" y="198"/>
                    </a:lnTo>
                    <a:lnTo>
                      <a:pt x="119" y="228"/>
                    </a:lnTo>
                    <a:lnTo>
                      <a:pt x="186" y="309"/>
                    </a:lnTo>
                    <a:lnTo>
                      <a:pt x="288" y="487"/>
                    </a:lnTo>
                    <a:lnTo>
                      <a:pt x="400" y="817"/>
                    </a:lnTo>
                    <a:lnTo>
                      <a:pt x="520" y="1245"/>
                    </a:lnTo>
                    <a:lnTo>
                      <a:pt x="693" y="1806"/>
                    </a:lnTo>
                    <a:lnTo>
                      <a:pt x="820" y="2125"/>
                    </a:lnTo>
                    <a:lnTo>
                      <a:pt x="672" y="2453"/>
                    </a:lnTo>
                    <a:lnTo>
                      <a:pt x="347" y="2204"/>
                    </a:lnTo>
                    <a:lnTo>
                      <a:pt x="68" y="708"/>
                    </a:lnTo>
                    <a:lnTo>
                      <a:pt x="46" y="440"/>
                    </a:lnTo>
                    <a:lnTo>
                      <a:pt x="68" y="270"/>
                    </a:lnTo>
                    <a:lnTo>
                      <a:pt x="68" y="228"/>
                    </a:lnTo>
                    <a:lnTo>
                      <a:pt x="0" y="141"/>
                    </a:lnTo>
                    <a:lnTo>
                      <a:pt x="6" y="0"/>
                    </a:lnTo>
                    <a:lnTo>
                      <a:pt x="149" y="11"/>
                    </a:lnTo>
                    <a:lnTo>
                      <a:pt x="186" y="21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1" name="Freeform 75"/>
              <p:cNvSpPr>
                <a:spLocks/>
              </p:cNvSpPr>
              <p:nvPr/>
            </p:nvSpPr>
            <p:spPr bwMode="auto">
              <a:xfrm>
                <a:off x="3074" y="1640"/>
                <a:ext cx="108" cy="310"/>
              </a:xfrm>
              <a:custGeom>
                <a:avLst/>
                <a:gdLst>
                  <a:gd name="T0" fmla="*/ 0 w 862"/>
                  <a:gd name="T1" fmla="*/ 0 h 2474"/>
                  <a:gd name="T2" fmla="*/ 0 w 862"/>
                  <a:gd name="T3" fmla="*/ 0 h 2474"/>
                  <a:gd name="T4" fmla="*/ 0 w 862"/>
                  <a:gd name="T5" fmla="*/ 0 h 2474"/>
                  <a:gd name="T6" fmla="*/ 0 w 862"/>
                  <a:gd name="T7" fmla="*/ 0 h 2474"/>
                  <a:gd name="T8" fmla="*/ 0 w 862"/>
                  <a:gd name="T9" fmla="*/ 0 h 2474"/>
                  <a:gd name="T10" fmla="*/ 0 w 862"/>
                  <a:gd name="T11" fmla="*/ 0 h 2474"/>
                  <a:gd name="T12" fmla="*/ 0 w 862"/>
                  <a:gd name="T13" fmla="*/ 0 h 2474"/>
                  <a:gd name="T14" fmla="*/ 0 w 862"/>
                  <a:gd name="T15" fmla="*/ 0 h 2474"/>
                  <a:gd name="T16" fmla="*/ 0 w 862"/>
                  <a:gd name="T17" fmla="*/ 0 h 2474"/>
                  <a:gd name="T18" fmla="*/ 0 w 862"/>
                  <a:gd name="T19" fmla="*/ 0 h 2474"/>
                  <a:gd name="T20" fmla="*/ 0 w 862"/>
                  <a:gd name="T21" fmla="*/ 0 h 2474"/>
                  <a:gd name="T22" fmla="*/ 0 w 862"/>
                  <a:gd name="T23" fmla="*/ 0 h 2474"/>
                  <a:gd name="T24" fmla="*/ 0 w 862"/>
                  <a:gd name="T25" fmla="*/ 0 h 2474"/>
                  <a:gd name="T26" fmla="*/ 0 w 862"/>
                  <a:gd name="T27" fmla="*/ 0 h 2474"/>
                  <a:gd name="T28" fmla="*/ 0 w 862"/>
                  <a:gd name="T29" fmla="*/ 0 h 2474"/>
                  <a:gd name="T30" fmla="*/ 0 w 862"/>
                  <a:gd name="T31" fmla="*/ 0 h 2474"/>
                  <a:gd name="T32" fmla="*/ 0 w 862"/>
                  <a:gd name="T33" fmla="*/ 0 h 2474"/>
                  <a:gd name="T34" fmla="*/ 0 w 862"/>
                  <a:gd name="T35" fmla="*/ 0 h 2474"/>
                  <a:gd name="T36" fmla="*/ 0 w 862"/>
                  <a:gd name="T37" fmla="*/ 0 h 2474"/>
                  <a:gd name="T38" fmla="*/ 0 w 862"/>
                  <a:gd name="T39" fmla="*/ 0 h 2474"/>
                  <a:gd name="T40" fmla="*/ 0 w 862"/>
                  <a:gd name="T41" fmla="*/ 0 h 2474"/>
                  <a:gd name="T42" fmla="*/ 0 w 862"/>
                  <a:gd name="T43" fmla="*/ 0 h 2474"/>
                  <a:gd name="T44" fmla="*/ 0 w 862"/>
                  <a:gd name="T45" fmla="*/ 0 h 2474"/>
                  <a:gd name="T46" fmla="*/ 0 w 862"/>
                  <a:gd name="T47" fmla="*/ 0 h 2474"/>
                  <a:gd name="T48" fmla="*/ 0 w 862"/>
                  <a:gd name="T49" fmla="*/ 0 h 2474"/>
                  <a:gd name="T50" fmla="*/ 0 w 862"/>
                  <a:gd name="T51" fmla="*/ 0 h 2474"/>
                  <a:gd name="T52" fmla="*/ 0 w 862"/>
                  <a:gd name="T53" fmla="*/ 0 h 2474"/>
                  <a:gd name="T54" fmla="*/ 0 w 862"/>
                  <a:gd name="T55" fmla="*/ 0 h 2474"/>
                  <a:gd name="T56" fmla="*/ 0 w 862"/>
                  <a:gd name="T57" fmla="*/ 0 h 2474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862"/>
                  <a:gd name="T88" fmla="*/ 0 h 2474"/>
                  <a:gd name="T89" fmla="*/ 862 w 862"/>
                  <a:gd name="T90" fmla="*/ 2474 h 2474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862" h="2474">
                    <a:moveTo>
                      <a:pt x="152" y="11"/>
                    </a:moveTo>
                    <a:lnTo>
                      <a:pt x="129" y="251"/>
                    </a:lnTo>
                    <a:lnTo>
                      <a:pt x="178" y="670"/>
                    </a:lnTo>
                    <a:lnTo>
                      <a:pt x="281" y="1141"/>
                    </a:lnTo>
                    <a:lnTo>
                      <a:pt x="461" y="1863"/>
                    </a:lnTo>
                    <a:lnTo>
                      <a:pt x="499" y="2174"/>
                    </a:lnTo>
                    <a:lnTo>
                      <a:pt x="691" y="2370"/>
                    </a:lnTo>
                    <a:lnTo>
                      <a:pt x="811" y="2112"/>
                    </a:lnTo>
                    <a:lnTo>
                      <a:pt x="629" y="1694"/>
                    </a:lnTo>
                    <a:lnTo>
                      <a:pt x="519" y="1257"/>
                    </a:lnTo>
                    <a:lnTo>
                      <a:pt x="422" y="876"/>
                    </a:lnTo>
                    <a:lnTo>
                      <a:pt x="288" y="468"/>
                    </a:lnTo>
                    <a:lnTo>
                      <a:pt x="211" y="309"/>
                    </a:lnTo>
                    <a:lnTo>
                      <a:pt x="170" y="228"/>
                    </a:lnTo>
                    <a:lnTo>
                      <a:pt x="288" y="389"/>
                    </a:lnTo>
                    <a:lnTo>
                      <a:pt x="409" y="738"/>
                    </a:lnTo>
                    <a:lnTo>
                      <a:pt x="562" y="1195"/>
                    </a:lnTo>
                    <a:lnTo>
                      <a:pt x="714" y="1705"/>
                    </a:lnTo>
                    <a:lnTo>
                      <a:pt x="783" y="1936"/>
                    </a:lnTo>
                    <a:lnTo>
                      <a:pt x="862" y="2112"/>
                    </a:lnTo>
                    <a:lnTo>
                      <a:pt x="721" y="2474"/>
                    </a:lnTo>
                    <a:lnTo>
                      <a:pt x="380" y="2193"/>
                    </a:lnTo>
                    <a:lnTo>
                      <a:pt x="251" y="1505"/>
                    </a:lnTo>
                    <a:lnTo>
                      <a:pt x="119" y="717"/>
                    </a:lnTo>
                    <a:lnTo>
                      <a:pt x="110" y="440"/>
                    </a:lnTo>
                    <a:lnTo>
                      <a:pt x="88" y="228"/>
                    </a:lnTo>
                    <a:lnTo>
                      <a:pt x="0" y="110"/>
                    </a:lnTo>
                    <a:lnTo>
                      <a:pt x="60" y="0"/>
                    </a:lnTo>
                    <a:lnTo>
                      <a:pt x="152" y="11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" name="Freeform 76"/>
              <p:cNvSpPr>
                <a:spLocks/>
              </p:cNvSpPr>
              <p:nvPr/>
            </p:nvSpPr>
            <p:spPr bwMode="auto">
              <a:xfrm>
                <a:off x="2976" y="1630"/>
                <a:ext cx="72" cy="128"/>
              </a:xfrm>
              <a:custGeom>
                <a:avLst/>
                <a:gdLst>
                  <a:gd name="T0" fmla="*/ 0 w 578"/>
                  <a:gd name="T1" fmla="*/ 0 h 1028"/>
                  <a:gd name="T2" fmla="*/ 0 w 578"/>
                  <a:gd name="T3" fmla="*/ 0 h 1028"/>
                  <a:gd name="T4" fmla="*/ 0 w 578"/>
                  <a:gd name="T5" fmla="*/ 0 h 1028"/>
                  <a:gd name="T6" fmla="*/ 0 w 578"/>
                  <a:gd name="T7" fmla="*/ 0 h 1028"/>
                  <a:gd name="T8" fmla="*/ 0 w 578"/>
                  <a:gd name="T9" fmla="*/ 0 h 1028"/>
                  <a:gd name="T10" fmla="*/ 0 w 578"/>
                  <a:gd name="T11" fmla="*/ 0 h 1028"/>
                  <a:gd name="T12" fmla="*/ 0 w 578"/>
                  <a:gd name="T13" fmla="*/ 0 h 1028"/>
                  <a:gd name="T14" fmla="*/ 0 w 578"/>
                  <a:gd name="T15" fmla="*/ 0 h 1028"/>
                  <a:gd name="T16" fmla="*/ 0 w 578"/>
                  <a:gd name="T17" fmla="*/ 0 h 1028"/>
                  <a:gd name="T18" fmla="*/ 0 w 578"/>
                  <a:gd name="T19" fmla="*/ 0 h 1028"/>
                  <a:gd name="T20" fmla="*/ 0 w 578"/>
                  <a:gd name="T21" fmla="*/ 0 h 1028"/>
                  <a:gd name="T22" fmla="*/ 0 w 578"/>
                  <a:gd name="T23" fmla="*/ 0 h 1028"/>
                  <a:gd name="T24" fmla="*/ 0 w 578"/>
                  <a:gd name="T25" fmla="*/ 0 h 1028"/>
                  <a:gd name="T26" fmla="*/ 0 w 578"/>
                  <a:gd name="T27" fmla="*/ 0 h 1028"/>
                  <a:gd name="T28" fmla="*/ 0 w 578"/>
                  <a:gd name="T29" fmla="*/ 0 h 1028"/>
                  <a:gd name="T30" fmla="*/ 0 w 578"/>
                  <a:gd name="T31" fmla="*/ 0 h 1028"/>
                  <a:gd name="T32" fmla="*/ 0 w 578"/>
                  <a:gd name="T33" fmla="*/ 0 h 102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8"/>
                  <a:gd name="T52" fmla="*/ 0 h 1028"/>
                  <a:gd name="T53" fmla="*/ 578 w 578"/>
                  <a:gd name="T54" fmla="*/ 1028 h 102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8" h="1028">
                    <a:moveTo>
                      <a:pt x="42" y="938"/>
                    </a:moveTo>
                    <a:lnTo>
                      <a:pt x="37" y="775"/>
                    </a:lnTo>
                    <a:lnTo>
                      <a:pt x="0" y="360"/>
                    </a:lnTo>
                    <a:lnTo>
                      <a:pt x="37" y="276"/>
                    </a:lnTo>
                    <a:lnTo>
                      <a:pt x="293" y="0"/>
                    </a:lnTo>
                    <a:lnTo>
                      <a:pt x="523" y="48"/>
                    </a:lnTo>
                    <a:lnTo>
                      <a:pt x="578" y="184"/>
                    </a:lnTo>
                    <a:lnTo>
                      <a:pt x="528" y="247"/>
                    </a:lnTo>
                    <a:lnTo>
                      <a:pt x="563" y="465"/>
                    </a:lnTo>
                    <a:lnTo>
                      <a:pt x="486" y="487"/>
                    </a:lnTo>
                    <a:lnTo>
                      <a:pt x="464" y="705"/>
                    </a:lnTo>
                    <a:lnTo>
                      <a:pt x="406" y="805"/>
                    </a:lnTo>
                    <a:lnTo>
                      <a:pt x="358" y="874"/>
                    </a:lnTo>
                    <a:lnTo>
                      <a:pt x="305" y="938"/>
                    </a:lnTo>
                    <a:lnTo>
                      <a:pt x="263" y="1028"/>
                    </a:lnTo>
                    <a:lnTo>
                      <a:pt x="92" y="1001"/>
                    </a:lnTo>
                    <a:lnTo>
                      <a:pt x="42" y="938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3" name="Freeform 77"/>
              <p:cNvSpPr>
                <a:spLocks/>
              </p:cNvSpPr>
              <p:nvPr/>
            </p:nvSpPr>
            <p:spPr bwMode="auto">
              <a:xfrm>
                <a:off x="2982" y="1431"/>
                <a:ext cx="162" cy="204"/>
              </a:xfrm>
              <a:custGeom>
                <a:avLst/>
                <a:gdLst>
                  <a:gd name="T0" fmla="*/ 0 w 1289"/>
                  <a:gd name="T1" fmla="*/ 0 h 1630"/>
                  <a:gd name="T2" fmla="*/ 0 w 1289"/>
                  <a:gd name="T3" fmla="*/ 0 h 1630"/>
                  <a:gd name="T4" fmla="*/ 0 w 1289"/>
                  <a:gd name="T5" fmla="*/ 0 h 1630"/>
                  <a:gd name="T6" fmla="*/ 0 w 1289"/>
                  <a:gd name="T7" fmla="*/ 0 h 1630"/>
                  <a:gd name="T8" fmla="*/ 0 w 1289"/>
                  <a:gd name="T9" fmla="*/ 0 h 1630"/>
                  <a:gd name="T10" fmla="*/ 0 w 1289"/>
                  <a:gd name="T11" fmla="*/ 0 h 1630"/>
                  <a:gd name="T12" fmla="*/ 0 w 1289"/>
                  <a:gd name="T13" fmla="*/ 0 h 1630"/>
                  <a:gd name="T14" fmla="*/ 0 w 1289"/>
                  <a:gd name="T15" fmla="*/ 0 h 1630"/>
                  <a:gd name="T16" fmla="*/ 0 w 1289"/>
                  <a:gd name="T17" fmla="*/ 0 h 1630"/>
                  <a:gd name="T18" fmla="*/ 0 w 1289"/>
                  <a:gd name="T19" fmla="*/ 0 h 1630"/>
                  <a:gd name="T20" fmla="*/ 0 w 1289"/>
                  <a:gd name="T21" fmla="*/ 0 h 1630"/>
                  <a:gd name="T22" fmla="*/ 0 w 1289"/>
                  <a:gd name="T23" fmla="*/ 0 h 1630"/>
                  <a:gd name="T24" fmla="*/ 0 w 1289"/>
                  <a:gd name="T25" fmla="*/ 0 h 1630"/>
                  <a:gd name="T26" fmla="*/ 0 w 1289"/>
                  <a:gd name="T27" fmla="*/ 0 h 1630"/>
                  <a:gd name="T28" fmla="*/ 0 w 1289"/>
                  <a:gd name="T29" fmla="*/ 0 h 1630"/>
                  <a:gd name="T30" fmla="*/ 0 w 1289"/>
                  <a:gd name="T31" fmla="*/ 0 h 1630"/>
                  <a:gd name="T32" fmla="*/ 0 w 1289"/>
                  <a:gd name="T33" fmla="*/ 0 h 1630"/>
                  <a:gd name="T34" fmla="*/ 0 w 1289"/>
                  <a:gd name="T35" fmla="*/ 0 h 1630"/>
                  <a:gd name="T36" fmla="*/ 0 w 1289"/>
                  <a:gd name="T37" fmla="*/ 0 h 1630"/>
                  <a:gd name="T38" fmla="*/ 0 w 1289"/>
                  <a:gd name="T39" fmla="*/ 0 h 1630"/>
                  <a:gd name="T40" fmla="*/ 0 w 1289"/>
                  <a:gd name="T41" fmla="*/ 0 h 1630"/>
                  <a:gd name="T42" fmla="*/ 0 w 1289"/>
                  <a:gd name="T43" fmla="*/ 0 h 1630"/>
                  <a:gd name="T44" fmla="*/ 0 w 1289"/>
                  <a:gd name="T45" fmla="*/ 0 h 1630"/>
                  <a:gd name="T46" fmla="*/ 0 w 1289"/>
                  <a:gd name="T47" fmla="*/ 0 h 1630"/>
                  <a:gd name="T48" fmla="*/ 0 w 1289"/>
                  <a:gd name="T49" fmla="*/ 0 h 1630"/>
                  <a:gd name="T50" fmla="*/ 0 w 1289"/>
                  <a:gd name="T51" fmla="*/ 0 h 1630"/>
                  <a:gd name="T52" fmla="*/ 0 w 1289"/>
                  <a:gd name="T53" fmla="*/ 0 h 1630"/>
                  <a:gd name="T54" fmla="*/ 0 w 1289"/>
                  <a:gd name="T55" fmla="*/ 0 h 1630"/>
                  <a:gd name="T56" fmla="*/ 0 w 1289"/>
                  <a:gd name="T57" fmla="*/ 0 h 1630"/>
                  <a:gd name="T58" fmla="*/ 0 w 1289"/>
                  <a:gd name="T59" fmla="*/ 0 h 1630"/>
                  <a:gd name="T60" fmla="*/ 0 w 1289"/>
                  <a:gd name="T61" fmla="*/ 0 h 1630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289"/>
                  <a:gd name="T94" fmla="*/ 0 h 1630"/>
                  <a:gd name="T95" fmla="*/ 1289 w 1289"/>
                  <a:gd name="T96" fmla="*/ 1630 h 1630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289" h="1630">
                    <a:moveTo>
                      <a:pt x="37" y="717"/>
                    </a:moveTo>
                    <a:lnTo>
                      <a:pt x="0" y="784"/>
                    </a:lnTo>
                    <a:lnTo>
                      <a:pt x="0" y="915"/>
                    </a:lnTo>
                    <a:lnTo>
                      <a:pt x="85" y="1036"/>
                    </a:lnTo>
                    <a:lnTo>
                      <a:pt x="200" y="1120"/>
                    </a:lnTo>
                    <a:lnTo>
                      <a:pt x="235" y="1120"/>
                    </a:lnTo>
                    <a:lnTo>
                      <a:pt x="298" y="1263"/>
                    </a:lnTo>
                    <a:lnTo>
                      <a:pt x="348" y="1395"/>
                    </a:lnTo>
                    <a:lnTo>
                      <a:pt x="447" y="1508"/>
                    </a:lnTo>
                    <a:lnTo>
                      <a:pt x="555" y="1572"/>
                    </a:lnTo>
                    <a:lnTo>
                      <a:pt x="705" y="1621"/>
                    </a:lnTo>
                    <a:lnTo>
                      <a:pt x="855" y="1630"/>
                    </a:lnTo>
                    <a:lnTo>
                      <a:pt x="947" y="1579"/>
                    </a:lnTo>
                    <a:lnTo>
                      <a:pt x="1019" y="1494"/>
                    </a:lnTo>
                    <a:lnTo>
                      <a:pt x="1090" y="1374"/>
                    </a:lnTo>
                    <a:lnTo>
                      <a:pt x="1118" y="1263"/>
                    </a:lnTo>
                    <a:lnTo>
                      <a:pt x="1140" y="1056"/>
                    </a:lnTo>
                    <a:lnTo>
                      <a:pt x="1203" y="1001"/>
                    </a:lnTo>
                    <a:lnTo>
                      <a:pt x="1284" y="889"/>
                    </a:lnTo>
                    <a:lnTo>
                      <a:pt x="1289" y="768"/>
                    </a:lnTo>
                    <a:lnTo>
                      <a:pt x="1274" y="662"/>
                    </a:lnTo>
                    <a:lnTo>
                      <a:pt x="1261" y="627"/>
                    </a:lnTo>
                    <a:lnTo>
                      <a:pt x="1203" y="595"/>
                    </a:lnTo>
                    <a:lnTo>
                      <a:pt x="1118" y="325"/>
                    </a:lnTo>
                    <a:lnTo>
                      <a:pt x="1012" y="94"/>
                    </a:lnTo>
                    <a:lnTo>
                      <a:pt x="692" y="0"/>
                    </a:lnTo>
                    <a:lnTo>
                      <a:pt x="270" y="85"/>
                    </a:lnTo>
                    <a:lnTo>
                      <a:pt x="85" y="247"/>
                    </a:lnTo>
                    <a:lnTo>
                      <a:pt x="41" y="429"/>
                    </a:lnTo>
                    <a:lnTo>
                      <a:pt x="41" y="657"/>
                    </a:lnTo>
                    <a:lnTo>
                      <a:pt x="37" y="717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4" name="Freeform 78"/>
              <p:cNvSpPr>
                <a:spLocks/>
              </p:cNvSpPr>
              <p:nvPr/>
            </p:nvSpPr>
            <p:spPr bwMode="auto">
              <a:xfrm>
                <a:off x="3020" y="1552"/>
                <a:ext cx="28" cy="16"/>
              </a:xfrm>
              <a:custGeom>
                <a:avLst/>
                <a:gdLst>
                  <a:gd name="T0" fmla="*/ 0 w 223"/>
                  <a:gd name="T1" fmla="*/ 0 h 120"/>
                  <a:gd name="T2" fmla="*/ 0 w 223"/>
                  <a:gd name="T3" fmla="*/ 0 h 120"/>
                  <a:gd name="T4" fmla="*/ 0 w 223"/>
                  <a:gd name="T5" fmla="*/ 0 h 120"/>
                  <a:gd name="T6" fmla="*/ 0 w 223"/>
                  <a:gd name="T7" fmla="*/ 0 h 120"/>
                  <a:gd name="T8" fmla="*/ 0 w 223"/>
                  <a:gd name="T9" fmla="*/ 0 h 120"/>
                  <a:gd name="T10" fmla="*/ 0 w 223"/>
                  <a:gd name="T11" fmla="*/ 0 h 120"/>
                  <a:gd name="T12" fmla="*/ 0 w 223"/>
                  <a:gd name="T13" fmla="*/ 0 h 120"/>
                  <a:gd name="T14" fmla="*/ 0 w 223"/>
                  <a:gd name="T15" fmla="*/ 0 h 120"/>
                  <a:gd name="T16" fmla="*/ 0 w 223"/>
                  <a:gd name="T17" fmla="*/ 0 h 12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23"/>
                  <a:gd name="T28" fmla="*/ 0 h 120"/>
                  <a:gd name="T29" fmla="*/ 223 w 223"/>
                  <a:gd name="T30" fmla="*/ 120 h 12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23" h="120">
                    <a:moveTo>
                      <a:pt x="223" y="6"/>
                    </a:moveTo>
                    <a:lnTo>
                      <a:pt x="223" y="41"/>
                    </a:lnTo>
                    <a:lnTo>
                      <a:pt x="140" y="108"/>
                    </a:lnTo>
                    <a:lnTo>
                      <a:pt x="57" y="120"/>
                    </a:lnTo>
                    <a:lnTo>
                      <a:pt x="0" y="78"/>
                    </a:lnTo>
                    <a:lnTo>
                      <a:pt x="16" y="0"/>
                    </a:lnTo>
                    <a:lnTo>
                      <a:pt x="92" y="28"/>
                    </a:lnTo>
                    <a:lnTo>
                      <a:pt x="140" y="35"/>
                    </a:lnTo>
                    <a:lnTo>
                      <a:pt x="223" y="6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5" name="Freeform 79"/>
              <p:cNvSpPr>
                <a:spLocks/>
              </p:cNvSpPr>
              <p:nvPr/>
            </p:nvSpPr>
            <p:spPr bwMode="auto">
              <a:xfrm>
                <a:off x="3085" y="1539"/>
                <a:ext cx="30" cy="18"/>
              </a:xfrm>
              <a:custGeom>
                <a:avLst/>
                <a:gdLst>
                  <a:gd name="T0" fmla="*/ 0 w 245"/>
                  <a:gd name="T1" fmla="*/ 0 h 141"/>
                  <a:gd name="T2" fmla="*/ 0 w 245"/>
                  <a:gd name="T3" fmla="*/ 0 h 141"/>
                  <a:gd name="T4" fmla="*/ 0 w 245"/>
                  <a:gd name="T5" fmla="*/ 0 h 141"/>
                  <a:gd name="T6" fmla="*/ 0 w 245"/>
                  <a:gd name="T7" fmla="*/ 0 h 141"/>
                  <a:gd name="T8" fmla="*/ 0 w 245"/>
                  <a:gd name="T9" fmla="*/ 0 h 141"/>
                  <a:gd name="T10" fmla="*/ 0 w 245"/>
                  <a:gd name="T11" fmla="*/ 0 h 141"/>
                  <a:gd name="T12" fmla="*/ 0 w 245"/>
                  <a:gd name="T13" fmla="*/ 0 h 141"/>
                  <a:gd name="T14" fmla="*/ 0 w 245"/>
                  <a:gd name="T15" fmla="*/ 0 h 141"/>
                  <a:gd name="T16" fmla="*/ 0 w 245"/>
                  <a:gd name="T17" fmla="*/ 0 h 141"/>
                  <a:gd name="T18" fmla="*/ 0 w 245"/>
                  <a:gd name="T19" fmla="*/ 0 h 14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5"/>
                  <a:gd name="T31" fmla="*/ 0 h 141"/>
                  <a:gd name="T32" fmla="*/ 245 w 245"/>
                  <a:gd name="T33" fmla="*/ 141 h 14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5" h="141">
                    <a:moveTo>
                      <a:pt x="0" y="85"/>
                    </a:moveTo>
                    <a:lnTo>
                      <a:pt x="18" y="112"/>
                    </a:lnTo>
                    <a:lnTo>
                      <a:pt x="117" y="141"/>
                    </a:lnTo>
                    <a:lnTo>
                      <a:pt x="212" y="134"/>
                    </a:lnTo>
                    <a:lnTo>
                      <a:pt x="245" y="79"/>
                    </a:lnTo>
                    <a:lnTo>
                      <a:pt x="238" y="0"/>
                    </a:lnTo>
                    <a:lnTo>
                      <a:pt x="179" y="42"/>
                    </a:lnTo>
                    <a:lnTo>
                      <a:pt x="139" y="79"/>
                    </a:lnTo>
                    <a:lnTo>
                      <a:pt x="83" y="90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6" name="Freeform 80"/>
              <p:cNvSpPr>
                <a:spLocks/>
              </p:cNvSpPr>
              <p:nvPr/>
            </p:nvSpPr>
            <p:spPr bwMode="auto">
              <a:xfrm>
                <a:off x="3063" y="1545"/>
                <a:ext cx="16" cy="30"/>
              </a:xfrm>
              <a:custGeom>
                <a:avLst/>
                <a:gdLst>
                  <a:gd name="T0" fmla="*/ 0 w 120"/>
                  <a:gd name="T1" fmla="*/ 0 h 235"/>
                  <a:gd name="T2" fmla="*/ 0 w 120"/>
                  <a:gd name="T3" fmla="*/ 0 h 235"/>
                  <a:gd name="T4" fmla="*/ 0 w 120"/>
                  <a:gd name="T5" fmla="*/ 0 h 235"/>
                  <a:gd name="T6" fmla="*/ 0 w 120"/>
                  <a:gd name="T7" fmla="*/ 0 h 235"/>
                  <a:gd name="T8" fmla="*/ 0 w 120"/>
                  <a:gd name="T9" fmla="*/ 0 h 235"/>
                  <a:gd name="T10" fmla="*/ 0 w 120"/>
                  <a:gd name="T11" fmla="*/ 0 h 235"/>
                  <a:gd name="T12" fmla="*/ 0 w 120"/>
                  <a:gd name="T13" fmla="*/ 0 h 235"/>
                  <a:gd name="T14" fmla="*/ 0 w 120"/>
                  <a:gd name="T15" fmla="*/ 0 h 235"/>
                  <a:gd name="T16" fmla="*/ 0 w 120"/>
                  <a:gd name="T17" fmla="*/ 0 h 235"/>
                  <a:gd name="T18" fmla="*/ 0 w 120"/>
                  <a:gd name="T19" fmla="*/ 0 h 235"/>
                  <a:gd name="T20" fmla="*/ 0 w 120"/>
                  <a:gd name="T21" fmla="*/ 0 h 235"/>
                  <a:gd name="T22" fmla="*/ 0 w 120"/>
                  <a:gd name="T23" fmla="*/ 0 h 23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20"/>
                  <a:gd name="T37" fmla="*/ 0 h 235"/>
                  <a:gd name="T38" fmla="*/ 120 w 120"/>
                  <a:gd name="T39" fmla="*/ 235 h 23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20" h="235">
                    <a:moveTo>
                      <a:pt x="57" y="37"/>
                    </a:moveTo>
                    <a:lnTo>
                      <a:pt x="37" y="0"/>
                    </a:lnTo>
                    <a:lnTo>
                      <a:pt x="13" y="16"/>
                    </a:lnTo>
                    <a:lnTo>
                      <a:pt x="22" y="141"/>
                    </a:lnTo>
                    <a:lnTo>
                      <a:pt x="0" y="169"/>
                    </a:lnTo>
                    <a:lnTo>
                      <a:pt x="13" y="220"/>
                    </a:lnTo>
                    <a:lnTo>
                      <a:pt x="64" y="235"/>
                    </a:lnTo>
                    <a:lnTo>
                      <a:pt x="108" y="220"/>
                    </a:lnTo>
                    <a:lnTo>
                      <a:pt x="120" y="178"/>
                    </a:lnTo>
                    <a:lnTo>
                      <a:pt x="112" y="148"/>
                    </a:lnTo>
                    <a:lnTo>
                      <a:pt x="78" y="121"/>
                    </a:lnTo>
                    <a:lnTo>
                      <a:pt x="57" y="37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7" name="Freeform 81"/>
              <p:cNvSpPr>
                <a:spLocks/>
              </p:cNvSpPr>
              <p:nvPr/>
            </p:nvSpPr>
            <p:spPr bwMode="auto">
              <a:xfrm>
                <a:off x="3051" y="1563"/>
                <a:ext cx="6" cy="5"/>
              </a:xfrm>
              <a:custGeom>
                <a:avLst/>
                <a:gdLst>
                  <a:gd name="T0" fmla="*/ 0 w 51"/>
                  <a:gd name="T1" fmla="*/ 0 h 42"/>
                  <a:gd name="T2" fmla="*/ 0 w 51"/>
                  <a:gd name="T3" fmla="*/ 0 h 42"/>
                  <a:gd name="T4" fmla="*/ 0 w 51"/>
                  <a:gd name="T5" fmla="*/ 0 h 42"/>
                  <a:gd name="T6" fmla="*/ 0 w 51"/>
                  <a:gd name="T7" fmla="*/ 0 h 42"/>
                  <a:gd name="T8" fmla="*/ 0 w 51"/>
                  <a:gd name="T9" fmla="*/ 0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1"/>
                  <a:gd name="T16" fmla="*/ 0 h 42"/>
                  <a:gd name="T17" fmla="*/ 51 w 51"/>
                  <a:gd name="T18" fmla="*/ 42 h 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1" h="42">
                    <a:moveTo>
                      <a:pt x="25" y="0"/>
                    </a:moveTo>
                    <a:lnTo>
                      <a:pt x="0" y="25"/>
                    </a:lnTo>
                    <a:lnTo>
                      <a:pt x="25" y="42"/>
                    </a:lnTo>
                    <a:lnTo>
                      <a:pt x="51" y="7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8" name="Freeform 82"/>
              <p:cNvSpPr>
                <a:spLocks/>
              </p:cNvSpPr>
              <p:nvPr/>
            </p:nvSpPr>
            <p:spPr bwMode="auto">
              <a:xfrm>
                <a:off x="3081" y="1560"/>
                <a:ext cx="6" cy="5"/>
              </a:xfrm>
              <a:custGeom>
                <a:avLst/>
                <a:gdLst>
                  <a:gd name="T0" fmla="*/ 0 w 48"/>
                  <a:gd name="T1" fmla="*/ 0 h 36"/>
                  <a:gd name="T2" fmla="*/ 0 w 48"/>
                  <a:gd name="T3" fmla="*/ 0 h 36"/>
                  <a:gd name="T4" fmla="*/ 0 w 48"/>
                  <a:gd name="T5" fmla="*/ 0 h 36"/>
                  <a:gd name="T6" fmla="*/ 0 w 48"/>
                  <a:gd name="T7" fmla="*/ 0 h 36"/>
                  <a:gd name="T8" fmla="*/ 0 w 48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36"/>
                  <a:gd name="T17" fmla="*/ 48 w 48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36">
                    <a:moveTo>
                      <a:pt x="0" y="6"/>
                    </a:moveTo>
                    <a:lnTo>
                      <a:pt x="21" y="36"/>
                    </a:lnTo>
                    <a:lnTo>
                      <a:pt x="48" y="6"/>
                    </a:lnTo>
                    <a:lnTo>
                      <a:pt x="25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9" name="Freeform 83"/>
              <p:cNvSpPr>
                <a:spLocks/>
              </p:cNvSpPr>
              <p:nvPr/>
            </p:nvSpPr>
            <p:spPr bwMode="auto">
              <a:xfrm>
                <a:off x="3055" y="1593"/>
                <a:ext cx="42" cy="9"/>
              </a:xfrm>
              <a:custGeom>
                <a:avLst/>
                <a:gdLst>
                  <a:gd name="T0" fmla="*/ 0 w 343"/>
                  <a:gd name="T1" fmla="*/ 0 h 70"/>
                  <a:gd name="T2" fmla="*/ 0 w 343"/>
                  <a:gd name="T3" fmla="*/ 0 h 70"/>
                  <a:gd name="T4" fmla="*/ 0 w 343"/>
                  <a:gd name="T5" fmla="*/ 0 h 70"/>
                  <a:gd name="T6" fmla="*/ 0 w 343"/>
                  <a:gd name="T7" fmla="*/ 0 h 70"/>
                  <a:gd name="T8" fmla="*/ 0 w 343"/>
                  <a:gd name="T9" fmla="*/ 0 h 70"/>
                  <a:gd name="T10" fmla="*/ 0 w 343"/>
                  <a:gd name="T11" fmla="*/ 0 h 70"/>
                  <a:gd name="T12" fmla="*/ 0 w 343"/>
                  <a:gd name="T13" fmla="*/ 0 h 70"/>
                  <a:gd name="T14" fmla="*/ 0 w 343"/>
                  <a:gd name="T15" fmla="*/ 0 h 70"/>
                  <a:gd name="T16" fmla="*/ 0 w 343"/>
                  <a:gd name="T17" fmla="*/ 0 h 70"/>
                  <a:gd name="T18" fmla="*/ 0 w 343"/>
                  <a:gd name="T19" fmla="*/ 0 h 7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43"/>
                  <a:gd name="T31" fmla="*/ 0 h 70"/>
                  <a:gd name="T32" fmla="*/ 343 w 343"/>
                  <a:gd name="T33" fmla="*/ 70 h 7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43" h="70">
                    <a:moveTo>
                      <a:pt x="0" y="44"/>
                    </a:moveTo>
                    <a:lnTo>
                      <a:pt x="128" y="70"/>
                    </a:lnTo>
                    <a:lnTo>
                      <a:pt x="235" y="55"/>
                    </a:lnTo>
                    <a:lnTo>
                      <a:pt x="322" y="21"/>
                    </a:lnTo>
                    <a:lnTo>
                      <a:pt x="343" y="7"/>
                    </a:lnTo>
                    <a:lnTo>
                      <a:pt x="297" y="0"/>
                    </a:lnTo>
                    <a:lnTo>
                      <a:pt x="214" y="21"/>
                    </a:lnTo>
                    <a:lnTo>
                      <a:pt x="135" y="26"/>
                    </a:lnTo>
                    <a:lnTo>
                      <a:pt x="20" y="21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0" name="Freeform 84"/>
              <p:cNvSpPr>
                <a:spLocks/>
              </p:cNvSpPr>
              <p:nvPr/>
            </p:nvSpPr>
            <p:spPr bwMode="auto">
              <a:xfrm>
                <a:off x="3001" y="1470"/>
                <a:ext cx="45" cy="53"/>
              </a:xfrm>
              <a:custGeom>
                <a:avLst/>
                <a:gdLst>
                  <a:gd name="T0" fmla="*/ 0 w 363"/>
                  <a:gd name="T1" fmla="*/ 0 h 429"/>
                  <a:gd name="T2" fmla="*/ 0 w 363"/>
                  <a:gd name="T3" fmla="*/ 0 h 429"/>
                  <a:gd name="T4" fmla="*/ 0 w 363"/>
                  <a:gd name="T5" fmla="*/ 0 h 429"/>
                  <a:gd name="T6" fmla="*/ 0 w 363"/>
                  <a:gd name="T7" fmla="*/ 0 h 429"/>
                  <a:gd name="T8" fmla="*/ 0 w 363"/>
                  <a:gd name="T9" fmla="*/ 0 h 429"/>
                  <a:gd name="T10" fmla="*/ 0 w 363"/>
                  <a:gd name="T11" fmla="*/ 0 h 429"/>
                  <a:gd name="T12" fmla="*/ 0 w 363"/>
                  <a:gd name="T13" fmla="*/ 0 h 429"/>
                  <a:gd name="T14" fmla="*/ 0 w 363"/>
                  <a:gd name="T15" fmla="*/ 0 h 429"/>
                  <a:gd name="T16" fmla="*/ 0 w 363"/>
                  <a:gd name="T17" fmla="*/ 0 h 429"/>
                  <a:gd name="T18" fmla="*/ 0 w 363"/>
                  <a:gd name="T19" fmla="*/ 0 h 429"/>
                  <a:gd name="T20" fmla="*/ 0 w 363"/>
                  <a:gd name="T21" fmla="*/ 0 h 429"/>
                  <a:gd name="T22" fmla="*/ 0 w 363"/>
                  <a:gd name="T23" fmla="*/ 0 h 429"/>
                  <a:gd name="T24" fmla="*/ 0 w 363"/>
                  <a:gd name="T25" fmla="*/ 0 h 429"/>
                  <a:gd name="T26" fmla="*/ 0 w 363"/>
                  <a:gd name="T27" fmla="*/ 0 h 429"/>
                  <a:gd name="T28" fmla="*/ 0 w 363"/>
                  <a:gd name="T29" fmla="*/ 0 h 429"/>
                  <a:gd name="T30" fmla="*/ 0 w 363"/>
                  <a:gd name="T31" fmla="*/ 0 h 429"/>
                  <a:gd name="T32" fmla="*/ 0 w 363"/>
                  <a:gd name="T33" fmla="*/ 0 h 42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63"/>
                  <a:gd name="T52" fmla="*/ 0 h 429"/>
                  <a:gd name="T53" fmla="*/ 363 w 363"/>
                  <a:gd name="T54" fmla="*/ 429 h 42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63" h="429">
                    <a:moveTo>
                      <a:pt x="226" y="35"/>
                    </a:moveTo>
                    <a:lnTo>
                      <a:pt x="158" y="99"/>
                    </a:lnTo>
                    <a:lnTo>
                      <a:pt x="127" y="182"/>
                    </a:lnTo>
                    <a:lnTo>
                      <a:pt x="127" y="266"/>
                    </a:lnTo>
                    <a:lnTo>
                      <a:pt x="149" y="337"/>
                    </a:lnTo>
                    <a:lnTo>
                      <a:pt x="363" y="394"/>
                    </a:lnTo>
                    <a:lnTo>
                      <a:pt x="185" y="389"/>
                    </a:lnTo>
                    <a:lnTo>
                      <a:pt x="63" y="429"/>
                    </a:lnTo>
                    <a:lnTo>
                      <a:pt x="79" y="380"/>
                    </a:lnTo>
                    <a:lnTo>
                      <a:pt x="33" y="323"/>
                    </a:lnTo>
                    <a:lnTo>
                      <a:pt x="6" y="231"/>
                    </a:lnTo>
                    <a:lnTo>
                      <a:pt x="0" y="134"/>
                    </a:lnTo>
                    <a:lnTo>
                      <a:pt x="19" y="62"/>
                    </a:lnTo>
                    <a:lnTo>
                      <a:pt x="68" y="14"/>
                    </a:lnTo>
                    <a:lnTo>
                      <a:pt x="136" y="0"/>
                    </a:lnTo>
                    <a:lnTo>
                      <a:pt x="192" y="7"/>
                    </a:lnTo>
                    <a:lnTo>
                      <a:pt x="226" y="35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1" name="Freeform 85"/>
              <p:cNvSpPr>
                <a:spLocks/>
              </p:cNvSpPr>
              <p:nvPr/>
            </p:nvSpPr>
            <p:spPr bwMode="auto">
              <a:xfrm>
                <a:off x="3070" y="1497"/>
                <a:ext cx="39" cy="19"/>
              </a:xfrm>
              <a:custGeom>
                <a:avLst/>
                <a:gdLst>
                  <a:gd name="T0" fmla="*/ 0 w 314"/>
                  <a:gd name="T1" fmla="*/ 0 h 154"/>
                  <a:gd name="T2" fmla="*/ 0 w 314"/>
                  <a:gd name="T3" fmla="*/ 0 h 154"/>
                  <a:gd name="T4" fmla="*/ 0 w 314"/>
                  <a:gd name="T5" fmla="*/ 0 h 154"/>
                  <a:gd name="T6" fmla="*/ 0 w 314"/>
                  <a:gd name="T7" fmla="*/ 0 h 154"/>
                  <a:gd name="T8" fmla="*/ 0 w 314"/>
                  <a:gd name="T9" fmla="*/ 0 h 154"/>
                  <a:gd name="T10" fmla="*/ 0 w 314"/>
                  <a:gd name="T11" fmla="*/ 0 h 154"/>
                  <a:gd name="T12" fmla="*/ 0 w 314"/>
                  <a:gd name="T13" fmla="*/ 0 h 1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14"/>
                  <a:gd name="T22" fmla="*/ 0 h 154"/>
                  <a:gd name="T23" fmla="*/ 314 w 314"/>
                  <a:gd name="T24" fmla="*/ 154 h 15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14" h="154">
                    <a:moveTo>
                      <a:pt x="70" y="115"/>
                    </a:moveTo>
                    <a:lnTo>
                      <a:pt x="226" y="34"/>
                    </a:lnTo>
                    <a:lnTo>
                      <a:pt x="314" y="30"/>
                    </a:lnTo>
                    <a:lnTo>
                      <a:pt x="249" y="0"/>
                    </a:lnTo>
                    <a:lnTo>
                      <a:pt x="176" y="30"/>
                    </a:lnTo>
                    <a:lnTo>
                      <a:pt x="0" y="154"/>
                    </a:lnTo>
                    <a:lnTo>
                      <a:pt x="70" y="115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" name="Freeform 86"/>
              <p:cNvSpPr>
                <a:spLocks/>
              </p:cNvSpPr>
              <p:nvPr/>
            </p:nvSpPr>
            <p:spPr bwMode="auto">
              <a:xfrm>
                <a:off x="2987" y="1529"/>
                <a:ext cx="13" cy="8"/>
              </a:xfrm>
              <a:custGeom>
                <a:avLst/>
                <a:gdLst>
                  <a:gd name="T0" fmla="*/ 0 w 105"/>
                  <a:gd name="T1" fmla="*/ 0 h 60"/>
                  <a:gd name="T2" fmla="*/ 0 w 105"/>
                  <a:gd name="T3" fmla="*/ 0 h 60"/>
                  <a:gd name="T4" fmla="*/ 0 w 105"/>
                  <a:gd name="T5" fmla="*/ 0 h 60"/>
                  <a:gd name="T6" fmla="*/ 0 w 105"/>
                  <a:gd name="T7" fmla="*/ 0 h 60"/>
                  <a:gd name="T8" fmla="*/ 0 w 105"/>
                  <a:gd name="T9" fmla="*/ 0 h 60"/>
                  <a:gd name="T10" fmla="*/ 0 w 105"/>
                  <a:gd name="T11" fmla="*/ 0 h 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5"/>
                  <a:gd name="T19" fmla="*/ 0 h 60"/>
                  <a:gd name="T20" fmla="*/ 105 w 105"/>
                  <a:gd name="T21" fmla="*/ 60 h 6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5" h="60">
                    <a:moveTo>
                      <a:pt x="0" y="44"/>
                    </a:moveTo>
                    <a:lnTo>
                      <a:pt x="96" y="60"/>
                    </a:lnTo>
                    <a:lnTo>
                      <a:pt x="105" y="31"/>
                    </a:lnTo>
                    <a:lnTo>
                      <a:pt x="48" y="0"/>
                    </a:lnTo>
                    <a:lnTo>
                      <a:pt x="0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" name="Freeform 87"/>
              <p:cNvSpPr>
                <a:spLocks/>
              </p:cNvSpPr>
              <p:nvPr/>
            </p:nvSpPr>
            <p:spPr bwMode="auto">
              <a:xfrm>
                <a:off x="3123" y="1511"/>
                <a:ext cx="13" cy="14"/>
              </a:xfrm>
              <a:custGeom>
                <a:avLst/>
                <a:gdLst>
                  <a:gd name="T0" fmla="*/ 0 w 99"/>
                  <a:gd name="T1" fmla="*/ 0 h 111"/>
                  <a:gd name="T2" fmla="*/ 0 w 99"/>
                  <a:gd name="T3" fmla="*/ 0 h 111"/>
                  <a:gd name="T4" fmla="*/ 0 w 99"/>
                  <a:gd name="T5" fmla="*/ 0 h 111"/>
                  <a:gd name="T6" fmla="*/ 0 w 99"/>
                  <a:gd name="T7" fmla="*/ 0 h 111"/>
                  <a:gd name="T8" fmla="*/ 0 w 99"/>
                  <a:gd name="T9" fmla="*/ 0 h 111"/>
                  <a:gd name="T10" fmla="*/ 0 w 99"/>
                  <a:gd name="T11" fmla="*/ 0 h 111"/>
                  <a:gd name="T12" fmla="*/ 0 w 99"/>
                  <a:gd name="T13" fmla="*/ 0 h 1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9"/>
                  <a:gd name="T22" fmla="*/ 0 h 111"/>
                  <a:gd name="T23" fmla="*/ 99 w 99"/>
                  <a:gd name="T24" fmla="*/ 111 h 1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9" h="111">
                    <a:moveTo>
                      <a:pt x="0" y="111"/>
                    </a:moveTo>
                    <a:lnTo>
                      <a:pt x="19" y="111"/>
                    </a:lnTo>
                    <a:lnTo>
                      <a:pt x="99" y="35"/>
                    </a:lnTo>
                    <a:lnTo>
                      <a:pt x="90" y="0"/>
                    </a:lnTo>
                    <a:lnTo>
                      <a:pt x="55" y="0"/>
                    </a:lnTo>
                    <a:lnTo>
                      <a:pt x="7" y="39"/>
                    </a:lnTo>
                    <a:lnTo>
                      <a:pt x="0" y="111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4" name="Freeform 88"/>
              <p:cNvSpPr>
                <a:spLocks/>
              </p:cNvSpPr>
              <p:nvPr/>
            </p:nvSpPr>
            <p:spPr bwMode="auto">
              <a:xfrm>
                <a:off x="3068" y="1615"/>
                <a:ext cx="19" cy="10"/>
              </a:xfrm>
              <a:custGeom>
                <a:avLst/>
                <a:gdLst>
                  <a:gd name="T0" fmla="*/ 0 w 154"/>
                  <a:gd name="T1" fmla="*/ 0 h 84"/>
                  <a:gd name="T2" fmla="*/ 0 w 154"/>
                  <a:gd name="T3" fmla="*/ 0 h 84"/>
                  <a:gd name="T4" fmla="*/ 0 w 154"/>
                  <a:gd name="T5" fmla="*/ 0 h 84"/>
                  <a:gd name="T6" fmla="*/ 0 w 154"/>
                  <a:gd name="T7" fmla="*/ 0 h 84"/>
                  <a:gd name="T8" fmla="*/ 0 w 154"/>
                  <a:gd name="T9" fmla="*/ 0 h 84"/>
                  <a:gd name="T10" fmla="*/ 0 w 154"/>
                  <a:gd name="T11" fmla="*/ 0 h 84"/>
                  <a:gd name="T12" fmla="*/ 0 w 154"/>
                  <a:gd name="T13" fmla="*/ 0 h 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4"/>
                  <a:gd name="T22" fmla="*/ 0 h 84"/>
                  <a:gd name="T23" fmla="*/ 154 w 154"/>
                  <a:gd name="T24" fmla="*/ 84 h 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4" h="84">
                    <a:moveTo>
                      <a:pt x="27" y="7"/>
                    </a:moveTo>
                    <a:lnTo>
                      <a:pt x="0" y="49"/>
                    </a:lnTo>
                    <a:lnTo>
                      <a:pt x="32" y="84"/>
                    </a:lnTo>
                    <a:lnTo>
                      <a:pt x="140" y="69"/>
                    </a:lnTo>
                    <a:lnTo>
                      <a:pt x="154" y="27"/>
                    </a:lnTo>
                    <a:lnTo>
                      <a:pt x="127" y="0"/>
                    </a:lnTo>
                    <a:lnTo>
                      <a:pt x="27" y="7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5" name="Freeform 89"/>
              <p:cNvSpPr>
                <a:spLocks/>
              </p:cNvSpPr>
              <p:nvPr/>
            </p:nvSpPr>
            <p:spPr bwMode="auto">
              <a:xfrm>
                <a:off x="2985" y="1689"/>
                <a:ext cx="22" cy="42"/>
              </a:xfrm>
              <a:custGeom>
                <a:avLst/>
                <a:gdLst>
                  <a:gd name="T0" fmla="*/ 0 w 172"/>
                  <a:gd name="T1" fmla="*/ 0 h 336"/>
                  <a:gd name="T2" fmla="*/ 0 w 172"/>
                  <a:gd name="T3" fmla="*/ 0 h 336"/>
                  <a:gd name="T4" fmla="*/ 0 w 172"/>
                  <a:gd name="T5" fmla="*/ 0 h 336"/>
                  <a:gd name="T6" fmla="*/ 0 w 172"/>
                  <a:gd name="T7" fmla="*/ 0 h 336"/>
                  <a:gd name="T8" fmla="*/ 0 w 172"/>
                  <a:gd name="T9" fmla="*/ 0 h 336"/>
                  <a:gd name="T10" fmla="*/ 0 w 172"/>
                  <a:gd name="T11" fmla="*/ 0 h 336"/>
                  <a:gd name="T12" fmla="*/ 0 w 172"/>
                  <a:gd name="T13" fmla="*/ 0 h 336"/>
                  <a:gd name="T14" fmla="*/ 0 w 172"/>
                  <a:gd name="T15" fmla="*/ 0 h 336"/>
                  <a:gd name="T16" fmla="*/ 0 w 172"/>
                  <a:gd name="T17" fmla="*/ 0 h 336"/>
                  <a:gd name="T18" fmla="*/ 0 w 172"/>
                  <a:gd name="T19" fmla="*/ 0 h 3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2"/>
                  <a:gd name="T31" fmla="*/ 0 h 336"/>
                  <a:gd name="T32" fmla="*/ 172 w 172"/>
                  <a:gd name="T33" fmla="*/ 336 h 3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2" h="336">
                    <a:moveTo>
                      <a:pt x="7" y="42"/>
                    </a:moveTo>
                    <a:lnTo>
                      <a:pt x="51" y="211"/>
                    </a:lnTo>
                    <a:lnTo>
                      <a:pt x="73" y="336"/>
                    </a:lnTo>
                    <a:lnTo>
                      <a:pt x="156" y="336"/>
                    </a:lnTo>
                    <a:lnTo>
                      <a:pt x="172" y="279"/>
                    </a:lnTo>
                    <a:lnTo>
                      <a:pt x="99" y="231"/>
                    </a:lnTo>
                    <a:lnTo>
                      <a:pt x="73" y="147"/>
                    </a:lnTo>
                    <a:lnTo>
                      <a:pt x="78" y="75"/>
                    </a:lnTo>
                    <a:lnTo>
                      <a:pt x="0" y="0"/>
                    </a:lnTo>
                    <a:lnTo>
                      <a:pt x="7" y="42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6" name="Freeform 90"/>
              <p:cNvSpPr>
                <a:spLocks/>
              </p:cNvSpPr>
              <p:nvPr/>
            </p:nvSpPr>
            <p:spPr bwMode="auto">
              <a:xfrm>
                <a:off x="2986" y="1661"/>
                <a:ext cx="33" cy="15"/>
              </a:xfrm>
              <a:custGeom>
                <a:avLst/>
                <a:gdLst>
                  <a:gd name="T0" fmla="*/ 0 w 264"/>
                  <a:gd name="T1" fmla="*/ 0 h 122"/>
                  <a:gd name="T2" fmla="*/ 0 w 264"/>
                  <a:gd name="T3" fmla="*/ 0 h 122"/>
                  <a:gd name="T4" fmla="*/ 0 w 264"/>
                  <a:gd name="T5" fmla="*/ 0 h 122"/>
                  <a:gd name="T6" fmla="*/ 0 w 264"/>
                  <a:gd name="T7" fmla="*/ 0 h 122"/>
                  <a:gd name="T8" fmla="*/ 0 w 264"/>
                  <a:gd name="T9" fmla="*/ 0 h 122"/>
                  <a:gd name="T10" fmla="*/ 0 w 264"/>
                  <a:gd name="T11" fmla="*/ 0 h 122"/>
                  <a:gd name="T12" fmla="*/ 0 w 264"/>
                  <a:gd name="T13" fmla="*/ 0 h 122"/>
                  <a:gd name="T14" fmla="*/ 0 w 264"/>
                  <a:gd name="T15" fmla="*/ 0 h 122"/>
                  <a:gd name="T16" fmla="*/ 0 w 264"/>
                  <a:gd name="T17" fmla="*/ 0 h 122"/>
                  <a:gd name="T18" fmla="*/ 0 w 264"/>
                  <a:gd name="T19" fmla="*/ 0 h 12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64"/>
                  <a:gd name="T31" fmla="*/ 0 h 122"/>
                  <a:gd name="T32" fmla="*/ 264 w 264"/>
                  <a:gd name="T33" fmla="*/ 122 h 12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64" h="122">
                    <a:moveTo>
                      <a:pt x="0" y="106"/>
                    </a:moveTo>
                    <a:lnTo>
                      <a:pt x="13" y="122"/>
                    </a:lnTo>
                    <a:lnTo>
                      <a:pt x="57" y="78"/>
                    </a:lnTo>
                    <a:lnTo>
                      <a:pt x="114" y="97"/>
                    </a:lnTo>
                    <a:lnTo>
                      <a:pt x="140" y="53"/>
                    </a:lnTo>
                    <a:lnTo>
                      <a:pt x="264" y="106"/>
                    </a:lnTo>
                    <a:lnTo>
                      <a:pt x="127" y="0"/>
                    </a:lnTo>
                    <a:lnTo>
                      <a:pt x="101" y="14"/>
                    </a:lnTo>
                    <a:lnTo>
                      <a:pt x="32" y="64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7" name="Freeform 91"/>
              <p:cNvSpPr>
                <a:spLocks/>
              </p:cNvSpPr>
              <p:nvPr/>
            </p:nvSpPr>
            <p:spPr bwMode="auto">
              <a:xfrm>
                <a:off x="3012" y="1710"/>
                <a:ext cx="13" cy="19"/>
              </a:xfrm>
              <a:custGeom>
                <a:avLst/>
                <a:gdLst>
                  <a:gd name="T0" fmla="*/ 0 w 106"/>
                  <a:gd name="T1" fmla="*/ 0 h 147"/>
                  <a:gd name="T2" fmla="*/ 0 w 106"/>
                  <a:gd name="T3" fmla="*/ 0 h 147"/>
                  <a:gd name="T4" fmla="*/ 0 w 106"/>
                  <a:gd name="T5" fmla="*/ 0 h 147"/>
                  <a:gd name="T6" fmla="*/ 0 w 106"/>
                  <a:gd name="T7" fmla="*/ 0 h 147"/>
                  <a:gd name="T8" fmla="*/ 0 w 106"/>
                  <a:gd name="T9" fmla="*/ 0 h 147"/>
                  <a:gd name="T10" fmla="*/ 0 w 106"/>
                  <a:gd name="T11" fmla="*/ 0 h 147"/>
                  <a:gd name="T12" fmla="*/ 0 w 106"/>
                  <a:gd name="T13" fmla="*/ 0 h 147"/>
                  <a:gd name="T14" fmla="*/ 0 w 106"/>
                  <a:gd name="T15" fmla="*/ 0 h 14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6"/>
                  <a:gd name="T25" fmla="*/ 0 h 147"/>
                  <a:gd name="T26" fmla="*/ 106 w 106"/>
                  <a:gd name="T27" fmla="*/ 147 h 14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6" h="147">
                    <a:moveTo>
                      <a:pt x="0" y="44"/>
                    </a:moveTo>
                    <a:lnTo>
                      <a:pt x="41" y="85"/>
                    </a:lnTo>
                    <a:lnTo>
                      <a:pt x="63" y="147"/>
                    </a:lnTo>
                    <a:lnTo>
                      <a:pt x="106" y="92"/>
                    </a:lnTo>
                    <a:lnTo>
                      <a:pt x="99" y="35"/>
                    </a:lnTo>
                    <a:lnTo>
                      <a:pt x="63" y="9"/>
                    </a:lnTo>
                    <a:lnTo>
                      <a:pt x="7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8" name="Freeform 92"/>
              <p:cNvSpPr>
                <a:spLocks/>
              </p:cNvSpPr>
              <p:nvPr/>
            </p:nvSpPr>
            <p:spPr bwMode="auto">
              <a:xfrm>
                <a:off x="3025" y="1534"/>
                <a:ext cx="31" cy="12"/>
              </a:xfrm>
              <a:custGeom>
                <a:avLst/>
                <a:gdLst>
                  <a:gd name="T0" fmla="*/ 0 w 244"/>
                  <a:gd name="T1" fmla="*/ 0 h 94"/>
                  <a:gd name="T2" fmla="*/ 0 w 244"/>
                  <a:gd name="T3" fmla="*/ 0 h 94"/>
                  <a:gd name="T4" fmla="*/ 0 w 244"/>
                  <a:gd name="T5" fmla="*/ 0 h 94"/>
                  <a:gd name="T6" fmla="*/ 0 w 244"/>
                  <a:gd name="T7" fmla="*/ 0 h 94"/>
                  <a:gd name="T8" fmla="*/ 0 w 244"/>
                  <a:gd name="T9" fmla="*/ 0 h 94"/>
                  <a:gd name="T10" fmla="*/ 0 w 244"/>
                  <a:gd name="T11" fmla="*/ 0 h 94"/>
                  <a:gd name="T12" fmla="*/ 0 w 244"/>
                  <a:gd name="T13" fmla="*/ 0 h 94"/>
                  <a:gd name="T14" fmla="*/ 0 w 244"/>
                  <a:gd name="T15" fmla="*/ 0 h 94"/>
                  <a:gd name="T16" fmla="*/ 0 w 244"/>
                  <a:gd name="T17" fmla="*/ 0 h 94"/>
                  <a:gd name="T18" fmla="*/ 0 w 244"/>
                  <a:gd name="T19" fmla="*/ 0 h 9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4"/>
                  <a:gd name="T31" fmla="*/ 0 h 94"/>
                  <a:gd name="T32" fmla="*/ 244 w 244"/>
                  <a:gd name="T33" fmla="*/ 94 h 9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4" h="94">
                    <a:moveTo>
                      <a:pt x="0" y="34"/>
                    </a:moveTo>
                    <a:lnTo>
                      <a:pt x="45" y="81"/>
                    </a:lnTo>
                    <a:lnTo>
                      <a:pt x="89" y="94"/>
                    </a:lnTo>
                    <a:lnTo>
                      <a:pt x="114" y="94"/>
                    </a:lnTo>
                    <a:lnTo>
                      <a:pt x="167" y="94"/>
                    </a:lnTo>
                    <a:lnTo>
                      <a:pt x="244" y="43"/>
                    </a:lnTo>
                    <a:lnTo>
                      <a:pt x="204" y="0"/>
                    </a:lnTo>
                    <a:lnTo>
                      <a:pt x="123" y="9"/>
                    </a:lnTo>
                    <a:lnTo>
                      <a:pt x="45" y="28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9" name="Freeform 93"/>
              <p:cNvSpPr>
                <a:spLocks/>
              </p:cNvSpPr>
              <p:nvPr/>
            </p:nvSpPr>
            <p:spPr bwMode="auto">
              <a:xfrm>
                <a:off x="3080" y="1529"/>
                <a:ext cx="27" cy="11"/>
              </a:xfrm>
              <a:custGeom>
                <a:avLst/>
                <a:gdLst>
                  <a:gd name="T0" fmla="*/ 0 w 221"/>
                  <a:gd name="T1" fmla="*/ 0 h 85"/>
                  <a:gd name="T2" fmla="*/ 0 w 221"/>
                  <a:gd name="T3" fmla="*/ 0 h 85"/>
                  <a:gd name="T4" fmla="*/ 0 w 221"/>
                  <a:gd name="T5" fmla="*/ 0 h 85"/>
                  <a:gd name="T6" fmla="*/ 0 w 221"/>
                  <a:gd name="T7" fmla="*/ 0 h 85"/>
                  <a:gd name="T8" fmla="*/ 0 w 221"/>
                  <a:gd name="T9" fmla="*/ 0 h 85"/>
                  <a:gd name="T10" fmla="*/ 0 w 221"/>
                  <a:gd name="T11" fmla="*/ 0 h 85"/>
                  <a:gd name="T12" fmla="*/ 0 w 221"/>
                  <a:gd name="T13" fmla="*/ 0 h 85"/>
                  <a:gd name="T14" fmla="*/ 0 w 221"/>
                  <a:gd name="T15" fmla="*/ 0 h 85"/>
                  <a:gd name="T16" fmla="*/ 0 w 221"/>
                  <a:gd name="T17" fmla="*/ 0 h 85"/>
                  <a:gd name="T18" fmla="*/ 0 w 221"/>
                  <a:gd name="T19" fmla="*/ 0 h 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21"/>
                  <a:gd name="T31" fmla="*/ 0 h 85"/>
                  <a:gd name="T32" fmla="*/ 221 w 221"/>
                  <a:gd name="T33" fmla="*/ 85 h 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21" h="85">
                    <a:moveTo>
                      <a:pt x="0" y="70"/>
                    </a:moveTo>
                    <a:lnTo>
                      <a:pt x="44" y="7"/>
                    </a:lnTo>
                    <a:lnTo>
                      <a:pt x="129" y="0"/>
                    </a:lnTo>
                    <a:lnTo>
                      <a:pt x="221" y="7"/>
                    </a:lnTo>
                    <a:lnTo>
                      <a:pt x="216" y="26"/>
                    </a:lnTo>
                    <a:lnTo>
                      <a:pt x="185" y="57"/>
                    </a:lnTo>
                    <a:lnTo>
                      <a:pt x="115" y="85"/>
                    </a:lnTo>
                    <a:lnTo>
                      <a:pt x="51" y="85"/>
                    </a:lnTo>
                    <a:lnTo>
                      <a:pt x="9" y="85"/>
                    </a:lnTo>
                    <a:lnTo>
                      <a:pt x="0" y="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0" name="Freeform 94"/>
              <p:cNvSpPr>
                <a:spLocks/>
              </p:cNvSpPr>
              <p:nvPr/>
            </p:nvSpPr>
            <p:spPr bwMode="auto">
              <a:xfrm>
                <a:off x="2152" y="1590"/>
                <a:ext cx="68" cy="44"/>
              </a:xfrm>
              <a:custGeom>
                <a:avLst/>
                <a:gdLst>
                  <a:gd name="T0" fmla="*/ 0 w 546"/>
                  <a:gd name="T1" fmla="*/ 0 h 352"/>
                  <a:gd name="T2" fmla="*/ 0 w 546"/>
                  <a:gd name="T3" fmla="*/ 0 h 352"/>
                  <a:gd name="T4" fmla="*/ 0 w 546"/>
                  <a:gd name="T5" fmla="*/ 0 h 352"/>
                  <a:gd name="T6" fmla="*/ 0 w 546"/>
                  <a:gd name="T7" fmla="*/ 0 h 352"/>
                  <a:gd name="T8" fmla="*/ 0 w 546"/>
                  <a:gd name="T9" fmla="*/ 0 h 352"/>
                  <a:gd name="T10" fmla="*/ 0 w 546"/>
                  <a:gd name="T11" fmla="*/ 0 h 352"/>
                  <a:gd name="T12" fmla="*/ 0 w 546"/>
                  <a:gd name="T13" fmla="*/ 0 h 352"/>
                  <a:gd name="T14" fmla="*/ 0 w 546"/>
                  <a:gd name="T15" fmla="*/ 0 h 352"/>
                  <a:gd name="T16" fmla="*/ 0 w 546"/>
                  <a:gd name="T17" fmla="*/ 0 h 352"/>
                  <a:gd name="T18" fmla="*/ 0 w 546"/>
                  <a:gd name="T19" fmla="*/ 0 h 352"/>
                  <a:gd name="T20" fmla="*/ 0 w 546"/>
                  <a:gd name="T21" fmla="*/ 0 h 352"/>
                  <a:gd name="T22" fmla="*/ 0 w 546"/>
                  <a:gd name="T23" fmla="*/ 0 h 352"/>
                  <a:gd name="T24" fmla="*/ 0 w 546"/>
                  <a:gd name="T25" fmla="*/ 0 h 352"/>
                  <a:gd name="T26" fmla="*/ 0 w 546"/>
                  <a:gd name="T27" fmla="*/ 0 h 352"/>
                  <a:gd name="T28" fmla="*/ 0 w 546"/>
                  <a:gd name="T29" fmla="*/ 0 h 352"/>
                  <a:gd name="T30" fmla="*/ 0 w 546"/>
                  <a:gd name="T31" fmla="*/ 0 h 352"/>
                  <a:gd name="T32" fmla="*/ 0 w 546"/>
                  <a:gd name="T33" fmla="*/ 0 h 352"/>
                  <a:gd name="T34" fmla="*/ 0 w 546"/>
                  <a:gd name="T35" fmla="*/ 0 h 352"/>
                  <a:gd name="T36" fmla="*/ 0 w 546"/>
                  <a:gd name="T37" fmla="*/ 0 h 352"/>
                  <a:gd name="T38" fmla="*/ 0 w 546"/>
                  <a:gd name="T39" fmla="*/ 0 h 352"/>
                  <a:gd name="T40" fmla="*/ 0 w 546"/>
                  <a:gd name="T41" fmla="*/ 0 h 352"/>
                  <a:gd name="T42" fmla="*/ 0 w 546"/>
                  <a:gd name="T43" fmla="*/ 0 h 352"/>
                  <a:gd name="T44" fmla="*/ 0 w 546"/>
                  <a:gd name="T45" fmla="*/ 0 h 352"/>
                  <a:gd name="T46" fmla="*/ 0 w 546"/>
                  <a:gd name="T47" fmla="*/ 0 h 352"/>
                  <a:gd name="T48" fmla="*/ 0 w 546"/>
                  <a:gd name="T49" fmla="*/ 0 h 352"/>
                  <a:gd name="T50" fmla="*/ 0 w 546"/>
                  <a:gd name="T51" fmla="*/ 0 h 352"/>
                  <a:gd name="T52" fmla="*/ 0 w 546"/>
                  <a:gd name="T53" fmla="*/ 0 h 352"/>
                  <a:gd name="T54" fmla="*/ 0 w 546"/>
                  <a:gd name="T55" fmla="*/ 0 h 352"/>
                  <a:gd name="T56" fmla="*/ 0 w 546"/>
                  <a:gd name="T57" fmla="*/ 0 h 352"/>
                  <a:gd name="T58" fmla="*/ 0 w 546"/>
                  <a:gd name="T59" fmla="*/ 0 h 352"/>
                  <a:gd name="T60" fmla="*/ 0 w 546"/>
                  <a:gd name="T61" fmla="*/ 0 h 352"/>
                  <a:gd name="T62" fmla="*/ 0 w 546"/>
                  <a:gd name="T63" fmla="*/ 0 h 352"/>
                  <a:gd name="T64" fmla="*/ 0 w 546"/>
                  <a:gd name="T65" fmla="*/ 0 h 35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546"/>
                  <a:gd name="T100" fmla="*/ 0 h 352"/>
                  <a:gd name="T101" fmla="*/ 546 w 546"/>
                  <a:gd name="T102" fmla="*/ 352 h 35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546" h="352">
                    <a:moveTo>
                      <a:pt x="53" y="229"/>
                    </a:moveTo>
                    <a:lnTo>
                      <a:pt x="126" y="174"/>
                    </a:lnTo>
                    <a:lnTo>
                      <a:pt x="163" y="161"/>
                    </a:lnTo>
                    <a:lnTo>
                      <a:pt x="313" y="161"/>
                    </a:lnTo>
                    <a:lnTo>
                      <a:pt x="387" y="167"/>
                    </a:lnTo>
                    <a:lnTo>
                      <a:pt x="194" y="94"/>
                    </a:lnTo>
                    <a:lnTo>
                      <a:pt x="60" y="94"/>
                    </a:lnTo>
                    <a:lnTo>
                      <a:pt x="9" y="82"/>
                    </a:lnTo>
                    <a:lnTo>
                      <a:pt x="0" y="75"/>
                    </a:lnTo>
                    <a:lnTo>
                      <a:pt x="145" y="0"/>
                    </a:lnTo>
                    <a:lnTo>
                      <a:pt x="224" y="13"/>
                    </a:lnTo>
                    <a:lnTo>
                      <a:pt x="313" y="64"/>
                    </a:lnTo>
                    <a:lnTo>
                      <a:pt x="415" y="108"/>
                    </a:lnTo>
                    <a:lnTo>
                      <a:pt x="498" y="130"/>
                    </a:lnTo>
                    <a:lnTo>
                      <a:pt x="546" y="198"/>
                    </a:lnTo>
                    <a:lnTo>
                      <a:pt x="521" y="255"/>
                    </a:lnTo>
                    <a:lnTo>
                      <a:pt x="484" y="255"/>
                    </a:lnTo>
                    <a:lnTo>
                      <a:pt x="431" y="322"/>
                    </a:lnTo>
                    <a:lnTo>
                      <a:pt x="376" y="329"/>
                    </a:lnTo>
                    <a:lnTo>
                      <a:pt x="286" y="352"/>
                    </a:lnTo>
                    <a:lnTo>
                      <a:pt x="365" y="280"/>
                    </a:lnTo>
                    <a:lnTo>
                      <a:pt x="401" y="235"/>
                    </a:lnTo>
                    <a:lnTo>
                      <a:pt x="401" y="218"/>
                    </a:lnTo>
                    <a:lnTo>
                      <a:pt x="365" y="209"/>
                    </a:lnTo>
                    <a:lnTo>
                      <a:pt x="304" y="191"/>
                    </a:lnTo>
                    <a:lnTo>
                      <a:pt x="286" y="235"/>
                    </a:lnTo>
                    <a:lnTo>
                      <a:pt x="282" y="205"/>
                    </a:lnTo>
                    <a:lnTo>
                      <a:pt x="256" y="205"/>
                    </a:lnTo>
                    <a:lnTo>
                      <a:pt x="253" y="225"/>
                    </a:lnTo>
                    <a:lnTo>
                      <a:pt x="277" y="244"/>
                    </a:lnTo>
                    <a:lnTo>
                      <a:pt x="268" y="266"/>
                    </a:lnTo>
                    <a:lnTo>
                      <a:pt x="84" y="244"/>
                    </a:lnTo>
                    <a:lnTo>
                      <a:pt x="53" y="2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1" name="Freeform 95"/>
              <p:cNvSpPr>
                <a:spLocks/>
              </p:cNvSpPr>
              <p:nvPr/>
            </p:nvSpPr>
            <p:spPr bwMode="auto">
              <a:xfrm>
                <a:off x="2165" y="1625"/>
                <a:ext cx="28" cy="6"/>
              </a:xfrm>
              <a:custGeom>
                <a:avLst/>
                <a:gdLst>
                  <a:gd name="T0" fmla="*/ 0 w 224"/>
                  <a:gd name="T1" fmla="*/ 0 h 49"/>
                  <a:gd name="T2" fmla="*/ 0 w 224"/>
                  <a:gd name="T3" fmla="*/ 0 h 49"/>
                  <a:gd name="T4" fmla="*/ 0 w 224"/>
                  <a:gd name="T5" fmla="*/ 0 h 49"/>
                  <a:gd name="T6" fmla="*/ 0 w 224"/>
                  <a:gd name="T7" fmla="*/ 0 h 49"/>
                  <a:gd name="T8" fmla="*/ 0 w 224"/>
                  <a:gd name="T9" fmla="*/ 0 h 49"/>
                  <a:gd name="T10" fmla="*/ 0 w 224"/>
                  <a:gd name="T11" fmla="*/ 0 h 4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4"/>
                  <a:gd name="T19" fmla="*/ 0 h 49"/>
                  <a:gd name="T20" fmla="*/ 224 w 224"/>
                  <a:gd name="T21" fmla="*/ 49 h 4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4" h="49">
                    <a:moveTo>
                      <a:pt x="0" y="0"/>
                    </a:moveTo>
                    <a:lnTo>
                      <a:pt x="40" y="33"/>
                    </a:lnTo>
                    <a:lnTo>
                      <a:pt x="139" y="49"/>
                    </a:lnTo>
                    <a:lnTo>
                      <a:pt x="224" y="3"/>
                    </a:lnTo>
                    <a:lnTo>
                      <a:pt x="132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" name="Freeform 96"/>
              <p:cNvSpPr>
                <a:spLocks/>
              </p:cNvSpPr>
              <p:nvPr/>
            </p:nvSpPr>
            <p:spPr bwMode="auto">
              <a:xfrm>
                <a:off x="2193" y="1613"/>
                <a:ext cx="8" cy="12"/>
              </a:xfrm>
              <a:custGeom>
                <a:avLst/>
                <a:gdLst>
                  <a:gd name="T0" fmla="*/ 0 w 64"/>
                  <a:gd name="T1" fmla="*/ 0 h 98"/>
                  <a:gd name="T2" fmla="*/ 0 w 64"/>
                  <a:gd name="T3" fmla="*/ 0 h 98"/>
                  <a:gd name="T4" fmla="*/ 0 w 64"/>
                  <a:gd name="T5" fmla="*/ 0 h 98"/>
                  <a:gd name="T6" fmla="*/ 0 w 64"/>
                  <a:gd name="T7" fmla="*/ 0 h 98"/>
                  <a:gd name="T8" fmla="*/ 0 w 64"/>
                  <a:gd name="T9" fmla="*/ 0 h 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4"/>
                  <a:gd name="T16" fmla="*/ 0 h 98"/>
                  <a:gd name="T17" fmla="*/ 64 w 64"/>
                  <a:gd name="T18" fmla="*/ 98 h 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4" h="98">
                    <a:moveTo>
                      <a:pt x="0" y="0"/>
                    </a:moveTo>
                    <a:lnTo>
                      <a:pt x="53" y="98"/>
                    </a:lnTo>
                    <a:lnTo>
                      <a:pt x="64" y="81"/>
                    </a:lnTo>
                    <a:lnTo>
                      <a:pt x="34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3" name="Freeform 97"/>
              <p:cNvSpPr>
                <a:spLocks/>
              </p:cNvSpPr>
              <p:nvPr/>
            </p:nvSpPr>
            <p:spPr bwMode="auto">
              <a:xfrm>
                <a:off x="2226" y="1612"/>
                <a:ext cx="51" cy="65"/>
              </a:xfrm>
              <a:custGeom>
                <a:avLst/>
                <a:gdLst>
                  <a:gd name="T0" fmla="*/ 0 w 406"/>
                  <a:gd name="T1" fmla="*/ 0 h 514"/>
                  <a:gd name="T2" fmla="*/ 0 w 406"/>
                  <a:gd name="T3" fmla="*/ 0 h 514"/>
                  <a:gd name="T4" fmla="*/ 0 w 406"/>
                  <a:gd name="T5" fmla="*/ 0 h 514"/>
                  <a:gd name="T6" fmla="*/ 0 w 406"/>
                  <a:gd name="T7" fmla="*/ 0 h 514"/>
                  <a:gd name="T8" fmla="*/ 0 w 406"/>
                  <a:gd name="T9" fmla="*/ 0 h 514"/>
                  <a:gd name="T10" fmla="*/ 0 w 406"/>
                  <a:gd name="T11" fmla="*/ 0 h 514"/>
                  <a:gd name="T12" fmla="*/ 0 w 406"/>
                  <a:gd name="T13" fmla="*/ 0 h 514"/>
                  <a:gd name="T14" fmla="*/ 0 w 406"/>
                  <a:gd name="T15" fmla="*/ 0 h 514"/>
                  <a:gd name="T16" fmla="*/ 0 w 406"/>
                  <a:gd name="T17" fmla="*/ 0 h 514"/>
                  <a:gd name="T18" fmla="*/ 0 w 406"/>
                  <a:gd name="T19" fmla="*/ 0 h 514"/>
                  <a:gd name="T20" fmla="*/ 0 w 406"/>
                  <a:gd name="T21" fmla="*/ 0 h 514"/>
                  <a:gd name="T22" fmla="*/ 0 w 406"/>
                  <a:gd name="T23" fmla="*/ 0 h 514"/>
                  <a:gd name="T24" fmla="*/ 0 w 406"/>
                  <a:gd name="T25" fmla="*/ 0 h 514"/>
                  <a:gd name="T26" fmla="*/ 0 w 406"/>
                  <a:gd name="T27" fmla="*/ 0 h 514"/>
                  <a:gd name="T28" fmla="*/ 0 w 406"/>
                  <a:gd name="T29" fmla="*/ 0 h 514"/>
                  <a:gd name="T30" fmla="*/ 0 w 406"/>
                  <a:gd name="T31" fmla="*/ 0 h 514"/>
                  <a:gd name="T32" fmla="*/ 0 w 406"/>
                  <a:gd name="T33" fmla="*/ 0 h 514"/>
                  <a:gd name="T34" fmla="*/ 0 w 406"/>
                  <a:gd name="T35" fmla="*/ 0 h 514"/>
                  <a:gd name="T36" fmla="*/ 0 w 406"/>
                  <a:gd name="T37" fmla="*/ 0 h 514"/>
                  <a:gd name="T38" fmla="*/ 0 w 406"/>
                  <a:gd name="T39" fmla="*/ 0 h 514"/>
                  <a:gd name="T40" fmla="*/ 0 w 406"/>
                  <a:gd name="T41" fmla="*/ 0 h 514"/>
                  <a:gd name="T42" fmla="*/ 0 w 406"/>
                  <a:gd name="T43" fmla="*/ 0 h 514"/>
                  <a:gd name="T44" fmla="*/ 0 w 406"/>
                  <a:gd name="T45" fmla="*/ 0 h 514"/>
                  <a:gd name="T46" fmla="*/ 0 w 406"/>
                  <a:gd name="T47" fmla="*/ 0 h 514"/>
                  <a:gd name="T48" fmla="*/ 0 w 406"/>
                  <a:gd name="T49" fmla="*/ 0 h 514"/>
                  <a:gd name="T50" fmla="*/ 0 w 406"/>
                  <a:gd name="T51" fmla="*/ 0 h 514"/>
                  <a:gd name="T52" fmla="*/ 0 w 406"/>
                  <a:gd name="T53" fmla="*/ 0 h 514"/>
                  <a:gd name="T54" fmla="*/ 0 w 406"/>
                  <a:gd name="T55" fmla="*/ 0 h 514"/>
                  <a:gd name="T56" fmla="*/ 0 w 406"/>
                  <a:gd name="T57" fmla="*/ 0 h 514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406"/>
                  <a:gd name="T88" fmla="*/ 0 h 514"/>
                  <a:gd name="T89" fmla="*/ 406 w 406"/>
                  <a:gd name="T90" fmla="*/ 514 h 514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406" h="514">
                    <a:moveTo>
                      <a:pt x="0" y="10"/>
                    </a:moveTo>
                    <a:lnTo>
                      <a:pt x="0" y="63"/>
                    </a:lnTo>
                    <a:lnTo>
                      <a:pt x="28" y="99"/>
                    </a:lnTo>
                    <a:lnTo>
                      <a:pt x="12" y="388"/>
                    </a:lnTo>
                    <a:lnTo>
                      <a:pt x="35" y="514"/>
                    </a:lnTo>
                    <a:lnTo>
                      <a:pt x="28" y="380"/>
                    </a:lnTo>
                    <a:lnTo>
                      <a:pt x="39" y="213"/>
                    </a:lnTo>
                    <a:lnTo>
                      <a:pt x="146" y="288"/>
                    </a:lnTo>
                    <a:lnTo>
                      <a:pt x="105" y="201"/>
                    </a:lnTo>
                    <a:lnTo>
                      <a:pt x="197" y="235"/>
                    </a:lnTo>
                    <a:lnTo>
                      <a:pt x="275" y="222"/>
                    </a:lnTo>
                    <a:lnTo>
                      <a:pt x="202" y="201"/>
                    </a:lnTo>
                    <a:lnTo>
                      <a:pt x="202" y="178"/>
                    </a:lnTo>
                    <a:lnTo>
                      <a:pt x="233" y="160"/>
                    </a:lnTo>
                    <a:lnTo>
                      <a:pt x="294" y="208"/>
                    </a:lnTo>
                    <a:lnTo>
                      <a:pt x="328" y="189"/>
                    </a:lnTo>
                    <a:lnTo>
                      <a:pt x="250" y="114"/>
                    </a:lnTo>
                    <a:lnTo>
                      <a:pt x="202" y="85"/>
                    </a:lnTo>
                    <a:lnTo>
                      <a:pt x="202" y="65"/>
                    </a:lnTo>
                    <a:lnTo>
                      <a:pt x="321" y="90"/>
                    </a:lnTo>
                    <a:lnTo>
                      <a:pt x="356" y="132"/>
                    </a:lnTo>
                    <a:lnTo>
                      <a:pt x="344" y="164"/>
                    </a:lnTo>
                    <a:lnTo>
                      <a:pt x="406" y="141"/>
                    </a:lnTo>
                    <a:lnTo>
                      <a:pt x="406" y="54"/>
                    </a:lnTo>
                    <a:lnTo>
                      <a:pt x="365" y="17"/>
                    </a:lnTo>
                    <a:lnTo>
                      <a:pt x="270" y="17"/>
                    </a:lnTo>
                    <a:lnTo>
                      <a:pt x="79" y="0"/>
                    </a:lnTo>
                    <a:lnTo>
                      <a:pt x="35" y="1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4" name="Freeform 98"/>
              <p:cNvSpPr>
                <a:spLocks/>
              </p:cNvSpPr>
              <p:nvPr/>
            </p:nvSpPr>
            <p:spPr bwMode="auto">
              <a:xfrm>
                <a:off x="2224" y="1681"/>
                <a:ext cx="6" cy="8"/>
              </a:xfrm>
              <a:custGeom>
                <a:avLst/>
                <a:gdLst>
                  <a:gd name="T0" fmla="*/ 0 w 44"/>
                  <a:gd name="T1" fmla="*/ 0 h 62"/>
                  <a:gd name="T2" fmla="*/ 0 w 44"/>
                  <a:gd name="T3" fmla="*/ 0 h 62"/>
                  <a:gd name="T4" fmla="*/ 0 w 44"/>
                  <a:gd name="T5" fmla="*/ 0 h 62"/>
                  <a:gd name="T6" fmla="*/ 0 w 44"/>
                  <a:gd name="T7" fmla="*/ 0 h 62"/>
                  <a:gd name="T8" fmla="*/ 0 w 44"/>
                  <a:gd name="T9" fmla="*/ 0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"/>
                  <a:gd name="T16" fmla="*/ 0 h 62"/>
                  <a:gd name="T17" fmla="*/ 44 w 44"/>
                  <a:gd name="T18" fmla="*/ 62 h 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" h="62">
                    <a:moveTo>
                      <a:pt x="0" y="46"/>
                    </a:moveTo>
                    <a:lnTo>
                      <a:pt x="28" y="62"/>
                    </a:lnTo>
                    <a:lnTo>
                      <a:pt x="44" y="49"/>
                    </a:lnTo>
                    <a:lnTo>
                      <a:pt x="35" y="0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5" name="Freeform 99"/>
              <p:cNvSpPr>
                <a:spLocks/>
              </p:cNvSpPr>
              <p:nvPr/>
            </p:nvSpPr>
            <p:spPr bwMode="auto">
              <a:xfrm>
                <a:off x="2157" y="1673"/>
                <a:ext cx="81" cy="43"/>
              </a:xfrm>
              <a:custGeom>
                <a:avLst/>
                <a:gdLst>
                  <a:gd name="T0" fmla="*/ 0 w 647"/>
                  <a:gd name="T1" fmla="*/ 0 h 347"/>
                  <a:gd name="T2" fmla="*/ 0 w 647"/>
                  <a:gd name="T3" fmla="*/ 0 h 347"/>
                  <a:gd name="T4" fmla="*/ 0 w 647"/>
                  <a:gd name="T5" fmla="*/ 0 h 347"/>
                  <a:gd name="T6" fmla="*/ 0 w 647"/>
                  <a:gd name="T7" fmla="*/ 0 h 347"/>
                  <a:gd name="T8" fmla="*/ 0 w 647"/>
                  <a:gd name="T9" fmla="*/ 0 h 347"/>
                  <a:gd name="T10" fmla="*/ 0 w 647"/>
                  <a:gd name="T11" fmla="*/ 0 h 347"/>
                  <a:gd name="T12" fmla="*/ 0 w 647"/>
                  <a:gd name="T13" fmla="*/ 0 h 347"/>
                  <a:gd name="T14" fmla="*/ 0 w 647"/>
                  <a:gd name="T15" fmla="*/ 0 h 347"/>
                  <a:gd name="T16" fmla="*/ 0 w 647"/>
                  <a:gd name="T17" fmla="*/ 0 h 347"/>
                  <a:gd name="T18" fmla="*/ 0 w 647"/>
                  <a:gd name="T19" fmla="*/ 0 h 347"/>
                  <a:gd name="T20" fmla="*/ 0 w 647"/>
                  <a:gd name="T21" fmla="*/ 0 h 347"/>
                  <a:gd name="T22" fmla="*/ 0 w 647"/>
                  <a:gd name="T23" fmla="*/ 0 h 347"/>
                  <a:gd name="T24" fmla="*/ 0 w 647"/>
                  <a:gd name="T25" fmla="*/ 0 h 347"/>
                  <a:gd name="T26" fmla="*/ 0 w 647"/>
                  <a:gd name="T27" fmla="*/ 0 h 347"/>
                  <a:gd name="T28" fmla="*/ 0 w 647"/>
                  <a:gd name="T29" fmla="*/ 0 h 347"/>
                  <a:gd name="T30" fmla="*/ 0 w 647"/>
                  <a:gd name="T31" fmla="*/ 0 h 347"/>
                  <a:gd name="T32" fmla="*/ 0 w 647"/>
                  <a:gd name="T33" fmla="*/ 0 h 347"/>
                  <a:gd name="T34" fmla="*/ 0 w 647"/>
                  <a:gd name="T35" fmla="*/ 0 h 347"/>
                  <a:gd name="T36" fmla="*/ 0 w 647"/>
                  <a:gd name="T37" fmla="*/ 0 h 347"/>
                  <a:gd name="T38" fmla="*/ 0 w 647"/>
                  <a:gd name="T39" fmla="*/ 0 h 347"/>
                  <a:gd name="T40" fmla="*/ 0 w 647"/>
                  <a:gd name="T41" fmla="*/ 0 h 347"/>
                  <a:gd name="T42" fmla="*/ 0 w 647"/>
                  <a:gd name="T43" fmla="*/ 0 h 34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47"/>
                  <a:gd name="T67" fmla="*/ 0 h 347"/>
                  <a:gd name="T68" fmla="*/ 647 w 647"/>
                  <a:gd name="T69" fmla="*/ 347 h 34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47" h="347">
                    <a:moveTo>
                      <a:pt x="509" y="114"/>
                    </a:moveTo>
                    <a:lnTo>
                      <a:pt x="466" y="117"/>
                    </a:lnTo>
                    <a:lnTo>
                      <a:pt x="374" y="29"/>
                    </a:lnTo>
                    <a:lnTo>
                      <a:pt x="311" y="0"/>
                    </a:lnTo>
                    <a:lnTo>
                      <a:pt x="219" y="31"/>
                    </a:lnTo>
                    <a:lnTo>
                      <a:pt x="219" y="57"/>
                    </a:lnTo>
                    <a:lnTo>
                      <a:pt x="258" y="64"/>
                    </a:lnTo>
                    <a:lnTo>
                      <a:pt x="120" y="105"/>
                    </a:lnTo>
                    <a:lnTo>
                      <a:pt x="0" y="181"/>
                    </a:lnTo>
                    <a:lnTo>
                      <a:pt x="23" y="225"/>
                    </a:lnTo>
                    <a:lnTo>
                      <a:pt x="95" y="220"/>
                    </a:lnTo>
                    <a:lnTo>
                      <a:pt x="157" y="237"/>
                    </a:lnTo>
                    <a:lnTo>
                      <a:pt x="240" y="193"/>
                    </a:lnTo>
                    <a:lnTo>
                      <a:pt x="357" y="211"/>
                    </a:lnTo>
                    <a:lnTo>
                      <a:pt x="461" y="200"/>
                    </a:lnTo>
                    <a:lnTo>
                      <a:pt x="521" y="257"/>
                    </a:lnTo>
                    <a:lnTo>
                      <a:pt x="567" y="279"/>
                    </a:lnTo>
                    <a:lnTo>
                      <a:pt x="620" y="347"/>
                    </a:lnTo>
                    <a:lnTo>
                      <a:pt x="647" y="334"/>
                    </a:lnTo>
                    <a:lnTo>
                      <a:pt x="643" y="225"/>
                    </a:lnTo>
                    <a:lnTo>
                      <a:pt x="567" y="105"/>
                    </a:lnTo>
                    <a:lnTo>
                      <a:pt x="509" y="1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6" name="Freeform 100"/>
              <p:cNvSpPr>
                <a:spLocks/>
              </p:cNvSpPr>
              <p:nvPr/>
            </p:nvSpPr>
            <p:spPr bwMode="auto">
              <a:xfrm>
                <a:off x="2202" y="1653"/>
                <a:ext cx="9" cy="11"/>
              </a:xfrm>
              <a:custGeom>
                <a:avLst/>
                <a:gdLst>
                  <a:gd name="T0" fmla="*/ 0 w 72"/>
                  <a:gd name="T1" fmla="*/ 0 h 86"/>
                  <a:gd name="T2" fmla="*/ 0 w 72"/>
                  <a:gd name="T3" fmla="*/ 0 h 86"/>
                  <a:gd name="T4" fmla="*/ 0 w 72"/>
                  <a:gd name="T5" fmla="*/ 0 h 86"/>
                  <a:gd name="T6" fmla="*/ 0 w 72"/>
                  <a:gd name="T7" fmla="*/ 0 h 86"/>
                  <a:gd name="T8" fmla="*/ 0 w 72"/>
                  <a:gd name="T9" fmla="*/ 0 h 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"/>
                  <a:gd name="T16" fmla="*/ 0 h 86"/>
                  <a:gd name="T17" fmla="*/ 72 w 72"/>
                  <a:gd name="T18" fmla="*/ 86 h 8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" h="86">
                    <a:moveTo>
                      <a:pt x="0" y="55"/>
                    </a:moveTo>
                    <a:lnTo>
                      <a:pt x="37" y="86"/>
                    </a:lnTo>
                    <a:lnTo>
                      <a:pt x="72" y="24"/>
                    </a:lnTo>
                    <a:lnTo>
                      <a:pt x="60" y="0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7" name="Freeform 101"/>
              <p:cNvSpPr>
                <a:spLocks/>
              </p:cNvSpPr>
              <p:nvPr/>
            </p:nvSpPr>
            <p:spPr bwMode="auto">
              <a:xfrm>
                <a:off x="2184" y="1707"/>
                <a:ext cx="38" cy="16"/>
              </a:xfrm>
              <a:custGeom>
                <a:avLst/>
                <a:gdLst>
                  <a:gd name="T0" fmla="*/ 0 w 302"/>
                  <a:gd name="T1" fmla="*/ 0 h 129"/>
                  <a:gd name="T2" fmla="*/ 0 w 302"/>
                  <a:gd name="T3" fmla="*/ 0 h 129"/>
                  <a:gd name="T4" fmla="*/ 0 w 302"/>
                  <a:gd name="T5" fmla="*/ 0 h 129"/>
                  <a:gd name="T6" fmla="*/ 0 w 302"/>
                  <a:gd name="T7" fmla="*/ 0 h 129"/>
                  <a:gd name="T8" fmla="*/ 0 w 302"/>
                  <a:gd name="T9" fmla="*/ 0 h 129"/>
                  <a:gd name="T10" fmla="*/ 0 w 302"/>
                  <a:gd name="T11" fmla="*/ 0 h 129"/>
                  <a:gd name="T12" fmla="*/ 0 w 302"/>
                  <a:gd name="T13" fmla="*/ 0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02"/>
                  <a:gd name="T22" fmla="*/ 0 h 129"/>
                  <a:gd name="T23" fmla="*/ 302 w 302"/>
                  <a:gd name="T24" fmla="*/ 129 h 1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02" h="129">
                    <a:moveTo>
                      <a:pt x="0" y="26"/>
                    </a:moveTo>
                    <a:lnTo>
                      <a:pt x="48" y="0"/>
                    </a:lnTo>
                    <a:lnTo>
                      <a:pt x="302" y="42"/>
                    </a:lnTo>
                    <a:lnTo>
                      <a:pt x="279" y="129"/>
                    </a:lnTo>
                    <a:lnTo>
                      <a:pt x="228" y="98"/>
                    </a:lnTo>
                    <a:lnTo>
                      <a:pt x="30" y="98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8" name="Freeform 102"/>
              <p:cNvSpPr>
                <a:spLocks/>
              </p:cNvSpPr>
              <p:nvPr/>
            </p:nvSpPr>
            <p:spPr bwMode="auto">
              <a:xfrm>
                <a:off x="2123" y="1485"/>
                <a:ext cx="159" cy="86"/>
              </a:xfrm>
              <a:custGeom>
                <a:avLst/>
                <a:gdLst>
                  <a:gd name="T0" fmla="*/ 0 w 1275"/>
                  <a:gd name="T1" fmla="*/ 0 h 682"/>
                  <a:gd name="T2" fmla="*/ 0 w 1275"/>
                  <a:gd name="T3" fmla="*/ 0 h 682"/>
                  <a:gd name="T4" fmla="*/ 0 w 1275"/>
                  <a:gd name="T5" fmla="*/ 0 h 682"/>
                  <a:gd name="T6" fmla="*/ 0 w 1275"/>
                  <a:gd name="T7" fmla="*/ 0 h 682"/>
                  <a:gd name="T8" fmla="*/ 0 w 1275"/>
                  <a:gd name="T9" fmla="*/ 0 h 682"/>
                  <a:gd name="T10" fmla="*/ 0 w 1275"/>
                  <a:gd name="T11" fmla="*/ 0 h 682"/>
                  <a:gd name="T12" fmla="*/ 0 w 1275"/>
                  <a:gd name="T13" fmla="*/ 0 h 682"/>
                  <a:gd name="T14" fmla="*/ 0 w 1275"/>
                  <a:gd name="T15" fmla="*/ 0 h 682"/>
                  <a:gd name="T16" fmla="*/ 0 w 1275"/>
                  <a:gd name="T17" fmla="*/ 0 h 682"/>
                  <a:gd name="T18" fmla="*/ 0 w 1275"/>
                  <a:gd name="T19" fmla="*/ 0 h 682"/>
                  <a:gd name="T20" fmla="*/ 0 w 1275"/>
                  <a:gd name="T21" fmla="*/ 0 h 682"/>
                  <a:gd name="T22" fmla="*/ 0 w 1275"/>
                  <a:gd name="T23" fmla="*/ 0 h 682"/>
                  <a:gd name="T24" fmla="*/ 0 w 1275"/>
                  <a:gd name="T25" fmla="*/ 0 h 682"/>
                  <a:gd name="T26" fmla="*/ 0 w 1275"/>
                  <a:gd name="T27" fmla="*/ 0 h 682"/>
                  <a:gd name="T28" fmla="*/ 0 w 1275"/>
                  <a:gd name="T29" fmla="*/ 0 h 682"/>
                  <a:gd name="T30" fmla="*/ 0 w 1275"/>
                  <a:gd name="T31" fmla="*/ 0 h 682"/>
                  <a:gd name="T32" fmla="*/ 0 w 1275"/>
                  <a:gd name="T33" fmla="*/ 0 h 682"/>
                  <a:gd name="T34" fmla="*/ 0 w 1275"/>
                  <a:gd name="T35" fmla="*/ 0 h 682"/>
                  <a:gd name="T36" fmla="*/ 0 w 1275"/>
                  <a:gd name="T37" fmla="*/ 0 h 682"/>
                  <a:gd name="T38" fmla="*/ 0 w 1275"/>
                  <a:gd name="T39" fmla="*/ 0 h 682"/>
                  <a:gd name="T40" fmla="*/ 0 w 1275"/>
                  <a:gd name="T41" fmla="*/ 0 h 682"/>
                  <a:gd name="T42" fmla="*/ 0 w 1275"/>
                  <a:gd name="T43" fmla="*/ 0 h 682"/>
                  <a:gd name="T44" fmla="*/ 0 w 1275"/>
                  <a:gd name="T45" fmla="*/ 0 h 682"/>
                  <a:gd name="T46" fmla="*/ 0 w 1275"/>
                  <a:gd name="T47" fmla="*/ 0 h 682"/>
                  <a:gd name="T48" fmla="*/ 0 w 1275"/>
                  <a:gd name="T49" fmla="*/ 0 h 682"/>
                  <a:gd name="T50" fmla="*/ 0 w 1275"/>
                  <a:gd name="T51" fmla="*/ 0 h 682"/>
                  <a:gd name="T52" fmla="*/ 0 w 1275"/>
                  <a:gd name="T53" fmla="*/ 0 h 682"/>
                  <a:gd name="T54" fmla="*/ 0 w 1275"/>
                  <a:gd name="T55" fmla="*/ 0 h 682"/>
                  <a:gd name="T56" fmla="*/ 0 w 1275"/>
                  <a:gd name="T57" fmla="*/ 0 h 682"/>
                  <a:gd name="T58" fmla="*/ 0 w 1275"/>
                  <a:gd name="T59" fmla="*/ 0 h 682"/>
                  <a:gd name="T60" fmla="*/ 0 w 1275"/>
                  <a:gd name="T61" fmla="*/ 0 h 682"/>
                  <a:gd name="T62" fmla="*/ 0 w 1275"/>
                  <a:gd name="T63" fmla="*/ 0 h 682"/>
                  <a:gd name="T64" fmla="*/ 0 w 1275"/>
                  <a:gd name="T65" fmla="*/ 0 h 682"/>
                  <a:gd name="T66" fmla="*/ 0 w 1275"/>
                  <a:gd name="T67" fmla="*/ 0 h 682"/>
                  <a:gd name="T68" fmla="*/ 0 w 1275"/>
                  <a:gd name="T69" fmla="*/ 0 h 682"/>
                  <a:gd name="T70" fmla="*/ 0 w 1275"/>
                  <a:gd name="T71" fmla="*/ 0 h 68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275"/>
                  <a:gd name="T109" fmla="*/ 0 h 682"/>
                  <a:gd name="T110" fmla="*/ 1275 w 1275"/>
                  <a:gd name="T111" fmla="*/ 682 h 68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275" h="682">
                    <a:moveTo>
                      <a:pt x="934" y="170"/>
                    </a:moveTo>
                    <a:lnTo>
                      <a:pt x="1037" y="159"/>
                    </a:lnTo>
                    <a:lnTo>
                      <a:pt x="1037" y="136"/>
                    </a:lnTo>
                    <a:lnTo>
                      <a:pt x="970" y="92"/>
                    </a:lnTo>
                    <a:lnTo>
                      <a:pt x="834" y="42"/>
                    </a:lnTo>
                    <a:lnTo>
                      <a:pt x="730" y="25"/>
                    </a:lnTo>
                    <a:lnTo>
                      <a:pt x="431" y="7"/>
                    </a:lnTo>
                    <a:lnTo>
                      <a:pt x="652" y="0"/>
                    </a:lnTo>
                    <a:lnTo>
                      <a:pt x="868" y="18"/>
                    </a:lnTo>
                    <a:lnTo>
                      <a:pt x="1037" y="73"/>
                    </a:lnTo>
                    <a:lnTo>
                      <a:pt x="1157" y="154"/>
                    </a:lnTo>
                    <a:lnTo>
                      <a:pt x="1249" y="251"/>
                    </a:lnTo>
                    <a:lnTo>
                      <a:pt x="1275" y="325"/>
                    </a:lnTo>
                    <a:lnTo>
                      <a:pt x="1275" y="387"/>
                    </a:lnTo>
                    <a:lnTo>
                      <a:pt x="1217" y="449"/>
                    </a:lnTo>
                    <a:lnTo>
                      <a:pt x="1104" y="530"/>
                    </a:lnTo>
                    <a:lnTo>
                      <a:pt x="943" y="578"/>
                    </a:lnTo>
                    <a:lnTo>
                      <a:pt x="730" y="631"/>
                    </a:lnTo>
                    <a:lnTo>
                      <a:pt x="315" y="664"/>
                    </a:lnTo>
                    <a:lnTo>
                      <a:pt x="0" y="682"/>
                    </a:lnTo>
                    <a:lnTo>
                      <a:pt x="703" y="504"/>
                    </a:lnTo>
                    <a:lnTo>
                      <a:pt x="864" y="449"/>
                    </a:lnTo>
                    <a:lnTo>
                      <a:pt x="952" y="407"/>
                    </a:lnTo>
                    <a:lnTo>
                      <a:pt x="975" y="387"/>
                    </a:lnTo>
                    <a:lnTo>
                      <a:pt x="970" y="374"/>
                    </a:lnTo>
                    <a:lnTo>
                      <a:pt x="917" y="367"/>
                    </a:lnTo>
                    <a:lnTo>
                      <a:pt x="1074" y="325"/>
                    </a:lnTo>
                    <a:lnTo>
                      <a:pt x="1086" y="304"/>
                    </a:lnTo>
                    <a:lnTo>
                      <a:pt x="1157" y="306"/>
                    </a:lnTo>
                    <a:lnTo>
                      <a:pt x="1161" y="284"/>
                    </a:lnTo>
                    <a:lnTo>
                      <a:pt x="1136" y="271"/>
                    </a:lnTo>
                    <a:lnTo>
                      <a:pt x="1018" y="242"/>
                    </a:lnTo>
                    <a:lnTo>
                      <a:pt x="1123" y="242"/>
                    </a:lnTo>
                    <a:lnTo>
                      <a:pt x="1123" y="216"/>
                    </a:lnTo>
                    <a:lnTo>
                      <a:pt x="1044" y="189"/>
                    </a:lnTo>
                    <a:lnTo>
                      <a:pt x="934" y="17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9" name="Freeform 103"/>
              <p:cNvSpPr>
                <a:spLocks/>
              </p:cNvSpPr>
              <p:nvPr/>
            </p:nvSpPr>
            <p:spPr bwMode="auto">
              <a:xfrm>
                <a:off x="2066" y="1485"/>
                <a:ext cx="174" cy="170"/>
              </a:xfrm>
              <a:custGeom>
                <a:avLst/>
                <a:gdLst>
                  <a:gd name="T0" fmla="*/ 0 w 1400"/>
                  <a:gd name="T1" fmla="*/ 0 h 1354"/>
                  <a:gd name="T2" fmla="*/ 0 w 1400"/>
                  <a:gd name="T3" fmla="*/ 0 h 1354"/>
                  <a:gd name="T4" fmla="*/ 0 w 1400"/>
                  <a:gd name="T5" fmla="*/ 0 h 1354"/>
                  <a:gd name="T6" fmla="*/ 0 w 1400"/>
                  <a:gd name="T7" fmla="*/ 0 h 1354"/>
                  <a:gd name="T8" fmla="*/ 0 w 1400"/>
                  <a:gd name="T9" fmla="*/ 0 h 1354"/>
                  <a:gd name="T10" fmla="*/ 0 w 1400"/>
                  <a:gd name="T11" fmla="*/ 0 h 1354"/>
                  <a:gd name="T12" fmla="*/ 0 w 1400"/>
                  <a:gd name="T13" fmla="*/ 0 h 1354"/>
                  <a:gd name="T14" fmla="*/ 0 w 1400"/>
                  <a:gd name="T15" fmla="*/ 0 h 1354"/>
                  <a:gd name="T16" fmla="*/ 0 w 1400"/>
                  <a:gd name="T17" fmla="*/ 0 h 1354"/>
                  <a:gd name="T18" fmla="*/ 0 w 1400"/>
                  <a:gd name="T19" fmla="*/ 0 h 1354"/>
                  <a:gd name="T20" fmla="*/ 0 w 1400"/>
                  <a:gd name="T21" fmla="*/ 0 h 1354"/>
                  <a:gd name="T22" fmla="*/ 0 w 1400"/>
                  <a:gd name="T23" fmla="*/ 0 h 1354"/>
                  <a:gd name="T24" fmla="*/ 0 w 1400"/>
                  <a:gd name="T25" fmla="*/ 0 h 1354"/>
                  <a:gd name="T26" fmla="*/ 0 w 1400"/>
                  <a:gd name="T27" fmla="*/ 0 h 1354"/>
                  <a:gd name="T28" fmla="*/ 0 w 1400"/>
                  <a:gd name="T29" fmla="*/ 0 h 1354"/>
                  <a:gd name="T30" fmla="*/ 0 w 1400"/>
                  <a:gd name="T31" fmla="*/ 0 h 1354"/>
                  <a:gd name="T32" fmla="*/ 0 w 1400"/>
                  <a:gd name="T33" fmla="*/ 0 h 1354"/>
                  <a:gd name="T34" fmla="*/ 0 w 1400"/>
                  <a:gd name="T35" fmla="*/ 0 h 1354"/>
                  <a:gd name="T36" fmla="*/ 0 w 1400"/>
                  <a:gd name="T37" fmla="*/ 0 h 1354"/>
                  <a:gd name="T38" fmla="*/ 0 w 1400"/>
                  <a:gd name="T39" fmla="*/ 0 h 1354"/>
                  <a:gd name="T40" fmla="*/ 0 w 1400"/>
                  <a:gd name="T41" fmla="*/ 0 h 1354"/>
                  <a:gd name="T42" fmla="*/ 0 w 1400"/>
                  <a:gd name="T43" fmla="*/ 0 h 1354"/>
                  <a:gd name="T44" fmla="*/ 0 w 1400"/>
                  <a:gd name="T45" fmla="*/ 0 h 1354"/>
                  <a:gd name="T46" fmla="*/ 0 w 1400"/>
                  <a:gd name="T47" fmla="*/ 0 h 1354"/>
                  <a:gd name="T48" fmla="*/ 0 w 1400"/>
                  <a:gd name="T49" fmla="*/ 0 h 1354"/>
                  <a:gd name="T50" fmla="*/ 0 w 1400"/>
                  <a:gd name="T51" fmla="*/ 0 h 1354"/>
                  <a:gd name="T52" fmla="*/ 0 w 1400"/>
                  <a:gd name="T53" fmla="*/ 0 h 1354"/>
                  <a:gd name="T54" fmla="*/ 0 w 1400"/>
                  <a:gd name="T55" fmla="*/ 0 h 1354"/>
                  <a:gd name="T56" fmla="*/ 0 w 1400"/>
                  <a:gd name="T57" fmla="*/ 0 h 1354"/>
                  <a:gd name="T58" fmla="*/ 0 w 1400"/>
                  <a:gd name="T59" fmla="*/ 0 h 1354"/>
                  <a:gd name="T60" fmla="*/ 0 w 1400"/>
                  <a:gd name="T61" fmla="*/ 0 h 1354"/>
                  <a:gd name="T62" fmla="*/ 0 w 1400"/>
                  <a:gd name="T63" fmla="*/ 0 h 1354"/>
                  <a:gd name="T64" fmla="*/ 0 w 1400"/>
                  <a:gd name="T65" fmla="*/ 0 h 1354"/>
                  <a:gd name="T66" fmla="*/ 0 w 1400"/>
                  <a:gd name="T67" fmla="*/ 0 h 1354"/>
                  <a:gd name="T68" fmla="*/ 0 w 1400"/>
                  <a:gd name="T69" fmla="*/ 0 h 1354"/>
                  <a:gd name="T70" fmla="*/ 0 w 1400"/>
                  <a:gd name="T71" fmla="*/ 0 h 1354"/>
                  <a:gd name="T72" fmla="*/ 0 w 1400"/>
                  <a:gd name="T73" fmla="*/ 0 h 1354"/>
                  <a:gd name="T74" fmla="*/ 0 w 1400"/>
                  <a:gd name="T75" fmla="*/ 0 h 135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1400"/>
                  <a:gd name="T115" fmla="*/ 0 h 1354"/>
                  <a:gd name="T116" fmla="*/ 1400 w 1400"/>
                  <a:gd name="T117" fmla="*/ 1354 h 1354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1400" h="1354">
                    <a:moveTo>
                      <a:pt x="585" y="668"/>
                    </a:moveTo>
                    <a:lnTo>
                      <a:pt x="486" y="811"/>
                    </a:lnTo>
                    <a:lnTo>
                      <a:pt x="468" y="885"/>
                    </a:lnTo>
                    <a:lnTo>
                      <a:pt x="413" y="947"/>
                    </a:lnTo>
                    <a:lnTo>
                      <a:pt x="352" y="1130"/>
                    </a:lnTo>
                    <a:lnTo>
                      <a:pt x="277" y="1118"/>
                    </a:lnTo>
                    <a:lnTo>
                      <a:pt x="233" y="1002"/>
                    </a:lnTo>
                    <a:lnTo>
                      <a:pt x="171" y="975"/>
                    </a:lnTo>
                    <a:lnTo>
                      <a:pt x="110" y="991"/>
                    </a:lnTo>
                    <a:lnTo>
                      <a:pt x="67" y="1064"/>
                    </a:lnTo>
                    <a:lnTo>
                      <a:pt x="97" y="1354"/>
                    </a:lnTo>
                    <a:lnTo>
                      <a:pt x="46" y="1263"/>
                    </a:lnTo>
                    <a:lnTo>
                      <a:pt x="0" y="730"/>
                    </a:lnTo>
                    <a:lnTo>
                      <a:pt x="40" y="627"/>
                    </a:lnTo>
                    <a:lnTo>
                      <a:pt x="110" y="438"/>
                    </a:lnTo>
                    <a:lnTo>
                      <a:pt x="270" y="242"/>
                    </a:lnTo>
                    <a:lnTo>
                      <a:pt x="486" y="71"/>
                    </a:lnTo>
                    <a:lnTo>
                      <a:pt x="754" y="11"/>
                    </a:lnTo>
                    <a:lnTo>
                      <a:pt x="976" y="0"/>
                    </a:lnTo>
                    <a:lnTo>
                      <a:pt x="1095" y="55"/>
                    </a:lnTo>
                    <a:lnTo>
                      <a:pt x="1160" y="124"/>
                    </a:lnTo>
                    <a:lnTo>
                      <a:pt x="1286" y="165"/>
                    </a:lnTo>
                    <a:lnTo>
                      <a:pt x="1240" y="165"/>
                    </a:lnTo>
                    <a:lnTo>
                      <a:pt x="1240" y="189"/>
                    </a:lnTo>
                    <a:lnTo>
                      <a:pt x="1342" y="223"/>
                    </a:lnTo>
                    <a:lnTo>
                      <a:pt x="1270" y="251"/>
                    </a:lnTo>
                    <a:lnTo>
                      <a:pt x="1277" y="271"/>
                    </a:lnTo>
                    <a:lnTo>
                      <a:pt x="1314" y="290"/>
                    </a:lnTo>
                    <a:lnTo>
                      <a:pt x="1229" y="318"/>
                    </a:lnTo>
                    <a:lnTo>
                      <a:pt x="1277" y="365"/>
                    </a:lnTo>
                    <a:lnTo>
                      <a:pt x="1125" y="403"/>
                    </a:lnTo>
                    <a:lnTo>
                      <a:pt x="1125" y="413"/>
                    </a:lnTo>
                    <a:lnTo>
                      <a:pt x="1266" y="424"/>
                    </a:lnTo>
                    <a:lnTo>
                      <a:pt x="1116" y="470"/>
                    </a:lnTo>
                    <a:lnTo>
                      <a:pt x="1400" y="438"/>
                    </a:lnTo>
                    <a:lnTo>
                      <a:pt x="1383" y="530"/>
                    </a:lnTo>
                    <a:lnTo>
                      <a:pt x="864" y="631"/>
                    </a:lnTo>
                    <a:lnTo>
                      <a:pt x="585" y="66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0" name="Freeform 104"/>
              <p:cNvSpPr>
                <a:spLocks/>
              </p:cNvSpPr>
              <p:nvPr/>
            </p:nvSpPr>
            <p:spPr bwMode="auto">
              <a:xfrm>
                <a:off x="2229" y="1541"/>
                <a:ext cx="71" cy="197"/>
              </a:xfrm>
              <a:custGeom>
                <a:avLst/>
                <a:gdLst>
                  <a:gd name="T0" fmla="*/ 0 w 567"/>
                  <a:gd name="T1" fmla="*/ 0 h 1578"/>
                  <a:gd name="T2" fmla="*/ 0 w 567"/>
                  <a:gd name="T3" fmla="*/ 0 h 1578"/>
                  <a:gd name="T4" fmla="*/ 0 w 567"/>
                  <a:gd name="T5" fmla="*/ 0 h 1578"/>
                  <a:gd name="T6" fmla="*/ 0 w 567"/>
                  <a:gd name="T7" fmla="*/ 0 h 1578"/>
                  <a:gd name="T8" fmla="*/ 0 w 567"/>
                  <a:gd name="T9" fmla="*/ 0 h 1578"/>
                  <a:gd name="T10" fmla="*/ 0 w 567"/>
                  <a:gd name="T11" fmla="*/ 0 h 1578"/>
                  <a:gd name="T12" fmla="*/ 0 w 567"/>
                  <a:gd name="T13" fmla="*/ 0 h 1578"/>
                  <a:gd name="T14" fmla="*/ 0 w 567"/>
                  <a:gd name="T15" fmla="*/ 0 h 1578"/>
                  <a:gd name="T16" fmla="*/ 0 w 567"/>
                  <a:gd name="T17" fmla="*/ 0 h 1578"/>
                  <a:gd name="T18" fmla="*/ 0 w 567"/>
                  <a:gd name="T19" fmla="*/ 0 h 1578"/>
                  <a:gd name="T20" fmla="*/ 0 w 567"/>
                  <a:gd name="T21" fmla="*/ 0 h 1578"/>
                  <a:gd name="T22" fmla="*/ 0 w 567"/>
                  <a:gd name="T23" fmla="*/ 0 h 1578"/>
                  <a:gd name="T24" fmla="*/ 0 w 567"/>
                  <a:gd name="T25" fmla="*/ 0 h 1578"/>
                  <a:gd name="T26" fmla="*/ 0 w 567"/>
                  <a:gd name="T27" fmla="*/ 0 h 1578"/>
                  <a:gd name="T28" fmla="*/ 0 w 567"/>
                  <a:gd name="T29" fmla="*/ 0 h 1578"/>
                  <a:gd name="T30" fmla="*/ 0 w 567"/>
                  <a:gd name="T31" fmla="*/ 0 h 1578"/>
                  <a:gd name="T32" fmla="*/ 0 w 567"/>
                  <a:gd name="T33" fmla="*/ 0 h 1578"/>
                  <a:gd name="T34" fmla="*/ 0 w 567"/>
                  <a:gd name="T35" fmla="*/ 0 h 1578"/>
                  <a:gd name="T36" fmla="*/ 0 w 567"/>
                  <a:gd name="T37" fmla="*/ 0 h 1578"/>
                  <a:gd name="T38" fmla="*/ 0 w 567"/>
                  <a:gd name="T39" fmla="*/ 0 h 1578"/>
                  <a:gd name="T40" fmla="*/ 0 w 567"/>
                  <a:gd name="T41" fmla="*/ 0 h 1578"/>
                  <a:gd name="T42" fmla="*/ 0 w 567"/>
                  <a:gd name="T43" fmla="*/ 0 h 1578"/>
                  <a:gd name="T44" fmla="*/ 0 w 567"/>
                  <a:gd name="T45" fmla="*/ 0 h 1578"/>
                  <a:gd name="T46" fmla="*/ 0 w 567"/>
                  <a:gd name="T47" fmla="*/ 0 h 1578"/>
                  <a:gd name="T48" fmla="*/ 0 w 567"/>
                  <a:gd name="T49" fmla="*/ 0 h 1578"/>
                  <a:gd name="T50" fmla="*/ 0 w 567"/>
                  <a:gd name="T51" fmla="*/ 0 h 1578"/>
                  <a:gd name="T52" fmla="*/ 0 w 567"/>
                  <a:gd name="T53" fmla="*/ 0 h 1578"/>
                  <a:gd name="T54" fmla="*/ 0 w 567"/>
                  <a:gd name="T55" fmla="*/ 0 h 1578"/>
                  <a:gd name="T56" fmla="*/ 0 w 567"/>
                  <a:gd name="T57" fmla="*/ 0 h 1578"/>
                  <a:gd name="T58" fmla="*/ 0 w 567"/>
                  <a:gd name="T59" fmla="*/ 0 h 1578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567"/>
                  <a:gd name="T91" fmla="*/ 0 h 1578"/>
                  <a:gd name="T92" fmla="*/ 567 w 567"/>
                  <a:gd name="T93" fmla="*/ 1578 h 1578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567" h="1578">
                    <a:moveTo>
                      <a:pt x="320" y="150"/>
                    </a:moveTo>
                    <a:lnTo>
                      <a:pt x="358" y="245"/>
                    </a:lnTo>
                    <a:lnTo>
                      <a:pt x="358" y="635"/>
                    </a:lnTo>
                    <a:lnTo>
                      <a:pt x="304" y="761"/>
                    </a:lnTo>
                    <a:lnTo>
                      <a:pt x="304" y="904"/>
                    </a:lnTo>
                    <a:lnTo>
                      <a:pt x="239" y="1119"/>
                    </a:lnTo>
                    <a:lnTo>
                      <a:pt x="147" y="1255"/>
                    </a:lnTo>
                    <a:lnTo>
                      <a:pt x="0" y="1578"/>
                    </a:lnTo>
                    <a:lnTo>
                      <a:pt x="90" y="1471"/>
                    </a:lnTo>
                    <a:lnTo>
                      <a:pt x="198" y="1211"/>
                    </a:lnTo>
                    <a:lnTo>
                      <a:pt x="270" y="1105"/>
                    </a:lnTo>
                    <a:lnTo>
                      <a:pt x="341" y="941"/>
                    </a:lnTo>
                    <a:lnTo>
                      <a:pt x="341" y="794"/>
                    </a:lnTo>
                    <a:lnTo>
                      <a:pt x="484" y="704"/>
                    </a:lnTo>
                    <a:lnTo>
                      <a:pt x="567" y="455"/>
                    </a:lnTo>
                    <a:lnTo>
                      <a:pt x="567" y="261"/>
                    </a:lnTo>
                    <a:lnTo>
                      <a:pt x="558" y="121"/>
                    </a:lnTo>
                    <a:lnTo>
                      <a:pt x="532" y="42"/>
                    </a:lnTo>
                    <a:lnTo>
                      <a:pt x="468" y="0"/>
                    </a:lnTo>
                    <a:lnTo>
                      <a:pt x="521" y="60"/>
                    </a:lnTo>
                    <a:lnTo>
                      <a:pt x="532" y="110"/>
                    </a:lnTo>
                    <a:lnTo>
                      <a:pt x="521" y="139"/>
                    </a:lnTo>
                    <a:lnTo>
                      <a:pt x="444" y="90"/>
                    </a:lnTo>
                    <a:lnTo>
                      <a:pt x="437" y="97"/>
                    </a:lnTo>
                    <a:lnTo>
                      <a:pt x="488" y="178"/>
                    </a:lnTo>
                    <a:lnTo>
                      <a:pt x="505" y="305"/>
                    </a:lnTo>
                    <a:lnTo>
                      <a:pt x="505" y="429"/>
                    </a:lnTo>
                    <a:lnTo>
                      <a:pt x="468" y="275"/>
                    </a:lnTo>
                    <a:lnTo>
                      <a:pt x="345" y="110"/>
                    </a:lnTo>
                    <a:lnTo>
                      <a:pt x="320" y="1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1" name="Freeform 105"/>
              <p:cNvSpPr>
                <a:spLocks/>
              </p:cNvSpPr>
              <p:nvPr/>
            </p:nvSpPr>
            <p:spPr bwMode="auto">
              <a:xfrm>
                <a:off x="2092" y="1655"/>
                <a:ext cx="132" cy="131"/>
              </a:xfrm>
              <a:custGeom>
                <a:avLst/>
                <a:gdLst>
                  <a:gd name="T0" fmla="*/ 0 w 1057"/>
                  <a:gd name="T1" fmla="*/ 0 h 1050"/>
                  <a:gd name="T2" fmla="*/ 0 w 1057"/>
                  <a:gd name="T3" fmla="*/ 0 h 1050"/>
                  <a:gd name="T4" fmla="*/ 0 w 1057"/>
                  <a:gd name="T5" fmla="*/ 0 h 1050"/>
                  <a:gd name="T6" fmla="*/ 0 w 1057"/>
                  <a:gd name="T7" fmla="*/ 0 h 1050"/>
                  <a:gd name="T8" fmla="*/ 0 w 1057"/>
                  <a:gd name="T9" fmla="*/ 0 h 1050"/>
                  <a:gd name="T10" fmla="*/ 0 w 1057"/>
                  <a:gd name="T11" fmla="*/ 0 h 1050"/>
                  <a:gd name="T12" fmla="*/ 0 w 1057"/>
                  <a:gd name="T13" fmla="*/ 0 h 1050"/>
                  <a:gd name="T14" fmla="*/ 0 w 1057"/>
                  <a:gd name="T15" fmla="*/ 0 h 1050"/>
                  <a:gd name="T16" fmla="*/ 0 w 1057"/>
                  <a:gd name="T17" fmla="*/ 0 h 1050"/>
                  <a:gd name="T18" fmla="*/ 0 w 1057"/>
                  <a:gd name="T19" fmla="*/ 0 h 1050"/>
                  <a:gd name="T20" fmla="*/ 0 w 1057"/>
                  <a:gd name="T21" fmla="*/ 0 h 1050"/>
                  <a:gd name="T22" fmla="*/ 0 w 1057"/>
                  <a:gd name="T23" fmla="*/ 0 h 1050"/>
                  <a:gd name="T24" fmla="*/ 0 w 1057"/>
                  <a:gd name="T25" fmla="*/ 0 h 1050"/>
                  <a:gd name="T26" fmla="*/ 0 w 1057"/>
                  <a:gd name="T27" fmla="*/ 0 h 1050"/>
                  <a:gd name="T28" fmla="*/ 0 w 1057"/>
                  <a:gd name="T29" fmla="*/ 0 h 1050"/>
                  <a:gd name="T30" fmla="*/ 0 w 1057"/>
                  <a:gd name="T31" fmla="*/ 0 h 1050"/>
                  <a:gd name="T32" fmla="*/ 0 w 1057"/>
                  <a:gd name="T33" fmla="*/ 0 h 1050"/>
                  <a:gd name="T34" fmla="*/ 0 w 1057"/>
                  <a:gd name="T35" fmla="*/ 0 h 1050"/>
                  <a:gd name="T36" fmla="*/ 0 w 1057"/>
                  <a:gd name="T37" fmla="*/ 0 h 1050"/>
                  <a:gd name="T38" fmla="*/ 0 w 1057"/>
                  <a:gd name="T39" fmla="*/ 0 h 1050"/>
                  <a:gd name="T40" fmla="*/ 0 w 1057"/>
                  <a:gd name="T41" fmla="*/ 0 h 1050"/>
                  <a:gd name="T42" fmla="*/ 0 w 1057"/>
                  <a:gd name="T43" fmla="*/ 0 h 1050"/>
                  <a:gd name="T44" fmla="*/ 0 w 1057"/>
                  <a:gd name="T45" fmla="*/ 0 h 1050"/>
                  <a:gd name="T46" fmla="*/ 0 w 1057"/>
                  <a:gd name="T47" fmla="*/ 0 h 1050"/>
                  <a:gd name="T48" fmla="*/ 0 w 1057"/>
                  <a:gd name="T49" fmla="*/ 0 h 1050"/>
                  <a:gd name="T50" fmla="*/ 0 w 1057"/>
                  <a:gd name="T51" fmla="*/ 0 h 1050"/>
                  <a:gd name="T52" fmla="*/ 0 w 1057"/>
                  <a:gd name="T53" fmla="*/ 0 h 1050"/>
                  <a:gd name="T54" fmla="*/ 0 w 1057"/>
                  <a:gd name="T55" fmla="*/ 0 h 1050"/>
                  <a:gd name="T56" fmla="*/ 0 w 1057"/>
                  <a:gd name="T57" fmla="*/ 0 h 1050"/>
                  <a:gd name="T58" fmla="*/ 0 w 1057"/>
                  <a:gd name="T59" fmla="*/ 0 h 1050"/>
                  <a:gd name="T60" fmla="*/ 0 w 1057"/>
                  <a:gd name="T61" fmla="*/ 0 h 1050"/>
                  <a:gd name="T62" fmla="*/ 0 w 1057"/>
                  <a:gd name="T63" fmla="*/ 0 h 1050"/>
                  <a:gd name="T64" fmla="*/ 0 w 1057"/>
                  <a:gd name="T65" fmla="*/ 0 h 1050"/>
                  <a:gd name="T66" fmla="*/ 0 w 1057"/>
                  <a:gd name="T67" fmla="*/ 0 h 1050"/>
                  <a:gd name="T68" fmla="*/ 0 w 1057"/>
                  <a:gd name="T69" fmla="*/ 0 h 1050"/>
                  <a:gd name="T70" fmla="*/ 0 w 1057"/>
                  <a:gd name="T71" fmla="*/ 0 h 1050"/>
                  <a:gd name="T72" fmla="*/ 0 w 1057"/>
                  <a:gd name="T73" fmla="*/ 0 h 1050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057"/>
                  <a:gd name="T112" fmla="*/ 0 h 1050"/>
                  <a:gd name="T113" fmla="*/ 1057 w 1057"/>
                  <a:gd name="T114" fmla="*/ 1050 h 1050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057" h="1050">
                    <a:moveTo>
                      <a:pt x="90" y="0"/>
                    </a:moveTo>
                    <a:lnTo>
                      <a:pt x="68" y="195"/>
                    </a:lnTo>
                    <a:lnTo>
                      <a:pt x="72" y="281"/>
                    </a:lnTo>
                    <a:lnTo>
                      <a:pt x="105" y="356"/>
                    </a:lnTo>
                    <a:lnTo>
                      <a:pt x="158" y="424"/>
                    </a:lnTo>
                    <a:lnTo>
                      <a:pt x="259" y="506"/>
                    </a:lnTo>
                    <a:lnTo>
                      <a:pt x="558" y="651"/>
                    </a:lnTo>
                    <a:lnTo>
                      <a:pt x="842" y="758"/>
                    </a:lnTo>
                    <a:lnTo>
                      <a:pt x="925" y="762"/>
                    </a:lnTo>
                    <a:lnTo>
                      <a:pt x="995" y="758"/>
                    </a:lnTo>
                    <a:lnTo>
                      <a:pt x="1057" y="730"/>
                    </a:lnTo>
                    <a:lnTo>
                      <a:pt x="1006" y="767"/>
                    </a:lnTo>
                    <a:lnTo>
                      <a:pt x="944" y="783"/>
                    </a:lnTo>
                    <a:lnTo>
                      <a:pt x="863" y="785"/>
                    </a:lnTo>
                    <a:lnTo>
                      <a:pt x="753" y="767"/>
                    </a:lnTo>
                    <a:lnTo>
                      <a:pt x="753" y="817"/>
                    </a:lnTo>
                    <a:lnTo>
                      <a:pt x="738" y="882"/>
                    </a:lnTo>
                    <a:lnTo>
                      <a:pt x="661" y="1009"/>
                    </a:lnTo>
                    <a:lnTo>
                      <a:pt x="704" y="901"/>
                    </a:lnTo>
                    <a:lnTo>
                      <a:pt x="709" y="824"/>
                    </a:lnTo>
                    <a:lnTo>
                      <a:pt x="624" y="861"/>
                    </a:lnTo>
                    <a:lnTo>
                      <a:pt x="624" y="978"/>
                    </a:lnTo>
                    <a:lnTo>
                      <a:pt x="598" y="1013"/>
                    </a:lnTo>
                    <a:lnTo>
                      <a:pt x="624" y="1050"/>
                    </a:lnTo>
                    <a:lnTo>
                      <a:pt x="591" y="1050"/>
                    </a:lnTo>
                    <a:lnTo>
                      <a:pt x="506" y="1009"/>
                    </a:lnTo>
                    <a:lnTo>
                      <a:pt x="328" y="843"/>
                    </a:lnTo>
                    <a:lnTo>
                      <a:pt x="215" y="721"/>
                    </a:lnTo>
                    <a:lnTo>
                      <a:pt x="98" y="567"/>
                    </a:lnTo>
                    <a:lnTo>
                      <a:pt x="0" y="370"/>
                    </a:lnTo>
                    <a:lnTo>
                      <a:pt x="107" y="541"/>
                    </a:lnTo>
                    <a:lnTo>
                      <a:pt x="204" y="633"/>
                    </a:lnTo>
                    <a:lnTo>
                      <a:pt x="81" y="411"/>
                    </a:lnTo>
                    <a:lnTo>
                      <a:pt x="52" y="288"/>
                    </a:lnTo>
                    <a:lnTo>
                      <a:pt x="52" y="213"/>
                    </a:lnTo>
                    <a:lnTo>
                      <a:pt x="68" y="91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" name="Freeform 106"/>
              <p:cNvSpPr>
                <a:spLocks/>
              </p:cNvSpPr>
              <p:nvPr/>
            </p:nvSpPr>
            <p:spPr bwMode="auto">
              <a:xfrm>
                <a:off x="2080" y="1617"/>
                <a:ext cx="22" cy="39"/>
              </a:xfrm>
              <a:custGeom>
                <a:avLst/>
                <a:gdLst>
                  <a:gd name="T0" fmla="*/ 0 w 180"/>
                  <a:gd name="T1" fmla="*/ 0 h 312"/>
                  <a:gd name="T2" fmla="*/ 0 w 180"/>
                  <a:gd name="T3" fmla="*/ 0 h 312"/>
                  <a:gd name="T4" fmla="*/ 0 w 180"/>
                  <a:gd name="T5" fmla="*/ 0 h 312"/>
                  <a:gd name="T6" fmla="*/ 0 w 180"/>
                  <a:gd name="T7" fmla="*/ 0 h 312"/>
                  <a:gd name="T8" fmla="*/ 0 w 180"/>
                  <a:gd name="T9" fmla="*/ 0 h 312"/>
                  <a:gd name="T10" fmla="*/ 0 w 180"/>
                  <a:gd name="T11" fmla="*/ 0 h 312"/>
                  <a:gd name="T12" fmla="*/ 0 w 180"/>
                  <a:gd name="T13" fmla="*/ 0 h 312"/>
                  <a:gd name="T14" fmla="*/ 0 w 180"/>
                  <a:gd name="T15" fmla="*/ 0 h 312"/>
                  <a:gd name="T16" fmla="*/ 0 w 180"/>
                  <a:gd name="T17" fmla="*/ 0 h 312"/>
                  <a:gd name="T18" fmla="*/ 0 w 180"/>
                  <a:gd name="T19" fmla="*/ 0 h 312"/>
                  <a:gd name="T20" fmla="*/ 0 w 180"/>
                  <a:gd name="T21" fmla="*/ 0 h 312"/>
                  <a:gd name="T22" fmla="*/ 0 w 180"/>
                  <a:gd name="T23" fmla="*/ 0 h 312"/>
                  <a:gd name="T24" fmla="*/ 0 w 180"/>
                  <a:gd name="T25" fmla="*/ 0 h 312"/>
                  <a:gd name="T26" fmla="*/ 0 w 180"/>
                  <a:gd name="T27" fmla="*/ 0 h 312"/>
                  <a:gd name="T28" fmla="*/ 0 w 180"/>
                  <a:gd name="T29" fmla="*/ 0 h 312"/>
                  <a:gd name="T30" fmla="*/ 0 w 180"/>
                  <a:gd name="T31" fmla="*/ 0 h 312"/>
                  <a:gd name="T32" fmla="*/ 0 w 180"/>
                  <a:gd name="T33" fmla="*/ 0 h 312"/>
                  <a:gd name="T34" fmla="*/ 0 w 180"/>
                  <a:gd name="T35" fmla="*/ 0 h 31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80"/>
                  <a:gd name="T55" fmla="*/ 0 h 312"/>
                  <a:gd name="T56" fmla="*/ 180 w 180"/>
                  <a:gd name="T57" fmla="*/ 312 h 312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80" h="312">
                    <a:moveTo>
                      <a:pt x="37" y="0"/>
                    </a:moveTo>
                    <a:lnTo>
                      <a:pt x="88" y="7"/>
                    </a:lnTo>
                    <a:lnTo>
                      <a:pt x="175" y="62"/>
                    </a:lnTo>
                    <a:lnTo>
                      <a:pt x="180" y="164"/>
                    </a:lnTo>
                    <a:lnTo>
                      <a:pt x="146" y="147"/>
                    </a:lnTo>
                    <a:lnTo>
                      <a:pt x="136" y="134"/>
                    </a:lnTo>
                    <a:lnTo>
                      <a:pt x="94" y="171"/>
                    </a:lnTo>
                    <a:lnTo>
                      <a:pt x="94" y="185"/>
                    </a:lnTo>
                    <a:lnTo>
                      <a:pt x="125" y="204"/>
                    </a:lnTo>
                    <a:lnTo>
                      <a:pt x="155" y="301"/>
                    </a:lnTo>
                    <a:lnTo>
                      <a:pt x="132" y="312"/>
                    </a:lnTo>
                    <a:lnTo>
                      <a:pt x="100" y="257"/>
                    </a:lnTo>
                    <a:lnTo>
                      <a:pt x="19" y="233"/>
                    </a:lnTo>
                    <a:lnTo>
                      <a:pt x="0" y="111"/>
                    </a:lnTo>
                    <a:lnTo>
                      <a:pt x="19" y="95"/>
                    </a:lnTo>
                    <a:lnTo>
                      <a:pt x="105" y="53"/>
                    </a:lnTo>
                    <a:lnTo>
                      <a:pt x="81" y="26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" name="Freeform 107"/>
              <p:cNvSpPr>
                <a:spLocks/>
              </p:cNvSpPr>
              <p:nvPr/>
            </p:nvSpPr>
            <p:spPr bwMode="auto">
              <a:xfrm>
                <a:off x="2082" y="1654"/>
                <a:ext cx="9" cy="2"/>
              </a:xfrm>
              <a:custGeom>
                <a:avLst/>
                <a:gdLst>
                  <a:gd name="T0" fmla="*/ 0 w 69"/>
                  <a:gd name="T1" fmla="*/ 0 h 17"/>
                  <a:gd name="T2" fmla="*/ 0 w 69"/>
                  <a:gd name="T3" fmla="*/ 0 h 17"/>
                  <a:gd name="T4" fmla="*/ 0 w 69"/>
                  <a:gd name="T5" fmla="*/ 0 h 17"/>
                  <a:gd name="T6" fmla="*/ 0 w 69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17"/>
                  <a:gd name="T14" fmla="*/ 69 w 69"/>
                  <a:gd name="T15" fmla="*/ 17 h 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17">
                    <a:moveTo>
                      <a:pt x="0" y="0"/>
                    </a:moveTo>
                    <a:lnTo>
                      <a:pt x="69" y="17"/>
                    </a:lnTo>
                    <a:lnTo>
                      <a:pt x="7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4" name="Freeform 108"/>
              <p:cNvSpPr>
                <a:spLocks/>
              </p:cNvSpPr>
              <p:nvPr/>
            </p:nvSpPr>
            <p:spPr bwMode="auto">
              <a:xfrm>
                <a:off x="2080" y="1664"/>
                <a:ext cx="18" cy="24"/>
              </a:xfrm>
              <a:custGeom>
                <a:avLst/>
                <a:gdLst>
                  <a:gd name="T0" fmla="*/ 0 w 143"/>
                  <a:gd name="T1" fmla="*/ 0 h 195"/>
                  <a:gd name="T2" fmla="*/ 0 w 143"/>
                  <a:gd name="T3" fmla="*/ 0 h 195"/>
                  <a:gd name="T4" fmla="*/ 0 w 143"/>
                  <a:gd name="T5" fmla="*/ 0 h 195"/>
                  <a:gd name="T6" fmla="*/ 0 w 143"/>
                  <a:gd name="T7" fmla="*/ 0 h 195"/>
                  <a:gd name="T8" fmla="*/ 0 w 143"/>
                  <a:gd name="T9" fmla="*/ 0 h 195"/>
                  <a:gd name="T10" fmla="*/ 0 w 143"/>
                  <a:gd name="T11" fmla="*/ 0 h 195"/>
                  <a:gd name="T12" fmla="*/ 0 w 143"/>
                  <a:gd name="T13" fmla="*/ 0 h 195"/>
                  <a:gd name="T14" fmla="*/ 0 w 143"/>
                  <a:gd name="T15" fmla="*/ 0 h 195"/>
                  <a:gd name="T16" fmla="*/ 0 w 143"/>
                  <a:gd name="T17" fmla="*/ 0 h 195"/>
                  <a:gd name="T18" fmla="*/ 0 w 143"/>
                  <a:gd name="T19" fmla="*/ 0 h 195"/>
                  <a:gd name="T20" fmla="*/ 0 w 143"/>
                  <a:gd name="T21" fmla="*/ 0 h 195"/>
                  <a:gd name="T22" fmla="*/ 0 w 143"/>
                  <a:gd name="T23" fmla="*/ 0 h 19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43"/>
                  <a:gd name="T37" fmla="*/ 0 h 195"/>
                  <a:gd name="T38" fmla="*/ 143 w 143"/>
                  <a:gd name="T39" fmla="*/ 195 h 19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43" h="195">
                    <a:moveTo>
                      <a:pt x="0" y="0"/>
                    </a:moveTo>
                    <a:lnTo>
                      <a:pt x="26" y="23"/>
                    </a:lnTo>
                    <a:lnTo>
                      <a:pt x="67" y="37"/>
                    </a:lnTo>
                    <a:lnTo>
                      <a:pt x="143" y="18"/>
                    </a:lnTo>
                    <a:lnTo>
                      <a:pt x="114" y="85"/>
                    </a:lnTo>
                    <a:lnTo>
                      <a:pt x="61" y="103"/>
                    </a:lnTo>
                    <a:lnTo>
                      <a:pt x="33" y="195"/>
                    </a:lnTo>
                    <a:lnTo>
                      <a:pt x="6" y="140"/>
                    </a:lnTo>
                    <a:lnTo>
                      <a:pt x="6" y="112"/>
                    </a:lnTo>
                    <a:lnTo>
                      <a:pt x="33" y="85"/>
                    </a:lnTo>
                    <a:lnTo>
                      <a:pt x="15" y="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5" name="Line 109"/>
              <p:cNvSpPr>
                <a:spLocks noChangeShapeType="1"/>
              </p:cNvSpPr>
              <p:nvPr/>
            </p:nvSpPr>
            <p:spPr bwMode="auto">
              <a:xfrm>
                <a:off x="2110" y="1620"/>
                <a:ext cx="9" cy="2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6" name="Line 110"/>
              <p:cNvSpPr>
                <a:spLocks noChangeShapeType="1"/>
              </p:cNvSpPr>
              <p:nvPr/>
            </p:nvSpPr>
            <p:spPr bwMode="auto">
              <a:xfrm>
                <a:off x="2112" y="1614"/>
                <a:ext cx="13" cy="4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7" name="Line 111"/>
              <p:cNvSpPr>
                <a:spLocks noChangeShapeType="1"/>
              </p:cNvSpPr>
              <p:nvPr/>
            </p:nvSpPr>
            <p:spPr bwMode="auto">
              <a:xfrm>
                <a:off x="2120" y="1626"/>
                <a:ext cx="12" cy="3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8" name="Line 112"/>
              <p:cNvSpPr>
                <a:spLocks noChangeShapeType="1"/>
              </p:cNvSpPr>
              <p:nvPr/>
            </p:nvSpPr>
            <p:spPr bwMode="auto">
              <a:xfrm>
                <a:off x="2128" y="1638"/>
                <a:ext cx="9" cy="2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9" name="Freeform 113"/>
              <p:cNvSpPr>
                <a:spLocks/>
              </p:cNvSpPr>
              <p:nvPr/>
            </p:nvSpPr>
            <p:spPr bwMode="auto">
              <a:xfrm>
                <a:off x="2174" y="1568"/>
                <a:ext cx="92" cy="21"/>
              </a:xfrm>
              <a:custGeom>
                <a:avLst/>
                <a:gdLst>
                  <a:gd name="T0" fmla="*/ 0 w 743"/>
                  <a:gd name="T1" fmla="*/ 0 h 165"/>
                  <a:gd name="T2" fmla="*/ 0 w 743"/>
                  <a:gd name="T3" fmla="*/ 0 h 165"/>
                  <a:gd name="T4" fmla="*/ 0 w 743"/>
                  <a:gd name="T5" fmla="*/ 0 h 165"/>
                  <a:gd name="T6" fmla="*/ 0 w 743"/>
                  <a:gd name="T7" fmla="*/ 0 h 165"/>
                  <a:gd name="T8" fmla="*/ 0 w 743"/>
                  <a:gd name="T9" fmla="*/ 0 h 1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43"/>
                  <a:gd name="T16" fmla="*/ 0 h 165"/>
                  <a:gd name="T17" fmla="*/ 743 w 743"/>
                  <a:gd name="T18" fmla="*/ 165 h 16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43" h="165">
                    <a:moveTo>
                      <a:pt x="0" y="0"/>
                    </a:moveTo>
                    <a:lnTo>
                      <a:pt x="116" y="18"/>
                    </a:lnTo>
                    <a:lnTo>
                      <a:pt x="351" y="101"/>
                    </a:lnTo>
                    <a:lnTo>
                      <a:pt x="519" y="138"/>
                    </a:lnTo>
                    <a:lnTo>
                      <a:pt x="743" y="165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0" name="Freeform 114"/>
              <p:cNvSpPr>
                <a:spLocks/>
              </p:cNvSpPr>
              <p:nvPr/>
            </p:nvSpPr>
            <p:spPr bwMode="auto">
              <a:xfrm>
                <a:off x="2193" y="1565"/>
                <a:ext cx="61" cy="17"/>
              </a:xfrm>
              <a:custGeom>
                <a:avLst/>
                <a:gdLst>
                  <a:gd name="T0" fmla="*/ 0 w 491"/>
                  <a:gd name="T1" fmla="*/ 0 h 134"/>
                  <a:gd name="T2" fmla="*/ 0 w 491"/>
                  <a:gd name="T3" fmla="*/ 0 h 134"/>
                  <a:gd name="T4" fmla="*/ 0 w 491"/>
                  <a:gd name="T5" fmla="*/ 0 h 134"/>
                  <a:gd name="T6" fmla="*/ 0 w 491"/>
                  <a:gd name="T7" fmla="*/ 0 h 13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1"/>
                  <a:gd name="T13" fmla="*/ 0 h 134"/>
                  <a:gd name="T14" fmla="*/ 491 w 491"/>
                  <a:gd name="T15" fmla="*/ 134 h 13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1" h="134">
                    <a:moveTo>
                      <a:pt x="0" y="0"/>
                    </a:moveTo>
                    <a:lnTo>
                      <a:pt x="82" y="28"/>
                    </a:lnTo>
                    <a:lnTo>
                      <a:pt x="260" y="88"/>
                    </a:lnTo>
                    <a:lnTo>
                      <a:pt x="491" y="13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1" name="Freeform 115"/>
              <p:cNvSpPr>
                <a:spLocks/>
              </p:cNvSpPr>
              <p:nvPr/>
            </p:nvSpPr>
            <p:spPr bwMode="auto">
              <a:xfrm>
                <a:off x="2030" y="1688"/>
                <a:ext cx="45" cy="73"/>
              </a:xfrm>
              <a:custGeom>
                <a:avLst/>
                <a:gdLst>
                  <a:gd name="T0" fmla="*/ 0 w 365"/>
                  <a:gd name="T1" fmla="*/ 0 h 579"/>
                  <a:gd name="T2" fmla="*/ 0 w 365"/>
                  <a:gd name="T3" fmla="*/ 0 h 579"/>
                  <a:gd name="T4" fmla="*/ 0 w 365"/>
                  <a:gd name="T5" fmla="*/ 0 h 579"/>
                  <a:gd name="T6" fmla="*/ 0 w 365"/>
                  <a:gd name="T7" fmla="*/ 0 h 579"/>
                  <a:gd name="T8" fmla="*/ 0 w 365"/>
                  <a:gd name="T9" fmla="*/ 0 h 579"/>
                  <a:gd name="T10" fmla="*/ 0 w 365"/>
                  <a:gd name="T11" fmla="*/ 0 h 579"/>
                  <a:gd name="T12" fmla="*/ 0 w 365"/>
                  <a:gd name="T13" fmla="*/ 0 h 579"/>
                  <a:gd name="T14" fmla="*/ 0 w 365"/>
                  <a:gd name="T15" fmla="*/ 0 h 579"/>
                  <a:gd name="T16" fmla="*/ 0 w 365"/>
                  <a:gd name="T17" fmla="*/ 0 h 579"/>
                  <a:gd name="T18" fmla="*/ 0 w 365"/>
                  <a:gd name="T19" fmla="*/ 0 h 57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65"/>
                  <a:gd name="T31" fmla="*/ 0 h 579"/>
                  <a:gd name="T32" fmla="*/ 365 w 365"/>
                  <a:gd name="T33" fmla="*/ 579 h 57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65" h="579">
                    <a:moveTo>
                      <a:pt x="365" y="0"/>
                    </a:moveTo>
                    <a:lnTo>
                      <a:pt x="277" y="129"/>
                    </a:lnTo>
                    <a:lnTo>
                      <a:pt x="277" y="265"/>
                    </a:lnTo>
                    <a:lnTo>
                      <a:pt x="350" y="579"/>
                    </a:lnTo>
                    <a:lnTo>
                      <a:pt x="224" y="290"/>
                    </a:lnTo>
                    <a:lnTo>
                      <a:pt x="224" y="199"/>
                    </a:lnTo>
                    <a:lnTo>
                      <a:pt x="0" y="199"/>
                    </a:lnTo>
                    <a:lnTo>
                      <a:pt x="187" y="76"/>
                    </a:lnTo>
                    <a:lnTo>
                      <a:pt x="277" y="76"/>
                    </a:lnTo>
                    <a:lnTo>
                      <a:pt x="36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" name="Freeform 116"/>
              <p:cNvSpPr>
                <a:spLocks/>
              </p:cNvSpPr>
              <p:nvPr/>
            </p:nvSpPr>
            <p:spPr bwMode="auto">
              <a:xfrm>
                <a:off x="1850" y="1735"/>
                <a:ext cx="526" cy="496"/>
              </a:xfrm>
              <a:custGeom>
                <a:avLst/>
                <a:gdLst>
                  <a:gd name="T0" fmla="*/ 0 w 4215"/>
                  <a:gd name="T1" fmla="*/ 0 h 3969"/>
                  <a:gd name="T2" fmla="*/ 0 w 4215"/>
                  <a:gd name="T3" fmla="*/ 0 h 3969"/>
                  <a:gd name="T4" fmla="*/ 0 w 4215"/>
                  <a:gd name="T5" fmla="*/ 0 h 3969"/>
                  <a:gd name="T6" fmla="*/ 0 w 4215"/>
                  <a:gd name="T7" fmla="*/ 0 h 3969"/>
                  <a:gd name="T8" fmla="*/ 0 w 4215"/>
                  <a:gd name="T9" fmla="*/ 0 h 3969"/>
                  <a:gd name="T10" fmla="*/ 0 w 4215"/>
                  <a:gd name="T11" fmla="*/ 0 h 3969"/>
                  <a:gd name="T12" fmla="*/ 0 w 4215"/>
                  <a:gd name="T13" fmla="*/ 0 h 3969"/>
                  <a:gd name="T14" fmla="*/ 0 w 4215"/>
                  <a:gd name="T15" fmla="*/ 0 h 3969"/>
                  <a:gd name="T16" fmla="*/ 0 w 4215"/>
                  <a:gd name="T17" fmla="*/ 0 h 3969"/>
                  <a:gd name="T18" fmla="*/ 0 w 4215"/>
                  <a:gd name="T19" fmla="*/ 0 h 3969"/>
                  <a:gd name="T20" fmla="*/ 0 w 4215"/>
                  <a:gd name="T21" fmla="*/ 0 h 3969"/>
                  <a:gd name="T22" fmla="*/ 0 w 4215"/>
                  <a:gd name="T23" fmla="*/ 0 h 3969"/>
                  <a:gd name="T24" fmla="*/ 0 w 4215"/>
                  <a:gd name="T25" fmla="*/ 0 h 3969"/>
                  <a:gd name="T26" fmla="*/ 0 w 4215"/>
                  <a:gd name="T27" fmla="*/ 0 h 3969"/>
                  <a:gd name="T28" fmla="*/ 0 w 4215"/>
                  <a:gd name="T29" fmla="*/ 0 h 3969"/>
                  <a:gd name="T30" fmla="*/ 0 w 4215"/>
                  <a:gd name="T31" fmla="*/ 0 h 3969"/>
                  <a:gd name="T32" fmla="*/ 0 w 4215"/>
                  <a:gd name="T33" fmla="*/ 0 h 3969"/>
                  <a:gd name="T34" fmla="*/ 0 w 4215"/>
                  <a:gd name="T35" fmla="*/ 0 h 3969"/>
                  <a:gd name="T36" fmla="*/ 0 w 4215"/>
                  <a:gd name="T37" fmla="*/ 0 h 3969"/>
                  <a:gd name="T38" fmla="*/ 0 w 4215"/>
                  <a:gd name="T39" fmla="*/ 0 h 3969"/>
                  <a:gd name="T40" fmla="*/ 0 w 4215"/>
                  <a:gd name="T41" fmla="*/ 0 h 3969"/>
                  <a:gd name="T42" fmla="*/ 0 w 4215"/>
                  <a:gd name="T43" fmla="*/ 0 h 3969"/>
                  <a:gd name="T44" fmla="*/ 0 w 4215"/>
                  <a:gd name="T45" fmla="*/ 0 h 3969"/>
                  <a:gd name="T46" fmla="*/ 0 w 4215"/>
                  <a:gd name="T47" fmla="*/ 0 h 3969"/>
                  <a:gd name="T48" fmla="*/ 0 w 4215"/>
                  <a:gd name="T49" fmla="*/ 0 h 3969"/>
                  <a:gd name="T50" fmla="*/ 0 w 4215"/>
                  <a:gd name="T51" fmla="*/ 0 h 3969"/>
                  <a:gd name="T52" fmla="*/ 0 w 4215"/>
                  <a:gd name="T53" fmla="*/ 0 h 3969"/>
                  <a:gd name="T54" fmla="*/ 0 w 4215"/>
                  <a:gd name="T55" fmla="*/ 0 h 3969"/>
                  <a:gd name="T56" fmla="*/ 0 w 4215"/>
                  <a:gd name="T57" fmla="*/ 0 h 3969"/>
                  <a:gd name="T58" fmla="*/ 0 w 4215"/>
                  <a:gd name="T59" fmla="*/ 0 h 3969"/>
                  <a:gd name="T60" fmla="*/ 0 w 4215"/>
                  <a:gd name="T61" fmla="*/ 0 h 3969"/>
                  <a:gd name="T62" fmla="*/ 0 w 4215"/>
                  <a:gd name="T63" fmla="*/ 0 h 3969"/>
                  <a:gd name="T64" fmla="*/ 0 w 4215"/>
                  <a:gd name="T65" fmla="*/ 0 h 3969"/>
                  <a:gd name="T66" fmla="*/ 0 w 4215"/>
                  <a:gd name="T67" fmla="*/ 0 h 3969"/>
                  <a:gd name="T68" fmla="*/ 0 w 4215"/>
                  <a:gd name="T69" fmla="*/ 0 h 3969"/>
                  <a:gd name="T70" fmla="*/ 0 w 4215"/>
                  <a:gd name="T71" fmla="*/ 0 h 3969"/>
                  <a:gd name="T72" fmla="*/ 0 w 4215"/>
                  <a:gd name="T73" fmla="*/ 0 h 3969"/>
                  <a:gd name="T74" fmla="*/ 0 w 4215"/>
                  <a:gd name="T75" fmla="*/ 0 h 3969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4215"/>
                  <a:gd name="T115" fmla="*/ 0 h 3969"/>
                  <a:gd name="T116" fmla="*/ 4215 w 4215"/>
                  <a:gd name="T117" fmla="*/ 3969 h 3969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4215" h="3969">
                    <a:moveTo>
                      <a:pt x="1158" y="0"/>
                    </a:moveTo>
                    <a:lnTo>
                      <a:pt x="897" y="255"/>
                    </a:lnTo>
                    <a:lnTo>
                      <a:pt x="743" y="466"/>
                    </a:lnTo>
                    <a:lnTo>
                      <a:pt x="743" y="706"/>
                    </a:lnTo>
                    <a:lnTo>
                      <a:pt x="920" y="591"/>
                    </a:lnTo>
                    <a:lnTo>
                      <a:pt x="920" y="756"/>
                    </a:lnTo>
                    <a:lnTo>
                      <a:pt x="1314" y="1684"/>
                    </a:lnTo>
                    <a:lnTo>
                      <a:pt x="1224" y="1582"/>
                    </a:lnTo>
                    <a:lnTo>
                      <a:pt x="1134" y="1582"/>
                    </a:lnTo>
                    <a:lnTo>
                      <a:pt x="1072" y="1610"/>
                    </a:lnTo>
                    <a:lnTo>
                      <a:pt x="1031" y="1644"/>
                    </a:lnTo>
                    <a:lnTo>
                      <a:pt x="1174" y="1960"/>
                    </a:lnTo>
                    <a:lnTo>
                      <a:pt x="1448" y="2451"/>
                    </a:lnTo>
                    <a:lnTo>
                      <a:pt x="1868" y="2890"/>
                    </a:lnTo>
                    <a:lnTo>
                      <a:pt x="2031" y="3026"/>
                    </a:lnTo>
                    <a:lnTo>
                      <a:pt x="2031" y="3116"/>
                    </a:lnTo>
                    <a:lnTo>
                      <a:pt x="1930" y="3239"/>
                    </a:lnTo>
                    <a:lnTo>
                      <a:pt x="1930" y="3380"/>
                    </a:lnTo>
                    <a:lnTo>
                      <a:pt x="2129" y="3343"/>
                    </a:lnTo>
                    <a:lnTo>
                      <a:pt x="2158" y="3295"/>
                    </a:lnTo>
                    <a:lnTo>
                      <a:pt x="2145" y="3228"/>
                    </a:lnTo>
                    <a:lnTo>
                      <a:pt x="2094" y="3191"/>
                    </a:lnTo>
                    <a:lnTo>
                      <a:pt x="2296" y="3239"/>
                    </a:lnTo>
                    <a:lnTo>
                      <a:pt x="2435" y="3228"/>
                    </a:lnTo>
                    <a:lnTo>
                      <a:pt x="2575" y="3178"/>
                    </a:lnTo>
                    <a:lnTo>
                      <a:pt x="2712" y="3065"/>
                    </a:lnTo>
                    <a:lnTo>
                      <a:pt x="2815" y="2967"/>
                    </a:lnTo>
                    <a:lnTo>
                      <a:pt x="2749" y="3076"/>
                    </a:lnTo>
                    <a:lnTo>
                      <a:pt x="2700" y="3166"/>
                    </a:lnTo>
                    <a:lnTo>
                      <a:pt x="2903" y="3191"/>
                    </a:lnTo>
                    <a:lnTo>
                      <a:pt x="3154" y="3203"/>
                    </a:lnTo>
                    <a:lnTo>
                      <a:pt x="3357" y="3154"/>
                    </a:lnTo>
                    <a:lnTo>
                      <a:pt x="3433" y="2855"/>
                    </a:lnTo>
                    <a:lnTo>
                      <a:pt x="3468" y="2855"/>
                    </a:lnTo>
                    <a:lnTo>
                      <a:pt x="3494" y="2890"/>
                    </a:lnTo>
                    <a:lnTo>
                      <a:pt x="3521" y="2991"/>
                    </a:lnTo>
                    <a:lnTo>
                      <a:pt x="3535" y="3076"/>
                    </a:lnTo>
                    <a:lnTo>
                      <a:pt x="4203" y="3039"/>
                    </a:lnTo>
                    <a:lnTo>
                      <a:pt x="4215" y="3116"/>
                    </a:lnTo>
                    <a:lnTo>
                      <a:pt x="4215" y="3178"/>
                    </a:lnTo>
                    <a:lnTo>
                      <a:pt x="4189" y="3254"/>
                    </a:lnTo>
                    <a:lnTo>
                      <a:pt x="4037" y="3265"/>
                    </a:lnTo>
                    <a:lnTo>
                      <a:pt x="3913" y="3343"/>
                    </a:lnTo>
                    <a:lnTo>
                      <a:pt x="3683" y="3390"/>
                    </a:lnTo>
                    <a:lnTo>
                      <a:pt x="3481" y="3380"/>
                    </a:lnTo>
                    <a:lnTo>
                      <a:pt x="3281" y="3441"/>
                    </a:lnTo>
                    <a:lnTo>
                      <a:pt x="3105" y="3481"/>
                    </a:lnTo>
                    <a:lnTo>
                      <a:pt x="2852" y="3492"/>
                    </a:lnTo>
                    <a:lnTo>
                      <a:pt x="2547" y="3457"/>
                    </a:lnTo>
                    <a:lnTo>
                      <a:pt x="2320" y="3481"/>
                    </a:lnTo>
                    <a:lnTo>
                      <a:pt x="2129" y="3542"/>
                    </a:lnTo>
                    <a:lnTo>
                      <a:pt x="1990" y="3620"/>
                    </a:lnTo>
                    <a:lnTo>
                      <a:pt x="1615" y="3516"/>
                    </a:lnTo>
                    <a:lnTo>
                      <a:pt x="681" y="3969"/>
                    </a:lnTo>
                    <a:lnTo>
                      <a:pt x="0" y="3969"/>
                    </a:lnTo>
                    <a:lnTo>
                      <a:pt x="176" y="1723"/>
                    </a:lnTo>
                    <a:lnTo>
                      <a:pt x="328" y="1244"/>
                    </a:lnTo>
                    <a:lnTo>
                      <a:pt x="266" y="1558"/>
                    </a:lnTo>
                    <a:lnTo>
                      <a:pt x="418" y="2059"/>
                    </a:lnTo>
                    <a:lnTo>
                      <a:pt x="418" y="2500"/>
                    </a:lnTo>
                    <a:lnTo>
                      <a:pt x="591" y="2977"/>
                    </a:lnTo>
                    <a:lnTo>
                      <a:pt x="681" y="2977"/>
                    </a:lnTo>
                    <a:lnTo>
                      <a:pt x="907" y="2488"/>
                    </a:lnTo>
                    <a:lnTo>
                      <a:pt x="602" y="1886"/>
                    </a:lnTo>
                    <a:lnTo>
                      <a:pt x="556" y="1697"/>
                    </a:lnTo>
                    <a:lnTo>
                      <a:pt x="528" y="1497"/>
                    </a:lnTo>
                    <a:lnTo>
                      <a:pt x="556" y="1281"/>
                    </a:lnTo>
                    <a:lnTo>
                      <a:pt x="681" y="780"/>
                    </a:lnTo>
                    <a:lnTo>
                      <a:pt x="618" y="729"/>
                    </a:lnTo>
                    <a:lnTo>
                      <a:pt x="577" y="665"/>
                    </a:lnTo>
                    <a:lnTo>
                      <a:pt x="567" y="618"/>
                    </a:lnTo>
                    <a:lnTo>
                      <a:pt x="441" y="905"/>
                    </a:lnTo>
                    <a:lnTo>
                      <a:pt x="540" y="591"/>
                    </a:lnTo>
                    <a:lnTo>
                      <a:pt x="591" y="517"/>
                    </a:lnTo>
                    <a:lnTo>
                      <a:pt x="769" y="317"/>
                    </a:lnTo>
                    <a:lnTo>
                      <a:pt x="943" y="139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" name="Freeform 117"/>
              <p:cNvSpPr>
                <a:spLocks/>
              </p:cNvSpPr>
              <p:nvPr/>
            </p:nvSpPr>
            <p:spPr bwMode="auto">
              <a:xfrm>
                <a:off x="2020" y="1797"/>
                <a:ext cx="163" cy="265"/>
              </a:xfrm>
              <a:custGeom>
                <a:avLst/>
                <a:gdLst>
                  <a:gd name="T0" fmla="*/ 0 w 1300"/>
                  <a:gd name="T1" fmla="*/ 0 h 2125"/>
                  <a:gd name="T2" fmla="*/ 0 w 1300"/>
                  <a:gd name="T3" fmla="*/ 0 h 2125"/>
                  <a:gd name="T4" fmla="*/ 0 w 1300"/>
                  <a:gd name="T5" fmla="*/ 0 h 2125"/>
                  <a:gd name="T6" fmla="*/ 0 w 1300"/>
                  <a:gd name="T7" fmla="*/ 0 h 2125"/>
                  <a:gd name="T8" fmla="*/ 0 w 1300"/>
                  <a:gd name="T9" fmla="*/ 0 h 2125"/>
                  <a:gd name="T10" fmla="*/ 0 w 1300"/>
                  <a:gd name="T11" fmla="*/ 0 h 2125"/>
                  <a:gd name="T12" fmla="*/ 0 w 1300"/>
                  <a:gd name="T13" fmla="*/ 0 h 2125"/>
                  <a:gd name="T14" fmla="*/ 0 w 1300"/>
                  <a:gd name="T15" fmla="*/ 0 h 2125"/>
                  <a:gd name="T16" fmla="*/ 0 w 1300"/>
                  <a:gd name="T17" fmla="*/ 0 h 2125"/>
                  <a:gd name="T18" fmla="*/ 0 w 1300"/>
                  <a:gd name="T19" fmla="*/ 0 h 2125"/>
                  <a:gd name="T20" fmla="*/ 0 w 1300"/>
                  <a:gd name="T21" fmla="*/ 0 h 2125"/>
                  <a:gd name="T22" fmla="*/ 0 w 1300"/>
                  <a:gd name="T23" fmla="*/ 0 h 2125"/>
                  <a:gd name="T24" fmla="*/ 0 w 1300"/>
                  <a:gd name="T25" fmla="*/ 0 h 2125"/>
                  <a:gd name="T26" fmla="*/ 0 w 1300"/>
                  <a:gd name="T27" fmla="*/ 0 h 2125"/>
                  <a:gd name="T28" fmla="*/ 0 w 1300"/>
                  <a:gd name="T29" fmla="*/ 0 h 2125"/>
                  <a:gd name="T30" fmla="*/ 0 w 1300"/>
                  <a:gd name="T31" fmla="*/ 0 h 2125"/>
                  <a:gd name="T32" fmla="*/ 0 w 1300"/>
                  <a:gd name="T33" fmla="*/ 0 h 2125"/>
                  <a:gd name="T34" fmla="*/ 0 w 1300"/>
                  <a:gd name="T35" fmla="*/ 0 h 2125"/>
                  <a:gd name="T36" fmla="*/ 0 w 1300"/>
                  <a:gd name="T37" fmla="*/ 0 h 2125"/>
                  <a:gd name="T38" fmla="*/ 0 w 1300"/>
                  <a:gd name="T39" fmla="*/ 0 h 2125"/>
                  <a:gd name="T40" fmla="*/ 0 w 1300"/>
                  <a:gd name="T41" fmla="*/ 0 h 2125"/>
                  <a:gd name="T42" fmla="*/ 0 w 1300"/>
                  <a:gd name="T43" fmla="*/ 0 h 2125"/>
                  <a:gd name="T44" fmla="*/ 0 w 1300"/>
                  <a:gd name="T45" fmla="*/ 0 h 2125"/>
                  <a:gd name="T46" fmla="*/ 0 w 1300"/>
                  <a:gd name="T47" fmla="*/ 0 h 2125"/>
                  <a:gd name="T48" fmla="*/ 0 w 1300"/>
                  <a:gd name="T49" fmla="*/ 0 h 2125"/>
                  <a:gd name="T50" fmla="*/ 0 w 1300"/>
                  <a:gd name="T51" fmla="*/ 0 h 2125"/>
                  <a:gd name="T52" fmla="*/ 0 w 1300"/>
                  <a:gd name="T53" fmla="*/ 0 h 2125"/>
                  <a:gd name="T54" fmla="*/ 0 w 1300"/>
                  <a:gd name="T55" fmla="*/ 0 h 2125"/>
                  <a:gd name="T56" fmla="*/ 0 w 1300"/>
                  <a:gd name="T57" fmla="*/ 0 h 2125"/>
                  <a:gd name="T58" fmla="*/ 0 w 1300"/>
                  <a:gd name="T59" fmla="*/ 0 h 2125"/>
                  <a:gd name="T60" fmla="*/ 0 w 1300"/>
                  <a:gd name="T61" fmla="*/ 0 h 2125"/>
                  <a:gd name="T62" fmla="*/ 0 w 1300"/>
                  <a:gd name="T63" fmla="*/ 0 h 2125"/>
                  <a:gd name="T64" fmla="*/ 0 w 1300"/>
                  <a:gd name="T65" fmla="*/ 0 h 2125"/>
                  <a:gd name="T66" fmla="*/ 0 w 1300"/>
                  <a:gd name="T67" fmla="*/ 0 h 2125"/>
                  <a:gd name="T68" fmla="*/ 0 w 1300"/>
                  <a:gd name="T69" fmla="*/ 0 h 2125"/>
                  <a:gd name="T70" fmla="*/ 0 w 1300"/>
                  <a:gd name="T71" fmla="*/ 0 h 2125"/>
                  <a:gd name="T72" fmla="*/ 0 w 1300"/>
                  <a:gd name="T73" fmla="*/ 0 h 2125"/>
                  <a:gd name="T74" fmla="*/ 0 w 1300"/>
                  <a:gd name="T75" fmla="*/ 0 h 2125"/>
                  <a:gd name="T76" fmla="*/ 0 w 1300"/>
                  <a:gd name="T77" fmla="*/ 0 h 2125"/>
                  <a:gd name="T78" fmla="*/ 0 w 1300"/>
                  <a:gd name="T79" fmla="*/ 0 h 212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300"/>
                  <a:gd name="T121" fmla="*/ 0 h 2125"/>
                  <a:gd name="T122" fmla="*/ 1300 w 1300"/>
                  <a:gd name="T123" fmla="*/ 2125 h 2125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300" h="2125">
                    <a:moveTo>
                      <a:pt x="0" y="140"/>
                    </a:moveTo>
                    <a:lnTo>
                      <a:pt x="378" y="378"/>
                    </a:lnTo>
                    <a:lnTo>
                      <a:pt x="641" y="829"/>
                    </a:lnTo>
                    <a:lnTo>
                      <a:pt x="641" y="1020"/>
                    </a:lnTo>
                    <a:lnTo>
                      <a:pt x="984" y="1318"/>
                    </a:lnTo>
                    <a:lnTo>
                      <a:pt x="1111" y="1556"/>
                    </a:lnTo>
                    <a:lnTo>
                      <a:pt x="1083" y="967"/>
                    </a:lnTo>
                    <a:lnTo>
                      <a:pt x="1083" y="589"/>
                    </a:lnTo>
                    <a:lnTo>
                      <a:pt x="1111" y="327"/>
                    </a:lnTo>
                    <a:lnTo>
                      <a:pt x="1072" y="266"/>
                    </a:lnTo>
                    <a:lnTo>
                      <a:pt x="984" y="378"/>
                    </a:lnTo>
                    <a:lnTo>
                      <a:pt x="906" y="424"/>
                    </a:lnTo>
                    <a:lnTo>
                      <a:pt x="998" y="327"/>
                    </a:lnTo>
                    <a:lnTo>
                      <a:pt x="1072" y="165"/>
                    </a:lnTo>
                    <a:lnTo>
                      <a:pt x="1160" y="27"/>
                    </a:lnTo>
                    <a:lnTo>
                      <a:pt x="1212" y="0"/>
                    </a:lnTo>
                    <a:lnTo>
                      <a:pt x="1160" y="80"/>
                    </a:lnTo>
                    <a:lnTo>
                      <a:pt x="1224" y="304"/>
                    </a:lnTo>
                    <a:lnTo>
                      <a:pt x="1160" y="304"/>
                    </a:lnTo>
                    <a:lnTo>
                      <a:pt x="1146" y="516"/>
                    </a:lnTo>
                    <a:lnTo>
                      <a:pt x="1184" y="1120"/>
                    </a:lnTo>
                    <a:lnTo>
                      <a:pt x="1247" y="1723"/>
                    </a:lnTo>
                    <a:lnTo>
                      <a:pt x="1300" y="1910"/>
                    </a:lnTo>
                    <a:lnTo>
                      <a:pt x="1035" y="2059"/>
                    </a:lnTo>
                    <a:lnTo>
                      <a:pt x="1146" y="1961"/>
                    </a:lnTo>
                    <a:lnTo>
                      <a:pt x="1095" y="1881"/>
                    </a:lnTo>
                    <a:lnTo>
                      <a:pt x="971" y="1910"/>
                    </a:lnTo>
                    <a:lnTo>
                      <a:pt x="694" y="2099"/>
                    </a:lnTo>
                    <a:lnTo>
                      <a:pt x="606" y="2125"/>
                    </a:lnTo>
                    <a:lnTo>
                      <a:pt x="593" y="2086"/>
                    </a:lnTo>
                    <a:lnTo>
                      <a:pt x="756" y="1934"/>
                    </a:lnTo>
                    <a:lnTo>
                      <a:pt x="1095" y="1821"/>
                    </a:lnTo>
                    <a:lnTo>
                      <a:pt x="1045" y="1685"/>
                    </a:lnTo>
                    <a:lnTo>
                      <a:pt x="1045" y="1547"/>
                    </a:lnTo>
                    <a:lnTo>
                      <a:pt x="998" y="1470"/>
                    </a:lnTo>
                    <a:lnTo>
                      <a:pt x="606" y="1169"/>
                    </a:lnTo>
                    <a:lnTo>
                      <a:pt x="138" y="841"/>
                    </a:lnTo>
                    <a:lnTo>
                      <a:pt x="657" y="1154"/>
                    </a:lnTo>
                    <a:lnTo>
                      <a:pt x="390" y="463"/>
                    </a:lnTo>
                    <a:lnTo>
                      <a:pt x="0" y="1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4" name="Freeform 118"/>
              <p:cNvSpPr>
                <a:spLocks/>
              </p:cNvSpPr>
              <p:nvPr/>
            </p:nvSpPr>
            <p:spPr bwMode="auto">
              <a:xfrm>
                <a:off x="2119" y="2060"/>
                <a:ext cx="26" cy="59"/>
              </a:xfrm>
              <a:custGeom>
                <a:avLst/>
                <a:gdLst>
                  <a:gd name="T0" fmla="*/ 0 w 203"/>
                  <a:gd name="T1" fmla="*/ 0 h 466"/>
                  <a:gd name="T2" fmla="*/ 0 w 203"/>
                  <a:gd name="T3" fmla="*/ 0 h 466"/>
                  <a:gd name="T4" fmla="*/ 0 w 203"/>
                  <a:gd name="T5" fmla="*/ 0 h 466"/>
                  <a:gd name="T6" fmla="*/ 0 w 203"/>
                  <a:gd name="T7" fmla="*/ 0 h 466"/>
                  <a:gd name="T8" fmla="*/ 0 w 203"/>
                  <a:gd name="T9" fmla="*/ 0 h 466"/>
                  <a:gd name="T10" fmla="*/ 0 w 203"/>
                  <a:gd name="T11" fmla="*/ 0 h 466"/>
                  <a:gd name="T12" fmla="*/ 0 w 203"/>
                  <a:gd name="T13" fmla="*/ 0 h 466"/>
                  <a:gd name="T14" fmla="*/ 0 w 203"/>
                  <a:gd name="T15" fmla="*/ 0 h 466"/>
                  <a:gd name="T16" fmla="*/ 0 w 203"/>
                  <a:gd name="T17" fmla="*/ 0 h 46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03"/>
                  <a:gd name="T28" fmla="*/ 0 h 466"/>
                  <a:gd name="T29" fmla="*/ 203 w 203"/>
                  <a:gd name="T30" fmla="*/ 466 h 46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03" h="466">
                    <a:moveTo>
                      <a:pt x="203" y="0"/>
                    </a:moveTo>
                    <a:lnTo>
                      <a:pt x="111" y="51"/>
                    </a:lnTo>
                    <a:lnTo>
                      <a:pt x="0" y="403"/>
                    </a:lnTo>
                    <a:lnTo>
                      <a:pt x="99" y="466"/>
                    </a:lnTo>
                    <a:lnTo>
                      <a:pt x="203" y="378"/>
                    </a:lnTo>
                    <a:lnTo>
                      <a:pt x="203" y="136"/>
                    </a:lnTo>
                    <a:lnTo>
                      <a:pt x="152" y="136"/>
                    </a:lnTo>
                    <a:lnTo>
                      <a:pt x="152" y="76"/>
                    </a:lnTo>
                    <a:lnTo>
                      <a:pt x="20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5" name="Freeform 119"/>
              <p:cNvSpPr>
                <a:spLocks/>
              </p:cNvSpPr>
              <p:nvPr/>
            </p:nvSpPr>
            <p:spPr bwMode="auto">
              <a:xfrm>
                <a:off x="2146" y="2045"/>
                <a:ext cx="63" cy="75"/>
              </a:xfrm>
              <a:custGeom>
                <a:avLst/>
                <a:gdLst>
                  <a:gd name="T0" fmla="*/ 0 w 506"/>
                  <a:gd name="T1" fmla="*/ 0 h 599"/>
                  <a:gd name="T2" fmla="*/ 0 w 506"/>
                  <a:gd name="T3" fmla="*/ 0 h 599"/>
                  <a:gd name="T4" fmla="*/ 0 w 506"/>
                  <a:gd name="T5" fmla="*/ 0 h 599"/>
                  <a:gd name="T6" fmla="*/ 0 w 506"/>
                  <a:gd name="T7" fmla="*/ 0 h 599"/>
                  <a:gd name="T8" fmla="*/ 0 w 506"/>
                  <a:gd name="T9" fmla="*/ 0 h 599"/>
                  <a:gd name="T10" fmla="*/ 0 w 506"/>
                  <a:gd name="T11" fmla="*/ 0 h 599"/>
                  <a:gd name="T12" fmla="*/ 0 w 506"/>
                  <a:gd name="T13" fmla="*/ 0 h 599"/>
                  <a:gd name="T14" fmla="*/ 0 w 506"/>
                  <a:gd name="T15" fmla="*/ 0 h 599"/>
                  <a:gd name="T16" fmla="*/ 0 w 506"/>
                  <a:gd name="T17" fmla="*/ 0 h 599"/>
                  <a:gd name="T18" fmla="*/ 0 w 506"/>
                  <a:gd name="T19" fmla="*/ 0 h 599"/>
                  <a:gd name="T20" fmla="*/ 0 w 506"/>
                  <a:gd name="T21" fmla="*/ 0 h 599"/>
                  <a:gd name="T22" fmla="*/ 0 w 506"/>
                  <a:gd name="T23" fmla="*/ 0 h 599"/>
                  <a:gd name="T24" fmla="*/ 0 w 506"/>
                  <a:gd name="T25" fmla="*/ 0 h 59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06"/>
                  <a:gd name="T40" fmla="*/ 0 h 599"/>
                  <a:gd name="T41" fmla="*/ 506 w 506"/>
                  <a:gd name="T42" fmla="*/ 599 h 59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06" h="599">
                    <a:moveTo>
                      <a:pt x="138" y="162"/>
                    </a:moveTo>
                    <a:lnTo>
                      <a:pt x="317" y="0"/>
                    </a:lnTo>
                    <a:lnTo>
                      <a:pt x="506" y="72"/>
                    </a:lnTo>
                    <a:lnTo>
                      <a:pt x="506" y="173"/>
                    </a:lnTo>
                    <a:lnTo>
                      <a:pt x="391" y="325"/>
                    </a:lnTo>
                    <a:lnTo>
                      <a:pt x="0" y="599"/>
                    </a:lnTo>
                    <a:lnTo>
                      <a:pt x="279" y="364"/>
                    </a:lnTo>
                    <a:lnTo>
                      <a:pt x="317" y="274"/>
                    </a:lnTo>
                    <a:lnTo>
                      <a:pt x="329" y="198"/>
                    </a:lnTo>
                    <a:lnTo>
                      <a:pt x="317" y="138"/>
                    </a:lnTo>
                    <a:lnTo>
                      <a:pt x="279" y="112"/>
                    </a:lnTo>
                    <a:lnTo>
                      <a:pt x="230" y="112"/>
                    </a:lnTo>
                    <a:lnTo>
                      <a:pt x="138" y="1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6" name="Freeform 120"/>
              <p:cNvSpPr>
                <a:spLocks/>
              </p:cNvSpPr>
              <p:nvPr/>
            </p:nvSpPr>
            <p:spPr bwMode="auto">
              <a:xfrm>
                <a:off x="2220" y="2018"/>
                <a:ext cx="389" cy="124"/>
              </a:xfrm>
              <a:custGeom>
                <a:avLst/>
                <a:gdLst>
                  <a:gd name="T0" fmla="*/ 0 w 3106"/>
                  <a:gd name="T1" fmla="*/ 0 h 992"/>
                  <a:gd name="T2" fmla="*/ 0 w 3106"/>
                  <a:gd name="T3" fmla="*/ 0 h 992"/>
                  <a:gd name="T4" fmla="*/ 0 w 3106"/>
                  <a:gd name="T5" fmla="*/ 0 h 992"/>
                  <a:gd name="T6" fmla="*/ 0 w 3106"/>
                  <a:gd name="T7" fmla="*/ 0 h 992"/>
                  <a:gd name="T8" fmla="*/ 0 w 3106"/>
                  <a:gd name="T9" fmla="*/ 0 h 992"/>
                  <a:gd name="T10" fmla="*/ 0 w 3106"/>
                  <a:gd name="T11" fmla="*/ 0 h 992"/>
                  <a:gd name="T12" fmla="*/ 0 w 3106"/>
                  <a:gd name="T13" fmla="*/ 0 h 992"/>
                  <a:gd name="T14" fmla="*/ 0 w 3106"/>
                  <a:gd name="T15" fmla="*/ 0 h 992"/>
                  <a:gd name="T16" fmla="*/ 0 w 3106"/>
                  <a:gd name="T17" fmla="*/ 0 h 992"/>
                  <a:gd name="T18" fmla="*/ 0 w 3106"/>
                  <a:gd name="T19" fmla="*/ 0 h 992"/>
                  <a:gd name="T20" fmla="*/ 0 w 3106"/>
                  <a:gd name="T21" fmla="*/ 0 h 992"/>
                  <a:gd name="T22" fmla="*/ 0 w 3106"/>
                  <a:gd name="T23" fmla="*/ 0 h 992"/>
                  <a:gd name="T24" fmla="*/ 0 w 3106"/>
                  <a:gd name="T25" fmla="*/ 0 h 992"/>
                  <a:gd name="T26" fmla="*/ 0 w 3106"/>
                  <a:gd name="T27" fmla="*/ 0 h 992"/>
                  <a:gd name="T28" fmla="*/ 0 w 3106"/>
                  <a:gd name="T29" fmla="*/ 0 h 992"/>
                  <a:gd name="T30" fmla="*/ 0 w 3106"/>
                  <a:gd name="T31" fmla="*/ 0 h 992"/>
                  <a:gd name="T32" fmla="*/ 0 w 3106"/>
                  <a:gd name="T33" fmla="*/ 0 h 992"/>
                  <a:gd name="T34" fmla="*/ 0 w 3106"/>
                  <a:gd name="T35" fmla="*/ 0 h 992"/>
                  <a:gd name="T36" fmla="*/ 0 w 3106"/>
                  <a:gd name="T37" fmla="*/ 0 h 992"/>
                  <a:gd name="T38" fmla="*/ 0 w 3106"/>
                  <a:gd name="T39" fmla="*/ 0 h 992"/>
                  <a:gd name="T40" fmla="*/ 0 w 3106"/>
                  <a:gd name="T41" fmla="*/ 0 h 992"/>
                  <a:gd name="T42" fmla="*/ 0 w 3106"/>
                  <a:gd name="T43" fmla="*/ 0 h 992"/>
                  <a:gd name="T44" fmla="*/ 0 w 3106"/>
                  <a:gd name="T45" fmla="*/ 0 h 992"/>
                  <a:gd name="T46" fmla="*/ 0 w 3106"/>
                  <a:gd name="T47" fmla="*/ 0 h 992"/>
                  <a:gd name="T48" fmla="*/ 0 w 3106"/>
                  <a:gd name="T49" fmla="*/ 0 h 992"/>
                  <a:gd name="T50" fmla="*/ 0 w 3106"/>
                  <a:gd name="T51" fmla="*/ 0 h 992"/>
                  <a:gd name="T52" fmla="*/ 0 w 3106"/>
                  <a:gd name="T53" fmla="*/ 0 h 992"/>
                  <a:gd name="T54" fmla="*/ 0 w 3106"/>
                  <a:gd name="T55" fmla="*/ 0 h 992"/>
                  <a:gd name="T56" fmla="*/ 0 w 3106"/>
                  <a:gd name="T57" fmla="*/ 0 h 992"/>
                  <a:gd name="T58" fmla="*/ 0 w 3106"/>
                  <a:gd name="T59" fmla="*/ 0 h 992"/>
                  <a:gd name="T60" fmla="*/ 0 w 3106"/>
                  <a:gd name="T61" fmla="*/ 0 h 992"/>
                  <a:gd name="T62" fmla="*/ 0 w 3106"/>
                  <a:gd name="T63" fmla="*/ 0 h 992"/>
                  <a:gd name="T64" fmla="*/ 0 w 3106"/>
                  <a:gd name="T65" fmla="*/ 0 h 992"/>
                  <a:gd name="T66" fmla="*/ 0 w 3106"/>
                  <a:gd name="T67" fmla="*/ 0 h 992"/>
                  <a:gd name="T68" fmla="*/ 0 w 3106"/>
                  <a:gd name="T69" fmla="*/ 0 h 992"/>
                  <a:gd name="T70" fmla="*/ 0 w 3106"/>
                  <a:gd name="T71" fmla="*/ 0 h 992"/>
                  <a:gd name="T72" fmla="*/ 0 w 3106"/>
                  <a:gd name="T73" fmla="*/ 0 h 992"/>
                  <a:gd name="T74" fmla="*/ 0 w 3106"/>
                  <a:gd name="T75" fmla="*/ 0 h 992"/>
                  <a:gd name="T76" fmla="*/ 0 w 3106"/>
                  <a:gd name="T77" fmla="*/ 0 h 992"/>
                  <a:gd name="T78" fmla="*/ 0 w 3106"/>
                  <a:gd name="T79" fmla="*/ 0 h 992"/>
                  <a:gd name="T80" fmla="*/ 0 w 3106"/>
                  <a:gd name="T81" fmla="*/ 0 h 992"/>
                  <a:gd name="T82" fmla="*/ 0 w 3106"/>
                  <a:gd name="T83" fmla="*/ 0 h 992"/>
                  <a:gd name="T84" fmla="*/ 0 w 3106"/>
                  <a:gd name="T85" fmla="*/ 0 h 992"/>
                  <a:gd name="T86" fmla="*/ 0 w 3106"/>
                  <a:gd name="T87" fmla="*/ 0 h 992"/>
                  <a:gd name="T88" fmla="*/ 0 w 3106"/>
                  <a:gd name="T89" fmla="*/ 0 h 992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3106"/>
                  <a:gd name="T136" fmla="*/ 0 h 992"/>
                  <a:gd name="T137" fmla="*/ 3106 w 3106"/>
                  <a:gd name="T138" fmla="*/ 992 h 992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3106" h="992">
                    <a:moveTo>
                      <a:pt x="0" y="215"/>
                    </a:moveTo>
                    <a:lnTo>
                      <a:pt x="430" y="377"/>
                    </a:lnTo>
                    <a:lnTo>
                      <a:pt x="540" y="268"/>
                    </a:lnTo>
                    <a:lnTo>
                      <a:pt x="770" y="268"/>
                    </a:lnTo>
                    <a:lnTo>
                      <a:pt x="896" y="364"/>
                    </a:lnTo>
                    <a:lnTo>
                      <a:pt x="1010" y="327"/>
                    </a:lnTo>
                    <a:lnTo>
                      <a:pt x="1603" y="314"/>
                    </a:lnTo>
                    <a:lnTo>
                      <a:pt x="2017" y="226"/>
                    </a:lnTo>
                    <a:lnTo>
                      <a:pt x="2589" y="0"/>
                    </a:lnTo>
                    <a:lnTo>
                      <a:pt x="2663" y="49"/>
                    </a:lnTo>
                    <a:lnTo>
                      <a:pt x="2676" y="100"/>
                    </a:lnTo>
                    <a:lnTo>
                      <a:pt x="2614" y="162"/>
                    </a:lnTo>
                    <a:lnTo>
                      <a:pt x="2689" y="238"/>
                    </a:lnTo>
                    <a:lnTo>
                      <a:pt x="2713" y="302"/>
                    </a:lnTo>
                    <a:lnTo>
                      <a:pt x="2689" y="377"/>
                    </a:lnTo>
                    <a:lnTo>
                      <a:pt x="3091" y="413"/>
                    </a:lnTo>
                    <a:lnTo>
                      <a:pt x="3106" y="439"/>
                    </a:lnTo>
                    <a:lnTo>
                      <a:pt x="2689" y="461"/>
                    </a:lnTo>
                    <a:lnTo>
                      <a:pt x="2689" y="500"/>
                    </a:lnTo>
                    <a:lnTo>
                      <a:pt x="2713" y="540"/>
                    </a:lnTo>
                    <a:lnTo>
                      <a:pt x="3078" y="553"/>
                    </a:lnTo>
                    <a:lnTo>
                      <a:pt x="3043" y="602"/>
                    </a:lnTo>
                    <a:lnTo>
                      <a:pt x="2737" y="665"/>
                    </a:lnTo>
                    <a:lnTo>
                      <a:pt x="2737" y="715"/>
                    </a:lnTo>
                    <a:lnTo>
                      <a:pt x="2953" y="715"/>
                    </a:lnTo>
                    <a:lnTo>
                      <a:pt x="2977" y="680"/>
                    </a:lnTo>
                    <a:lnTo>
                      <a:pt x="2965" y="740"/>
                    </a:lnTo>
                    <a:lnTo>
                      <a:pt x="2589" y="791"/>
                    </a:lnTo>
                    <a:lnTo>
                      <a:pt x="2160" y="814"/>
                    </a:lnTo>
                    <a:lnTo>
                      <a:pt x="1992" y="814"/>
                    </a:lnTo>
                    <a:lnTo>
                      <a:pt x="1753" y="854"/>
                    </a:lnTo>
                    <a:lnTo>
                      <a:pt x="1676" y="992"/>
                    </a:lnTo>
                    <a:lnTo>
                      <a:pt x="1314" y="992"/>
                    </a:lnTo>
                    <a:lnTo>
                      <a:pt x="1641" y="953"/>
                    </a:lnTo>
                    <a:lnTo>
                      <a:pt x="1692" y="867"/>
                    </a:lnTo>
                    <a:lnTo>
                      <a:pt x="1715" y="752"/>
                    </a:lnTo>
                    <a:lnTo>
                      <a:pt x="1715" y="641"/>
                    </a:lnTo>
                    <a:lnTo>
                      <a:pt x="1676" y="489"/>
                    </a:lnTo>
                    <a:lnTo>
                      <a:pt x="1630" y="364"/>
                    </a:lnTo>
                    <a:lnTo>
                      <a:pt x="1010" y="377"/>
                    </a:lnTo>
                    <a:lnTo>
                      <a:pt x="881" y="401"/>
                    </a:lnTo>
                    <a:lnTo>
                      <a:pt x="669" y="314"/>
                    </a:lnTo>
                    <a:lnTo>
                      <a:pt x="468" y="473"/>
                    </a:lnTo>
                    <a:lnTo>
                      <a:pt x="415" y="401"/>
                    </a:lnTo>
                    <a:lnTo>
                      <a:pt x="0" y="2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7" name="Freeform 121"/>
              <p:cNvSpPr>
                <a:spLocks/>
              </p:cNvSpPr>
              <p:nvPr/>
            </p:nvSpPr>
            <p:spPr bwMode="auto">
              <a:xfrm>
                <a:off x="2328" y="2081"/>
                <a:ext cx="45" cy="18"/>
              </a:xfrm>
              <a:custGeom>
                <a:avLst/>
                <a:gdLst>
                  <a:gd name="T0" fmla="*/ 0 w 366"/>
                  <a:gd name="T1" fmla="*/ 0 h 150"/>
                  <a:gd name="T2" fmla="*/ 0 w 366"/>
                  <a:gd name="T3" fmla="*/ 0 h 150"/>
                  <a:gd name="T4" fmla="*/ 0 w 366"/>
                  <a:gd name="T5" fmla="*/ 0 h 150"/>
                  <a:gd name="T6" fmla="*/ 0 w 366"/>
                  <a:gd name="T7" fmla="*/ 0 h 150"/>
                  <a:gd name="T8" fmla="*/ 0 w 366"/>
                  <a:gd name="T9" fmla="*/ 0 h 150"/>
                  <a:gd name="T10" fmla="*/ 0 w 366"/>
                  <a:gd name="T11" fmla="*/ 0 h 1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66"/>
                  <a:gd name="T19" fmla="*/ 0 h 150"/>
                  <a:gd name="T20" fmla="*/ 366 w 366"/>
                  <a:gd name="T21" fmla="*/ 150 h 15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66" h="150">
                    <a:moveTo>
                      <a:pt x="366" y="114"/>
                    </a:moveTo>
                    <a:lnTo>
                      <a:pt x="200" y="0"/>
                    </a:lnTo>
                    <a:lnTo>
                      <a:pt x="0" y="40"/>
                    </a:lnTo>
                    <a:lnTo>
                      <a:pt x="38" y="93"/>
                    </a:lnTo>
                    <a:lnTo>
                      <a:pt x="302" y="150"/>
                    </a:lnTo>
                    <a:lnTo>
                      <a:pt x="366" y="1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8" name="Freeform 122"/>
              <p:cNvSpPr>
                <a:spLocks/>
              </p:cNvSpPr>
              <p:nvPr/>
            </p:nvSpPr>
            <p:spPr bwMode="auto">
              <a:xfrm>
                <a:off x="2175" y="1770"/>
                <a:ext cx="39" cy="273"/>
              </a:xfrm>
              <a:custGeom>
                <a:avLst/>
                <a:gdLst>
                  <a:gd name="T0" fmla="*/ 0 w 315"/>
                  <a:gd name="T1" fmla="*/ 0 h 2186"/>
                  <a:gd name="T2" fmla="*/ 0 w 315"/>
                  <a:gd name="T3" fmla="*/ 0 h 2186"/>
                  <a:gd name="T4" fmla="*/ 0 w 315"/>
                  <a:gd name="T5" fmla="*/ 0 h 2186"/>
                  <a:gd name="T6" fmla="*/ 0 w 315"/>
                  <a:gd name="T7" fmla="*/ 0 h 2186"/>
                  <a:gd name="T8" fmla="*/ 0 w 315"/>
                  <a:gd name="T9" fmla="*/ 0 h 2186"/>
                  <a:gd name="T10" fmla="*/ 0 w 315"/>
                  <a:gd name="T11" fmla="*/ 0 h 2186"/>
                  <a:gd name="T12" fmla="*/ 0 w 315"/>
                  <a:gd name="T13" fmla="*/ 0 h 2186"/>
                  <a:gd name="T14" fmla="*/ 0 w 315"/>
                  <a:gd name="T15" fmla="*/ 0 h 2186"/>
                  <a:gd name="T16" fmla="*/ 0 w 315"/>
                  <a:gd name="T17" fmla="*/ 0 h 2186"/>
                  <a:gd name="T18" fmla="*/ 0 w 315"/>
                  <a:gd name="T19" fmla="*/ 0 h 2186"/>
                  <a:gd name="T20" fmla="*/ 0 w 315"/>
                  <a:gd name="T21" fmla="*/ 0 h 2186"/>
                  <a:gd name="T22" fmla="*/ 0 w 315"/>
                  <a:gd name="T23" fmla="*/ 0 h 2186"/>
                  <a:gd name="T24" fmla="*/ 0 w 315"/>
                  <a:gd name="T25" fmla="*/ 0 h 2186"/>
                  <a:gd name="T26" fmla="*/ 0 w 315"/>
                  <a:gd name="T27" fmla="*/ 0 h 2186"/>
                  <a:gd name="T28" fmla="*/ 0 w 315"/>
                  <a:gd name="T29" fmla="*/ 0 h 2186"/>
                  <a:gd name="T30" fmla="*/ 0 w 315"/>
                  <a:gd name="T31" fmla="*/ 0 h 2186"/>
                  <a:gd name="T32" fmla="*/ 0 w 315"/>
                  <a:gd name="T33" fmla="*/ 0 h 2186"/>
                  <a:gd name="T34" fmla="*/ 0 w 315"/>
                  <a:gd name="T35" fmla="*/ 0 h 2186"/>
                  <a:gd name="T36" fmla="*/ 0 w 315"/>
                  <a:gd name="T37" fmla="*/ 0 h 2186"/>
                  <a:gd name="T38" fmla="*/ 0 w 315"/>
                  <a:gd name="T39" fmla="*/ 0 h 2186"/>
                  <a:gd name="T40" fmla="*/ 0 w 315"/>
                  <a:gd name="T41" fmla="*/ 0 h 2186"/>
                  <a:gd name="T42" fmla="*/ 0 w 315"/>
                  <a:gd name="T43" fmla="*/ 0 h 2186"/>
                  <a:gd name="T44" fmla="*/ 0 w 315"/>
                  <a:gd name="T45" fmla="*/ 0 h 2186"/>
                  <a:gd name="T46" fmla="*/ 0 w 315"/>
                  <a:gd name="T47" fmla="*/ 0 h 218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315"/>
                  <a:gd name="T73" fmla="*/ 0 h 2186"/>
                  <a:gd name="T74" fmla="*/ 315 w 315"/>
                  <a:gd name="T75" fmla="*/ 2186 h 218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315" h="2186">
                    <a:moveTo>
                      <a:pt x="175" y="2133"/>
                    </a:moveTo>
                    <a:lnTo>
                      <a:pt x="214" y="2085"/>
                    </a:lnTo>
                    <a:lnTo>
                      <a:pt x="214" y="1958"/>
                    </a:lnTo>
                    <a:lnTo>
                      <a:pt x="124" y="1633"/>
                    </a:lnTo>
                    <a:lnTo>
                      <a:pt x="62" y="1180"/>
                    </a:lnTo>
                    <a:lnTo>
                      <a:pt x="49" y="796"/>
                    </a:lnTo>
                    <a:lnTo>
                      <a:pt x="21" y="540"/>
                    </a:lnTo>
                    <a:lnTo>
                      <a:pt x="49" y="466"/>
                    </a:lnTo>
                    <a:lnTo>
                      <a:pt x="49" y="325"/>
                    </a:lnTo>
                    <a:lnTo>
                      <a:pt x="0" y="213"/>
                    </a:lnTo>
                    <a:lnTo>
                      <a:pt x="73" y="277"/>
                    </a:lnTo>
                    <a:lnTo>
                      <a:pt x="99" y="213"/>
                    </a:lnTo>
                    <a:lnTo>
                      <a:pt x="111" y="127"/>
                    </a:lnTo>
                    <a:lnTo>
                      <a:pt x="111" y="0"/>
                    </a:lnTo>
                    <a:lnTo>
                      <a:pt x="124" y="104"/>
                    </a:lnTo>
                    <a:lnTo>
                      <a:pt x="136" y="213"/>
                    </a:lnTo>
                    <a:lnTo>
                      <a:pt x="111" y="341"/>
                    </a:lnTo>
                    <a:lnTo>
                      <a:pt x="73" y="466"/>
                    </a:lnTo>
                    <a:lnTo>
                      <a:pt x="49" y="551"/>
                    </a:lnTo>
                    <a:lnTo>
                      <a:pt x="111" y="1292"/>
                    </a:lnTo>
                    <a:lnTo>
                      <a:pt x="185" y="1732"/>
                    </a:lnTo>
                    <a:lnTo>
                      <a:pt x="262" y="1958"/>
                    </a:lnTo>
                    <a:lnTo>
                      <a:pt x="315" y="2186"/>
                    </a:lnTo>
                    <a:lnTo>
                      <a:pt x="175" y="21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9" name="Freeform 123"/>
              <p:cNvSpPr>
                <a:spLocks/>
              </p:cNvSpPr>
              <p:nvPr/>
            </p:nvSpPr>
            <p:spPr bwMode="auto">
              <a:xfrm>
                <a:off x="2215" y="1750"/>
                <a:ext cx="217" cy="307"/>
              </a:xfrm>
              <a:custGeom>
                <a:avLst/>
                <a:gdLst>
                  <a:gd name="T0" fmla="*/ 0 w 1731"/>
                  <a:gd name="T1" fmla="*/ 0 h 2462"/>
                  <a:gd name="T2" fmla="*/ 0 w 1731"/>
                  <a:gd name="T3" fmla="*/ 0 h 2462"/>
                  <a:gd name="T4" fmla="*/ 0 w 1731"/>
                  <a:gd name="T5" fmla="*/ 0 h 2462"/>
                  <a:gd name="T6" fmla="*/ 0 w 1731"/>
                  <a:gd name="T7" fmla="*/ 0 h 2462"/>
                  <a:gd name="T8" fmla="*/ 0 w 1731"/>
                  <a:gd name="T9" fmla="*/ 0 h 2462"/>
                  <a:gd name="T10" fmla="*/ 0 w 1731"/>
                  <a:gd name="T11" fmla="*/ 0 h 2462"/>
                  <a:gd name="T12" fmla="*/ 0 w 1731"/>
                  <a:gd name="T13" fmla="*/ 0 h 2462"/>
                  <a:gd name="T14" fmla="*/ 0 w 1731"/>
                  <a:gd name="T15" fmla="*/ 0 h 2462"/>
                  <a:gd name="T16" fmla="*/ 0 w 1731"/>
                  <a:gd name="T17" fmla="*/ 0 h 2462"/>
                  <a:gd name="T18" fmla="*/ 0 w 1731"/>
                  <a:gd name="T19" fmla="*/ 0 h 2462"/>
                  <a:gd name="T20" fmla="*/ 0 w 1731"/>
                  <a:gd name="T21" fmla="*/ 0 h 2462"/>
                  <a:gd name="T22" fmla="*/ 0 w 1731"/>
                  <a:gd name="T23" fmla="*/ 0 h 2462"/>
                  <a:gd name="T24" fmla="*/ 0 w 1731"/>
                  <a:gd name="T25" fmla="*/ 0 h 2462"/>
                  <a:gd name="T26" fmla="*/ 0 w 1731"/>
                  <a:gd name="T27" fmla="*/ 0 h 2462"/>
                  <a:gd name="T28" fmla="*/ 0 w 1731"/>
                  <a:gd name="T29" fmla="*/ 0 h 2462"/>
                  <a:gd name="T30" fmla="*/ 0 w 1731"/>
                  <a:gd name="T31" fmla="*/ 0 h 2462"/>
                  <a:gd name="T32" fmla="*/ 0 w 1731"/>
                  <a:gd name="T33" fmla="*/ 0 h 2462"/>
                  <a:gd name="T34" fmla="*/ 0 w 1731"/>
                  <a:gd name="T35" fmla="*/ 0 h 2462"/>
                  <a:gd name="T36" fmla="*/ 0 w 1731"/>
                  <a:gd name="T37" fmla="*/ 0 h 2462"/>
                  <a:gd name="T38" fmla="*/ 0 w 1731"/>
                  <a:gd name="T39" fmla="*/ 0 h 2462"/>
                  <a:gd name="T40" fmla="*/ 0 w 1731"/>
                  <a:gd name="T41" fmla="*/ 0 h 2462"/>
                  <a:gd name="T42" fmla="*/ 0 w 1731"/>
                  <a:gd name="T43" fmla="*/ 0 h 2462"/>
                  <a:gd name="T44" fmla="*/ 0 w 1731"/>
                  <a:gd name="T45" fmla="*/ 0 h 2462"/>
                  <a:gd name="T46" fmla="*/ 0 w 1731"/>
                  <a:gd name="T47" fmla="*/ 0 h 2462"/>
                  <a:gd name="T48" fmla="*/ 0 w 1731"/>
                  <a:gd name="T49" fmla="*/ 0 h 2462"/>
                  <a:gd name="T50" fmla="*/ 0 w 1731"/>
                  <a:gd name="T51" fmla="*/ 0 h 2462"/>
                  <a:gd name="T52" fmla="*/ 0 w 1731"/>
                  <a:gd name="T53" fmla="*/ 0 h 2462"/>
                  <a:gd name="T54" fmla="*/ 0 w 1731"/>
                  <a:gd name="T55" fmla="*/ 0 h 2462"/>
                  <a:gd name="T56" fmla="*/ 0 w 1731"/>
                  <a:gd name="T57" fmla="*/ 0 h 2462"/>
                  <a:gd name="T58" fmla="*/ 0 w 1731"/>
                  <a:gd name="T59" fmla="*/ 0 h 2462"/>
                  <a:gd name="T60" fmla="*/ 0 w 1731"/>
                  <a:gd name="T61" fmla="*/ 0 h 2462"/>
                  <a:gd name="T62" fmla="*/ 0 w 1731"/>
                  <a:gd name="T63" fmla="*/ 0 h 2462"/>
                  <a:gd name="T64" fmla="*/ 0 w 1731"/>
                  <a:gd name="T65" fmla="*/ 0 h 2462"/>
                  <a:gd name="T66" fmla="*/ 0 w 1731"/>
                  <a:gd name="T67" fmla="*/ 0 h 2462"/>
                  <a:gd name="T68" fmla="*/ 0 w 1731"/>
                  <a:gd name="T69" fmla="*/ 0 h 2462"/>
                  <a:gd name="T70" fmla="*/ 0 w 1731"/>
                  <a:gd name="T71" fmla="*/ 0 h 2462"/>
                  <a:gd name="T72" fmla="*/ 0 w 1731"/>
                  <a:gd name="T73" fmla="*/ 0 h 2462"/>
                  <a:gd name="T74" fmla="*/ 0 w 1731"/>
                  <a:gd name="T75" fmla="*/ 0 h 2462"/>
                  <a:gd name="T76" fmla="*/ 0 w 1731"/>
                  <a:gd name="T77" fmla="*/ 0 h 2462"/>
                  <a:gd name="T78" fmla="*/ 0 w 1731"/>
                  <a:gd name="T79" fmla="*/ 0 h 2462"/>
                  <a:gd name="T80" fmla="*/ 0 w 1731"/>
                  <a:gd name="T81" fmla="*/ 0 h 2462"/>
                  <a:gd name="T82" fmla="*/ 0 w 1731"/>
                  <a:gd name="T83" fmla="*/ 0 h 2462"/>
                  <a:gd name="T84" fmla="*/ 0 w 1731"/>
                  <a:gd name="T85" fmla="*/ 0 h 2462"/>
                  <a:gd name="T86" fmla="*/ 0 w 1731"/>
                  <a:gd name="T87" fmla="*/ 0 h 246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731"/>
                  <a:gd name="T133" fmla="*/ 0 h 2462"/>
                  <a:gd name="T134" fmla="*/ 1731 w 1731"/>
                  <a:gd name="T135" fmla="*/ 2462 h 2462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731" h="2462">
                    <a:moveTo>
                      <a:pt x="152" y="0"/>
                    </a:moveTo>
                    <a:lnTo>
                      <a:pt x="379" y="203"/>
                    </a:lnTo>
                    <a:lnTo>
                      <a:pt x="440" y="376"/>
                    </a:lnTo>
                    <a:lnTo>
                      <a:pt x="480" y="541"/>
                    </a:lnTo>
                    <a:lnTo>
                      <a:pt x="480" y="800"/>
                    </a:lnTo>
                    <a:lnTo>
                      <a:pt x="368" y="1646"/>
                    </a:lnTo>
                    <a:lnTo>
                      <a:pt x="267" y="1747"/>
                    </a:lnTo>
                    <a:lnTo>
                      <a:pt x="0" y="1784"/>
                    </a:lnTo>
                    <a:lnTo>
                      <a:pt x="368" y="1772"/>
                    </a:lnTo>
                    <a:lnTo>
                      <a:pt x="254" y="2450"/>
                    </a:lnTo>
                    <a:lnTo>
                      <a:pt x="278" y="2462"/>
                    </a:lnTo>
                    <a:lnTo>
                      <a:pt x="406" y="1881"/>
                    </a:lnTo>
                    <a:lnTo>
                      <a:pt x="883" y="2273"/>
                    </a:lnTo>
                    <a:lnTo>
                      <a:pt x="996" y="2273"/>
                    </a:lnTo>
                    <a:lnTo>
                      <a:pt x="1174" y="2185"/>
                    </a:lnTo>
                    <a:lnTo>
                      <a:pt x="1363" y="2035"/>
                    </a:lnTo>
                    <a:lnTo>
                      <a:pt x="1500" y="1895"/>
                    </a:lnTo>
                    <a:lnTo>
                      <a:pt x="1603" y="1759"/>
                    </a:lnTo>
                    <a:lnTo>
                      <a:pt x="1462" y="1881"/>
                    </a:lnTo>
                    <a:lnTo>
                      <a:pt x="1363" y="1809"/>
                    </a:lnTo>
                    <a:lnTo>
                      <a:pt x="1480" y="1734"/>
                    </a:lnTo>
                    <a:lnTo>
                      <a:pt x="1238" y="1809"/>
                    </a:lnTo>
                    <a:lnTo>
                      <a:pt x="950" y="1846"/>
                    </a:lnTo>
                    <a:lnTo>
                      <a:pt x="669" y="1846"/>
                    </a:lnTo>
                    <a:lnTo>
                      <a:pt x="555" y="1846"/>
                    </a:lnTo>
                    <a:lnTo>
                      <a:pt x="469" y="1784"/>
                    </a:lnTo>
                    <a:lnTo>
                      <a:pt x="647" y="1708"/>
                    </a:lnTo>
                    <a:lnTo>
                      <a:pt x="1012" y="1708"/>
                    </a:lnTo>
                    <a:lnTo>
                      <a:pt x="1300" y="1545"/>
                    </a:lnTo>
                    <a:lnTo>
                      <a:pt x="1012" y="1631"/>
                    </a:lnTo>
                    <a:lnTo>
                      <a:pt x="647" y="1631"/>
                    </a:lnTo>
                    <a:lnTo>
                      <a:pt x="440" y="1685"/>
                    </a:lnTo>
                    <a:lnTo>
                      <a:pt x="440" y="1496"/>
                    </a:lnTo>
                    <a:lnTo>
                      <a:pt x="987" y="1409"/>
                    </a:lnTo>
                    <a:lnTo>
                      <a:pt x="781" y="892"/>
                    </a:lnTo>
                    <a:lnTo>
                      <a:pt x="555" y="592"/>
                    </a:lnTo>
                    <a:lnTo>
                      <a:pt x="555" y="415"/>
                    </a:lnTo>
                    <a:lnTo>
                      <a:pt x="1570" y="1444"/>
                    </a:lnTo>
                    <a:lnTo>
                      <a:pt x="1731" y="1519"/>
                    </a:lnTo>
                    <a:lnTo>
                      <a:pt x="1642" y="1332"/>
                    </a:lnTo>
                    <a:lnTo>
                      <a:pt x="733" y="477"/>
                    </a:lnTo>
                    <a:lnTo>
                      <a:pt x="620" y="267"/>
                    </a:lnTo>
                    <a:lnTo>
                      <a:pt x="304" y="51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0" name="Freeform 124"/>
              <p:cNvSpPr>
                <a:spLocks/>
              </p:cNvSpPr>
              <p:nvPr/>
            </p:nvSpPr>
            <p:spPr bwMode="auto">
              <a:xfrm>
                <a:off x="2345" y="1986"/>
                <a:ext cx="98" cy="73"/>
              </a:xfrm>
              <a:custGeom>
                <a:avLst/>
                <a:gdLst>
                  <a:gd name="T0" fmla="*/ 0 w 783"/>
                  <a:gd name="T1" fmla="*/ 0 h 580"/>
                  <a:gd name="T2" fmla="*/ 0 w 783"/>
                  <a:gd name="T3" fmla="*/ 0 h 580"/>
                  <a:gd name="T4" fmla="*/ 0 w 783"/>
                  <a:gd name="T5" fmla="*/ 0 h 580"/>
                  <a:gd name="T6" fmla="*/ 0 w 783"/>
                  <a:gd name="T7" fmla="*/ 0 h 580"/>
                  <a:gd name="T8" fmla="*/ 0 w 783"/>
                  <a:gd name="T9" fmla="*/ 0 h 580"/>
                  <a:gd name="T10" fmla="*/ 0 w 783"/>
                  <a:gd name="T11" fmla="*/ 0 h 580"/>
                  <a:gd name="T12" fmla="*/ 0 w 783"/>
                  <a:gd name="T13" fmla="*/ 0 h 580"/>
                  <a:gd name="T14" fmla="*/ 0 w 783"/>
                  <a:gd name="T15" fmla="*/ 0 h 580"/>
                  <a:gd name="T16" fmla="*/ 0 w 783"/>
                  <a:gd name="T17" fmla="*/ 0 h 580"/>
                  <a:gd name="T18" fmla="*/ 0 w 783"/>
                  <a:gd name="T19" fmla="*/ 0 h 5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83"/>
                  <a:gd name="T31" fmla="*/ 0 h 580"/>
                  <a:gd name="T32" fmla="*/ 783 w 783"/>
                  <a:gd name="T33" fmla="*/ 580 h 58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83" h="580">
                    <a:moveTo>
                      <a:pt x="0" y="442"/>
                    </a:moveTo>
                    <a:lnTo>
                      <a:pt x="317" y="378"/>
                    </a:lnTo>
                    <a:lnTo>
                      <a:pt x="670" y="580"/>
                    </a:lnTo>
                    <a:lnTo>
                      <a:pt x="783" y="540"/>
                    </a:lnTo>
                    <a:lnTo>
                      <a:pt x="504" y="378"/>
                    </a:lnTo>
                    <a:lnTo>
                      <a:pt x="619" y="166"/>
                    </a:lnTo>
                    <a:lnTo>
                      <a:pt x="619" y="0"/>
                    </a:lnTo>
                    <a:lnTo>
                      <a:pt x="402" y="265"/>
                    </a:lnTo>
                    <a:lnTo>
                      <a:pt x="216" y="362"/>
                    </a:lnTo>
                    <a:lnTo>
                      <a:pt x="0" y="4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1" name="Freeform 125"/>
              <p:cNvSpPr>
                <a:spLocks/>
              </p:cNvSpPr>
              <p:nvPr/>
            </p:nvSpPr>
            <p:spPr bwMode="auto">
              <a:xfrm>
                <a:off x="2416" y="1935"/>
                <a:ext cx="123" cy="88"/>
              </a:xfrm>
              <a:custGeom>
                <a:avLst/>
                <a:gdLst>
                  <a:gd name="T0" fmla="*/ 0 w 984"/>
                  <a:gd name="T1" fmla="*/ 0 h 703"/>
                  <a:gd name="T2" fmla="*/ 0 w 984"/>
                  <a:gd name="T3" fmla="*/ 0 h 703"/>
                  <a:gd name="T4" fmla="*/ 0 w 984"/>
                  <a:gd name="T5" fmla="*/ 0 h 703"/>
                  <a:gd name="T6" fmla="*/ 0 w 984"/>
                  <a:gd name="T7" fmla="*/ 0 h 703"/>
                  <a:gd name="T8" fmla="*/ 0 w 984"/>
                  <a:gd name="T9" fmla="*/ 0 h 703"/>
                  <a:gd name="T10" fmla="*/ 0 w 984"/>
                  <a:gd name="T11" fmla="*/ 0 h 703"/>
                  <a:gd name="T12" fmla="*/ 0 w 984"/>
                  <a:gd name="T13" fmla="*/ 0 h 703"/>
                  <a:gd name="T14" fmla="*/ 0 w 984"/>
                  <a:gd name="T15" fmla="*/ 0 h 703"/>
                  <a:gd name="T16" fmla="*/ 0 w 984"/>
                  <a:gd name="T17" fmla="*/ 0 h 703"/>
                  <a:gd name="T18" fmla="*/ 0 w 984"/>
                  <a:gd name="T19" fmla="*/ 0 h 703"/>
                  <a:gd name="T20" fmla="*/ 0 w 984"/>
                  <a:gd name="T21" fmla="*/ 0 h 703"/>
                  <a:gd name="T22" fmla="*/ 0 w 984"/>
                  <a:gd name="T23" fmla="*/ 0 h 703"/>
                  <a:gd name="T24" fmla="*/ 0 w 984"/>
                  <a:gd name="T25" fmla="*/ 0 h 703"/>
                  <a:gd name="T26" fmla="*/ 0 w 984"/>
                  <a:gd name="T27" fmla="*/ 0 h 703"/>
                  <a:gd name="T28" fmla="*/ 0 w 984"/>
                  <a:gd name="T29" fmla="*/ 0 h 70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984"/>
                  <a:gd name="T46" fmla="*/ 0 h 703"/>
                  <a:gd name="T47" fmla="*/ 984 w 984"/>
                  <a:gd name="T48" fmla="*/ 703 h 70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984" h="703">
                    <a:moveTo>
                      <a:pt x="189" y="314"/>
                    </a:moveTo>
                    <a:lnTo>
                      <a:pt x="367" y="212"/>
                    </a:lnTo>
                    <a:lnTo>
                      <a:pt x="744" y="364"/>
                    </a:lnTo>
                    <a:lnTo>
                      <a:pt x="744" y="500"/>
                    </a:lnTo>
                    <a:lnTo>
                      <a:pt x="442" y="579"/>
                    </a:lnTo>
                    <a:lnTo>
                      <a:pt x="809" y="567"/>
                    </a:lnTo>
                    <a:lnTo>
                      <a:pt x="984" y="703"/>
                    </a:lnTo>
                    <a:lnTo>
                      <a:pt x="870" y="450"/>
                    </a:lnTo>
                    <a:lnTo>
                      <a:pt x="707" y="265"/>
                    </a:lnTo>
                    <a:lnTo>
                      <a:pt x="343" y="164"/>
                    </a:lnTo>
                    <a:lnTo>
                      <a:pt x="202" y="0"/>
                    </a:lnTo>
                    <a:lnTo>
                      <a:pt x="0" y="164"/>
                    </a:lnTo>
                    <a:lnTo>
                      <a:pt x="178" y="63"/>
                    </a:lnTo>
                    <a:lnTo>
                      <a:pt x="239" y="149"/>
                    </a:lnTo>
                    <a:lnTo>
                      <a:pt x="189" y="3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2" name="Freeform 126"/>
              <p:cNvSpPr>
                <a:spLocks/>
              </p:cNvSpPr>
              <p:nvPr/>
            </p:nvSpPr>
            <p:spPr bwMode="auto">
              <a:xfrm>
                <a:off x="2547" y="2016"/>
                <a:ext cx="73" cy="52"/>
              </a:xfrm>
              <a:custGeom>
                <a:avLst/>
                <a:gdLst>
                  <a:gd name="T0" fmla="*/ 0 w 581"/>
                  <a:gd name="T1" fmla="*/ 0 h 415"/>
                  <a:gd name="T2" fmla="*/ 0 w 581"/>
                  <a:gd name="T3" fmla="*/ 0 h 415"/>
                  <a:gd name="T4" fmla="*/ 0 w 581"/>
                  <a:gd name="T5" fmla="*/ 0 h 415"/>
                  <a:gd name="T6" fmla="*/ 0 w 581"/>
                  <a:gd name="T7" fmla="*/ 0 h 415"/>
                  <a:gd name="T8" fmla="*/ 0 w 581"/>
                  <a:gd name="T9" fmla="*/ 0 h 415"/>
                  <a:gd name="T10" fmla="*/ 0 w 581"/>
                  <a:gd name="T11" fmla="*/ 0 h 415"/>
                  <a:gd name="T12" fmla="*/ 0 w 581"/>
                  <a:gd name="T13" fmla="*/ 0 h 415"/>
                  <a:gd name="T14" fmla="*/ 0 w 581"/>
                  <a:gd name="T15" fmla="*/ 0 h 415"/>
                  <a:gd name="T16" fmla="*/ 0 w 581"/>
                  <a:gd name="T17" fmla="*/ 0 h 415"/>
                  <a:gd name="T18" fmla="*/ 0 w 581"/>
                  <a:gd name="T19" fmla="*/ 0 h 415"/>
                  <a:gd name="T20" fmla="*/ 0 w 581"/>
                  <a:gd name="T21" fmla="*/ 0 h 415"/>
                  <a:gd name="T22" fmla="*/ 0 w 581"/>
                  <a:gd name="T23" fmla="*/ 0 h 415"/>
                  <a:gd name="T24" fmla="*/ 0 w 581"/>
                  <a:gd name="T25" fmla="*/ 0 h 415"/>
                  <a:gd name="T26" fmla="*/ 0 w 581"/>
                  <a:gd name="T27" fmla="*/ 0 h 415"/>
                  <a:gd name="T28" fmla="*/ 0 w 581"/>
                  <a:gd name="T29" fmla="*/ 0 h 41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81"/>
                  <a:gd name="T46" fmla="*/ 0 h 415"/>
                  <a:gd name="T47" fmla="*/ 581 w 581"/>
                  <a:gd name="T48" fmla="*/ 415 h 415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81" h="415">
                    <a:moveTo>
                      <a:pt x="22" y="0"/>
                    </a:moveTo>
                    <a:lnTo>
                      <a:pt x="464" y="37"/>
                    </a:lnTo>
                    <a:lnTo>
                      <a:pt x="581" y="240"/>
                    </a:lnTo>
                    <a:lnTo>
                      <a:pt x="581" y="288"/>
                    </a:lnTo>
                    <a:lnTo>
                      <a:pt x="492" y="316"/>
                    </a:lnTo>
                    <a:lnTo>
                      <a:pt x="363" y="240"/>
                    </a:lnTo>
                    <a:lnTo>
                      <a:pt x="187" y="240"/>
                    </a:lnTo>
                    <a:lnTo>
                      <a:pt x="477" y="351"/>
                    </a:lnTo>
                    <a:lnTo>
                      <a:pt x="492" y="415"/>
                    </a:lnTo>
                    <a:lnTo>
                      <a:pt x="453" y="367"/>
                    </a:lnTo>
                    <a:lnTo>
                      <a:pt x="22" y="229"/>
                    </a:lnTo>
                    <a:lnTo>
                      <a:pt x="0" y="192"/>
                    </a:lnTo>
                    <a:lnTo>
                      <a:pt x="464" y="176"/>
                    </a:lnTo>
                    <a:lnTo>
                      <a:pt x="453" y="75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" name="Freeform 127"/>
              <p:cNvSpPr>
                <a:spLocks/>
              </p:cNvSpPr>
              <p:nvPr/>
            </p:nvSpPr>
            <p:spPr bwMode="auto">
              <a:xfrm>
                <a:off x="2583" y="2062"/>
                <a:ext cx="29" cy="44"/>
              </a:xfrm>
              <a:custGeom>
                <a:avLst/>
                <a:gdLst>
                  <a:gd name="T0" fmla="*/ 0 w 228"/>
                  <a:gd name="T1" fmla="*/ 0 h 352"/>
                  <a:gd name="T2" fmla="*/ 0 w 228"/>
                  <a:gd name="T3" fmla="*/ 0 h 352"/>
                  <a:gd name="T4" fmla="*/ 0 w 228"/>
                  <a:gd name="T5" fmla="*/ 0 h 352"/>
                  <a:gd name="T6" fmla="*/ 0 w 228"/>
                  <a:gd name="T7" fmla="*/ 0 h 352"/>
                  <a:gd name="T8" fmla="*/ 0 w 228"/>
                  <a:gd name="T9" fmla="*/ 0 h 352"/>
                  <a:gd name="T10" fmla="*/ 0 w 228"/>
                  <a:gd name="T11" fmla="*/ 0 h 352"/>
                  <a:gd name="T12" fmla="*/ 0 w 228"/>
                  <a:gd name="T13" fmla="*/ 0 h 352"/>
                  <a:gd name="T14" fmla="*/ 0 w 228"/>
                  <a:gd name="T15" fmla="*/ 0 h 352"/>
                  <a:gd name="T16" fmla="*/ 0 w 228"/>
                  <a:gd name="T17" fmla="*/ 0 h 352"/>
                  <a:gd name="T18" fmla="*/ 0 w 228"/>
                  <a:gd name="T19" fmla="*/ 0 h 35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28"/>
                  <a:gd name="T31" fmla="*/ 0 h 352"/>
                  <a:gd name="T32" fmla="*/ 228 w 228"/>
                  <a:gd name="T33" fmla="*/ 352 h 35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28" h="352">
                    <a:moveTo>
                      <a:pt x="186" y="99"/>
                    </a:moveTo>
                    <a:lnTo>
                      <a:pt x="186" y="163"/>
                    </a:lnTo>
                    <a:lnTo>
                      <a:pt x="96" y="210"/>
                    </a:lnTo>
                    <a:lnTo>
                      <a:pt x="0" y="275"/>
                    </a:lnTo>
                    <a:lnTo>
                      <a:pt x="72" y="352"/>
                    </a:lnTo>
                    <a:lnTo>
                      <a:pt x="125" y="249"/>
                    </a:lnTo>
                    <a:lnTo>
                      <a:pt x="228" y="187"/>
                    </a:lnTo>
                    <a:lnTo>
                      <a:pt x="228" y="74"/>
                    </a:lnTo>
                    <a:lnTo>
                      <a:pt x="186" y="0"/>
                    </a:lnTo>
                    <a:lnTo>
                      <a:pt x="186" y="9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4" name="Freeform 128"/>
              <p:cNvSpPr>
                <a:spLocks/>
              </p:cNvSpPr>
              <p:nvPr/>
            </p:nvSpPr>
            <p:spPr bwMode="auto">
              <a:xfrm>
                <a:off x="2592" y="2043"/>
                <a:ext cx="46" cy="65"/>
              </a:xfrm>
              <a:custGeom>
                <a:avLst/>
                <a:gdLst>
                  <a:gd name="T0" fmla="*/ 0 w 369"/>
                  <a:gd name="T1" fmla="*/ 0 h 514"/>
                  <a:gd name="T2" fmla="*/ 0 w 369"/>
                  <a:gd name="T3" fmla="*/ 0 h 514"/>
                  <a:gd name="T4" fmla="*/ 0 w 369"/>
                  <a:gd name="T5" fmla="*/ 0 h 514"/>
                  <a:gd name="T6" fmla="*/ 0 w 369"/>
                  <a:gd name="T7" fmla="*/ 0 h 514"/>
                  <a:gd name="T8" fmla="*/ 0 w 369"/>
                  <a:gd name="T9" fmla="*/ 0 h 5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9"/>
                  <a:gd name="T16" fmla="*/ 0 h 514"/>
                  <a:gd name="T17" fmla="*/ 369 w 369"/>
                  <a:gd name="T18" fmla="*/ 514 h 5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9" h="514">
                    <a:moveTo>
                      <a:pt x="129" y="71"/>
                    </a:moveTo>
                    <a:lnTo>
                      <a:pt x="325" y="396"/>
                    </a:lnTo>
                    <a:lnTo>
                      <a:pt x="369" y="514"/>
                    </a:lnTo>
                    <a:lnTo>
                      <a:pt x="269" y="429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5" name="Freeform 129"/>
              <p:cNvSpPr>
                <a:spLocks/>
              </p:cNvSpPr>
              <p:nvPr/>
            </p:nvSpPr>
            <p:spPr bwMode="auto">
              <a:xfrm>
                <a:off x="2538" y="1950"/>
                <a:ext cx="51" cy="72"/>
              </a:xfrm>
              <a:custGeom>
                <a:avLst/>
                <a:gdLst>
                  <a:gd name="T0" fmla="*/ 0 w 413"/>
                  <a:gd name="T1" fmla="*/ 0 h 576"/>
                  <a:gd name="T2" fmla="*/ 0 w 413"/>
                  <a:gd name="T3" fmla="*/ 0 h 576"/>
                  <a:gd name="T4" fmla="*/ 0 w 413"/>
                  <a:gd name="T5" fmla="*/ 0 h 576"/>
                  <a:gd name="T6" fmla="*/ 0 w 413"/>
                  <a:gd name="T7" fmla="*/ 0 h 576"/>
                  <a:gd name="T8" fmla="*/ 0 w 413"/>
                  <a:gd name="T9" fmla="*/ 0 h 576"/>
                  <a:gd name="T10" fmla="*/ 0 w 413"/>
                  <a:gd name="T11" fmla="*/ 0 h 576"/>
                  <a:gd name="T12" fmla="*/ 0 w 413"/>
                  <a:gd name="T13" fmla="*/ 0 h 576"/>
                  <a:gd name="T14" fmla="*/ 0 w 413"/>
                  <a:gd name="T15" fmla="*/ 0 h 57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13"/>
                  <a:gd name="T25" fmla="*/ 0 h 576"/>
                  <a:gd name="T26" fmla="*/ 413 w 413"/>
                  <a:gd name="T27" fmla="*/ 576 h 57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13" h="576">
                    <a:moveTo>
                      <a:pt x="319" y="558"/>
                    </a:moveTo>
                    <a:lnTo>
                      <a:pt x="0" y="46"/>
                    </a:lnTo>
                    <a:lnTo>
                      <a:pt x="0" y="23"/>
                    </a:lnTo>
                    <a:lnTo>
                      <a:pt x="0" y="14"/>
                    </a:lnTo>
                    <a:lnTo>
                      <a:pt x="22" y="0"/>
                    </a:lnTo>
                    <a:lnTo>
                      <a:pt x="37" y="0"/>
                    </a:lnTo>
                    <a:lnTo>
                      <a:pt x="59" y="5"/>
                    </a:lnTo>
                    <a:lnTo>
                      <a:pt x="413" y="57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6" name="Freeform 130"/>
              <p:cNvSpPr>
                <a:spLocks/>
              </p:cNvSpPr>
              <p:nvPr/>
            </p:nvSpPr>
            <p:spPr bwMode="auto">
              <a:xfrm>
                <a:off x="2459" y="2024"/>
                <a:ext cx="60" cy="31"/>
              </a:xfrm>
              <a:custGeom>
                <a:avLst/>
                <a:gdLst>
                  <a:gd name="T0" fmla="*/ 0 w 477"/>
                  <a:gd name="T1" fmla="*/ 0 h 244"/>
                  <a:gd name="T2" fmla="*/ 0 w 477"/>
                  <a:gd name="T3" fmla="*/ 0 h 244"/>
                  <a:gd name="T4" fmla="*/ 0 w 477"/>
                  <a:gd name="T5" fmla="*/ 0 h 244"/>
                  <a:gd name="T6" fmla="*/ 0 w 477"/>
                  <a:gd name="T7" fmla="*/ 0 h 244"/>
                  <a:gd name="T8" fmla="*/ 0 w 477"/>
                  <a:gd name="T9" fmla="*/ 0 h 244"/>
                  <a:gd name="T10" fmla="*/ 0 w 477"/>
                  <a:gd name="T11" fmla="*/ 0 h 244"/>
                  <a:gd name="T12" fmla="*/ 0 w 477"/>
                  <a:gd name="T13" fmla="*/ 0 h 244"/>
                  <a:gd name="T14" fmla="*/ 0 w 477"/>
                  <a:gd name="T15" fmla="*/ 0 h 244"/>
                  <a:gd name="T16" fmla="*/ 0 w 477"/>
                  <a:gd name="T17" fmla="*/ 0 h 244"/>
                  <a:gd name="T18" fmla="*/ 0 w 477"/>
                  <a:gd name="T19" fmla="*/ 0 h 244"/>
                  <a:gd name="T20" fmla="*/ 0 w 477"/>
                  <a:gd name="T21" fmla="*/ 0 h 244"/>
                  <a:gd name="T22" fmla="*/ 0 w 477"/>
                  <a:gd name="T23" fmla="*/ 0 h 24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77"/>
                  <a:gd name="T37" fmla="*/ 0 h 244"/>
                  <a:gd name="T38" fmla="*/ 477 w 477"/>
                  <a:gd name="T39" fmla="*/ 244 h 24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77" h="244">
                    <a:moveTo>
                      <a:pt x="67" y="181"/>
                    </a:moveTo>
                    <a:lnTo>
                      <a:pt x="99" y="82"/>
                    </a:lnTo>
                    <a:lnTo>
                      <a:pt x="180" y="34"/>
                    </a:lnTo>
                    <a:lnTo>
                      <a:pt x="279" y="34"/>
                    </a:lnTo>
                    <a:lnTo>
                      <a:pt x="427" y="62"/>
                    </a:lnTo>
                    <a:lnTo>
                      <a:pt x="477" y="34"/>
                    </a:lnTo>
                    <a:lnTo>
                      <a:pt x="310" y="0"/>
                    </a:lnTo>
                    <a:lnTo>
                      <a:pt x="198" y="0"/>
                    </a:lnTo>
                    <a:lnTo>
                      <a:pt x="99" y="34"/>
                    </a:lnTo>
                    <a:lnTo>
                      <a:pt x="51" y="99"/>
                    </a:lnTo>
                    <a:lnTo>
                      <a:pt x="0" y="244"/>
                    </a:lnTo>
                    <a:lnTo>
                      <a:pt x="67" y="18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7" name="Freeform 131"/>
              <p:cNvSpPr>
                <a:spLocks/>
              </p:cNvSpPr>
              <p:nvPr/>
            </p:nvSpPr>
            <p:spPr bwMode="auto">
              <a:xfrm>
                <a:off x="2413" y="1433"/>
                <a:ext cx="202" cy="247"/>
              </a:xfrm>
              <a:custGeom>
                <a:avLst/>
                <a:gdLst>
                  <a:gd name="T0" fmla="*/ 0 w 1617"/>
                  <a:gd name="T1" fmla="*/ 0 h 1969"/>
                  <a:gd name="T2" fmla="*/ 0 w 1617"/>
                  <a:gd name="T3" fmla="*/ 0 h 1969"/>
                  <a:gd name="T4" fmla="*/ 0 w 1617"/>
                  <a:gd name="T5" fmla="*/ 0 h 1969"/>
                  <a:gd name="T6" fmla="*/ 0 w 1617"/>
                  <a:gd name="T7" fmla="*/ 0 h 1969"/>
                  <a:gd name="T8" fmla="*/ 0 w 1617"/>
                  <a:gd name="T9" fmla="*/ 0 h 1969"/>
                  <a:gd name="T10" fmla="*/ 0 w 1617"/>
                  <a:gd name="T11" fmla="*/ 0 h 1969"/>
                  <a:gd name="T12" fmla="*/ 0 w 1617"/>
                  <a:gd name="T13" fmla="*/ 0 h 1969"/>
                  <a:gd name="T14" fmla="*/ 0 w 1617"/>
                  <a:gd name="T15" fmla="*/ 0 h 1969"/>
                  <a:gd name="T16" fmla="*/ 0 w 1617"/>
                  <a:gd name="T17" fmla="*/ 0 h 1969"/>
                  <a:gd name="T18" fmla="*/ 0 w 1617"/>
                  <a:gd name="T19" fmla="*/ 0 h 1969"/>
                  <a:gd name="T20" fmla="*/ 0 w 1617"/>
                  <a:gd name="T21" fmla="*/ 0 h 1969"/>
                  <a:gd name="T22" fmla="*/ 0 w 1617"/>
                  <a:gd name="T23" fmla="*/ 0 h 1969"/>
                  <a:gd name="T24" fmla="*/ 0 w 1617"/>
                  <a:gd name="T25" fmla="*/ 0 h 1969"/>
                  <a:gd name="T26" fmla="*/ 0 w 1617"/>
                  <a:gd name="T27" fmla="*/ 0 h 1969"/>
                  <a:gd name="T28" fmla="*/ 0 w 1617"/>
                  <a:gd name="T29" fmla="*/ 0 h 1969"/>
                  <a:gd name="T30" fmla="*/ 0 w 1617"/>
                  <a:gd name="T31" fmla="*/ 0 h 1969"/>
                  <a:gd name="T32" fmla="*/ 0 w 1617"/>
                  <a:gd name="T33" fmla="*/ 0 h 1969"/>
                  <a:gd name="T34" fmla="*/ 0 w 1617"/>
                  <a:gd name="T35" fmla="*/ 0 h 1969"/>
                  <a:gd name="T36" fmla="*/ 0 w 1617"/>
                  <a:gd name="T37" fmla="*/ 0 h 1969"/>
                  <a:gd name="T38" fmla="*/ 0 w 1617"/>
                  <a:gd name="T39" fmla="*/ 0 h 1969"/>
                  <a:gd name="T40" fmla="*/ 0 w 1617"/>
                  <a:gd name="T41" fmla="*/ 0 h 1969"/>
                  <a:gd name="T42" fmla="*/ 0 w 1617"/>
                  <a:gd name="T43" fmla="*/ 0 h 1969"/>
                  <a:gd name="T44" fmla="*/ 0 w 1617"/>
                  <a:gd name="T45" fmla="*/ 0 h 1969"/>
                  <a:gd name="T46" fmla="*/ 0 w 1617"/>
                  <a:gd name="T47" fmla="*/ 0 h 1969"/>
                  <a:gd name="T48" fmla="*/ 0 w 1617"/>
                  <a:gd name="T49" fmla="*/ 0 h 1969"/>
                  <a:gd name="T50" fmla="*/ 0 w 1617"/>
                  <a:gd name="T51" fmla="*/ 0 h 1969"/>
                  <a:gd name="T52" fmla="*/ 0 w 1617"/>
                  <a:gd name="T53" fmla="*/ 0 h 1969"/>
                  <a:gd name="T54" fmla="*/ 0 w 1617"/>
                  <a:gd name="T55" fmla="*/ 0 h 1969"/>
                  <a:gd name="T56" fmla="*/ 0 w 1617"/>
                  <a:gd name="T57" fmla="*/ 0 h 1969"/>
                  <a:gd name="T58" fmla="*/ 0 w 1617"/>
                  <a:gd name="T59" fmla="*/ 0 h 1969"/>
                  <a:gd name="T60" fmla="*/ 0 w 1617"/>
                  <a:gd name="T61" fmla="*/ 0 h 1969"/>
                  <a:gd name="T62" fmla="*/ 0 w 1617"/>
                  <a:gd name="T63" fmla="*/ 0 h 1969"/>
                  <a:gd name="T64" fmla="*/ 0 w 1617"/>
                  <a:gd name="T65" fmla="*/ 0 h 1969"/>
                  <a:gd name="T66" fmla="*/ 0 w 1617"/>
                  <a:gd name="T67" fmla="*/ 0 h 1969"/>
                  <a:gd name="T68" fmla="*/ 0 w 1617"/>
                  <a:gd name="T69" fmla="*/ 0 h 1969"/>
                  <a:gd name="T70" fmla="*/ 0 w 1617"/>
                  <a:gd name="T71" fmla="*/ 0 h 1969"/>
                  <a:gd name="T72" fmla="*/ 0 w 1617"/>
                  <a:gd name="T73" fmla="*/ 0 h 1969"/>
                  <a:gd name="T74" fmla="*/ 0 w 1617"/>
                  <a:gd name="T75" fmla="*/ 0 h 1969"/>
                  <a:gd name="T76" fmla="*/ 0 w 1617"/>
                  <a:gd name="T77" fmla="*/ 0 h 1969"/>
                  <a:gd name="T78" fmla="*/ 0 w 1617"/>
                  <a:gd name="T79" fmla="*/ 0 h 1969"/>
                  <a:gd name="T80" fmla="*/ 0 w 1617"/>
                  <a:gd name="T81" fmla="*/ 0 h 1969"/>
                  <a:gd name="T82" fmla="*/ 0 w 1617"/>
                  <a:gd name="T83" fmla="*/ 0 h 196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617"/>
                  <a:gd name="T127" fmla="*/ 0 h 1969"/>
                  <a:gd name="T128" fmla="*/ 1617 w 1617"/>
                  <a:gd name="T129" fmla="*/ 1969 h 196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617" h="1969">
                    <a:moveTo>
                      <a:pt x="1578" y="822"/>
                    </a:moveTo>
                    <a:lnTo>
                      <a:pt x="1615" y="694"/>
                    </a:lnTo>
                    <a:lnTo>
                      <a:pt x="1617" y="512"/>
                    </a:lnTo>
                    <a:lnTo>
                      <a:pt x="1573" y="350"/>
                    </a:lnTo>
                    <a:lnTo>
                      <a:pt x="1506" y="233"/>
                    </a:lnTo>
                    <a:lnTo>
                      <a:pt x="1413" y="123"/>
                    </a:lnTo>
                    <a:lnTo>
                      <a:pt x="1275" y="48"/>
                    </a:lnTo>
                    <a:lnTo>
                      <a:pt x="980" y="0"/>
                    </a:lnTo>
                    <a:lnTo>
                      <a:pt x="710" y="73"/>
                    </a:lnTo>
                    <a:lnTo>
                      <a:pt x="565" y="198"/>
                    </a:lnTo>
                    <a:lnTo>
                      <a:pt x="439" y="417"/>
                    </a:lnTo>
                    <a:lnTo>
                      <a:pt x="404" y="631"/>
                    </a:lnTo>
                    <a:lnTo>
                      <a:pt x="351" y="818"/>
                    </a:lnTo>
                    <a:lnTo>
                      <a:pt x="356" y="910"/>
                    </a:lnTo>
                    <a:lnTo>
                      <a:pt x="404" y="1026"/>
                    </a:lnTo>
                    <a:lnTo>
                      <a:pt x="393" y="1095"/>
                    </a:lnTo>
                    <a:lnTo>
                      <a:pt x="268" y="1185"/>
                    </a:lnTo>
                    <a:lnTo>
                      <a:pt x="171" y="1270"/>
                    </a:lnTo>
                    <a:lnTo>
                      <a:pt x="106" y="1411"/>
                    </a:lnTo>
                    <a:lnTo>
                      <a:pt x="106" y="1484"/>
                    </a:lnTo>
                    <a:lnTo>
                      <a:pt x="116" y="1554"/>
                    </a:lnTo>
                    <a:lnTo>
                      <a:pt x="130" y="1597"/>
                    </a:lnTo>
                    <a:lnTo>
                      <a:pt x="112" y="1653"/>
                    </a:lnTo>
                    <a:lnTo>
                      <a:pt x="0" y="1754"/>
                    </a:lnTo>
                    <a:lnTo>
                      <a:pt x="160" y="1712"/>
                    </a:lnTo>
                    <a:lnTo>
                      <a:pt x="347" y="1657"/>
                    </a:lnTo>
                    <a:lnTo>
                      <a:pt x="415" y="1861"/>
                    </a:lnTo>
                    <a:lnTo>
                      <a:pt x="479" y="1969"/>
                    </a:lnTo>
                    <a:lnTo>
                      <a:pt x="450" y="1872"/>
                    </a:lnTo>
                    <a:lnTo>
                      <a:pt x="450" y="1800"/>
                    </a:lnTo>
                    <a:lnTo>
                      <a:pt x="468" y="1758"/>
                    </a:lnTo>
                    <a:lnTo>
                      <a:pt x="505" y="1754"/>
                    </a:lnTo>
                    <a:lnTo>
                      <a:pt x="565" y="1769"/>
                    </a:lnTo>
                    <a:lnTo>
                      <a:pt x="628" y="1826"/>
                    </a:lnTo>
                    <a:lnTo>
                      <a:pt x="685" y="1904"/>
                    </a:lnTo>
                    <a:lnTo>
                      <a:pt x="639" y="1754"/>
                    </a:lnTo>
                    <a:lnTo>
                      <a:pt x="618" y="1641"/>
                    </a:lnTo>
                    <a:lnTo>
                      <a:pt x="604" y="1507"/>
                    </a:lnTo>
                    <a:lnTo>
                      <a:pt x="611" y="1411"/>
                    </a:lnTo>
                    <a:lnTo>
                      <a:pt x="674" y="1507"/>
                    </a:lnTo>
                    <a:lnTo>
                      <a:pt x="765" y="1593"/>
                    </a:lnTo>
                    <a:lnTo>
                      <a:pt x="870" y="1666"/>
                    </a:lnTo>
                    <a:lnTo>
                      <a:pt x="980" y="1703"/>
                    </a:lnTo>
                    <a:lnTo>
                      <a:pt x="888" y="1666"/>
                    </a:lnTo>
                    <a:lnTo>
                      <a:pt x="802" y="1613"/>
                    </a:lnTo>
                    <a:lnTo>
                      <a:pt x="717" y="1533"/>
                    </a:lnTo>
                    <a:lnTo>
                      <a:pt x="671" y="1466"/>
                    </a:lnTo>
                    <a:lnTo>
                      <a:pt x="632" y="1399"/>
                    </a:lnTo>
                    <a:lnTo>
                      <a:pt x="618" y="1339"/>
                    </a:lnTo>
                    <a:lnTo>
                      <a:pt x="611" y="1261"/>
                    </a:lnTo>
                    <a:lnTo>
                      <a:pt x="598" y="1180"/>
                    </a:lnTo>
                    <a:lnTo>
                      <a:pt x="591" y="1042"/>
                    </a:lnTo>
                    <a:lnTo>
                      <a:pt x="584" y="1237"/>
                    </a:lnTo>
                    <a:lnTo>
                      <a:pt x="569" y="1261"/>
                    </a:lnTo>
                    <a:lnTo>
                      <a:pt x="538" y="1277"/>
                    </a:lnTo>
                    <a:lnTo>
                      <a:pt x="499" y="1261"/>
                    </a:lnTo>
                    <a:lnTo>
                      <a:pt x="479" y="1217"/>
                    </a:lnTo>
                    <a:lnTo>
                      <a:pt x="479" y="1167"/>
                    </a:lnTo>
                    <a:lnTo>
                      <a:pt x="494" y="1114"/>
                    </a:lnTo>
                    <a:lnTo>
                      <a:pt x="523" y="1072"/>
                    </a:lnTo>
                    <a:lnTo>
                      <a:pt x="487" y="1092"/>
                    </a:lnTo>
                    <a:lnTo>
                      <a:pt x="429" y="963"/>
                    </a:lnTo>
                    <a:lnTo>
                      <a:pt x="411" y="910"/>
                    </a:lnTo>
                    <a:lnTo>
                      <a:pt x="404" y="853"/>
                    </a:lnTo>
                    <a:lnTo>
                      <a:pt x="411" y="804"/>
                    </a:lnTo>
                    <a:lnTo>
                      <a:pt x="436" y="776"/>
                    </a:lnTo>
                    <a:lnTo>
                      <a:pt x="461" y="751"/>
                    </a:lnTo>
                    <a:lnTo>
                      <a:pt x="487" y="751"/>
                    </a:lnTo>
                    <a:lnTo>
                      <a:pt x="514" y="767"/>
                    </a:lnTo>
                    <a:lnTo>
                      <a:pt x="538" y="804"/>
                    </a:lnTo>
                    <a:lnTo>
                      <a:pt x="565" y="890"/>
                    </a:lnTo>
                    <a:lnTo>
                      <a:pt x="574" y="782"/>
                    </a:lnTo>
                    <a:lnTo>
                      <a:pt x="622" y="687"/>
                    </a:lnTo>
                    <a:lnTo>
                      <a:pt x="697" y="549"/>
                    </a:lnTo>
                    <a:lnTo>
                      <a:pt x="741" y="435"/>
                    </a:lnTo>
                    <a:lnTo>
                      <a:pt x="798" y="354"/>
                    </a:lnTo>
                    <a:lnTo>
                      <a:pt x="888" y="304"/>
                    </a:lnTo>
                    <a:lnTo>
                      <a:pt x="1038" y="286"/>
                    </a:lnTo>
                    <a:lnTo>
                      <a:pt x="1195" y="304"/>
                    </a:lnTo>
                    <a:lnTo>
                      <a:pt x="1393" y="343"/>
                    </a:lnTo>
                    <a:lnTo>
                      <a:pt x="1470" y="406"/>
                    </a:lnTo>
                    <a:lnTo>
                      <a:pt x="1520" y="519"/>
                    </a:lnTo>
                    <a:lnTo>
                      <a:pt x="1549" y="641"/>
                    </a:lnTo>
                    <a:lnTo>
                      <a:pt x="1569" y="883"/>
                    </a:lnTo>
                    <a:lnTo>
                      <a:pt x="1578" y="8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8" name="Freeform 132"/>
              <p:cNvSpPr>
                <a:spLocks/>
              </p:cNvSpPr>
              <p:nvPr/>
            </p:nvSpPr>
            <p:spPr bwMode="auto">
              <a:xfrm>
                <a:off x="2507" y="1556"/>
                <a:ext cx="102" cy="147"/>
              </a:xfrm>
              <a:custGeom>
                <a:avLst/>
                <a:gdLst>
                  <a:gd name="T0" fmla="*/ 0 w 817"/>
                  <a:gd name="T1" fmla="*/ 0 h 1173"/>
                  <a:gd name="T2" fmla="*/ 0 w 817"/>
                  <a:gd name="T3" fmla="*/ 0 h 1173"/>
                  <a:gd name="T4" fmla="*/ 0 w 817"/>
                  <a:gd name="T5" fmla="*/ 0 h 1173"/>
                  <a:gd name="T6" fmla="*/ 0 w 817"/>
                  <a:gd name="T7" fmla="*/ 0 h 1173"/>
                  <a:gd name="T8" fmla="*/ 0 w 817"/>
                  <a:gd name="T9" fmla="*/ 0 h 1173"/>
                  <a:gd name="T10" fmla="*/ 0 w 817"/>
                  <a:gd name="T11" fmla="*/ 0 h 1173"/>
                  <a:gd name="T12" fmla="*/ 0 w 817"/>
                  <a:gd name="T13" fmla="*/ 0 h 1173"/>
                  <a:gd name="T14" fmla="*/ 0 w 817"/>
                  <a:gd name="T15" fmla="*/ 0 h 1173"/>
                  <a:gd name="T16" fmla="*/ 0 w 817"/>
                  <a:gd name="T17" fmla="*/ 0 h 1173"/>
                  <a:gd name="T18" fmla="*/ 0 w 817"/>
                  <a:gd name="T19" fmla="*/ 0 h 1173"/>
                  <a:gd name="T20" fmla="*/ 0 w 817"/>
                  <a:gd name="T21" fmla="*/ 0 h 1173"/>
                  <a:gd name="T22" fmla="*/ 0 w 817"/>
                  <a:gd name="T23" fmla="*/ 0 h 1173"/>
                  <a:gd name="T24" fmla="*/ 0 w 817"/>
                  <a:gd name="T25" fmla="*/ 0 h 1173"/>
                  <a:gd name="T26" fmla="*/ 0 w 817"/>
                  <a:gd name="T27" fmla="*/ 0 h 1173"/>
                  <a:gd name="T28" fmla="*/ 0 w 817"/>
                  <a:gd name="T29" fmla="*/ 0 h 1173"/>
                  <a:gd name="T30" fmla="*/ 0 w 817"/>
                  <a:gd name="T31" fmla="*/ 0 h 1173"/>
                  <a:gd name="T32" fmla="*/ 0 w 817"/>
                  <a:gd name="T33" fmla="*/ 0 h 1173"/>
                  <a:gd name="T34" fmla="*/ 0 w 817"/>
                  <a:gd name="T35" fmla="*/ 0 h 1173"/>
                  <a:gd name="T36" fmla="*/ 0 w 817"/>
                  <a:gd name="T37" fmla="*/ 0 h 1173"/>
                  <a:gd name="T38" fmla="*/ 0 w 817"/>
                  <a:gd name="T39" fmla="*/ 0 h 1173"/>
                  <a:gd name="T40" fmla="*/ 0 w 817"/>
                  <a:gd name="T41" fmla="*/ 0 h 1173"/>
                  <a:gd name="T42" fmla="*/ 0 w 817"/>
                  <a:gd name="T43" fmla="*/ 0 h 1173"/>
                  <a:gd name="T44" fmla="*/ 0 w 817"/>
                  <a:gd name="T45" fmla="*/ 0 h 1173"/>
                  <a:gd name="T46" fmla="*/ 0 w 817"/>
                  <a:gd name="T47" fmla="*/ 0 h 1173"/>
                  <a:gd name="T48" fmla="*/ 0 w 817"/>
                  <a:gd name="T49" fmla="*/ 0 h 1173"/>
                  <a:gd name="T50" fmla="*/ 0 w 817"/>
                  <a:gd name="T51" fmla="*/ 0 h 1173"/>
                  <a:gd name="T52" fmla="*/ 0 w 817"/>
                  <a:gd name="T53" fmla="*/ 0 h 1173"/>
                  <a:gd name="T54" fmla="*/ 0 w 817"/>
                  <a:gd name="T55" fmla="*/ 0 h 1173"/>
                  <a:gd name="T56" fmla="*/ 0 w 817"/>
                  <a:gd name="T57" fmla="*/ 0 h 1173"/>
                  <a:gd name="T58" fmla="*/ 0 w 817"/>
                  <a:gd name="T59" fmla="*/ 0 h 1173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817"/>
                  <a:gd name="T91" fmla="*/ 0 h 1173"/>
                  <a:gd name="T92" fmla="*/ 817 w 817"/>
                  <a:gd name="T93" fmla="*/ 1173 h 1173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817" h="1173">
                    <a:moveTo>
                      <a:pt x="817" y="0"/>
                    </a:moveTo>
                    <a:lnTo>
                      <a:pt x="786" y="103"/>
                    </a:lnTo>
                    <a:lnTo>
                      <a:pt x="718" y="359"/>
                    </a:lnTo>
                    <a:lnTo>
                      <a:pt x="634" y="514"/>
                    </a:lnTo>
                    <a:lnTo>
                      <a:pt x="569" y="608"/>
                    </a:lnTo>
                    <a:lnTo>
                      <a:pt x="481" y="703"/>
                    </a:lnTo>
                    <a:lnTo>
                      <a:pt x="417" y="723"/>
                    </a:lnTo>
                    <a:lnTo>
                      <a:pt x="305" y="732"/>
                    </a:lnTo>
                    <a:lnTo>
                      <a:pt x="187" y="707"/>
                    </a:lnTo>
                    <a:lnTo>
                      <a:pt x="94" y="661"/>
                    </a:lnTo>
                    <a:lnTo>
                      <a:pt x="0" y="596"/>
                    </a:lnTo>
                    <a:lnTo>
                      <a:pt x="57" y="692"/>
                    </a:lnTo>
                    <a:lnTo>
                      <a:pt x="136" y="758"/>
                    </a:lnTo>
                    <a:lnTo>
                      <a:pt x="206" y="800"/>
                    </a:lnTo>
                    <a:lnTo>
                      <a:pt x="300" y="825"/>
                    </a:lnTo>
                    <a:lnTo>
                      <a:pt x="380" y="825"/>
                    </a:lnTo>
                    <a:lnTo>
                      <a:pt x="329" y="1173"/>
                    </a:lnTo>
                    <a:lnTo>
                      <a:pt x="376" y="1064"/>
                    </a:lnTo>
                    <a:lnTo>
                      <a:pt x="443" y="795"/>
                    </a:lnTo>
                    <a:lnTo>
                      <a:pt x="477" y="747"/>
                    </a:lnTo>
                    <a:lnTo>
                      <a:pt x="527" y="820"/>
                    </a:lnTo>
                    <a:lnTo>
                      <a:pt x="574" y="940"/>
                    </a:lnTo>
                    <a:lnTo>
                      <a:pt x="551" y="800"/>
                    </a:lnTo>
                    <a:lnTo>
                      <a:pt x="503" y="707"/>
                    </a:lnTo>
                    <a:lnTo>
                      <a:pt x="579" y="617"/>
                    </a:lnTo>
                    <a:lnTo>
                      <a:pt x="668" y="493"/>
                    </a:lnTo>
                    <a:lnTo>
                      <a:pt x="720" y="373"/>
                    </a:lnTo>
                    <a:lnTo>
                      <a:pt x="754" y="286"/>
                    </a:lnTo>
                    <a:lnTo>
                      <a:pt x="793" y="115"/>
                    </a:lnTo>
                    <a:lnTo>
                      <a:pt x="81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9" name="Freeform 133"/>
              <p:cNvSpPr>
                <a:spLocks/>
              </p:cNvSpPr>
              <p:nvPr/>
            </p:nvSpPr>
            <p:spPr bwMode="auto">
              <a:xfrm>
                <a:off x="2468" y="1535"/>
                <a:ext cx="12" cy="27"/>
              </a:xfrm>
              <a:custGeom>
                <a:avLst/>
                <a:gdLst>
                  <a:gd name="T0" fmla="*/ 0 w 99"/>
                  <a:gd name="T1" fmla="*/ 0 h 215"/>
                  <a:gd name="T2" fmla="*/ 0 w 99"/>
                  <a:gd name="T3" fmla="*/ 0 h 215"/>
                  <a:gd name="T4" fmla="*/ 0 w 99"/>
                  <a:gd name="T5" fmla="*/ 0 h 215"/>
                  <a:gd name="T6" fmla="*/ 0 w 99"/>
                  <a:gd name="T7" fmla="*/ 0 h 215"/>
                  <a:gd name="T8" fmla="*/ 0 w 99"/>
                  <a:gd name="T9" fmla="*/ 0 h 215"/>
                  <a:gd name="T10" fmla="*/ 0 w 99"/>
                  <a:gd name="T11" fmla="*/ 0 h 215"/>
                  <a:gd name="T12" fmla="*/ 0 w 99"/>
                  <a:gd name="T13" fmla="*/ 0 h 215"/>
                  <a:gd name="T14" fmla="*/ 0 w 99"/>
                  <a:gd name="T15" fmla="*/ 0 h 215"/>
                  <a:gd name="T16" fmla="*/ 0 w 99"/>
                  <a:gd name="T17" fmla="*/ 0 h 215"/>
                  <a:gd name="T18" fmla="*/ 0 w 99"/>
                  <a:gd name="T19" fmla="*/ 0 h 215"/>
                  <a:gd name="T20" fmla="*/ 0 w 99"/>
                  <a:gd name="T21" fmla="*/ 0 h 215"/>
                  <a:gd name="T22" fmla="*/ 0 w 99"/>
                  <a:gd name="T23" fmla="*/ 0 h 215"/>
                  <a:gd name="T24" fmla="*/ 0 w 99"/>
                  <a:gd name="T25" fmla="*/ 0 h 215"/>
                  <a:gd name="T26" fmla="*/ 0 w 99"/>
                  <a:gd name="T27" fmla="*/ 0 h 215"/>
                  <a:gd name="T28" fmla="*/ 0 w 99"/>
                  <a:gd name="T29" fmla="*/ 0 h 215"/>
                  <a:gd name="T30" fmla="*/ 0 w 99"/>
                  <a:gd name="T31" fmla="*/ 0 h 215"/>
                  <a:gd name="T32" fmla="*/ 0 w 99"/>
                  <a:gd name="T33" fmla="*/ 0 h 215"/>
                  <a:gd name="T34" fmla="*/ 0 w 99"/>
                  <a:gd name="T35" fmla="*/ 0 h 215"/>
                  <a:gd name="T36" fmla="*/ 0 w 99"/>
                  <a:gd name="T37" fmla="*/ 0 h 215"/>
                  <a:gd name="T38" fmla="*/ 0 w 99"/>
                  <a:gd name="T39" fmla="*/ 0 h 215"/>
                  <a:gd name="T40" fmla="*/ 0 w 99"/>
                  <a:gd name="T41" fmla="*/ 0 h 21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99"/>
                  <a:gd name="T64" fmla="*/ 0 h 215"/>
                  <a:gd name="T65" fmla="*/ 99 w 99"/>
                  <a:gd name="T66" fmla="*/ 215 h 21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99" h="215">
                    <a:moveTo>
                      <a:pt x="11" y="0"/>
                    </a:moveTo>
                    <a:lnTo>
                      <a:pt x="48" y="7"/>
                    </a:lnTo>
                    <a:lnTo>
                      <a:pt x="91" y="60"/>
                    </a:lnTo>
                    <a:lnTo>
                      <a:pt x="99" y="111"/>
                    </a:lnTo>
                    <a:lnTo>
                      <a:pt x="94" y="145"/>
                    </a:lnTo>
                    <a:lnTo>
                      <a:pt x="60" y="162"/>
                    </a:lnTo>
                    <a:lnTo>
                      <a:pt x="55" y="180"/>
                    </a:lnTo>
                    <a:lnTo>
                      <a:pt x="73" y="215"/>
                    </a:lnTo>
                    <a:lnTo>
                      <a:pt x="22" y="169"/>
                    </a:lnTo>
                    <a:lnTo>
                      <a:pt x="22" y="145"/>
                    </a:lnTo>
                    <a:lnTo>
                      <a:pt x="36" y="123"/>
                    </a:lnTo>
                    <a:lnTo>
                      <a:pt x="55" y="106"/>
                    </a:lnTo>
                    <a:lnTo>
                      <a:pt x="84" y="92"/>
                    </a:lnTo>
                    <a:lnTo>
                      <a:pt x="73" y="65"/>
                    </a:lnTo>
                    <a:lnTo>
                      <a:pt x="60" y="42"/>
                    </a:lnTo>
                    <a:lnTo>
                      <a:pt x="36" y="28"/>
                    </a:lnTo>
                    <a:lnTo>
                      <a:pt x="11" y="60"/>
                    </a:lnTo>
                    <a:lnTo>
                      <a:pt x="11" y="79"/>
                    </a:lnTo>
                    <a:lnTo>
                      <a:pt x="0" y="53"/>
                    </a:lnTo>
                    <a:lnTo>
                      <a:pt x="0" y="17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0" name="Line 134"/>
              <p:cNvSpPr>
                <a:spLocks noChangeShapeType="1"/>
              </p:cNvSpPr>
              <p:nvPr/>
            </p:nvSpPr>
            <p:spPr bwMode="auto">
              <a:xfrm>
                <a:off x="2484" y="1544"/>
                <a:ext cx="6" cy="3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1" name="Line 135"/>
              <p:cNvSpPr>
                <a:spLocks noChangeShapeType="1"/>
              </p:cNvSpPr>
              <p:nvPr/>
            </p:nvSpPr>
            <p:spPr bwMode="auto">
              <a:xfrm>
                <a:off x="2487" y="1549"/>
                <a:ext cx="8" cy="3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2" name="Line 136"/>
              <p:cNvSpPr>
                <a:spLocks noChangeShapeType="1"/>
              </p:cNvSpPr>
              <p:nvPr/>
            </p:nvSpPr>
            <p:spPr bwMode="auto">
              <a:xfrm>
                <a:off x="2494" y="1566"/>
                <a:ext cx="5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" name="Freeform 137"/>
              <p:cNvSpPr>
                <a:spLocks/>
              </p:cNvSpPr>
              <p:nvPr/>
            </p:nvSpPr>
            <p:spPr bwMode="auto">
              <a:xfrm>
                <a:off x="2473" y="1570"/>
                <a:ext cx="9" cy="20"/>
              </a:xfrm>
              <a:custGeom>
                <a:avLst/>
                <a:gdLst>
                  <a:gd name="T0" fmla="*/ 0 w 77"/>
                  <a:gd name="T1" fmla="*/ 0 h 162"/>
                  <a:gd name="T2" fmla="*/ 0 w 77"/>
                  <a:gd name="T3" fmla="*/ 0 h 162"/>
                  <a:gd name="T4" fmla="*/ 0 w 77"/>
                  <a:gd name="T5" fmla="*/ 0 h 162"/>
                  <a:gd name="T6" fmla="*/ 0 w 77"/>
                  <a:gd name="T7" fmla="*/ 0 h 162"/>
                  <a:gd name="T8" fmla="*/ 0 w 77"/>
                  <a:gd name="T9" fmla="*/ 0 h 162"/>
                  <a:gd name="T10" fmla="*/ 0 w 77"/>
                  <a:gd name="T11" fmla="*/ 0 h 162"/>
                  <a:gd name="T12" fmla="*/ 0 w 77"/>
                  <a:gd name="T13" fmla="*/ 0 h 162"/>
                  <a:gd name="T14" fmla="*/ 0 w 77"/>
                  <a:gd name="T15" fmla="*/ 0 h 162"/>
                  <a:gd name="T16" fmla="*/ 0 w 77"/>
                  <a:gd name="T17" fmla="*/ 0 h 162"/>
                  <a:gd name="T18" fmla="*/ 0 w 77"/>
                  <a:gd name="T19" fmla="*/ 0 h 162"/>
                  <a:gd name="T20" fmla="*/ 0 w 77"/>
                  <a:gd name="T21" fmla="*/ 0 h 162"/>
                  <a:gd name="T22" fmla="*/ 0 w 77"/>
                  <a:gd name="T23" fmla="*/ 0 h 162"/>
                  <a:gd name="T24" fmla="*/ 0 w 77"/>
                  <a:gd name="T25" fmla="*/ 0 h 162"/>
                  <a:gd name="T26" fmla="*/ 0 w 77"/>
                  <a:gd name="T27" fmla="*/ 0 h 16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77"/>
                  <a:gd name="T43" fmla="*/ 0 h 162"/>
                  <a:gd name="T44" fmla="*/ 77 w 77"/>
                  <a:gd name="T45" fmla="*/ 162 h 162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77" h="162">
                    <a:moveTo>
                      <a:pt x="33" y="0"/>
                    </a:moveTo>
                    <a:lnTo>
                      <a:pt x="59" y="28"/>
                    </a:lnTo>
                    <a:lnTo>
                      <a:pt x="72" y="63"/>
                    </a:lnTo>
                    <a:lnTo>
                      <a:pt x="77" y="112"/>
                    </a:lnTo>
                    <a:lnTo>
                      <a:pt x="72" y="145"/>
                    </a:lnTo>
                    <a:lnTo>
                      <a:pt x="54" y="158"/>
                    </a:lnTo>
                    <a:lnTo>
                      <a:pt x="33" y="162"/>
                    </a:lnTo>
                    <a:lnTo>
                      <a:pt x="8" y="158"/>
                    </a:lnTo>
                    <a:lnTo>
                      <a:pt x="0" y="116"/>
                    </a:lnTo>
                    <a:lnTo>
                      <a:pt x="44" y="123"/>
                    </a:lnTo>
                    <a:lnTo>
                      <a:pt x="51" y="88"/>
                    </a:lnTo>
                    <a:lnTo>
                      <a:pt x="59" y="63"/>
                    </a:lnTo>
                    <a:lnTo>
                      <a:pt x="54" y="37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4" name="Freeform 138"/>
              <p:cNvSpPr>
                <a:spLocks/>
              </p:cNvSpPr>
              <p:nvPr/>
            </p:nvSpPr>
            <p:spPr bwMode="auto">
              <a:xfrm>
                <a:off x="2335" y="1635"/>
                <a:ext cx="356" cy="188"/>
              </a:xfrm>
              <a:custGeom>
                <a:avLst/>
                <a:gdLst>
                  <a:gd name="T0" fmla="*/ 0 w 2847"/>
                  <a:gd name="T1" fmla="*/ 0 h 1510"/>
                  <a:gd name="T2" fmla="*/ 0 w 2847"/>
                  <a:gd name="T3" fmla="*/ 0 h 1510"/>
                  <a:gd name="T4" fmla="*/ 0 w 2847"/>
                  <a:gd name="T5" fmla="*/ 0 h 1510"/>
                  <a:gd name="T6" fmla="*/ 0 w 2847"/>
                  <a:gd name="T7" fmla="*/ 0 h 1510"/>
                  <a:gd name="T8" fmla="*/ 0 w 2847"/>
                  <a:gd name="T9" fmla="*/ 0 h 1510"/>
                  <a:gd name="T10" fmla="*/ 0 w 2847"/>
                  <a:gd name="T11" fmla="*/ 0 h 1510"/>
                  <a:gd name="T12" fmla="*/ 0 w 2847"/>
                  <a:gd name="T13" fmla="*/ 0 h 1510"/>
                  <a:gd name="T14" fmla="*/ 0 w 2847"/>
                  <a:gd name="T15" fmla="*/ 0 h 1510"/>
                  <a:gd name="T16" fmla="*/ 0 w 2847"/>
                  <a:gd name="T17" fmla="*/ 0 h 1510"/>
                  <a:gd name="T18" fmla="*/ 0 w 2847"/>
                  <a:gd name="T19" fmla="*/ 0 h 1510"/>
                  <a:gd name="T20" fmla="*/ 0 w 2847"/>
                  <a:gd name="T21" fmla="*/ 0 h 1510"/>
                  <a:gd name="T22" fmla="*/ 0 w 2847"/>
                  <a:gd name="T23" fmla="*/ 0 h 1510"/>
                  <a:gd name="T24" fmla="*/ 0 w 2847"/>
                  <a:gd name="T25" fmla="*/ 0 h 1510"/>
                  <a:gd name="T26" fmla="*/ 0 w 2847"/>
                  <a:gd name="T27" fmla="*/ 0 h 1510"/>
                  <a:gd name="T28" fmla="*/ 0 w 2847"/>
                  <a:gd name="T29" fmla="*/ 0 h 1510"/>
                  <a:gd name="T30" fmla="*/ 0 w 2847"/>
                  <a:gd name="T31" fmla="*/ 0 h 1510"/>
                  <a:gd name="T32" fmla="*/ 0 w 2847"/>
                  <a:gd name="T33" fmla="*/ 0 h 1510"/>
                  <a:gd name="T34" fmla="*/ 0 w 2847"/>
                  <a:gd name="T35" fmla="*/ 0 h 1510"/>
                  <a:gd name="T36" fmla="*/ 0 w 2847"/>
                  <a:gd name="T37" fmla="*/ 0 h 1510"/>
                  <a:gd name="T38" fmla="*/ 0 w 2847"/>
                  <a:gd name="T39" fmla="*/ 0 h 1510"/>
                  <a:gd name="T40" fmla="*/ 0 w 2847"/>
                  <a:gd name="T41" fmla="*/ 0 h 1510"/>
                  <a:gd name="T42" fmla="*/ 0 w 2847"/>
                  <a:gd name="T43" fmla="*/ 0 h 1510"/>
                  <a:gd name="T44" fmla="*/ 0 w 2847"/>
                  <a:gd name="T45" fmla="*/ 0 h 1510"/>
                  <a:gd name="T46" fmla="*/ 0 w 2847"/>
                  <a:gd name="T47" fmla="*/ 0 h 1510"/>
                  <a:gd name="T48" fmla="*/ 0 w 2847"/>
                  <a:gd name="T49" fmla="*/ 0 h 1510"/>
                  <a:gd name="T50" fmla="*/ 0 w 2847"/>
                  <a:gd name="T51" fmla="*/ 0 h 1510"/>
                  <a:gd name="T52" fmla="*/ 0 w 2847"/>
                  <a:gd name="T53" fmla="*/ 0 h 1510"/>
                  <a:gd name="T54" fmla="*/ 0 w 2847"/>
                  <a:gd name="T55" fmla="*/ 0 h 1510"/>
                  <a:gd name="T56" fmla="*/ 0 w 2847"/>
                  <a:gd name="T57" fmla="*/ 0 h 1510"/>
                  <a:gd name="T58" fmla="*/ 0 w 2847"/>
                  <a:gd name="T59" fmla="*/ 0 h 1510"/>
                  <a:gd name="T60" fmla="*/ 0 w 2847"/>
                  <a:gd name="T61" fmla="*/ 0 h 1510"/>
                  <a:gd name="T62" fmla="*/ 0 w 2847"/>
                  <a:gd name="T63" fmla="*/ 0 h 1510"/>
                  <a:gd name="T64" fmla="*/ 0 w 2847"/>
                  <a:gd name="T65" fmla="*/ 0 h 1510"/>
                  <a:gd name="T66" fmla="*/ 0 w 2847"/>
                  <a:gd name="T67" fmla="*/ 0 h 1510"/>
                  <a:gd name="T68" fmla="*/ 0 w 2847"/>
                  <a:gd name="T69" fmla="*/ 0 h 1510"/>
                  <a:gd name="T70" fmla="*/ 0 w 2847"/>
                  <a:gd name="T71" fmla="*/ 0 h 1510"/>
                  <a:gd name="T72" fmla="*/ 0 w 2847"/>
                  <a:gd name="T73" fmla="*/ 0 h 1510"/>
                  <a:gd name="T74" fmla="*/ 0 w 2847"/>
                  <a:gd name="T75" fmla="*/ 0 h 1510"/>
                  <a:gd name="T76" fmla="*/ 0 w 2847"/>
                  <a:gd name="T77" fmla="*/ 0 h 1510"/>
                  <a:gd name="T78" fmla="*/ 0 w 2847"/>
                  <a:gd name="T79" fmla="*/ 0 h 1510"/>
                  <a:gd name="T80" fmla="*/ 0 w 2847"/>
                  <a:gd name="T81" fmla="*/ 0 h 1510"/>
                  <a:gd name="T82" fmla="*/ 0 w 2847"/>
                  <a:gd name="T83" fmla="*/ 0 h 1510"/>
                  <a:gd name="T84" fmla="*/ 0 w 2847"/>
                  <a:gd name="T85" fmla="*/ 0 h 1510"/>
                  <a:gd name="T86" fmla="*/ 0 w 2847"/>
                  <a:gd name="T87" fmla="*/ 0 h 1510"/>
                  <a:gd name="T88" fmla="*/ 0 w 2847"/>
                  <a:gd name="T89" fmla="*/ 0 h 1510"/>
                  <a:gd name="T90" fmla="*/ 0 w 2847"/>
                  <a:gd name="T91" fmla="*/ 0 h 1510"/>
                  <a:gd name="T92" fmla="*/ 0 w 2847"/>
                  <a:gd name="T93" fmla="*/ 0 h 1510"/>
                  <a:gd name="T94" fmla="*/ 0 w 2847"/>
                  <a:gd name="T95" fmla="*/ 0 h 1510"/>
                  <a:gd name="T96" fmla="*/ 0 w 2847"/>
                  <a:gd name="T97" fmla="*/ 0 h 1510"/>
                  <a:gd name="T98" fmla="*/ 0 w 2847"/>
                  <a:gd name="T99" fmla="*/ 0 h 1510"/>
                  <a:gd name="T100" fmla="*/ 0 w 2847"/>
                  <a:gd name="T101" fmla="*/ 0 h 1510"/>
                  <a:gd name="T102" fmla="*/ 0 w 2847"/>
                  <a:gd name="T103" fmla="*/ 0 h 1510"/>
                  <a:gd name="T104" fmla="*/ 0 w 2847"/>
                  <a:gd name="T105" fmla="*/ 0 h 1510"/>
                  <a:gd name="T106" fmla="*/ 0 w 2847"/>
                  <a:gd name="T107" fmla="*/ 0 h 1510"/>
                  <a:gd name="T108" fmla="*/ 0 w 2847"/>
                  <a:gd name="T109" fmla="*/ 0 h 1510"/>
                  <a:gd name="T110" fmla="*/ 0 w 2847"/>
                  <a:gd name="T111" fmla="*/ 0 h 1510"/>
                  <a:gd name="T112" fmla="*/ 0 w 2847"/>
                  <a:gd name="T113" fmla="*/ 0 h 1510"/>
                  <a:gd name="T114" fmla="*/ 0 w 2847"/>
                  <a:gd name="T115" fmla="*/ 0 h 1510"/>
                  <a:gd name="T116" fmla="*/ 0 w 2847"/>
                  <a:gd name="T117" fmla="*/ 0 h 1510"/>
                  <a:gd name="T118" fmla="*/ 0 w 2847"/>
                  <a:gd name="T119" fmla="*/ 0 h 1510"/>
                  <a:gd name="T120" fmla="*/ 0 w 2847"/>
                  <a:gd name="T121" fmla="*/ 0 h 1510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47"/>
                  <a:gd name="T184" fmla="*/ 0 h 1510"/>
                  <a:gd name="T185" fmla="*/ 2847 w 2847"/>
                  <a:gd name="T186" fmla="*/ 1510 h 1510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47" h="1510">
                    <a:moveTo>
                      <a:pt x="1072" y="246"/>
                    </a:moveTo>
                    <a:lnTo>
                      <a:pt x="1129" y="369"/>
                    </a:lnTo>
                    <a:lnTo>
                      <a:pt x="1228" y="441"/>
                    </a:lnTo>
                    <a:lnTo>
                      <a:pt x="1369" y="516"/>
                    </a:lnTo>
                    <a:lnTo>
                      <a:pt x="1558" y="567"/>
                    </a:lnTo>
                    <a:lnTo>
                      <a:pt x="1798" y="606"/>
                    </a:lnTo>
                    <a:lnTo>
                      <a:pt x="1903" y="576"/>
                    </a:lnTo>
                    <a:lnTo>
                      <a:pt x="1945" y="507"/>
                    </a:lnTo>
                    <a:lnTo>
                      <a:pt x="1969" y="408"/>
                    </a:lnTo>
                    <a:lnTo>
                      <a:pt x="1969" y="345"/>
                    </a:lnTo>
                    <a:lnTo>
                      <a:pt x="1929" y="239"/>
                    </a:lnTo>
                    <a:lnTo>
                      <a:pt x="1890" y="171"/>
                    </a:lnTo>
                    <a:lnTo>
                      <a:pt x="1839" y="120"/>
                    </a:lnTo>
                    <a:lnTo>
                      <a:pt x="1903" y="32"/>
                    </a:lnTo>
                    <a:lnTo>
                      <a:pt x="1945" y="0"/>
                    </a:lnTo>
                    <a:lnTo>
                      <a:pt x="2160" y="113"/>
                    </a:lnTo>
                    <a:lnTo>
                      <a:pt x="2400" y="162"/>
                    </a:lnTo>
                    <a:lnTo>
                      <a:pt x="2630" y="252"/>
                    </a:lnTo>
                    <a:lnTo>
                      <a:pt x="2847" y="378"/>
                    </a:lnTo>
                    <a:lnTo>
                      <a:pt x="2556" y="252"/>
                    </a:lnTo>
                    <a:lnTo>
                      <a:pt x="2342" y="191"/>
                    </a:lnTo>
                    <a:lnTo>
                      <a:pt x="2202" y="171"/>
                    </a:lnTo>
                    <a:lnTo>
                      <a:pt x="2052" y="171"/>
                    </a:lnTo>
                    <a:lnTo>
                      <a:pt x="1987" y="215"/>
                    </a:lnTo>
                    <a:lnTo>
                      <a:pt x="2004" y="387"/>
                    </a:lnTo>
                    <a:lnTo>
                      <a:pt x="1987" y="484"/>
                    </a:lnTo>
                    <a:lnTo>
                      <a:pt x="1953" y="590"/>
                    </a:lnTo>
                    <a:lnTo>
                      <a:pt x="1903" y="655"/>
                    </a:lnTo>
                    <a:lnTo>
                      <a:pt x="1789" y="760"/>
                    </a:lnTo>
                    <a:lnTo>
                      <a:pt x="1789" y="707"/>
                    </a:lnTo>
                    <a:lnTo>
                      <a:pt x="1749" y="673"/>
                    </a:lnTo>
                    <a:lnTo>
                      <a:pt x="1708" y="687"/>
                    </a:lnTo>
                    <a:lnTo>
                      <a:pt x="1696" y="738"/>
                    </a:lnTo>
                    <a:lnTo>
                      <a:pt x="1720" y="770"/>
                    </a:lnTo>
                    <a:lnTo>
                      <a:pt x="1756" y="779"/>
                    </a:lnTo>
                    <a:lnTo>
                      <a:pt x="1731" y="813"/>
                    </a:lnTo>
                    <a:lnTo>
                      <a:pt x="1674" y="802"/>
                    </a:lnTo>
                    <a:lnTo>
                      <a:pt x="1648" y="760"/>
                    </a:lnTo>
                    <a:lnTo>
                      <a:pt x="1659" y="707"/>
                    </a:lnTo>
                    <a:lnTo>
                      <a:pt x="1681" y="666"/>
                    </a:lnTo>
                    <a:lnTo>
                      <a:pt x="1720" y="648"/>
                    </a:lnTo>
                    <a:lnTo>
                      <a:pt x="1780" y="624"/>
                    </a:lnTo>
                    <a:lnTo>
                      <a:pt x="1433" y="567"/>
                    </a:lnTo>
                    <a:lnTo>
                      <a:pt x="1235" y="500"/>
                    </a:lnTo>
                    <a:lnTo>
                      <a:pt x="1353" y="795"/>
                    </a:lnTo>
                    <a:lnTo>
                      <a:pt x="1549" y="1289"/>
                    </a:lnTo>
                    <a:lnTo>
                      <a:pt x="1648" y="1510"/>
                    </a:lnTo>
                    <a:lnTo>
                      <a:pt x="1358" y="903"/>
                    </a:lnTo>
                    <a:lnTo>
                      <a:pt x="1201" y="576"/>
                    </a:lnTo>
                    <a:lnTo>
                      <a:pt x="1046" y="378"/>
                    </a:lnTo>
                    <a:lnTo>
                      <a:pt x="896" y="239"/>
                    </a:lnTo>
                    <a:lnTo>
                      <a:pt x="774" y="156"/>
                    </a:lnTo>
                    <a:lnTo>
                      <a:pt x="668" y="147"/>
                    </a:lnTo>
                    <a:lnTo>
                      <a:pt x="525" y="162"/>
                    </a:lnTo>
                    <a:lnTo>
                      <a:pt x="106" y="270"/>
                    </a:lnTo>
                    <a:lnTo>
                      <a:pt x="0" y="345"/>
                    </a:lnTo>
                    <a:lnTo>
                      <a:pt x="106" y="239"/>
                    </a:lnTo>
                    <a:lnTo>
                      <a:pt x="493" y="94"/>
                    </a:lnTo>
                    <a:lnTo>
                      <a:pt x="749" y="90"/>
                    </a:lnTo>
                    <a:lnTo>
                      <a:pt x="995" y="15"/>
                    </a:lnTo>
                    <a:lnTo>
                      <a:pt x="1072" y="2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5" name="Freeform 139"/>
              <p:cNvSpPr>
                <a:spLocks/>
              </p:cNvSpPr>
              <p:nvPr/>
            </p:nvSpPr>
            <p:spPr bwMode="auto">
              <a:xfrm>
                <a:off x="2312" y="1687"/>
                <a:ext cx="142" cy="214"/>
              </a:xfrm>
              <a:custGeom>
                <a:avLst/>
                <a:gdLst>
                  <a:gd name="T0" fmla="*/ 0 w 1134"/>
                  <a:gd name="T1" fmla="*/ 0 h 1714"/>
                  <a:gd name="T2" fmla="*/ 0 w 1134"/>
                  <a:gd name="T3" fmla="*/ 0 h 1714"/>
                  <a:gd name="T4" fmla="*/ 0 w 1134"/>
                  <a:gd name="T5" fmla="*/ 0 h 1714"/>
                  <a:gd name="T6" fmla="*/ 0 w 1134"/>
                  <a:gd name="T7" fmla="*/ 0 h 1714"/>
                  <a:gd name="T8" fmla="*/ 0 w 1134"/>
                  <a:gd name="T9" fmla="*/ 0 h 1714"/>
                  <a:gd name="T10" fmla="*/ 0 w 1134"/>
                  <a:gd name="T11" fmla="*/ 0 h 1714"/>
                  <a:gd name="T12" fmla="*/ 0 w 1134"/>
                  <a:gd name="T13" fmla="*/ 0 h 1714"/>
                  <a:gd name="T14" fmla="*/ 0 w 1134"/>
                  <a:gd name="T15" fmla="*/ 0 h 1714"/>
                  <a:gd name="T16" fmla="*/ 0 w 1134"/>
                  <a:gd name="T17" fmla="*/ 0 h 1714"/>
                  <a:gd name="T18" fmla="*/ 0 w 1134"/>
                  <a:gd name="T19" fmla="*/ 0 h 1714"/>
                  <a:gd name="T20" fmla="*/ 0 w 1134"/>
                  <a:gd name="T21" fmla="*/ 0 h 1714"/>
                  <a:gd name="T22" fmla="*/ 0 w 1134"/>
                  <a:gd name="T23" fmla="*/ 0 h 1714"/>
                  <a:gd name="T24" fmla="*/ 0 w 1134"/>
                  <a:gd name="T25" fmla="*/ 0 h 1714"/>
                  <a:gd name="T26" fmla="*/ 0 w 1134"/>
                  <a:gd name="T27" fmla="*/ 0 h 1714"/>
                  <a:gd name="T28" fmla="*/ 0 w 1134"/>
                  <a:gd name="T29" fmla="*/ 0 h 1714"/>
                  <a:gd name="T30" fmla="*/ 0 w 1134"/>
                  <a:gd name="T31" fmla="*/ 0 h 1714"/>
                  <a:gd name="T32" fmla="*/ 0 w 1134"/>
                  <a:gd name="T33" fmla="*/ 0 h 1714"/>
                  <a:gd name="T34" fmla="*/ 0 w 1134"/>
                  <a:gd name="T35" fmla="*/ 0 h 1714"/>
                  <a:gd name="T36" fmla="*/ 0 w 1134"/>
                  <a:gd name="T37" fmla="*/ 0 h 1714"/>
                  <a:gd name="T38" fmla="*/ 0 w 1134"/>
                  <a:gd name="T39" fmla="*/ 0 h 1714"/>
                  <a:gd name="T40" fmla="*/ 0 w 1134"/>
                  <a:gd name="T41" fmla="*/ 0 h 1714"/>
                  <a:gd name="T42" fmla="*/ 0 w 1134"/>
                  <a:gd name="T43" fmla="*/ 0 h 1714"/>
                  <a:gd name="T44" fmla="*/ 0 w 1134"/>
                  <a:gd name="T45" fmla="*/ 0 h 1714"/>
                  <a:gd name="T46" fmla="*/ 0 w 1134"/>
                  <a:gd name="T47" fmla="*/ 0 h 1714"/>
                  <a:gd name="T48" fmla="*/ 0 w 1134"/>
                  <a:gd name="T49" fmla="*/ 0 h 1714"/>
                  <a:gd name="T50" fmla="*/ 0 w 1134"/>
                  <a:gd name="T51" fmla="*/ 0 h 1714"/>
                  <a:gd name="T52" fmla="*/ 0 w 1134"/>
                  <a:gd name="T53" fmla="*/ 0 h 1714"/>
                  <a:gd name="T54" fmla="*/ 0 w 1134"/>
                  <a:gd name="T55" fmla="*/ 0 h 1714"/>
                  <a:gd name="T56" fmla="*/ 0 w 1134"/>
                  <a:gd name="T57" fmla="*/ 0 h 1714"/>
                  <a:gd name="T58" fmla="*/ 0 w 1134"/>
                  <a:gd name="T59" fmla="*/ 0 h 1714"/>
                  <a:gd name="T60" fmla="*/ 0 w 1134"/>
                  <a:gd name="T61" fmla="*/ 0 h 1714"/>
                  <a:gd name="T62" fmla="*/ 0 w 1134"/>
                  <a:gd name="T63" fmla="*/ 0 h 1714"/>
                  <a:gd name="T64" fmla="*/ 0 w 1134"/>
                  <a:gd name="T65" fmla="*/ 0 h 1714"/>
                  <a:gd name="T66" fmla="*/ 0 w 1134"/>
                  <a:gd name="T67" fmla="*/ 0 h 1714"/>
                  <a:gd name="T68" fmla="*/ 0 w 1134"/>
                  <a:gd name="T69" fmla="*/ 0 h 1714"/>
                  <a:gd name="T70" fmla="*/ 0 w 1134"/>
                  <a:gd name="T71" fmla="*/ 0 h 1714"/>
                  <a:gd name="T72" fmla="*/ 0 w 1134"/>
                  <a:gd name="T73" fmla="*/ 0 h 1714"/>
                  <a:gd name="T74" fmla="*/ 0 w 1134"/>
                  <a:gd name="T75" fmla="*/ 0 h 1714"/>
                  <a:gd name="T76" fmla="*/ 0 w 1134"/>
                  <a:gd name="T77" fmla="*/ 0 h 1714"/>
                  <a:gd name="T78" fmla="*/ 0 w 1134"/>
                  <a:gd name="T79" fmla="*/ 0 h 1714"/>
                  <a:gd name="T80" fmla="*/ 0 w 1134"/>
                  <a:gd name="T81" fmla="*/ 0 h 1714"/>
                  <a:gd name="T82" fmla="*/ 0 w 1134"/>
                  <a:gd name="T83" fmla="*/ 0 h 1714"/>
                  <a:gd name="T84" fmla="*/ 0 w 1134"/>
                  <a:gd name="T85" fmla="*/ 0 h 1714"/>
                  <a:gd name="T86" fmla="*/ 0 w 1134"/>
                  <a:gd name="T87" fmla="*/ 0 h 1714"/>
                  <a:gd name="T88" fmla="*/ 0 w 1134"/>
                  <a:gd name="T89" fmla="*/ 0 h 1714"/>
                  <a:gd name="T90" fmla="*/ 0 w 1134"/>
                  <a:gd name="T91" fmla="*/ 0 h 1714"/>
                  <a:gd name="T92" fmla="*/ 0 w 1134"/>
                  <a:gd name="T93" fmla="*/ 0 h 1714"/>
                  <a:gd name="T94" fmla="*/ 0 w 1134"/>
                  <a:gd name="T95" fmla="*/ 0 h 1714"/>
                  <a:gd name="T96" fmla="*/ 0 w 1134"/>
                  <a:gd name="T97" fmla="*/ 0 h 1714"/>
                  <a:gd name="T98" fmla="*/ 0 w 1134"/>
                  <a:gd name="T99" fmla="*/ 0 h 1714"/>
                  <a:gd name="T100" fmla="*/ 0 w 1134"/>
                  <a:gd name="T101" fmla="*/ 0 h 1714"/>
                  <a:gd name="T102" fmla="*/ 0 w 1134"/>
                  <a:gd name="T103" fmla="*/ 0 h 1714"/>
                  <a:gd name="T104" fmla="*/ 0 w 1134"/>
                  <a:gd name="T105" fmla="*/ 0 h 1714"/>
                  <a:gd name="T106" fmla="*/ 0 w 1134"/>
                  <a:gd name="T107" fmla="*/ 0 h 1714"/>
                  <a:gd name="T108" fmla="*/ 0 w 1134"/>
                  <a:gd name="T109" fmla="*/ 0 h 1714"/>
                  <a:gd name="T110" fmla="*/ 0 w 1134"/>
                  <a:gd name="T111" fmla="*/ 0 h 1714"/>
                  <a:gd name="T112" fmla="*/ 0 w 1134"/>
                  <a:gd name="T113" fmla="*/ 0 h 1714"/>
                  <a:gd name="T114" fmla="*/ 0 w 1134"/>
                  <a:gd name="T115" fmla="*/ 0 h 1714"/>
                  <a:gd name="T116" fmla="*/ 0 w 1134"/>
                  <a:gd name="T117" fmla="*/ 0 h 1714"/>
                  <a:gd name="T118" fmla="*/ 0 w 1134"/>
                  <a:gd name="T119" fmla="*/ 0 h 1714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1134"/>
                  <a:gd name="T181" fmla="*/ 0 h 1714"/>
                  <a:gd name="T182" fmla="*/ 1134 w 1134"/>
                  <a:gd name="T183" fmla="*/ 1714 h 1714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1134" h="1714">
                    <a:moveTo>
                      <a:pt x="159" y="0"/>
                    </a:moveTo>
                    <a:lnTo>
                      <a:pt x="264" y="31"/>
                    </a:lnTo>
                    <a:lnTo>
                      <a:pt x="365" y="113"/>
                    </a:lnTo>
                    <a:lnTo>
                      <a:pt x="447" y="229"/>
                    </a:lnTo>
                    <a:lnTo>
                      <a:pt x="521" y="367"/>
                    </a:lnTo>
                    <a:lnTo>
                      <a:pt x="570" y="484"/>
                    </a:lnTo>
                    <a:lnTo>
                      <a:pt x="611" y="591"/>
                    </a:lnTo>
                    <a:lnTo>
                      <a:pt x="491" y="409"/>
                    </a:lnTo>
                    <a:lnTo>
                      <a:pt x="387" y="288"/>
                    </a:lnTo>
                    <a:lnTo>
                      <a:pt x="264" y="205"/>
                    </a:lnTo>
                    <a:lnTo>
                      <a:pt x="167" y="157"/>
                    </a:lnTo>
                    <a:lnTo>
                      <a:pt x="167" y="319"/>
                    </a:lnTo>
                    <a:lnTo>
                      <a:pt x="222" y="499"/>
                    </a:lnTo>
                    <a:lnTo>
                      <a:pt x="312" y="646"/>
                    </a:lnTo>
                    <a:lnTo>
                      <a:pt x="413" y="754"/>
                    </a:lnTo>
                    <a:lnTo>
                      <a:pt x="598" y="886"/>
                    </a:lnTo>
                    <a:lnTo>
                      <a:pt x="768" y="998"/>
                    </a:lnTo>
                    <a:lnTo>
                      <a:pt x="860" y="1049"/>
                    </a:lnTo>
                    <a:lnTo>
                      <a:pt x="818" y="925"/>
                    </a:lnTo>
                    <a:lnTo>
                      <a:pt x="923" y="1132"/>
                    </a:lnTo>
                    <a:lnTo>
                      <a:pt x="976" y="1301"/>
                    </a:lnTo>
                    <a:lnTo>
                      <a:pt x="1007" y="1508"/>
                    </a:lnTo>
                    <a:lnTo>
                      <a:pt x="1081" y="1631"/>
                    </a:lnTo>
                    <a:lnTo>
                      <a:pt x="1134" y="1714"/>
                    </a:lnTo>
                    <a:lnTo>
                      <a:pt x="959" y="1559"/>
                    </a:lnTo>
                    <a:lnTo>
                      <a:pt x="959" y="1642"/>
                    </a:lnTo>
                    <a:lnTo>
                      <a:pt x="877" y="1665"/>
                    </a:lnTo>
                    <a:lnTo>
                      <a:pt x="918" y="1609"/>
                    </a:lnTo>
                    <a:lnTo>
                      <a:pt x="908" y="1534"/>
                    </a:lnTo>
                    <a:lnTo>
                      <a:pt x="703" y="1402"/>
                    </a:lnTo>
                    <a:lnTo>
                      <a:pt x="877" y="1411"/>
                    </a:lnTo>
                    <a:lnTo>
                      <a:pt x="736" y="1204"/>
                    </a:lnTo>
                    <a:lnTo>
                      <a:pt x="853" y="1195"/>
                    </a:lnTo>
                    <a:lnTo>
                      <a:pt x="869" y="1147"/>
                    </a:lnTo>
                    <a:lnTo>
                      <a:pt x="703" y="1141"/>
                    </a:lnTo>
                    <a:lnTo>
                      <a:pt x="494" y="1077"/>
                    </a:lnTo>
                    <a:lnTo>
                      <a:pt x="249" y="967"/>
                    </a:lnTo>
                    <a:lnTo>
                      <a:pt x="99" y="860"/>
                    </a:lnTo>
                    <a:lnTo>
                      <a:pt x="84" y="886"/>
                    </a:lnTo>
                    <a:lnTo>
                      <a:pt x="143" y="985"/>
                    </a:lnTo>
                    <a:lnTo>
                      <a:pt x="240" y="1077"/>
                    </a:lnTo>
                    <a:lnTo>
                      <a:pt x="339" y="1132"/>
                    </a:lnTo>
                    <a:lnTo>
                      <a:pt x="413" y="1338"/>
                    </a:lnTo>
                    <a:lnTo>
                      <a:pt x="644" y="1402"/>
                    </a:lnTo>
                    <a:lnTo>
                      <a:pt x="482" y="1386"/>
                    </a:lnTo>
                    <a:lnTo>
                      <a:pt x="556" y="1460"/>
                    </a:lnTo>
                    <a:lnTo>
                      <a:pt x="763" y="1508"/>
                    </a:lnTo>
                    <a:lnTo>
                      <a:pt x="853" y="1582"/>
                    </a:lnTo>
                    <a:lnTo>
                      <a:pt x="826" y="1631"/>
                    </a:lnTo>
                    <a:lnTo>
                      <a:pt x="694" y="1591"/>
                    </a:lnTo>
                    <a:lnTo>
                      <a:pt x="598" y="1600"/>
                    </a:lnTo>
                    <a:lnTo>
                      <a:pt x="51" y="1107"/>
                    </a:lnTo>
                    <a:lnTo>
                      <a:pt x="21" y="943"/>
                    </a:lnTo>
                    <a:lnTo>
                      <a:pt x="9" y="826"/>
                    </a:lnTo>
                    <a:lnTo>
                      <a:pt x="51" y="770"/>
                    </a:lnTo>
                    <a:lnTo>
                      <a:pt x="21" y="642"/>
                    </a:lnTo>
                    <a:lnTo>
                      <a:pt x="0" y="443"/>
                    </a:lnTo>
                    <a:lnTo>
                      <a:pt x="25" y="279"/>
                    </a:lnTo>
                    <a:lnTo>
                      <a:pt x="77" y="132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6" name="Freeform 140"/>
              <p:cNvSpPr>
                <a:spLocks/>
              </p:cNvSpPr>
              <p:nvPr/>
            </p:nvSpPr>
            <p:spPr bwMode="auto">
              <a:xfrm>
                <a:off x="2411" y="1892"/>
                <a:ext cx="40" cy="50"/>
              </a:xfrm>
              <a:custGeom>
                <a:avLst/>
                <a:gdLst>
                  <a:gd name="T0" fmla="*/ 0 w 318"/>
                  <a:gd name="T1" fmla="*/ 0 h 399"/>
                  <a:gd name="T2" fmla="*/ 0 w 318"/>
                  <a:gd name="T3" fmla="*/ 0 h 399"/>
                  <a:gd name="T4" fmla="*/ 0 w 318"/>
                  <a:gd name="T5" fmla="*/ 0 h 399"/>
                  <a:gd name="T6" fmla="*/ 0 w 318"/>
                  <a:gd name="T7" fmla="*/ 0 h 399"/>
                  <a:gd name="T8" fmla="*/ 0 w 318"/>
                  <a:gd name="T9" fmla="*/ 0 h 399"/>
                  <a:gd name="T10" fmla="*/ 0 w 318"/>
                  <a:gd name="T11" fmla="*/ 0 h 399"/>
                  <a:gd name="T12" fmla="*/ 0 w 318"/>
                  <a:gd name="T13" fmla="*/ 0 h 399"/>
                  <a:gd name="T14" fmla="*/ 0 w 318"/>
                  <a:gd name="T15" fmla="*/ 0 h 399"/>
                  <a:gd name="T16" fmla="*/ 0 w 318"/>
                  <a:gd name="T17" fmla="*/ 0 h 399"/>
                  <a:gd name="T18" fmla="*/ 0 w 318"/>
                  <a:gd name="T19" fmla="*/ 0 h 399"/>
                  <a:gd name="T20" fmla="*/ 0 w 318"/>
                  <a:gd name="T21" fmla="*/ 0 h 399"/>
                  <a:gd name="T22" fmla="*/ 0 w 318"/>
                  <a:gd name="T23" fmla="*/ 0 h 39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18"/>
                  <a:gd name="T37" fmla="*/ 0 h 399"/>
                  <a:gd name="T38" fmla="*/ 318 w 318"/>
                  <a:gd name="T39" fmla="*/ 399 h 39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18" h="399">
                    <a:moveTo>
                      <a:pt x="0" y="138"/>
                    </a:moveTo>
                    <a:lnTo>
                      <a:pt x="87" y="23"/>
                    </a:lnTo>
                    <a:lnTo>
                      <a:pt x="168" y="0"/>
                    </a:lnTo>
                    <a:lnTo>
                      <a:pt x="221" y="72"/>
                    </a:lnTo>
                    <a:lnTo>
                      <a:pt x="221" y="336"/>
                    </a:lnTo>
                    <a:lnTo>
                      <a:pt x="285" y="106"/>
                    </a:lnTo>
                    <a:lnTo>
                      <a:pt x="318" y="196"/>
                    </a:lnTo>
                    <a:lnTo>
                      <a:pt x="318" y="295"/>
                    </a:lnTo>
                    <a:lnTo>
                      <a:pt x="246" y="399"/>
                    </a:lnTo>
                    <a:lnTo>
                      <a:pt x="186" y="399"/>
                    </a:lnTo>
                    <a:lnTo>
                      <a:pt x="39" y="261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7" name="Freeform 141"/>
              <p:cNvSpPr>
                <a:spLocks/>
              </p:cNvSpPr>
              <p:nvPr/>
            </p:nvSpPr>
            <p:spPr bwMode="auto">
              <a:xfrm>
                <a:off x="2446" y="1700"/>
                <a:ext cx="292" cy="269"/>
              </a:xfrm>
              <a:custGeom>
                <a:avLst/>
                <a:gdLst>
                  <a:gd name="T0" fmla="*/ 0 w 2335"/>
                  <a:gd name="T1" fmla="*/ 0 h 2151"/>
                  <a:gd name="T2" fmla="*/ 0 w 2335"/>
                  <a:gd name="T3" fmla="*/ 0 h 2151"/>
                  <a:gd name="T4" fmla="*/ 0 w 2335"/>
                  <a:gd name="T5" fmla="*/ 0 h 2151"/>
                  <a:gd name="T6" fmla="*/ 0 w 2335"/>
                  <a:gd name="T7" fmla="*/ 0 h 2151"/>
                  <a:gd name="T8" fmla="*/ 0 w 2335"/>
                  <a:gd name="T9" fmla="*/ 0 h 2151"/>
                  <a:gd name="T10" fmla="*/ 0 w 2335"/>
                  <a:gd name="T11" fmla="*/ 0 h 2151"/>
                  <a:gd name="T12" fmla="*/ 0 w 2335"/>
                  <a:gd name="T13" fmla="*/ 0 h 2151"/>
                  <a:gd name="T14" fmla="*/ 0 w 2335"/>
                  <a:gd name="T15" fmla="*/ 0 h 2151"/>
                  <a:gd name="T16" fmla="*/ 0 w 2335"/>
                  <a:gd name="T17" fmla="*/ 0 h 2151"/>
                  <a:gd name="T18" fmla="*/ 0 w 2335"/>
                  <a:gd name="T19" fmla="*/ 0 h 2151"/>
                  <a:gd name="T20" fmla="*/ 0 w 2335"/>
                  <a:gd name="T21" fmla="*/ 0 h 2151"/>
                  <a:gd name="T22" fmla="*/ 0 w 2335"/>
                  <a:gd name="T23" fmla="*/ 0 h 2151"/>
                  <a:gd name="T24" fmla="*/ 0 w 2335"/>
                  <a:gd name="T25" fmla="*/ 0 h 2151"/>
                  <a:gd name="T26" fmla="*/ 0 w 2335"/>
                  <a:gd name="T27" fmla="*/ 0 h 2151"/>
                  <a:gd name="T28" fmla="*/ 0 w 2335"/>
                  <a:gd name="T29" fmla="*/ 0 h 2151"/>
                  <a:gd name="T30" fmla="*/ 0 w 2335"/>
                  <a:gd name="T31" fmla="*/ 0 h 2151"/>
                  <a:gd name="T32" fmla="*/ 0 w 2335"/>
                  <a:gd name="T33" fmla="*/ 0 h 2151"/>
                  <a:gd name="T34" fmla="*/ 0 w 2335"/>
                  <a:gd name="T35" fmla="*/ 0 h 2151"/>
                  <a:gd name="T36" fmla="*/ 0 w 2335"/>
                  <a:gd name="T37" fmla="*/ 0 h 2151"/>
                  <a:gd name="T38" fmla="*/ 0 w 2335"/>
                  <a:gd name="T39" fmla="*/ 0 h 2151"/>
                  <a:gd name="T40" fmla="*/ 0 w 2335"/>
                  <a:gd name="T41" fmla="*/ 0 h 2151"/>
                  <a:gd name="T42" fmla="*/ 0 w 2335"/>
                  <a:gd name="T43" fmla="*/ 0 h 2151"/>
                  <a:gd name="T44" fmla="*/ 0 w 2335"/>
                  <a:gd name="T45" fmla="*/ 0 h 2151"/>
                  <a:gd name="T46" fmla="*/ 0 w 2335"/>
                  <a:gd name="T47" fmla="*/ 0 h 2151"/>
                  <a:gd name="T48" fmla="*/ 0 w 2335"/>
                  <a:gd name="T49" fmla="*/ 0 h 2151"/>
                  <a:gd name="T50" fmla="*/ 0 w 2335"/>
                  <a:gd name="T51" fmla="*/ 0 h 2151"/>
                  <a:gd name="T52" fmla="*/ 0 w 2335"/>
                  <a:gd name="T53" fmla="*/ 0 h 2151"/>
                  <a:gd name="T54" fmla="*/ 0 w 2335"/>
                  <a:gd name="T55" fmla="*/ 0 h 2151"/>
                  <a:gd name="T56" fmla="*/ 0 w 2335"/>
                  <a:gd name="T57" fmla="*/ 0 h 2151"/>
                  <a:gd name="T58" fmla="*/ 0 w 2335"/>
                  <a:gd name="T59" fmla="*/ 0 h 2151"/>
                  <a:gd name="T60" fmla="*/ 0 w 2335"/>
                  <a:gd name="T61" fmla="*/ 0 h 2151"/>
                  <a:gd name="T62" fmla="*/ 0 w 2335"/>
                  <a:gd name="T63" fmla="*/ 0 h 2151"/>
                  <a:gd name="T64" fmla="*/ 0 w 2335"/>
                  <a:gd name="T65" fmla="*/ 0 h 2151"/>
                  <a:gd name="T66" fmla="*/ 0 w 2335"/>
                  <a:gd name="T67" fmla="*/ 0 h 2151"/>
                  <a:gd name="T68" fmla="*/ 0 w 2335"/>
                  <a:gd name="T69" fmla="*/ 0 h 2151"/>
                  <a:gd name="T70" fmla="*/ 0 w 2335"/>
                  <a:gd name="T71" fmla="*/ 0 h 2151"/>
                  <a:gd name="T72" fmla="*/ 0 w 2335"/>
                  <a:gd name="T73" fmla="*/ 0 h 2151"/>
                  <a:gd name="T74" fmla="*/ 0 w 2335"/>
                  <a:gd name="T75" fmla="*/ 0 h 2151"/>
                  <a:gd name="T76" fmla="*/ 0 w 2335"/>
                  <a:gd name="T77" fmla="*/ 0 h 2151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335"/>
                  <a:gd name="T118" fmla="*/ 0 h 2151"/>
                  <a:gd name="T119" fmla="*/ 2335 w 2335"/>
                  <a:gd name="T120" fmla="*/ 2151 h 2151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335" h="2151">
                    <a:moveTo>
                      <a:pt x="87" y="1633"/>
                    </a:moveTo>
                    <a:lnTo>
                      <a:pt x="112" y="1705"/>
                    </a:lnTo>
                    <a:lnTo>
                      <a:pt x="123" y="1896"/>
                    </a:lnTo>
                    <a:lnTo>
                      <a:pt x="0" y="1953"/>
                    </a:lnTo>
                    <a:lnTo>
                      <a:pt x="39" y="1978"/>
                    </a:lnTo>
                    <a:lnTo>
                      <a:pt x="182" y="1953"/>
                    </a:lnTo>
                    <a:lnTo>
                      <a:pt x="742" y="2068"/>
                    </a:lnTo>
                    <a:lnTo>
                      <a:pt x="732" y="2032"/>
                    </a:lnTo>
                    <a:lnTo>
                      <a:pt x="732" y="2011"/>
                    </a:lnTo>
                    <a:lnTo>
                      <a:pt x="758" y="1997"/>
                    </a:lnTo>
                    <a:lnTo>
                      <a:pt x="791" y="2002"/>
                    </a:lnTo>
                    <a:lnTo>
                      <a:pt x="806" y="2032"/>
                    </a:lnTo>
                    <a:lnTo>
                      <a:pt x="830" y="2061"/>
                    </a:lnTo>
                    <a:lnTo>
                      <a:pt x="883" y="2068"/>
                    </a:lnTo>
                    <a:lnTo>
                      <a:pt x="958" y="2127"/>
                    </a:lnTo>
                    <a:lnTo>
                      <a:pt x="938" y="2068"/>
                    </a:lnTo>
                    <a:lnTo>
                      <a:pt x="1180" y="2011"/>
                    </a:lnTo>
                    <a:lnTo>
                      <a:pt x="1477" y="1845"/>
                    </a:lnTo>
                    <a:lnTo>
                      <a:pt x="1807" y="1930"/>
                    </a:lnTo>
                    <a:lnTo>
                      <a:pt x="1872" y="2061"/>
                    </a:lnTo>
                    <a:lnTo>
                      <a:pt x="1872" y="2142"/>
                    </a:lnTo>
                    <a:lnTo>
                      <a:pt x="1883" y="2151"/>
                    </a:lnTo>
                    <a:lnTo>
                      <a:pt x="1897" y="2061"/>
                    </a:lnTo>
                    <a:lnTo>
                      <a:pt x="1823" y="1912"/>
                    </a:lnTo>
                    <a:lnTo>
                      <a:pt x="1666" y="1815"/>
                    </a:lnTo>
                    <a:lnTo>
                      <a:pt x="1731" y="1714"/>
                    </a:lnTo>
                    <a:lnTo>
                      <a:pt x="1855" y="1668"/>
                    </a:lnTo>
                    <a:lnTo>
                      <a:pt x="2003" y="1642"/>
                    </a:lnTo>
                    <a:lnTo>
                      <a:pt x="2189" y="1674"/>
                    </a:lnTo>
                    <a:lnTo>
                      <a:pt x="2226" y="1705"/>
                    </a:lnTo>
                    <a:lnTo>
                      <a:pt x="2235" y="1804"/>
                    </a:lnTo>
                    <a:lnTo>
                      <a:pt x="2285" y="1887"/>
                    </a:lnTo>
                    <a:lnTo>
                      <a:pt x="2335" y="1771"/>
                    </a:lnTo>
                    <a:lnTo>
                      <a:pt x="2309" y="1700"/>
                    </a:lnTo>
                    <a:lnTo>
                      <a:pt x="2219" y="1608"/>
                    </a:lnTo>
                    <a:lnTo>
                      <a:pt x="2102" y="1510"/>
                    </a:lnTo>
                    <a:lnTo>
                      <a:pt x="2010" y="1402"/>
                    </a:lnTo>
                    <a:lnTo>
                      <a:pt x="1929" y="1439"/>
                    </a:lnTo>
                    <a:lnTo>
                      <a:pt x="1883" y="1559"/>
                    </a:lnTo>
                    <a:lnTo>
                      <a:pt x="1839" y="1536"/>
                    </a:lnTo>
                    <a:lnTo>
                      <a:pt x="1883" y="1428"/>
                    </a:lnTo>
                    <a:lnTo>
                      <a:pt x="1929" y="1338"/>
                    </a:lnTo>
                    <a:lnTo>
                      <a:pt x="2138" y="1255"/>
                    </a:lnTo>
                    <a:lnTo>
                      <a:pt x="2235" y="1165"/>
                    </a:lnTo>
                    <a:lnTo>
                      <a:pt x="2189" y="1041"/>
                    </a:lnTo>
                    <a:lnTo>
                      <a:pt x="2169" y="1142"/>
                    </a:lnTo>
                    <a:lnTo>
                      <a:pt x="2063" y="1206"/>
                    </a:lnTo>
                    <a:lnTo>
                      <a:pt x="1962" y="1232"/>
                    </a:lnTo>
                    <a:lnTo>
                      <a:pt x="1883" y="1239"/>
                    </a:lnTo>
                    <a:lnTo>
                      <a:pt x="1855" y="1213"/>
                    </a:lnTo>
                    <a:lnTo>
                      <a:pt x="1872" y="1181"/>
                    </a:lnTo>
                    <a:lnTo>
                      <a:pt x="2039" y="1066"/>
                    </a:lnTo>
                    <a:lnTo>
                      <a:pt x="2169" y="943"/>
                    </a:lnTo>
                    <a:lnTo>
                      <a:pt x="2197" y="1001"/>
                    </a:lnTo>
                    <a:lnTo>
                      <a:pt x="2201" y="868"/>
                    </a:lnTo>
                    <a:lnTo>
                      <a:pt x="2180" y="720"/>
                    </a:lnTo>
                    <a:lnTo>
                      <a:pt x="2169" y="565"/>
                    </a:lnTo>
                    <a:lnTo>
                      <a:pt x="2180" y="337"/>
                    </a:lnTo>
                    <a:lnTo>
                      <a:pt x="2153" y="114"/>
                    </a:lnTo>
                    <a:lnTo>
                      <a:pt x="2111" y="0"/>
                    </a:lnTo>
                    <a:lnTo>
                      <a:pt x="2144" y="182"/>
                    </a:lnTo>
                    <a:lnTo>
                      <a:pt x="2144" y="400"/>
                    </a:lnTo>
                    <a:lnTo>
                      <a:pt x="2111" y="582"/>
                    </a:lnTo>
                    <a:lnTo>
                      <a:pt x="1982" y="868"/>
                    </a:lnTo>
                    <a:lnTo>
                      <a:pt x="2088" y="706"/>
                    </a:lnTo>
                    <a:lnTo>
                      <a:pt x="2127" y="771"/>
                    </a:lnTo>
                    <a:lnTo>
                      <a:pt x="2144" y="861"/>
                    </a:lnTo>
                    <a:lnTo>
                      <a:pt x="2120" y="936"/>
                    </a:lnTo>
                    <a:lnTo>
                      <a:pt x="2003" y="1041"/>
                    </a:lnTo>
                    <a:lnTo>
                      <a:pt x="1865" y="1125"/>
                    </a:lnTo>
                    <a:lnTo>
                      <a:pt x="1872" y="1050"/>
                    </a:lnTo>
                    <a:lnTo>
                      <a:pt x="1673" y="1273"/>
                    </a:lnTo>
                    <a:lnTo>
                      <a:pt x="1402" y="1476"/>
                    </a:lnTo>
                    <a:lnTo>
                      <a:pt x="1169" y="1584"/>
                    </a:lnTo>
                    <a:lnTo>
                      <a:pt x="965" y="1633"/>
                    </a:lnTo>
                    <a:lnTo>
                      <a:pt x="615" y="1600"/>
                    </a:lnTo>
                    <a:lnTo>
                      <a:pt x="410" y="1608"/>
                    </a:lnTo>
                    <a:lnTo>
                      <a:pt x="195" y="1626"/>
                    </a:lnTo>
                    <a:lnTo>
                      <a:pt x="87" y="16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8" name="Freeform 142"/>
              <p:cNvSpPr>
                <a:spLocks/>
              </p:cNvSpPr>
              <p:nvPr/>
            </p:nvSpPr>
            <p:spPr bwMode="auto">
              <a:xfrm>
                <a:off x="2599" y="1689"/>
                <a:ext cx="22" cy="176"/>
              </a:xfrm>
              <a:custGeom>
                <a:avLst/>
                <a:gdLst>
                  <a:gd name="T0" fmla="*/ 0 w 180"/>
                  <a:gd name="T1" fmla="*/ 0 h 1411"/>
                  <a:gd name="T2" fmla="*/ 0 w 180"/>
                  <a:gd name="T3" fmla="*/ 0 h 1411"/>
                  <a:gd name="T4" fmla="*/ 0 w 180"/>
                  <a:gd name="T5" fmla="*/ 0 h 1411"/>
                  <a:gd name="T6" fmla="*/ 0 w 180"/>
                  <a:gd name="T7" fmla="*/ 0 h 1411"/>
                  <a:gd name="T8" fmla="*/ 0 w 180"/>
                  <a:gd name="T9" fmla="*/ 0 h 1411"/>
                  <a:gd name="T10" fmla="*/ 0 w 180"/>
                  <a:gd name="T11" fmla="*/ 0 h 1411"/>
                  <a:gd name="T12" fmla="*/ 0 w 180"/>
                  <a:gd name="T13" fmla="*/ 0 h 1411"/>
                  <a:gd name="T14" fmla="*/ 0 w 180"/>
                  <a:gd name="T15" fmla="*/ 0 h 1411"/>
                  <a:gd name="T16" fmla="*/ 0 w 180"/>
                  <a:gd name="T17" fmla="*/ 0 h 1411"/>
                  <a:gd name="T18" fmla="*/ 0 w 180"/>
                  <a:gd name="T19" fmla="*/ 0 h 1411"/>
                  <a:gd name="T20" fmla="*/ 0 w 180"/>
                  <a:gd name="T21" fmla="*/ 0 h 1411"/>
                  <a:gd name="T22" fmla="*/ 0 w 180"/>
                  <a:gd name="T23" fmla="*/ 0 h 1411"/>
                  <a:gd name="T24" fmla="*/ 0 w 180"/>
                  <a:gd name="T25" fmla="*/ 0 h 1411"/>
                  <a:gd name="T26" fmla="*/ 0 w 180"/>
                  <a:gd name="T27" fmla="*/ 0 h 1411"/>
                  <a:gd name="T28" fmla="*/ 0 w 180"/>
                  <a:gd name="T29" fmla="*/ 0 h 1411"/>
                  <a:gd name="T30" fmla="*/ 0 w 180"/>
                  <a:gd name="T31" fmla="*/ 0 h 141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80"/>
                  <a:gd name="T49" fmla="*/ 0 h 1411"/>
                  <a:gd name="T50" fmla="*/ 180 w 180"/>
                  <a:gd name="T51" fmla="*/ 1411 h 1411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80" h="1411">
                    <a:moveTo>
                      <a:pt x="0" y="33"/>
                    </a:moveTo>
                    <a:lnTo>
                      <a:pt x="99" y="263"/>
                    </a:lnTo>
                    <a:lnTo>
                      <a:pt x="129" y="483"/>
                    </a:lnTo>
                    <a:lnTo>
                      <a:pt x="124" y="802"/>
                    </a:lnTo>
                    <a:lnTo>
                      <a:pt x="81" y="1075"/>
                    </a:lnTo>
                    <a:lnTo>
                      <a:pt x="9" y="1411"/>
                    </a:lnTo>
                    <a:lnTo>
                      <a:pt x="90" y="1386"/>
                    </a:lnTo>
                    <a:lnTo>
                      <a:pt x="140" y="1303"/>
                    </a:lnTo>
                    <a:lnTo>
                      <a:pt x="171" y="1140"/>
                    </a:lnTo>
                    <a:lnTo>
                      <a:pt x="180" y="886"/>
                    </a:lnTo>
                    <a:lnTo>
                      <a:pt x="171" y="556"/>
                    </a:lnTo>
                    <a:lnTo>
                      <a:pt x="145" y="344"/>
                    </a:lnTo>
                    <a:lnTo>
                      <a:pt x="105" y="180"/>
                    </a:lnTo>
                    <a:lnTo>
                      <a:pt x="39" y="22"/>
                    </a:lnTo>
                    <a:lnTo>
                      <a:pt x="9" y="0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9" name="Freeform 143"/>
              <p:cNvSpPr>
                <a:spLocks/>
              </p:cNvSpPr>
              <p:nvPr/>
            </p:nvSpPr>
            <p:spPr bwMode="auto">
              <a:xfrm>
                <a:off x="2552" y="1804"/>
                <a:ext cx="18" cy="18"/>
              </a:xfrm>
              <a:custGeom>
                <a:avLst/>
                <a:gdLst>
                  <a:gd name="T0" fmla="*/ 0 w 141"/>
                  <a:gd name="T1" fmla="*/ 0 h 141"/>
                  <a:gd name="T2" fmla="*/ 0 w 141"/>
                  <a:gd name="T3" fmla="*/ 0 h 141"/>
                  <a:gd name="T4" fmla="*/ 0 w 141"/>
                  <a:gd name="T5" fmla="*/ 0 h 141"/>
                  <a:gd name="T6" fmla="*/ 0 w 141"/>
                  <a:gd name="T7" fmla="*/ 0 h 141"/>
                  <a:gd name="T8" fmla="*/ 0 w 141"/>
                  <a:gd name="T9" fmla="*/ 0 h 141"/>
                  <a:gd name="T10" fmla="*/ 0 w 141"/>
                  <a:gd name="T11" fmla="*/ 0 h 141"/>
                  <a:gd name="T12" fmla="*/ 0 w 141"/>
                  <a:gd name="T13" fmla="*/ 0 h 141"/>
                  <a:gd name="T14" fmla="*/ 0 w 141"/>
                  <a:gd name="T15" fmla="*/ 0 h 141"/>
                  <a:gd name="T16" fmla="*/ 0 w 141"/>
                  <a:gd name="T17" fmla="*/ 0 h 141"/>
                  <a:gd name="T18" fmla="*/ 0 w 141"/>
                  <a:gd name="T19" fmla="*/ 0 h 141"/>
                  <a:gd name="T20" fmla="*/ 0 w 141"/>
                  <a:gd name="T21" fmla="*/ 0 h 141"/>
                  <a:gd name="T22" fmla="*/ 0 w 141"/>
                  <a:gd name="T23" fmla="*/ 0 h 141"/>
                  <a:gd name="T24" fmla="*/ 0 w 141"/>
                  <a:gd name="T25" fmla="*/ 0 h 141"/>
                  <a:gd name="T26" fmla="*/ 0 w 141"/>
                  <a:gd name="T27" fmla="*/ 0 h 141"/>
                  <a:gd name="T28" fmla="*/ 0 w 141"/>
                  <a:gd name="T29" fmla="*/ 0 h 141"/>
                  <a:gd name="T30" fmla="*/ 0 w 141"/>
                  <a:gd name="T31" fmla="*/ 0 h 14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41"/>
                  <a:gd name="T49" fmla="*/ 0 h 141"/>
                  <a:gd name="T50" fmla="*/ 141 w 141"/>
                  <a:gd name="T51" fmla="*/ 141 h 141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41" h="141">
                    <a:moveTo>
                      <a:pt x="101" y="7"/>
                    </a:moveTo>
                    <a:lnTo>
                      <a:pt x="66" y="7"/>
                    </a:lnTo>
                    <a:lnTo>
                      <a:pt x="42" y="31"/>
                    </a:lnTo>
                    <a:lnTo>
                      <a:pt x="51" y="62"/>
                    </a:lnTo>
                    <a:lnTo>
                      <a:pt x="77" y="88"/>
                    </a:lnTo>
                    <a:lnTo>
                      <a:pt x="110" y="72"/>
                    </a:lnTo>
                    <a:lnTo>
                      <a:pt x="123" y="49"/>
                    </a:lnTo>
                    <a:lnTo>
                      <a:pt x="123" y="31"/>
                    </a:lnTo>
                    <a:lnTo>
                      <a:pt x="141" y="62"/>
                    </a:lnTo>
                    <a:lnTo>
                      <a:pt x="123" y="113"/>
                    </a:lnTo>
                    <a:lnTo>
                      <a:pt x="77" y="141"/>
                    </a:lnTo>
                    <a:lnTo>
                      <a:pt x="18" y="106"/>
                    </a:lnTo>
                    <a:lnTo>
                      <a:pt x="0" y="49"/>
                    </a:lnTo>
                    <a:lnTo>
                      <a:pt x="42" y="7"/>
                    </a:lnTo>
                    <a:lnTo>
                      <a:pt x="66" y="0"/>
                    </a:lnTo>
                    <a:lnTo>
                      <a:pt x="101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0" name="Freeform 144"/>
              <p:cNvSpPr>
                <a:spLocks/>
              </p:cNvSpPr>
              <p:nvPr/>
            </p:nvSpPr>
            <p:spPr bwMode="auto">
              <a:xfrm>
                <a:off x="2705" y="1850"/>
                <a:ext cx="33" cy="63"/>
              </a:xfrm>
              <a:custGeom>
                <a:avLst/>
                <a:gdLst>
                  <a:gd name="T0" fmla="*/ 0 w 265"/>
                  <a:gd name="T1" fmla="*/ 0 h 505"/>
                  <a:gd name="T2" fmla="*/ 0 w 265"/>
                  <a:gd name="T3" fmla="*/ 0 h 505"/>
                  <a:gd name="T4" fmla="*/ 0 w 265"/>
                  <a:gd name="T5" fmla="*/ 0 h 505"/>
                  <a:gd name="T6" fmla="*/ 0 w 265"/>
                  <a:gd name="T7" fmla="*/ 0 h 505"/>
                  <a:gd name="T8" fmla="*/ 0 w 265"/>
                  <a:gd name="T9" fmla="*/ 0 h 505"/>
                  <a:gd name="T10" fmla="*/ 0 w 265"/>
                  <a:gd name="T11" fmla="*/ 0 h 505"/>
                  <a:gd name="T12" fmla="*/ 0 w 265"/>
                  <a:gd name="T13" fmla="*/ 0 h 505"/>
                  <a:gd name="T14" fmla="*/ 0 w 265"/>
                  <a:gd name="T15" fmla="*/ 0 h 505"/>
                  <a:gd name="T16" fmla="*/ 0 w 265"/>
                  <a:gd name="T17" fmla="*/ 0 h 505"/>
                  <a:gd name="T18" fmla="*/ 0 w 265"/>
                  <a:gd name="T19" fmla="*/ 0 h 505"/>
                  <a:gd name="T20" fmla="*/ 0 w 265"/>
                  <a:gd name="T21" fmla="*/ 0 h 505"/>
                  <a:gd name="T22" fmla="*/ 0 w 265"/>
                  <a:gd name="T23" fmla="*/ 0 h 505"/>
                  <a:gd name="T24" fmla="*/ 0 w 265"/>
                  <a:gd name="T25" fmla="*/ 0 h 505"/>
                  <a:gd name="T26" fmla="*/ 0 w 265"/>
                  <a:gd name="T27" fmla="*/ 0 h 50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65"/>
                  <a:gd name="T43" fmla="*/ 0 h 505"/>
                  <a:gd name="T44" fmla="*/ 265 w 265"/>
                  <a:gd name="T45" fmla="*/ 505 h 50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65" h="505">
                    <a:moveTo>
                      <a:pt x="215" y="0"/>
                    </a:moveTo>
                    <a:lnTo>
                      <a:pt x="215" y="71"/>
                    </a:lnTo>
                    <a:lnTo>
                      <a:pt x="0" y="193"/>
                    </a:lnTo>
                    <a:lnTo>
                      <a:pt x="131" y="152"/>
                    </a:lnTo>
                    <a:lnTo>
                      <a:pt x="131" y="277"/>
                    </a:lnTo>
                    <a:lnTo>
                      <a:pt x="57" y="258"/>
                    </a:lnTo>
                    <a:lnTo>
                      <a:pt x="239" y="431"/>
                    </a:lnTo>
                    <a:lnTo>
                      <a:pt x="265" y="505"/>
                    </a:lnTo>
                    <a:lnTo>
                      <a:pt x="255" y="405"/>
                    </a:lnTo>
                    <a:lnTo>
                      <a:pt x="180" y="308"/>
                    </a:lnTo>
                    <a:lnTo>
                      <a:pt x="180" y="143"/>
                    </a:lnTo>
                    <a:lnTo>
                      <a:pt x="233" y="92"/>
                    </a:lnTo>
                    <a:lnTo>
                      <a:pt x="233" y="51"/>
                    </a:lnTo>
                    <a:lnTo>
                      <a:pt x="21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1" name="Freeform 145"/>
              <p:cNvSpPr>
                <a:spLocks/>
              </p:cNvSpPr>
              <p:nvPr/>
            </p:nvSpPr>
            <p:spPr bwMode="auto">
              <a:xfrm>
                <a:off x="2667" y="1919"/>
                <a:ext cx="115" cy="67"/>
              </a:xfrm>
              <a:custGeom>
                <a:avLst/>
                <a:gdLst>
                  <a:gd name="T0" fmla="*/ 0 w 918"/>
                  <a:gd name="T1" fmla="*/ 0 h 541"/>
                  <a:gd name="T2" fmla="*/ 0 w 918"/>
                  <a:gd name="T3" fmla="*/ 0 h 541"/>
                  <a:gd name="T4" fmla="*/ 0 w 918"/>
                  <a:gd name="T5" fmla="*/ 0 h 541"/>
                  <a:gd name="T6" fmla="*/ 0 w 918"/>
                  <a:gd name="T7" fmla="*/ 0 h 541"/>
                  <a:gd name="T8" fmla="*/ 0 w 918"/>
                  <a:gd name="T9" fmla="*/ 0 h 541"/>
                  <a:gd name="T10" fmla="*/ 0 w 918"/>
                  <a:gd name="T11" fmla="*/ 0 h 541"/>
                  <a:gd name="T12" fmla="*/ 0 w 918"/>
                  <a:gd name="T13" fmla="*/ 0 h 541"/>
                  <a:gd name="T14" fmla="*/ 0 w 918"/>
                  <a:gd name="T15" fmla="*/ 0 h 541"/>
                  <a:gd name="T16" fmla="*/ 0 w 918"/>
                  <a:gd name="T17" fmla="*/ 0 h 541"/>
                  <a:gd name="T18" fmla="*/ 0 w 918"/>
                  <a:gd name="T19" fmla="*/ 0 h 541"/>
                  <a:gd name="T20" fmla="*/ 0 w 918"/>
                  <a:gd name="T21" fmla="*/ 0 h 541"/>
                  <a:gd name="T22" fmla="*/ 0 w 918"/>
                  <a:gd name="T23" fmla="*/ 0 h 541"/>
                  <a:gd name="T24" fmla="*/ 0 w 918"/>
                  <a:gd name="T25" fmla="*/ 0 h 541"/>
                  <a:gd name="T26" fmla="*/ 0 w 918"/>
                  <a:gd name="T27" fmla="*/ 0 h 541"/>
                  <a:gd name="T28" fmla="*/ 0 w 918"/>
                  <a:gd name="T29" fmla="*/ 0 h 541"/>
                  <a:gd name="T30" fmla="*/ 0 w 918"/>
                  <a:gd name="T31" fmla="*/ 0 h 541"/>
                  <a:gd name="T32" fmla="*/ 0 w 918"/>
                  <a:gd name="T33" fmla="*/ 0 h 541"/>
                  <a:gd name="T34" fmla="*/ 0 w 918"/>
                  <a:gd name="T35" fmla="*/ 0 h 541"/>
                  <a:gd name="T36" fmla="*/ 0 w 918"/>
                  <a:gd name="T37" fmla="*/ 0 h 541"/>
                  <a:gd name="T38" fmla="*/ 0 w 918"/>
                  <a:gd name="T39" fmla="*/ 0 h 541"/>
                  <a:gd name="T40" fmla="*/ 0 w 918"/>
                  <a:gd name="T41" fmla="*/ 0 h 541"/>
                  <a:gd name="T42" fmla="*/ 0 w 918"/>
                  <a:gd name="T43" fmla="*/ 0 h 54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918"/>
                  <a:gd name="T67" fmla="*/ 0 h 541"/>
                  <a:gd name="T68" fmla="*/ 918 w 918"/>
                  <a:gd name="T69" fmla="*/ 541 h 541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918" h="541">
                    <a:moveTo>
                      <a:pt x="529" y="181"/>
                    </a:moveTo>
                    <a:lnTo>
                      <a:pt x="520" y="211"/>
                    </a:lnTo>
                    <a:lnTo>
                      <a:pt x="470" y="211"/>
                    </a:lnTo>
                    <a:lnTo>
                      <a:pt x="379" y="55"/>
                    </a:lnTo>
                    <a:lnTo>
                      <a:pt x="217" y="0"/>
                    </a:lnTo>
                    <a:lnTo>
                      <a:pt x="35" y="55"/>
                    </a:lnTo>
                    <a:lnTo>
                      <a:pt x="0" y="123"/>
                    </a:lnTo>
                    <a:lnTo>
                      <a:pt x="65" y="186"/>
                    </a:lnTo>
                    <a:lnTo>
                      <a:pt x="123" y="294"/>
                    </a:lnTo>
                    <a:lnTo>
                      <a:pt x="245" y="172"/>
                    </a:lnTo>
                    <a:lnTo>
                      <a:pt x="373" y="195"/>
                    </a:lnTo>
                    <a:lnTo>
                      <a:pt x="553" y="283"/>
                    </a:lnTo>
                    <a:lnTo>
                      <a:pt x="613" y="319"/>
                    </a:lnTo>
                    <a:lnTo>
                      <a:pt x="619" y="411"/>
                    </a:lnTo>
                    <a:lnTo>
                      <a:pt x="529" y="474"/>
                    </a:lnTo>
                    <a:lnTo>
                      <a:pt x="619" y="541"/>
                    </a:lnTo>
                    <a:lnTo>
                      <a:pt x="918" y="541"/>
                    </a:lnTo>
                    <a:lnTo>
                      <a:pt x="793" y="424"/>
                    </a:lnTo>
                    <a:lnTo>
                      <a:pt x="727" y="424"/>
                    </a:lnTo>
                    <a:lnTo>
                      <a:pt x="660" y="253"/>
                    </a:lnTo>
                    <a:lnTo>
                      <a:pt x="577" y="204"/>
                    </a:lnTo>
                    <a:lnTo>
                      <a:pt x="529" y="18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2" name="Freeform 146"/>
              <p:cNvSpPr>
                <a:spLocks/>
              </p:cNvSpPr>
              <p:nvPr/>
            </p:nvSpPr>
            <p:spPr bwMode="auto">
              <a:xfrm>
                <a:off x="2573" y="1950"/>
                <a:ext cx="163" cy="58"/>
              </a:xfrm>
              <a:custGeom>
                <a:avLst/>
                <a:gdLst>
                  <a:gd name="T0" fmla="*/ 0 w 1305"/>
                  <a:gd name="T1" fmla="*/ 0 h 464"/>
                  <a:gd name="T2" fmla="*/ 0 w 1305"/>
                  <a:gd name="T3" fmla="*/ 0 h 464"/>
                  <a:gd name="T4" fmla="*/ 0 w 1305"/>
                  <a:gd name="T5" fmla="*/ 0 h 464"/>
                  <a:gd name="T6" fmla="*/ 0 w 1305"/>
                  <a:gd name="T7" fmla="*/ 0 h 464"/>
                  <a:gd name="T8" fmla="*/ 0 w 1305"/>
                  <a:gd name="T9" fmla="*/ 0 h 464"/>
                  <a:gd name="T10" fmla="*/ 0 w 1305"/>
                  <a:gd name="T11" fmla="*/ 0 h 464"/>
                  <a:gd name="T12" fmla="*/ 0 w 1305"/>
                  <a:gd name="T13" fmla="*/ 0 h 464"/>
                  <a:gd name="T14" fmla="*/ 0 w 1305"/>
                  <a:gd name="T15" fmla="*/ 0 h 464"/>
                  <a:gd name="T16" fmla="*/ 0 w 1305"/>
                  <a:gd name="T17" fmla="*/ 0 h 464"/>
                  <a:gd name="T18" fmla="*/ 0 w 1305"/>
                  <a:gd name="T19" fmla="*/ 0 h 464"/>
                  <a:gd name="T20" fmla="*/ 0 w 1305"/>
                  <a:gd name="T21" fmla="*/ 0 h 464"/>
                  <a:gd name="T22" fmla="*/ 0 w 1305"/>
                  <a:gd name="T23" fmla="*/ 0 h 464"/>
                  <a:gd name="T24" fmla="*/ 0 w 1305"/>
                  <a:gd name="T25" fmla="*/ 0 h 464"/>
                  <a:gd name="T26" fmla="*/ 0 w 1305"/>
                  <a:gd name="T27" fmla="*/ 0 h 464"/>
                  <a:gd name="T28" fmla="*/ 0 w 1305"/>
                  <a:gd name="T29" fmla="*/ 0 h 464"/>
                  <a:gd name="T30" fmla="*/ 0 w 1305"/>
                  <a:gd name="T31" fmla="*/ 0 h 464"/>
                  <a:gd name="T32" fmla="*/ 0 w 1305"/>
                  <a:gd name="T33" fmla="*/ 0 h 464"/>
                  <a:gd name="T34" fmla="*/ 0 w 1305"/>
                  <a:gd name="T35" fmla="*/ 0 h 464"/>
                  <a:gd name="T36" fmla="*/ 0 w 1305"/>
                  <a:gd name="T37" fmla="*/ 0 h 464"/>
                  <a:gd name="T38" fmla="*/ 0 w 1305"/>
                  <a:gd name="T39" fmla="*/ 0 h 464"/>
                  <a:gd name="T40" fmla="*/ 0 w 1305"/>
                  <a:gd name="T41" fmla="*/ 0 h 464"/>
                  <a:gd name="T42" fmla="*/ 0 w 1305"/>
                  <a:gd name="T43" fmla="*/ 0 h 464"/>
                  <a:gd name="T44" fmla="*/ 0 w 1305"/>
                  <a:gd name="T45" fmla="*/ 0 h 464"/>
                  <a:gd name="T46" fmla="*/ 0 w 1305"/>
                  <a:gd name="T47" fmla="*/ 0 h 464"/>
                  <a:gd name="T48" fmla="*/ 0 w 1305"/>
                  <a:gd name="T49" fmla="*/ 0 h 464"/>
                  <a:gd name="T50" fmla="*/ 0 w 1305"/>
                  <a:gd name="T51" fmla="*/ 0 h 464"/>
                  <a:gd name="T52" fmla="*/ 0 w 1305"/>
                  <a:gd name="T53" fmla="*/ 0 h 464"/>
                  <a:gd name="T54" fmla="*/ 0 w 1305"/>
                  <a:gd name="T55" fmla="*/ 0 h 464"/>
                  <a:gd name="T56" fmla="*/ 0 w 1305"/>
                  <a:gd name="T57" fmla="*/ 0 h 464"/>
                  <a:gd name="T58" fmla="*/ 0 w 1305"/>
                  <a:gd name="T59" fmla="*/ 0 h 46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305"/>
                  <a:gd name="T91" fmla="*/ 0 h 464"/>
                  <a:gd name="T92" fmla="*/ 1305 w 1305"/>
                  <a:gd name="T93" fmla="*/ 464 h 464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305" h="464">
                    <a:moveTo>
                      <a:pt x="1248" y="185"/>
                    </a:moveTo>
                    <a:lnTo>
                      <a:pt x="1184" y="130"/>
                    </a:lnTo>
                    <a:lnTo>
                      <a:pt x="1149" y="53"/>
                    </a:lnTo>
                    <a:lnTo>
                      <a:pt x="1066" y="71"/>
                    </a:lnTo>
                    <a:lnTo>
                      <a:pt x="1033" y="242"/>
                    </a:lnTo>
                    <a:lnTo>
                      <a:pt x="1089" y="293"/>
                    </a:lnTo>
                    <a:lnTo>
                      <a:pt x="944" y="293"/>
                    </a:lnTo>
                    <a:lnTo>
                      <a:pt x="826" y="341"/>
                    </a:lnTo>
                    <a:lnTo>
                      <a:pt x="497" y="433"/>
                    </a:lnTo>
                    <a:lnTo>
                      <a:pt x="308" y="464"/>
                    </a:lnTo>
                    <a:lnTo>
                      <a:pt x="149" y="464"/>
                    </a:lnTo>
                    <a:lnTo>
                      <a:pt x="50" y="433"/>
                    </a:lnTo>
                    <a:lnTo>
                      <a:pt x="0" y="350"/>
                    </a:lnTo>
                    <a:lnTo>
                      <a:pt x="50" y="350"/>
                    </a:lnTo>
                    <a:lnTo>
                      <a:pt x="200" y="415"/>
                    </a:lnTo>
                    <a:lnTo>
                      <a:pt x="349" y="424"/>
                    </a:lnTo>
                    <a:lnTo>
                      <a:pt x="547" y="392"/>
                    </a:lnTo>
                    <a:lnTo>
                      <a:pt x="769" y="311"/>
                    </a:lnTo>
                    <a:lnTo>
                      <a:pt x="826" y="286"/>
                    </a:lnTo>
                    <a:lnTo>
                      <a:pt x="769" y="176"/>
                    </a:lnTo>
                    <a:lnTo>
                      <a:pt x="695" y="110"/>
                    </a:lnTo>
                    <a:lnTo>
                      <a:pt x="605" y="14"/>
                    </a:lnTo>
                    <a:lnTo>
                      <a:pt x="769" y="46"/>
                    </a:lnTo>
                    <a:lnTo>
                      <a:pt x="810" y="110"/>
                    </a:lnTo>
                    <a:lnTo>
                      <a:pt x="870" y="64"/>
                    </a:lnTo>
                    <a:lnTo>
                      <a:pt x="870" y="130"/>
                    </a:lnTo>
                    <a:lnTo>
                      <a:pt x="1033" y="0"/>
                    </a:lnTo>
                    <a:lnTo>
                      <a:pt x="1257" y="46"/>
                    </a:lnTo>
                    <a:lnTo>
                      <a:pt x="1305" y="145"/>
                    </a:lnTo>
                    <a:lnTo>
                      <a:pt x="1248" y="18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3" name="Line 147"/>
              <p:cNvSpPr>
                <a:spLocks noChangeShapeType="1"/>
              </p:cNvSpPr>
              <p:nvPr/>
            </p:nvSpPr>
            <p:spPr bwMode="auto">
              <a:xfrm>
                <a:off x="2684" y="1988"/>
                <a:ext cx="37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4" name="Freeform 148"/>
              <p:cNvSpPr>
                <a:spLocks/>
              </p:cNvSpPr>
              <p:nvPr/>
            </p:nvSpPr>
            <p:spPr bwMode="auto">
              <a:xfrm>
                <a:off x="2601" y="1576"/>
                <a:ext cx="7" cy="16"/>
              </a:xfrm>
              <a:custGeom>
                <a:avLst/>
                <a:gdLst>
                  <a:gd name="T0" fmla="*/ 0 w 50"/>
                  <a:gd name="T1" fmla="*/ 0 h 123"/>
                  <a:gd name="T2" fmla="*/ 0 w 50"/>
                  <a:gd name="T3" fmla="*/ 0 h 123"/>
                  <a:gd name="T4" fmla="*/ 0 w 50"/>
                  <a:gd name="T5" fmla="*/ 0 h 123"/>
                  <a:gd name="T6" fmla="*/ 0 w 50"/>
                  <a:gd name="T7" fmla="*/ 0 h 123"/>
                  <a:gd name="T8" fmla="*/ 0 w 50"/>
                  <a:gd name="T9" fmla="*/ 0 h 123"/>
                  <a:gd name="T10" fmla="*/ 0 w 50"/>
                  <a:gd name="T11" fmla="*/ 0 h 123"/>
                  <a:gd name="T12" fmla="*/ 0 w 50"/>
                  <a:gd name="T13" fmla="*/ 0 h 123"/>
                  <a:gd name="T14" fmla="*/ 0 w 50"/>
                  <a:gd name="T15" fmla="*/ 0 h 123"/>
                  <a:gd name="T16" fmla="*/ 0 w 50"/>
                  <a:gd name="T17" fmla="*/ 0 h 123"/>
                  <a:gd name="T18" fmla="*/ 0 w 50"/>
                  <a:gd name="T19" fmla="*/ 0 h 123"/>
                  <a:gd name="T20" fmla="*/ 0 w 50"/>
                  <a:gd name="T21" fmla="*/ 0 h 123"/>
                  <a:gd name="T22" fmla="*/ 0 w 50"/>
                  <a:gd name="T23" fmla="*/ 0 h 12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0"/>
                  <a:gd name="T37" fmla="*/ 0 h 123"/>
                  <a:gd name="T38" fmla="*/ 50 w 50"/>
                  <a:gd name="T39" fmla="*/ 123 h 12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0" h="123">
                    <a:moveTo>
                      <a:pt x="32" y="0"/>
                    </a:moveTo>
                    <a:lnTo>
                      <a:pt x="50" y="42"/>
                    </a:lnTo>
                    <a:lnTo>
                      <a:pt x="50" y="83"/>
                    </a:lnTo>
                    <a:lnTo>
                      <a:pt x="32" y="118"/>
                    </a:lnTo>
                    <a:lnTo>
                      <a:pt x="14" y="123"/>
                    </a:lnTo>
                    <a:lnTo>
                      <a:pt x="0" y="123"/>
                    </a:lnTo>
                    <a:lnTo>
                      <a:pt x="0" y="111"/>
                    </a:lnTo>
                    <a:lnTo>
                      <a:pt x="19" y="111"/>
                    </a:lnTo>
                    <a:lnTo>
                      <a:pt x="32" y="83"/>
                    </a:lnTo>
                    <a:lnTo>
                      <a:pt x="39" y="48"/>
                    </a:lnTo>
                    <a:lnTo>
                      <a:pt x="19" y="12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5" name="Freeform 149"/>
              <p:cNvSpPr>
                <a:spLocks/>
              </p:cNvSpPr>
              <p:nvPr/>
            </p:nvSpPr>
            <p:spPr bwMode="auto">
              <a:xfrm>
                <a:off x="2503" y="1537"/>
                <a:ext cx="39" cy="18"/>
              </a:xfrm>
              <a:custGeom>
                <a:avLst/>
                <a:gdLst>
                  <a:gd name="T0" fmla="*/ 0 w 311"/>
                  <a:gd name="T1" fmla="*/ 0 h 142"/>
                  <a:gd name="T2" fmla="*/ 0 w 311"/>
                  <a:gd name="T3" fmla="*/ 0 h 142"/>
                  <a:gd name="T4" fmla="*/ 0 w 311"/>
                  <a:gd name="T5" fmla="*/ 0 h 142"/>
                  <a:gd name="T6" fmla="*/ 0 w 311"/>
                  <a:gd name="T7" fmla="*/ 0 h 142"/>
                  <a:gd name="T8" fmla="*/ 0 w 311"/>
                  <a:gd name="T9" fmla="*/ 0 h 142"/>
                  <a:gd name="T10" fmla="*/ 0 w 311"/>
                  <a:gd name="T11" fmla="*/ 0 h 142"/>
                  <a:gd name="T12" fmla="*/ 0 w 311"/>
                  <a:gd name="T13" fmla="*/ 0 h 142"/>
                  <a:gd name="T14" fmla="*/ 0 w 311"/>
                  <a:gd name="T15" fmla="*/ 0 h 142"/>
                  <a:gd name="T16" fmla="*/ 0 w 311"/>
                  <a:gd name="T17" fmla="*/ 0 h 142"/>
                  <a:gd name="T18" fmla="*/ 0 w 311"/>
                  <a:gd name="T19" fmla="*/ 0 h 142"/>
                  <a:gd name="T20" fmla="*/ 0 w 311"/>
                  <a:gd name="T21" fmla="*/ 0 h 142"/>
                  <a:gd name="T22" fmla="*/ 0 w 311"/>
                  <a:gd name="T23" fmla="*/ 0 h 142"/>
                  <a:gd name="T24" fmla="*/ 0 w 311"/>
                  <a:gd name="T25" fmla="*/ 0 h 142"/>
                  <a:gd name="T26" fmla="*/ 0 w 311"/>
                  <a:gd name="T27" fmla="*/ 0 h 142"/>
                  <a:gd name="T28" fmla="*/ 0 w 311"/>
                  <a:gd name="T29" fmla="*/ 0 h 142"/>
                  <a:gd name="T30" fmla="*/ 0 w 311"/>
                  <a:gd name="T31" fmla="*/ 0 h 142"/>
                  <a:gd name="T32" fmla="*/ 0 w 311"/>
                  <a:gd name="T33" fmla="*/ 0 h 142"/>
                  <a:gd name="T34" fmla="*/ 0 w 311"/>
                  <a:gd name="T35" fmla="*/ 0 h 142"/>
                  <a:gd name="T36" fmla="*/ 0 w 311"/>
                  <a:gd name="T37" fmla="*/ 0 h 142"/>
                  <a:gd name="T38" fmla="*/ 0 w 311"/>
                  <a:gd name="T39" fmla="*/ 0 h 142"/>
                  <a:gd name="T40" fmla="*/ 0 w 311"/>
                  <a:gd name="T41" fmla="*/ 0 h 142"/>
                  <a:gd name="T42" fmla="*/ 0 w 311"/>
                  <a:gd name="T43" fmla="*/ 0 h 142"/>
                  <a:gd name="T44" fmla="*/ 0 w 311"/>
                  <a:gd name="T45" fmla="*/ 0 h 142"/>
                  <a:gd name="T46" fmla="*/ 0 w 311"/>
                  <a:gd name="T47" fmla="*/ 0 h 142"/>
                  <a:gd name="T48" fmla="*/ 0 w 311"/>
                  <a:gd name="T49" fmla="*/ 0 h 142"/>
                  <a:gd name="T50" fmla="*/ 0 w 311"/>
                  <a:gd name="T51" fmla="*/ 0 h 142"/>
                  <a:gd name="T52" fmla="*/ 0 w 311"/>
                  <a:gd name="T53" fmla="*/ 0 h 142"/>
                  <a:gd name="T54" fmla="*/ 0 w 311"/>
                  <a:gd name="T55" fmla="*/ 0 h 142"/>
                  <a:gd name="T56" fmla="*/ 0 w 311"/>
                  <a:gd name="T57" fmla="*/ 0 h 142"/>
                  <a:gd name="T58" fmla="*/ 0 w 311"/>
                  <a:gd name="T59" fmla="*/ 0 h 142"/>
                  <a:gd name="T60" fmla="*/ 0 w 311"/>
                  <a:gd name="T61" fmla="*/ 0 h 142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311"/>
                  <a:gd name="T94" fmla="*/ 0 h 142"/>
                  <a:gd name="T95" fmla="*/ 311 w 311"/>
                  <a:gd name="T96" fmla="*/ 142 h 142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311" h="142">
                    <a:moveTo>
                      <a:pt x="0" y="49"/>
                    </a:moveTo>
                    <a:lnTo>
                      <a:pt x="48" y="39"/>
                    </a:lnTo>
                    <a:lnTo>
                      <a:pt x="14" y="26"/>
                    </a:lnTo>
                    <a:lnTo>
                      <a:pt x="55" y="0"/>
                    </a:lnTo>
                    <a:lnTo>
                      <a:pt x="117" y="1"/>
                    </a:lnTo>
                    <a:lnTo>
                      <a:pt x="179" y="1"/>
                    </a:lnTo>
                    <a:lnTo>
                      <a:pt x="255" y="37"/>
                    </a:lnTo>
                    <a:lnTo>
                      <a:pt x="218" y="37"/>
                    </a:lnTo>
                    <a:lnTo>
                      <a:pt x="267" y="83"/>
                    </a:lnTo>
                    <a:lnTo>
                      <a:pt x="278" y="54"/>
                    </a:lnTo>
                    <a:lnTo>
                      <a:pt x="311" y="107"/>
                    </a:lnTo>
                    <a:lnTo>
                      <a:pt x="273" y="142"/>
                    </a:lnTo>
                    <a:lnTo>
                      <a:pt x="276" y="109"/>
                    </a:lnTo>
                    <a:lnTo>
                      <a:pt x="223" y="122"/>
                    </a:lnTo>
                    <a:lnTo>
                      <a:pt x="188" y="120"/>
                    </a:lnTo>
                    <a:lnTo>
                      <a:pt x="240" y="109"/>
                    </a:lnTo>
                    <a:lnTo>
                      <a:pt x="253" y="92"/>
                    </a:lnTo>
                    <a:lnTo>
                      <a:pt x="235" y="61"/>
                    </a:lnTo>
                    <a:lnTo>
                      <a:pt x="191" y="39"/>
                    </a:lnTo>
                    <a:lnTo>
                      <a:pt x="156" y="37"/>
                    </a:lnTo>
                    <a:lnTo>
                      <a:pt x="101" y="41"/>
                    </a:lnTo>
                    <a:lnTo>
                      <a:pt x="60" y="46"/>
                    </a:lnTo>
                    <a:lnTo>
                      <a:pt x="95" y="81"/>
                    </a:lnTo>
                    <a:lnTo>
                      <a:pt x="140" y="109"/>
                    </a:lnTo>
                    <a:lnTo>
                      <a:pt x="122" y="122"/>
                    </a:lnTo>
                    <a:lnTo>
                      <a:pt x="106" y="104"/>
                    </a:lnTo>
                    <a:lnTo>
                      <a:pt x="71" y="109"/>
                    </a:lnTo>
                    <a:lnTo>
                      <a:pt x="66" y="81"/>
                    </a:lnTo>
                    <a:lnTo>
                      <a:pt x="36" y="79"/>
                    </a:lnTo>
                    <a:lnTo>
                      <a:pt x="43" y="61"/>
                    </a:lnTo>
                    <a:lnTo>
                      <a:pt x="0" y="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6" name="Freeform 150"/>
              <p:cNvSpPr>
                <a:spLocks/>
              </p:cNvSpPr>
              <p:nvPr/>
            </p:nvSpPr>
            <p:spPr bwMode="auto">
              <a:xfrm>
                <a:off x="2567" y="1541"/>
                <a:ext cx="33" cy="15"/>
              </a:xfrm>
              <a:custGeom>
                <a:avLst/>
                <a:gdLst>
                  <a:gd name="T0" fmla="*/ 0 w 263"/>
                  <a:gd name="T1" fmla="*/ 0 h 121"/>
                  <a:gd name="T2" fmla="*/ 0 w 263"/>
                  <a:gd name="T3" fmla="*/ 0 h 121"/>
                  <a:gd name="T4" fmla="*/ 0 w 263"/>
                  <a:gd name="T5" fmla="*/ 0 h 121"/>
                  <a:gd name="T6" fmla="*/ 0 w 263"/>
                  <a:gd name="T7" fmla="*/ 0 h 121"/>
                  <a:gd name="T8" fmla="*/ 0 w 263"/>
                  <a:gd name="T9" fmla="*/ 0 h 121"/>
                  <a:gd name="T10" fmla="*/ 0 w 263"/>
                  <a:gd name="T11" fmla="*/ 0 h 121"/>
                  <a:gd name="T12" fmla="*/ 0 w 263"/>
                  <a:gd name="T13" fmla="*/ 0 h 121"/>
                  <a:gd name="T14" fmla="*/ 0 w 263"/>
                  <a:gd name="T15" fmla="*/ 0 h 121"/>
                  <a:gd name="T16" fmla="*/ 0 w 263"/>
                  <a:gd name="T17" fmla="*/ 0 h 121"/>
                  <a:gd name="T18" fmla="*/ 0 w 263"/>
                  <a:gd name="T19" fmla="*/ 0 h 121"/>
                  <a:gd name="T20" fmla="*/ 0 w 263"/>
                  <a:gd name="T21" fmla="*/ 0 h 121"/>
                  <a:gd name="T22" fmla="*/ 0 w 263"/>
                  <a:gd name="T23" fmla="*/ 0 h 121"/>
                  <a:gd name="T24" fmla="*/ 0 w 263"/>
                  <a:gd name="T25" fmla="*/ 0 h 121"/>
                  <a:gd name="T26" fmla="*/ 0 w 263"/>
                  <a:gd name="T27" fmla="*/ 0 h 121"/>
                  <a:gd name="T28" fmla="*/ 0 w 263"/>
                  <a:gd name="T29" fmla="*/ 0 h 121"/>
                  <a:gd name="T30" fmla="*/ 0 w 263"/>
                  <a:gd name="T31" fmla="*/ 0 h 121"/>
                  <a:gd name="T32" fmla="*/ 0 w 263"/>
                  <a:gd name="T33" fmla="*/ 0 h 121"/>
                  <a:gd name="T34" fmla="*/ 0 w 263"/>
                  <a:gd name="T35" fmla="*/ 0 h 121"/>
                  <a:gd name="T36" fmla="*/ 0 w 263"/>
                  <a:gd name="T37" fmla="*/ 0 h 121"/>
                  <a:gd name="T38" fmla="*/ 0 w 263"/>
                  <a:gd name="T39" fmla="*/ 0 h 121"/>
                  <a:gd name="T40" fmla="*/ 0 w 263"/>
                  <a:gd name="T41" fmla="*/ 0 h 121"/>
                  <a:gd name="T42" fmla="*/ 0 w 263"/>
                  <a:gd name="T43" fmla="*/ 0 h 121"/>
                  <a:gd name="T44" fmla="*/ 0 w 263"/>
                  <a:gd name="T45" fmla="*/ 0 h 121"/>
                  <a:gd name="T46" fmla="*/ 0 w 263"/>
                  <a:gd name="T47" fmla="*/ 0 h 121"/>
                  <a:gd name="T48" fmla="*/ 0 w 263"/>
                  <a:gd name="T49" fmla="*/ 0 h 121"/>
                  <a:gd name="T50" fmla="*/ 0 w 263"/>
                  <a:gd name="T51" fmla="*/ 0 h 121"/>
                  <a:gd name="T52" fmla="*/ 0 w 263"/>
                  <a:gd name="T53" fmla="*/ 0 h 121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263"/>
                  <a:gd name="T82" fmla="*/ 0 h 121"/>
                  <a:gd name="T83" fmla="*/ 263 w 263"/>
                  <a:gd name="T84" fmla="*/ 121 h 121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263" h="121">
                    <a:moveTo>
                      <a:pt x="0" y="75"/>
                    </a:moveTo>
                    <a:lnTo>
                      <a:pt x="26" y="31"/>
                    </a:lnTo>
                    <a:lnTo>
                      <a:pt x="92" y="0"/>
                    </a:lnTo>
                    <a:lnTo>
                      <a:pt x="127" y="0"/>
                    </a:lnTo>
                    <a:lnTo>
                      <a:pt x="109" y="24"/>
                    </a:lnTo>
                    <a:lnTo>
                      <a:pt x="145" y="24"/>
                    </a:lnTo>
                    <a:lnTo>
                      <a:pt x="151" y="5"/>
                    </a:lnTo>
                    <a:lnTo>
                      <a:pt x="175" y="17"/>
                    </a:lnTo>
                    <a:lnTo>
                      <a:pt x="208" y="12"/>
                    </a:lnTo>
                    <a:lnTo>
                      <a:pt x="217" y="29"/>
                    </a:lnTo>
                    <a:lnTo>
                      <a:pt x="259" y="24"/>
                    </a:lnTo>
                    <a:lnTo>
                      <a:pt x="226" y="58"/>
                    </a:lnTo>
                    <a:lnTo>
                      <a:pt x="263" y="77"/>
                    </a:lnTo>
                    <a:lnTo>
                      <a:pt x="208" y="86"/>
                    </a:lnTo>
                    <a:lnTo>
                      <a:pt x="206" y="104"/>
                    </a:lnTo>
                    <a:lnTo>
                      <a:pt x="180" y="97"/>
                    </a:lnTo>
                    <a:lnTo>
                      <a:pt x="151" y="121"/>
                    </a:lnTo>
                    <a:lnTo>
                      <a:pt x="134" y="110"/>
                    </a:lnTo>
                    <a:lnTo>
                      <a:pt x="97" y="110"/>
                    </a:lnTo>
                    <a:lnTo>
                      <a:pt x="151" y="97"/>
                    </a:lnTo>
                    <a:lnTo>
                      <a:pt x="184" y="77"/>
                    </a:lnTo>
                    <a:lnTo>
                      <a:pt x="206" y="68"/>
                    </a:lnTo>
                    <a:lnTo>
                      <a:pt x="169" y="51"/>
                    </a:lnTo>
                    <a:lnTo>
                      <a:pt x="134" y="38"/>
                    </a:lnTo>
                    <a:lnTo>
                      <a:pt x="85" y="31"/>
                    </a:lnTo>
                    <a:lnTo>
                      <a:pt x="37" y="58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7" name="Freeform 151"/>
              <p:cNvSpPr>
                <a:spLocks/>
              </p:cNvSpPr>
              <p:nvPr/>
            </p:nvSpPr>
            <p:spPr bwMode="auto">
              <a:xfrm>
                <a:off x="2570" y="1552"/>
                <a:ext cx="6" cy="3"/>
              </a:xfrm>
              <a:custGeom>
                <a:avLst/>
                <a:gdLst>
                  <a:gd name="T0" fmla="*/ 0 w 51"/>
                  <a:gd name="T1" fmla="*/ 0 h 17"/>
                  <a:gd name="T2" fmla="*/ 0 w 51"/>
                  <a:gd name="T3" fmla="*/ 0 h 17"/>
                  <a:gd name="T4" fmla="*/ 0 w 51"/>
                  <a:gd name="T5" fmla="*/ 0 h 17"/>
                  <a:gd name="T6" fmla="*/ 0 w 51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17"/>
                  <a:gd name="T14" fmla="*/ 51 w 51"/>
                  <a:gd name="T15" fmla="*/ 17 h 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17">
                    <a:moveTo>
                      <a:pt x="14" y="0"/>
                    </a:moveTo>
                    <a:lnTo>
                      <a:pt x="51" y="17"/>
                    </a:lnTo>
                    <a:lnTo>
                      <a:pt x="0" y="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8" name="Freeform 152"/>
              <p:cNvSpPr>
                <a:spLocks/>
              </p:cNvSpPr>
              <p:nvPr/>
            </p:nvSpPr>
            <p:spPr bwMode="auto">
              <a:xfrm>
                <a:off x="2506" y="1523"/>
                <a:ext cx="39" cy="18"/>
              </a:xfrm>
              <a:custGeom>
                <a:avLst/>
                <a:gdLst>
                  <a:gd name="T0" fmla="*/ 0 w 310"/>
                  <a:gd name="T1" fmla="*/ 0 h 140"/>
                  <a:gd name="T2" fmla="*/ 0 w 310"/>
                  <a:gd name="T3" fmla="*/ 0 h 140"/>
                  <a:gd name="T4" fmla="*/ 0 w 310"/>
                  <a:gd name="T5" fmla="*/ 0 h 140"/>
                  <a:gd name="T6" fmla="*/ 0 w 310"/>
                  <a:gd name="T7" fmla="*/ 0 h 140"/>
                  <a:gd name="T8" fmla="*/ 0 w 310"/>
                  <a:gd name="T9" fmla="*/ 0 h 140"/>
                  <a:gd name="T10" fmla="*/ 0 w 310"/>
                  <a:gd name="T11" fmla="*/ 0 h 140"/>
                  <a:gd name="T12" fmla="*/ 0 w 310"/>
                  <a:gd name="T13" fmla="*/ 0 h 140"/>
                  <a:gd name="T14" fmla="*/ 0 w 310"/>
                  <a:gd name="T15" fmla="*/ 0 h 14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10"/>
                  <a:gd name="T25" fmla="*/ 0 h 140"/>
                  <a:gd name="T26" fmla="*/ 310 w 310"/>
                  <a:gd name="T27" fmla="*/ 140 h 14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10" h="140">
                    <a:moveTo>
                      <a:pt x="0" y="28"/>
                    </a:moveTo>
                    <a:lnTo>
                      <a:pt x="93" y="0"/>
                    </a:lnTo>
                    <a:lnTo>
                      <a:pt x="238" y="57"/>
                    </a:lnTo>
                    <a:lnTo>
                      <a:pt x="310" y="140"/>
                    </a:lnTo>
                    <a:lnTo>
                      <a:pt x="244" y="74"/>
                    </a:lnTo>
                    <a:lnTo>
                      <a:pt x="145" y="28"/>
                    </a:lnTo>
                    <a:lnTo>
                      <a:pt x="81" y="21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9" name="Freeform 153"/>
              <p:cNvSpPr>
                <a:spLocks/>
              </p:cNvSpPr>
              <p:nvPr/>
            </p:nvSpPr>
            <p:spPr bwMode="auto">
              <a:xfrm>
                <a:off x="2570" y="1528"/>
                <a:ext cx="30" cy="8"/>
              </a:xfrm>
              <a:custGeom>
                <a:avLst/>
                <a:gdLst>
                  <a:gd name="T0" fmla="*/ 0 w 245"/>
                  <a:gd name="T1" fmla="*/ 0 h 64"/>
                  <a:gd name="T2" fmla="*/ 0 w 245"/>
                  <a:gd name="T3" fmla="*/ 0 h 64"/>
                  <a:gd name="T4" fmla="*/ 0 w 245"/>
                  <a:gd name="T5" fmla="*/ 0 h 64"/>
                  <a:gd name="T6" fmla="*/ 0 w 245"/>
                  <a:gd name="T7" fmla="*/ 0 h 64"/>
                  <a:gd name="T8" fmla="*/ 0 w 245"/>
                  <a:gd name="T9" fmla="*/ 0 h 64"/>
                  <a:gd name="T10" fmla="*/ 0 w 245"/>
                  <a:gd name="T11" fmla="*/ 0 h 64"/>
                  <a:gd name="T12" fmla="*/ 0 w 245"/>
                  <a:gd name="T13" fmla="*/ 0 h 64"/>
                  <a:gd name="T14" fmla="*/ 0 w 245"/>
                  <a:gd name="T15" fmla="*/ 0 h 64"/>
                  <a:gd name="T16" fmla="*/ 0 w 245"/>
                  <a:gd name="T17" fmla="*/ 0 h 6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45"/>
                  <a:gd name="T28" fmla="*/ 0 h 64"/>
                  <a:gd name="T29" fmla="*/ 245 w 245"/>
                  <a:gd name="T30" fmla="*/ 64 h 6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45" h="64">
                    <a:moveTo>
                      <a:pt x="0" y="64"/>
                    </a:moveTo>
                    <a:lnTo>
                      <a:pt x="86" y="31"/>
                    </a:lnTo>
                    <a:lnTo>
                      <a:pt x="157" y="18"/>
                    </a:lnTo>
                    <a:lnTo>
                      <a:pt x="218" y="18"/>
                    </a:lnTo>
                    <a:lnTo>
                      <a:pt x="245" y="35"/>
                    </a:lnTo>
                    <a:lnTo>
                      <a:pt x="229" y="0"/>
                    </a:lnTo>
                    <a:lnTo>
                      <a:pt x="168" y="0"/>
                    </a:lnTo>
                    <a:lnTo>
                      <a:pt x="69" y="18"/>
                    </a:lnTo>
                    <a:lnTo>
                      <a:pt x="0" y="6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0" name="Freeform 154"/>
              <p:cNvSpPr>
                <a:spLocks/>
              </p:cNvSpPr>
              <p:nvPr/>
            </p:nvSpPr>
            <p:spPr bwMode="auto">
              <a:xfrm>
                <a:off x="2536" y="1584"/>
                <a:ext cx="25" cy="13"/>
              </a:xfrm>
              <a:custGeom>
                <a:avLst/>
                <a:gdLst>
                  <a:gd name="T0" fmla="*/ 0 w 207"/>
                  <a:gd name="T1" fmla="*/ 0 h 103"/>
                  <a:gd name="T2" fmla="*/ 0 w 207"/>
                  <a:gd name="T3" fmla="*/ 0 h 103"/>
                  <a:gd name="T4" fmla="*/ 0 w 207"/>
                  <a:gd name="T5" fmla="*/ 0 h 103"/>
                  <a:gd name="T6" fmla="*/ 0 w 207"/>
                  <a:gd name="T7" fmla="*/ 0 h 103"/>
                  <a:gd name="T8" fmla="*/ 0 w 207"/>
                  <a:gd name="T9" fmla="*/ 0 h 103"/>
                  <a:gd name="T10" fmla="*/ 0 w 207"/>
                  <a:gd name="T11" fmla="*/ 0 h 103"/>
                  <a:gd name="T12" fmla="*/ 0 w 207"/>
                  <a:gd name="T13" fmla="*/ 0 h 103"/>
                  <a:gd name="T14" fmla="*/ 0 w 207"/>
                  <a:gd name="T15" fmla="*/ 0 h 103"/>
                  <a:gd name="T16" fmla="*/ 0 w 207"/>
                  <a:gd name="T17" fmla="*/ 0 h 103"/>
                  <a:gd name="T18" fmla="*/ 0 w 207"/>
                  <a:gd name="T19" fmla="*/ 0 h 103"/>
                  <a:gd name="T20" fmla="*/ 0 w 207"/>
                  <a:gd name="T21" fmla="*/ 0 h 103"/>
                  <a:gd name="T22" fmla="*/ 0 w 207"/>
                  <a:gd name="T23" fmla="*/ 0 h 103"/>
                  <a:gd name="T24" fmla="*/ 0 w 207"/>
                  <a:gd name="T25" fmla="*/ 0 h 103"/>
                  <a:gd name="T26" fmla="*/ 0 w 207"/>
                  <a:gd name="T27" fmla="*/ 0 h 10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07"/>
                  <a:gd name="T43" fmla="*/ 0 h 103"/>
                  <a:gd name="T44" fmla="*/ 207 w 207"/>
                  <a:gd name="T45" fmla="*/ 103 h 103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07" h="103">
                    <a:moveTo>
                      <a:pt x="207" y="38"/>
                    </a:moveTo>
                    <a:lnTo>
                      <a:pt x="152" y="73"/>
                    </a:lnTo>
                    <a:lnTo>
                      <a:pt x="130" y="66"/>
                    </a:lnTo>
                    <a:lnTo>
                      <a:pt x="101" y="38"/>
                    </a:lnTo>
                    <a:lnTo>
                      <a:pt x="58" y="29"/>
                    </a:lnTo>
                    <a:lnTo>
                      <a:pt x="11" y="22"/>
                    </a:lnTo>
                    <a:lnTo>
                      <a:pt x="11" y="0"/>
                    </a:lnTo>
                    <a:lnTo>
                      <a:pt x="0" y="22"/>
                    </a:lnTo>
                    <a:lnTo>
                      <a:pt x="11" y="38"/>
                    </a:lnTo>
                    <a:lnTo>
                      <a:pt x="67" y="57"/>
                    </a:lnTo>
                    <a:lnTo>
                      <a:pt x="125" y="103"/>
                    </a:lnTo>
                    <a:lnTo>
                      <a:pt x="148" y="103"/>
                    </a:lnTo>
                    <a:lnTo>
                      <a:pt x="207" y="66"/>
                    </a:lnTo>
                    <a:lnTo>
                      <a:pt x="207" y="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1" name="Freeform 155"/>
              <p:cNvSpPr>
                <a:spLocks/>
              </p:cNvSpPr>
              <p:nvPr/>
            </p:nvSpPr>
            <p:spPr bwMode="auto">
              <a:xfrm>
                <a:off x="2560" y="1538"/>
                <a:ext cx="7" cy="22"/>
              </a:xfrm>
              <a:custGeom>
                <a:avLst/>
                <a:gdLst>
                  <a:gd name="T0" fmla="*/ 0 w 57"/>
                  <a:gd name="T1" fmla="*/ 0 h 172"/>
                  <a:gd name="T2" fmla="*/ 0 w 57"/>
                  <a:gd name="T3" fmla="*/ 0 h 172"/>
                  <a:gd name="T4" fmla="*/ 0 w 57"/>
                  <a:gd name="T5" fmla="*/ 0 h 172"/>
                  <a:gd name="T6" fmla="*/ 0 w 57"/>
                  <a:gd name="T7" fmla="*/ 0 h 172"/>
                  <a:gd name="T8" fmla="*/ 0 w 57"/>
                  <a:gd name="T9" fmla="*/ 0 h 172"/>
                  <a:gd name="T10" fmla="*/ 0 w 57"/>
                  <a:gd name="T11" fmla="*/ 0 h 172"/>
                  <a:gd name="T12" fmla="*/ 0 w 57"/>
                  <a:gd name="T13" fmla="*/ 0 h 172"/>
                  <a:gd name="T14" fmla="*/ 0 w 57"/>
                  <a:gd name="T15" fmla="*/ 0 h 172"/>
                  <a:gd name="T16" fmla="*/ 0 w 57"/>
                  <a:gd name="T17" fmla="*/ 0 h 17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57"/>
                  <a:gd name="T28" fmla="*/ 0 h 172"/>
                  <a:gd name="T29" fmla="*/ 57 w 57"/>
                  <a:gd name="T30" fmla="*/ 172 h 17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57" h="172">
                    <a:moveTo>
                      <a:pt x="57" y="0"/>
                    </a:moveTo>
                    <a:lnTo>
                      <a:pt x="15" y="51"/>
                    </a:lnTo>
                    <a:lnTo>
                      <a:pt x="0" y="106"/>
                    </a:lnTo>
                    <a:lnTo>
                      <a:pt x="4" y="141"/>
                    </a:lnTo>
                    <a:lnTo>
                      <a:pt x="33" y="172"/>
                    </a:lnTo>
                    <a:lnTo>
                      <a:pt x="15" y="134"/>
                    </a:lnTo>
                    <a:lnTo>
                      <a:pt x="15" y="95"/>
                    </a:lnTo>
                    <a:lnTo>
                      <a:pt x="28" y="49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2" name="Freeform 156"/>
              <p:cNvSpPr>
                <a:spLocks/>
              </p:cNvSpPr>
              <p:nvPr/>
            </p:nvSpPr>
            <p:spPr bwMode="auto">
              <a:xfrm>
                <a:off x="2518" y="1541"/>
                <a:ext cx="10" cy="9"/>
              </a:xfrm>
              <a:custGeom>
                <a:avLst/>
                <a:gdLst>
                  <a:gd name="T0" fmla="*/ 0 w 81"/>
                  <a:gd name="T1" fmla="*/ 0 h 74"/>
                  <a:gd name="T2" fmla="*/ 0 w 81"/>
                  <a:gd name="T3" fmla="*/ 0 h 74"/>
                  <a:gd name="T4" fmla="*/ 0 w 81"/>
                  <a:gd name="T5" fmla="*/ 0 h 74"/>
                  <a:gd name="T6" fmla="*/ 0 w 81"/>
                  <a:gd name="T7" fmla="*/ 0 h 74"/>
                  <a:gd name="T8" fmla="*/ 0 w 81"/>
                  <a:gd name="T9" fmla="*/ 0 h 74"/>
                  <a:gd name="T10" fmla="*/ 0 w 81"/>
                  <a:gd name="T11" fmla="*/ 0 h 74"/>
                  <a:gd name="T12" fmla="*/ 0 w 81"/>
                  <a:gd name="T13" fmla="*/ 0 h 74"/>
                  <a:gd name="T14" fmla="*/ 0 w 81"/>
                  <a:gd name="T15" fmla="*/ 0 h 74"/>
                  <a:gd name="T16" fmla="*/ 0 w 81"/>
                  <a:gd name="T17" fmla="*/ 0 h 74"/>
                  <a:gd name="T18" fmla="*/ 0 w 81"/>
                  <a:gd name="T19" fmla="*/ 0 h 74"/>
                  <a:gd name="T20" fmla="*/ 0 w 81"/>
                  <a:gd name="T21" fmla="*/ 0 h 7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81"/>
                  <a:gd name="T34" fmla="*/ 0 h 74"/>
                  <a:gd name="T35" fmla="*/ 81 w 81"/>
                  <a:gd name="T36" fmla="*/ 74 h 7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81" h="74">
                    <a:moveTo>
                      <a:pt x="0" y="6"/>
                    </a:moveTo>
                    <a:lnTo>
                      <a:pt x="6" y="57"/>
                    </a:lnTo>
                    <a:lnTo>
                      <a:pt x="30" y="74"/>
                    </a:lnTo>
                    <a:lnTo>
                      <a:pt x="57" y="74"/>
                    </a:lnTo>
                    <a:lnTo>
                      <a:pt x="72" y="39"/>
                    </a:lnTo>
                    <a:lnTo>
                      <a:pt x="81" y="17"/>
                    </a:lnTo>
                    <a:lnTo>
                      <a:pt x="57" y="32"/>
                    </a:lnTo>
                    <a:lnTo>
                      <a:pt x="37" y="50"/>
                    </a:lnTo>
                    <a:lnTo>
                      <a:pt x="30" y="39"/>
                    </a:lnTo>
                    <a:lnTo>
                      <a:pt x="34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3" name="Freeform 157"/>
              <p:cNvSpPr>
                <a:spLocks/>
              </p:cNvSpPr>
              <p:nvPr/>
            </p:nvSpPr>
            <p:spPr bwMode="auto">
              <a:xfrm>
                <a:off x="2574" y="1545"/>
                <a:ext cx="11" cy="8"/>
              </a:xfrm>
              <a:custGeom>
                <a:avLst/>
                <a:gdLst>
                  <a:gd name="T0" fmla="*/ 0 w 92"/>
                  <a:gd name="T1" fmla="*/ 0 h 64"/>
                  <a:gd name="T2" fmla="*/ 0 w 92"/>
                  <a:gd name="T3" fmla="*/ 0 h 64"/>
                  <a:gd name="T4" fmla="*/ 0 w 92"/>
                  <a:gd name="T5" fmla="*/ 0 h 64"/>
                  <a:gd name="T6" fmla="*/ 0 w 92"/>
                  <a:gd name="T7" fmla="*/ 0 h 64"/>
                  <a:gd name="T8" fmla="*/ 0 w 92"/>
                  <a:gd name="T9" fmla="*/ 0 h 64"/>
                  <a:gd name="T10" fmla="*/ 0 w 92"/>
                  <a:gd name="T11" fmla="*/ 0 h 64"/>
                  <a:gd name="T12" fmla="*/ 0 w 92"/>
                  <a:gd name="T13" fmla="*/ 0 h 64"/>
                  <a:gd name="T14" fmla="*/ 0 w 92"/>
                  <a:gd name="T15" fmla="*/ 0 h 64"/>
                  <a:gd name="T16" fmla="*/ 0 w 92"/>
                  <a:gd name="T17" fmla="*/ 0 h 64"/>
                  <a:gd name="T18" fmla="*/ 0 w 92"/>
                  <a:gd name="T19" fmla="*/ 0 h 6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2"/>
                  <a:gd name="T31" fmla="*/ 0 h 64"/>
                  <a:gd name="T32" fmla="*/ 92 w 92"/>
                  <a:gd name="T33" fmla="*/ 64 h 6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2" h="64">
                    <a:moveTo>
                      <a:pt x="0" y="12"/>
                    </a:moveTo>
                    <a:lnTo>
                      <a:pt x="5" y="64"/>
                    </a:lnTo>
                    <a:lnTo>
                      <a:pt x="64" y="64"/>
                    </a:lnTo>
                    <a:lnTo>
                      <a:pt x="89" y="35"/>
                    </a:lnTo>
                    <a:lnTo>
                      <a:pt x="92" y="0"/>
                    </a:lnTo>
                    <a:lnTo>
                      <a:pt x="55" y="0"/>
                    </a:lnTo>
                    <a:lnTo>
                      <a:pt x="64" y="31"/>
                    </a:lnTo>
                    <a:lnTo>
                      <a:pt x="41" y="42"/>
                    </a:lnTo>
                    <a:lnTo>
                      <a:pt x="27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4" name="Freeform 158"/>
              <p:cNvSpPr>
                <a:spLocks/>
              </p:cNvSpPr>
              <p:nvPr/>
            </p:nvSpPr>
            <p:spPr bwMode="auto">
              <a:xfrm>
                <a:off x="2527" y="1605"/>
                <a:ext cx="43" cy="4"/>
              </a:xfrm>
              <a:custGeom>
                <a:avLst/>
                <a:gdLst>
                  <a:gd name="T0" fmla="*/ 0 w 350"/>
                  <a:gd name="T1" fmla="*/ 0 h 31"/>
                  <a:gd name="T2" fmla="*/ 0 w 350"/>
                  <a:gd name="T3" fmla="*/ 0 h 31"/>
                  <a:gd name="T4" fmla="*/ 0 w 350"/>
                  <a:gd name="T5" fmla="*/ 0 h 31"/>
                  <a:gd name="T6" fmla="*/ 0 w 350"/>
                  <a:gd name="T7" fmla="*/ 0 h 31"/>
                  <a:gd name="T8" fmla="*/ 0 w 350"/>
                  <a:gd name="T9" fmla="*/ 0 h 31"/>
                  <a:gd name="T10" fmla="*/ 0 w 350"/>
                  <a:gd name="T11" fmla="*/ 0 h 31"/>
                  <a:gd name="T12" fmla="*/ 0 w 350"/>
                  <a:gd name="T13" fmla="*/ 0 h 31"/>
                  <a:gd name="T14" fmla="*/ 0 w 350"/>
                  <a:gd name="T15" fmla="*/ 0 h 31"/>
                  <a:gd name="T16" fmla="*/ 0 w 350"/>
                  <a:gd name="T17" fmla="*/ 0 h 3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50"/>
                  <a:gd name="T28" fmla="*/ 0 h 31"/>
                  <a:gd name="T29" fmla="*/ 350 w 350"/>
                  <a:gd name="T30" fmla="*/ 31 h 3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50" h="31">
                    <a:moveTo>
                      <a:pt x="0" y="5"/>
                    </a:moveTo>
                    <a:lnTo>
                      <a:pt x="111" y="0"/>
                    </a:lnTo>
                    <a:lnTo>
                      <a:pt x="198" y="14"/>
                    </a:lnTo>
                    <a:lnTo>
                      <a:pt x="251" y="5"/>
                    </a:lnTo>
                    <a:lnTo>
                      <a:pt x="350" y="14"/>
                    </a:lnTo>
                    <a:lnTo>
                      <a:pt x="276" y="24"/>
                    </a:lnTo>
                    <a:lnTo>
                      <a:pt x="198" y="31"/>
                    </a:lnTo>
                    <a:lnTo>
                      <a:pt x="46" y="18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5" name="Freeform 159"/>
              <p:cNvSpPr>
                <a:spLocks/>
              </p:cNvSpPr>
              <p:nvPr/>
            </p:nvSpPr>
            <p:spPr bwMode="auto">
              <a:xfrm>
                <a:off x="2535" y="1612"/>
                <a:ext cx="29" cy="5"/>
              </a:xfrm>
              <a:custGeom>
                <a:avLst/>
                <a:gdLst>
                  <a:gd name="T0" fmla="*/ 0 w 233"/>
                  <a:gd name="T1" fmla="*/ 0 h 42"/>
                  <a:gd name="T2" fmla="*/ 0 w 233"/>
                  <a:gd name="T3" fmla="*/ 0 h 42"/>
                  <a:gd name="T4" fmla="*/ 0 w 233"/>
                  <a:gd name="T5" fmla="*/ 0 h 42"/>
                  <a:gd name="T6" fmla="*/ 0 w 233"/>
                  <a:gd name="T7" fmla="*/ 0 h 42"/>
                  <a:gd name="T8" fmla="*/ 0 w 233"/>
                  <a:gd name="T9" fmla="*/ 0 h 42"/>
                  <a:gd name="T10" fmla="*/ 0 w 233"/>
                  <a:gd name="T11" fmla="*/ 0 h 42"/>
                  <a:gd name="T12" fmla="*/ 0 w 233"/>
                  <a:gd name="T13" fmla="*/ 0 h 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3"/>
                  <a:gd name="T22" fmla="*/ 0 h 42"/>
                  <a:gd name="T23" fmla="*/ 233 w 233"/>
                  <a:gd name="T24" fmla="*/ 42 h 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3" h="42">
                    <a:moveTo>
                      <a:pt x="0" y="0"/>
                    </a:moveTo>
                    <a:lnTo>
                      <a:pt x="60" y="35"/>
                    </a:lnTo>
                    <a:lnTo>
                      <a:pt x="159" y="42"/>
                    </a:lnTo>
                    <a:lnTo>
                      <a:pt x="233" y="7"/>
                    </a:lnTo>
                    <a:lnTo>
                      <a:pt x="164" y="24"/>
                    </a:lnTo>
                    <a:lnTo>
                      <a:pt x="77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6" name="Freeform 160"/>
              <p:cNvSpPr>
                <a:spLocks/>
              </p:cNvSpPr>
              <p:nvPr/>
            </p:nvSpPr>
            <p:spPr bwMode="auto">
              <a:xfrm>
                <a:off x="2977" y="1628"/>
                <a:ext cx="75" cy="64"/>
              </a:xfrm>
              <a:custGeom>
                <a:avLst/>
                <a:gdLst>
                  <a:gd name="T0" fmla="*/ 0 w 595"/>
                  <a:gd name="T1" fmla="*/ 0 h 512"/>
                  <a:gd name="T2" fmla="*/ 0 w 595"/>
                  <a:gd name="T3" fmla="*/ 0 h 512"/>
                  <a:gd name="T4" fmla="*/ 0 w 595"/>
                  <a:gd name="T5" fmla="*/ 0 h 512"/>
                  <a:gd name="T6" fmla="*/ 0 w 595"/>
                  <a:gd name="T7" fmla="*/ 0 h 512"/>
                  <a:gd name="T8" fmla="*/ 0 w 595"/>
                  <a:gd name="T9" fmla="*/ 0 h 512"/>
                  <a:gd name="T10" fmla="*/ 0 w 595"/>
                  <a:gd name="T11" fmla="*/ 0 h 512"/>
                  <a:gd name="T12" fmla="*/ 0 w 595"/>
                  <a:gd name="T13" fmla="*/ 0 h 512"/>
                  <a:gd name="T14" fmla="*/ 0 w 595"/>
                  <a:gd name="T15" fmla="*/ 0 h 512"/>
                  <a:gd name="T16" fmla="*/ 0 w 595"/>
                  <a:gd name="T17" fmla="*/ 0 h 512"/>
                  <a:gd name="T18" fmla="*/ 0 w 595"/>
                  <a:gd name="T19" fmla="*/ 0 h 512"/>
                  <a:gd name="T20" fmla="*/ 0 w 595"/>
                  <a:gd name="T21" fmla="*/ 0 h 512"/>
                  <a:gd name="T22" fmla="*/ 0 w 595"/>
                  <a:gd name="T23" fmla="*/ 0 h 512"/>
                  <a:gd name="T24" fmla="*/ 0 w 595"/>
                  <a:gd name="T25" fmla="*/ 0 h 512"/>
                  <a:gd name="T26" fmla="*/ 0 w 595"/>
                  <a:gd name="T27" fmla="*/ 0 h 512"/>
                  <a:gd name="T28" fmla="*/ 0 w 595"/>
                  <a:gd name="T29" fmla="*/ 0 h 512"/>
                  <a:gd name="T30" fmla="*/ 0 w 595"/>
                  <a:gd name="T31" fmla="*/ 0 h 512"/>
                  <a:gd name="T32" fmla="*/ 0 w 595"/>
                  <a:gd name="T33" fmla="*/ 0 h 512"/>
                  <a:gd name="T34" fmla="*/ 0 w 595"/>
                  <a:gd name="T35" fmla="*/ 0 h 512"/>
                  <a:gd name="T36" fmla="*/ 0 w 595"/>
                  <a:gd name="T37" fmla="*/ 0 h 512"/>
                  <a:gd name="T38" fmla="*/ 0 w 595"/>
                  <a:gd name="T39" fmla="*/ 0 h 512"/>
                  <a:gd name="T40" fmla="*/ 0 w 595"/>
                  <a:gd name="T41" fmla="*/ 0 h 512"/>
                  <a:gd name="T42" fmla="*/ 0 w 595"/>
                  <a:gd name="T43" fmla="*/ 0 h 512"/>
                  <a:gd name="T44" fmla="*/ 0 w 595"/>
                  <a:gd name="T45" fmla="*/ 0 h 512"/>
                  <a:gd name="T46" fmla="*/ 0 w 595"/>
                  <a:gd name="T47" fmla="*/ 0 h 512"/>
                  <a:gd name="T48" fmla="*/ 0 w 595"/>
                  <a:gd name="T49" fmla="*/ 0 h 512"/>
                  <a:gd name="T50" fmla="*/ 0 w 595"/>
                  <a:gd name="T51" fmla="*/ 0 h 512"/>
                  <a:gd name="T52" fmla="*/ 0 w 595"/>
                  <a:gd name="T53" fmla="*/ 0 h 512"/>
                  <a:gd name="T54" fmla="*/ 0 w 595"/>
                  <a:gd name="T55" fmla="*/ 0 h 512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595"/>
                  <a:gd name="T85" fmla="*/ 0 h 512"/>
                  <a:gd name="T86" fmla="*/ 595 w 595"/>
                  <a:gd name="T87" fmla="*/ 512 h 512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595" h="512">
                    <a:moveTo>
                      <a:pt x="97" y="215"/>
                    </a:moveTo>
                    <a:lnTo>
                      <a:pt x="120" y="122"/>
                    </a:lnTo>
                    <a:lnTo>
                      <a:pt x="305" y="0"/>
                    </a:lnTo>
                    <a:lnTo>
                      <a:pt x="498" y="68"/>
                    </a:lnTo>
                    <a:lnTo>
                      <a:pt x="395" y="68"/>
                    </a:lnTo>
                    <a:lnTo>
                      <a:pt x="514" y="209"/>
                    </a:lnTo>
                    <a:lnTo>
                      <a:pt x="569" y="191"/>
                    </a:lnTo>
                    <a:lnTo>
                      <a:pt x="525" y="96"/>
                    </a:lnTo>
                    <a:lnTo>
                      <a:pt x="595" y="209"/>
                    </a:lnTo>
                    <a:lnTo>
                      <a:pt x="551" y="261"/>
                    </a:lnTo>
                    <a:lnTo>
                      <a:pt x="595" y="503"/>
                    </a:lnTo>
                    <a:lnTo>
                      <a:pt x="533" y="512"/>
                    </a:lnTo>
                    <a:lnTo>
                      <a:pt x="464" y="494"/>
                    </a:lnTo>
                    <a:lnTo>
                      <a:pt x="542" y="486"/>
                    </a:lnTo>
                    <a:lnTo>
                      <a:pt x="475" y="329"/>
                    </a:lnTo>
                    <a:lnTo>
                      <a:pt x="351" y="200"/>
                    </a:lnTo>
                    <a:lnTo>
                      <a:pt x="489" y="311"/>
                    </a:lnTo>
                    <a:lnTo>
                      <a:pt x="542" y="424"/>
                    </a:lnTo>
                    <a:lnTo>
                      <a:pt x="510" y="244"/>
                    </a:lnTo>
                    <a:lnTo>
                      <a:pt x="305" y="41"/>
                    </a:lnTo>
                    <a:lnTo>
                      <a:pt x="261" y="122"/>
                    </a:lnTo>
                    <a:lnTo>
                      <a:pt x="305" y="173"/>
                    </a:lnTo>
                    <a:lnTo>
                      <a:pt x="228" y="173"/>
                    </a:lnTo>
                    <a:lnTo>
                      <a:pt x="323" y="306"/>
                    </a:lnTo>
                    <a:lnTo>
                      <a:pt x="191" y="209"/>
                    </a:lnTo>
                    <a:lnTo>
                      <a:pt x="0" y="373"/>
                    </a:lnTo>
                    <a:lnTo>
                      <a:pt x="17" y="253"/>
                    </a:lnTo>
                    <a:lnTo>
                      <a:pt x="97" y="2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7" name="Freeform 161"/>
              <p:cNvSpPr>
                <a:spLocks/>
              </p:cNvSpPr>
              <p:nvPr/>
            </p:nvSpPr>
            <p:spPr bwMode="auto">
              <a:xfrm>
                <a:off x="2989" y="1670"/>
                <a:ext cx="53" cy="66"/>
              </a:xfrm>
              <a:custGeom>
                <a:avLst/>
                <a:gdLst>
                  <a:gd name="T0" fmla="*/ 0 w 417"/>
                  <a:gd name="T1" fmla="*/ 0 h 531"/>
                  <a:gd name="T2" fmla="*/ 0 w 417"/>
                  <a:gd name="T3" fmla="*/ 0 h 531"/>
                  <a:gd name="T4" fmla="*/ 0 w 417"/>
                  <a:gd name="T5" fmla="*/ 0 h 531"/>
                  <a:gd name="T6" fmla="*/ 0 w 417"/>
                  <a:gd name="T7" fmla="*/ 0 h 531"/>
                  <a:gd name="T8" fmla="*/ 0 w 417"/>
                  <a:gd name="T9" fmla="*/ 0 h 531"/>
                  <a:gd name="T10" fmla="*/ 0 w 417"/>
                  <a:gd name="T11" fmla="*/ 0 h 531"/>
                  <a:gd name="T12" fmla="*/ 0 w 417"/>
                  <a:gd name="T13" fmla="*/ 0 h 531"/>
                  <a:gd name="T14" fmla="*/ 0 w 417"/>
                  <a:gd name="T15" fmla="*/ 0 h 531"/>
                  <a:gd name="T16" fmla="*/ 0 w 417"/>
                  <a:gd name="T17" fmla="*/ 0 h 531"/>
                  <a:gd name="T18" fmla="*/ 0 w 417"/>
                  <a:gd name="T19" fmla="*/ 0 h 531"/>
                  <a:gd name="T20" fmla="*/ 0 w 417"/>
                  <a:gd name="T21" fmla="*/ 0 h 531"/>
                  <a:gd name="T22" fmla="*/ 0 w 417"/>
                  <a:gd name="T23" fmla="*/ 0 h 531"/>
                  <a:gd name="T24" fmla="*/ 0 w 417"/>
                  <a:gd name="T25" fmla="*/ 0 h 531"/>
                  <a:gd name="T26" fmla="*/ 0 w 417"/>
                  <a:gd name="T27" fmla="*/ 0 h 531"/>
                  <a:gd name="T28" fmla="*/ 0 w 417"/>
                  <a:gd name="T29" fmla="*/ 0 h 531"/>
                  <a:gd name="T30" fmla="*/ 0 w 417"/>
                  <a:gd name="T31" fmla="*/ 0 h 531"/>
                  <a:gd name="T32" fmla="*/ 0 w 417"/>
                  <a:gd name="T33" fmla="*/ 0 h 531"/>
                  <a:gd name="T34" fmla="*/ 0 w 417"/>
                  <a:gd name="T35" fmla="*/ 0 h 531"/>
                  <a:gd name="T36" fmla="*/ 0 w 417"/>
                  <a:gd name="T37" fmla="*/ 0 h 531"/>
                  <a:gd name="T38" fmla="*/ 0 w 417"/>
                  <a:gd name="T39" fmla="*/ 0 h 531"/>
                  <a:gd name="T40" fmla="*/ 0 w 417"/>
                  <a:gd name="T41" fmla="*/ 0 h 531"/>
                  <a:gd name="T42" fmla="*/ 0 w 417"/>
                  <a:gd name="T43" fmla="*/ 0 h 531"/>
                  <a:gd name="T44" fmla="*/ 0 w 417"/>
                  <a:gd name="T45" fmla="*/ 0 h 531"/>
                  <a:gd name="T46" fmla="*/ 0 w 417"/>
                  <a:gd name="T47" fmla="*/ 0 h 531"/>
                  <a:gd name="T48" fmla="*/ 0 w 417"/>
                  <a:gd name="T49" fmla="*/ 0 h 531"/>
                  <a:gd name="T50" fmla="*/ 0 w 417"/>
                  <a:gd name="T51" fmla="*/ 0 h 531"/>
                  <a:gd name="T52" fmla="*/ 0 w 417"/>
                  <a:gd name="T53" fmla="*/ 0 h 531"/>
                  <a:gd name="T54" fmla="*/ 0 w 417"/>
                  <a:gd name="T55" fmla="*/ 0 h 531"/>
                  <a:gd name="T56" fmla="*/ 0 w 417"/>
                  <a:gd name="T57" fmla="*/ 0 h 531"/>
                  <a:gd name="T58" fmla="*/ 0 w 417"/>
                  <a:gd name="T59" fmla="*/ 0 h 531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417"/>
                  <a:gd name="T91" fmla="*/ 0 h 531"/>
                  <a:gd name="T92" fmla="*/ 417 w 417"/>
                  <a:gd name="T93" fmla="*/ 531 h 531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417" h="531">
                    <a:moveTo>
                      <a:pt x="351" y="198"/>
                    </a:moveTo>
                    <a:lnTo>
                      <a:pt x="307" y="183"/>
                    </a:lnTo>
                    <a:lnTo>
                      <a:pt x="254" y="114"/>
                    </a:lnTo>
                    <a:lnTo>
                      <a:pt x="208" y="114"/>
                    </a:lnTo>
                    <a:lnTo>
                      <a:pt x="146" y="62"/>
                    </a:lnTo>
                    <a:lnTo>
                      <a:pt x="146" y="104"/>
                    </a:lnTo>
                    <a:lnTo>
                      <a:pt x="94" y="114"/>
                    </a:lnTo>
                    <a:lnTo>
                      <a:pt x="44" y="53"/>
                    </a:lnTo>
                    <a:lnTo>
                      <a:pt x="72" y="132"/>
                    </a:lnTo>
                    <a:lnTo>
                      <a:pt x="0" y="132"/>
                    </a:lnTo>
                    <a:lnTo>
                      <a:pt x="87" y="189"/>
                    </a:lnTo>
                    <a:lnTo>
                      <a:pt x="78" y="270"/>
                    </a:lnTo>
                    <a:lnTo>
                      <a:pt x="131" y="383"/>
                    </a:lnTo>
                    <a:lnTo>
                      <a:pt x="131" y="305"/>
                    </a:lnTo>
                    <a:lnTo>
                      <a:pt x="164" y="279"/>
                    </a:lnTo>
                    <a:lnTo>
                      <a:pt x="182" y="321"/>
                    </a:lnTo>
                    <a:lnTo>
                      <a:pt x="219" y="288"/>
                    </a:lnTo>
                    <a:lnTo>
                      <a:pt x="272" y="288"/>
                    </a:lnTo>
                    <a:lnTo>
                      <a:pt x="340" y="347"/>
                    </a:lnTo>
                    <a:lnTo>
                      <a:pt x="332" y="436"/>
                    </a:lnTo>
                    <a:lnTo>
                      <a:pt x="291" y="531"/>
                    </a:lnTo>
                    <a:lnTo>
                      <a:pt x="383" y="383"/>
                    </a:lnTo>
                    <a:lnTo>
                      <a:pt x="413" y="288"/>
                    </a:lnTo>
                    <a:lnTo>
                      <a:pt x="417" y="156"/>
                    </a:lnTo>
                    <a:lnTo>
                      <a:pt x="383" y="156"/>
                    </a:lnTo>
                    <a:lnTo>
                      <a:pt x="323" y="42"/>
                    </a:lnTo>
                    <a:lnTo>
                      <a:pt x="261" y="0"/>
                    </a:lnTo>
                    <a:lnTo>
                      <a:pt x="314" y="77"/>
                    </a:lnTo>
                    <a:lnTo>
                      <a:pt x="351" y="148"/>
                    </a:lnTo>
                    <a:lnTo>
                      <a:pt x="351" y="19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8" name="Freeform 162"/>
              <p:cNvSpPr>
                <a:spLocks/>
              </p:cNvSpPr>
              <p:nvPr/>
            </p:nvSpPr>
            <p:spPr bwMode="auto">
              <a:xfrm>
                <a:off x="2925" y="1679"/>
                <a:ext cx="214" cy="306"/>
              </a:xfrm>
              <a:custGeom>
                <a:avLst/>
                <a:gdLst>
                  <a:gd name="T0" fmla="*/ 0 w 1712"/>
                  <a:gd name="T1" fmla="*/ 0 h 2448"/>
                  <a:gd name="T2" fmla="*/ 0 w 1712"/>
                  <a:gd name="T3" fmla="*/ 0 h 2448"/>
                  <a:gd name="T4" fmla="*/ 0 w 1712"/>
                  <a:gd name="T5" fmla="*/ 0 h 2448"/>
                  <a:gd name="T6" fmla="*/ 0 w 1712"/>
                  <a:gd name="T7" fmla="*/ 0 h 2448"/>
                  <a:gd name="T8" fmla="*/ 0 w 1712"/>
                  <a:gd name="T9" fmla="*/ 0 h 2448"/>
                  <a:gd name="T10" fmla="*/ 0 w 1712"/>
                  <a:gd name="T11" fmla="*/ 0 h 2448"/>
                  <a:gd name="T12" fmla="*/ 0 w 1712"/>
                  <a:gd name="T13" fmla="*/ 0 h 2448"/>
                  <a:gd name="T14" fmla="*/ 0 w 1712"/>
                  <a:gd name="T15" fmla="*/ 0 h 2448"/>
                  <a:gd name="T16" fmla="*/ 0 w 1712"/>
                  <a:gd name="T17" fmla="*/ 0 h 2448"/>
                  <a:gd name="T18" fmla="*/ 0 w 1712"/>
                  <a:gd name="T19" fmla="*/ 0 h 2448"/>
                  <a:gd name="T20" fmla="*/ 0 w 1712"/>
                  <a:gd name="T21" fmla="*/ 0 h 2448"/>
                  <a:gd name="T22" fmla="*/ 0 w 1712"/>
                  <a:gd name="T23" fmla="*/ 0 h 2448"/>
                  <a:gd name="T24" fmla="*/ 0 w 1712"/>
                  <a:gd name="T25" fmla="*/ 0 h 2448"/>
                  <a:gd name="T26" fmla="*/ 0 w 1712"/>
                  <a:gd name="T27" fmla="*/ 0 h 2448"/>
                  <a:gd name="T28" fmla="*/ 0 w 1712"/>
                  <a:gd name="T29" fmla="*/ 0 h 2448"/>
                  <a:gd name="T30" fmla="*/ 0 w 1712"/>
                  <a:gd name="T31" fmla="*/ 0 h 2448"/>
                  <a:gd name="T32" fmla="*/ 0 w 1712"/>
                  <a:gd name="T33" fmla="*/ 0 h 2448"/>
                  <a:gd name="T34" fmla="*/ 0 w 1712"/>
                  <a:gd name="T35" fmla="*/ 0 h 2448"/>
                  <a:gd name="T36" fmla="*/ 0 w 1712"/>
                  <a:gd name="T37" fmla="*/ 0 h 2448"/>
                  <a:gd name="T38" fmla="*/ 0 w 1712"/>
                  <a:gd name="T39" fmla="*/ 0 h 2448"/>
                  <a:gd name="T40" fmla="*/ 0 w 1712"/>
                  <a:gd name="T41" fmla="*/ 0 h 2448"/>
                  <a:gd name="T42" fmla="*/ 0 w 1712"/>
                  <a:gd name="T43" fmla="*/ 0 h 2448"/>
                  <a:gd name="T44" fmla="*/ 0 w 1712"/>
                  <a:gd name="T45" fmla="*/ 0 h 2448"/>
                  <a:gd name="T46" fmla="*/ 0 w 1712"/>
                  <a:gd name="T47" fmla="*/ 0 h 2448"/>
                  <a:gd name="T48" fmla="*/ 0 w 1712"/>
                  <a:gd name="T49" fmla="*/ 0 h 2448"/>
                  <a:gd name="T50" fmla="*/ 0 w 1712"/>
                  <a:gd name="T51" fmla="*/ 0 h 2448"/>
                  <a:gd name="T52" fmla="*/ 0 w 1712"/>
                  <a:gd name="T53" fmla="*/ 0 h 2448"/>
                  <a:gd name="T54" fmla="*/ 0 w 1712"/>
                  <a:gd name="T55" fmla="*/ 0 h 2448"/>
                  <a:gd name="T56" fmla="*/ 0 w 1712"/>
                  <a:gd name="T57" fmla="*/ 0 h 2448"/>
                  <a:gd name="T58" fmla="*/ 0 w 1712"/>
                  <a:gd name="T59" fmla="*/ 0 h 2448"/>
                  <a:gd name="T60" fmla="*/ 0 w 1712"/>
                  <a:gd name="T61" fmla="*/ 0 h 2448"/>
                  <a:gd name="T62" fmla="*/ 0 w 1712"/>
                  <a:gd name="T63" fmla="*/ 0 h 2448"/>
                  <a:gd name="T64" fmla="*/ 0 w 1712"/>
                  <a:gd name="T65" fmla="*/ 0 h 2448"/>
                  <a:gd name="T66" fmla="*/ 0 w 1712"/>
                  <a:gd name="T67" fmla="*/ 0 h 2448"/>
                  <a:gd name="T68" fmla="*/ 0 w 1712"/>
                  <a:gd name="T69" fmla="*/ 0 h 2448"/>
                  <a:gd name="T70" fmla="*/ 0 w 1712"/>
                  <a:gd name="T71" fmla="*/ 0 h 2448"/>
                  <a:gd name="T72" fmla="*/ 0 w 1712"/>
                  <a:gd name="T73" fmla="*/ 0 h 2448"/>
                  <a:gd name="T74" fmla="*/ 0 w 1712"/>
                  <a:gd name="T75" fmla="*/ 0 h 2448"/>
                  <a:gd name="T76" fmla="*/ 0 w 1712"/>
                  <a:gd name="T77" fmla="*/ 0 h 2448"/>
                  <a:gd name="T78" fmla="*/ 0 w 1712"/>
                  <a:gd name="T79" fmla="*/ 0 h 2448"/>
                  <a:gd name="T80" fmla="*/ 0 w 1712"/>
                  <a:gd name="T81" fmla="*/ 0 h 2448"/>
                  <a:gd name="T82" fmla="*/ 0 w 1712"/>
                  <a:gd name="T83" fmla="*/ 0 h 2448"/>
                  <a:gd name="T84" fmla="*/ 0 w 1712"/>
                  <a:gd name="T85" fmla="*/ 0 h 2448"/>
                  <a:gd name="T86" fmla="*/ 0 w 1712"/>
                  <a:gd name="T87" fmla="*/ 0 h 244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712"/>
                  <a:gd name="T133" fmla="*/ 0 h 2448"/>
                  <a:gd name="T134" fmla="*/ 1712 w 1712"/>
                  <a:gd name="T135" fmla="*/ 2448 h 244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712" h="2448">
                    <a:moveTo>
                      <a:pt x="420" y="0"/>
                    </a:moveTo>
                    <a:lnTo>
                      <a:pt x="499" y="424"/>
                    </a:lnTo>
                    <a:lnTo>
                      <a:pt x="522" y="451"/>
                    </a:lnTo>
                    <a:lnTo>
                      <a:pt x="561" y="468"/>
                    </a:lnTo>
                    <a:lnTo>
                      <a:pt x="534" y="495"/>
                    </a:lnTo>
                    <a:lnTo>
                      <a:pt x="483" y="486"/>
                    </a:lnTo>
                    <a:lnTo>
                      <a:pt x="475" y="550"/>
                    </a:lnTo>
                    <a:lnTo>
                      <a:pt x="499" y="599"/>
                    </a:lnTo>
                    <a:lnTo>
                      <a:pt x="540" y="615"/>
                    </a:lnTo>
                    <a:lnTo>
                      <a:pt x="589" y="606"/>
                    </a:lnTo>
                    <a:lnTo>
                      <a:pt x="611" y="479"/>
                    </a:lnTo>
                    <a:lnTo>
                      <a:pt x="663" y="479"/>
                    </a:lnTo>
                    <a:lnTo>
                      <a:pt x="711" y="451"/>
                    </a:lnTo>
                    <a:lnTo>
                      <a:pt x="743" y="398"/>
                    </a:lnTo>
                    <a:lnTo>
                      <a:pt x="743" y="461"/>
                    </a:lnTo>
                    <a:lnTo>
                      <a:pt x="771" y="451"/>
                    </a:lnTo>
                    <a:lnTo>
                      <a:pt x="824" y="424"/>
                    </a:lnTo>
                    <a:lnTo>
                      <a:pt x="798" y="461"/>
                    </a:lnTo>
                    <a:lnTo>
                      <a:pt x="743" y="530"/>
                    </a:lnTo>
                    <a:lnTo>
                      <a:pt x="699" y="650"/>
                    </a:lnTo>
                    <a:lnTo>
                      <a:pt x="909" y="415"/>
                    </a:lnTo>
                    <a:lnTo>
                      <a:pt x="945" y="444"/>
                    </a:lnTo>
                    <a:lnTo>
                      <a:pt x="815" y="798"/>
                    </a:lnTo>
                    <a:lnTo>
                      <a:pt x="824" y="1260"/>
                    </a:lnTo>
                    <a:lnTo>
                      <a:pt x="1172" y="1295"/>
                    </a:lnTo>
                    <a:lnTo>
                      <a:pt x="1331" y="1371"/>
                    </a:lnTo>
                    <a:lnTo>
                      <a:pt x="1417" y="1371"/>
                    </a:lnTo>
                    <a:lnTo>
                      <a:pt x="1460" y="1442"/>
                    </a:lnTo>
                    <a:lnTo>
                      <a:pt x="1172" y="1332"/>
                    </a:lnTo>
                    <a:lnTo>
                      <a:pt x="953" y="1314"/>
                    </a:lnTo>
                    <a:lnTo>
                      <a:pt x="1059" y="1380"/>
                    </a:lnTo>
                    <a:lnTo>
                      <a:pt x="953" y="1380"/>
                    </a:lnTo>
                    <a:lnTo>
                      <a:pt x="798" y="1362"/>
                    </a:lnTo>
                    <a:lnTo>
                      <a:pt x="909" y="1459"/>
                    </a:lnTo>
                    <a:lnTo>
                      <a:pt x="1296" y="1523"/>
                    </a:lnTo>
                    <a:lnTo>
                      <a:pt x="971" y="1493"/>
                    </a:lnTo>
                    <a:lnTo>
                      <a:pt x="1172" y="1611"/>
                    </a:lnTo>
                    <a:lnTo>
                      <a:pt x="1147" y="1636"/>
                    </a:lnTo>
                    <a:lnTo>
                      <a:pt x="875" y="1503"/>
                    </a:lnTo>
                    <a:lnTo>
                      <a:pt x="918" y="1636"/>
                    </a:lnTo>
                    <a:lnTo>
                      <a:pt x="1349" y="1747"/>
                    </a:lnTo>
                    <a:lnTo>
                      <a:pt x="1626" y="1921"/>
                    </a:lnTo>
                    <a:lnTo>
                      <a:pt x="1349" y="1867"/>
                    </a:lnTo>
                    <a:lnTo>
                      <a:pt x="1191" y="1765"/>
                    </a:lnTo>
                    <a:lnTo>
                      <a:pt x="953" y="1701"/>
                    </a:lnTo>
                    <a:lnTo>
                      <a:pt x="1068" y="1826"/>
                    </a:lnTo>
                    <a:lnTo>
                      <a:pt x="1712" y="2049"/>
                    </a:lnTo>
                    <a:lnTo>
                      <a:pt x="1068" y="1867"/>
                    </a:lnTo>
                    <a:lnTo>
                      <a:pt x="884" y="1736"/>
                    </a:lnTo>
                    <a:lnTo>
                      <a:pt x="895" y="1809"/>
                    </a:lnTo>
                    <a:lnTo>
                      <a:pt x="1068" y="1973"/>
                    </a:lnTo>
                    <a:lnTo>
                      <a:pt x="1321" y="2024"/>
                    </a:lnTo>
                    <a:lnTo>
                      <a:pt x="1460" y="2121"/>
                    </a:lnTo>
                    <a:lnTo>
                      <a:pt x="1259" y="2097"/>
                    </a:lnTo>
                    <a:lnTo>
                      <a:pt x="1008" y="1973"/>
                    </a:lnTo>
                    <a:lnTo>
                      <a:pt x="934" y="1982"/>
                    </a:lnTo>
                    <a:lnTo>
                      <a:pt x="971" y="2112"/>
                    </a:lnTo>
                    <a:lnTo>
                      <a:pt x="1033" y="2156"/>
                    </a:lnTo>
                    <a:lnTo>
                      <a:pt x="1349" y="2171"/>
                    </a:lnTo>
                    <a:lnTo>
                      <a:pt x="1024" y="2330"/>
                    </a:lnTo>
                    <a:lnTo>
                      <a:pt x="980" y="2314"/>
                    </a:lnTo>
                    <a:lnTo>
                      <a:pt x="909" y="2084"/>
                    </a:lnTo>
                    <a:lnTo>
                      <a:pt x="831" y="2339"/>
                    </a:lnTo>
                    <a:lnTo>
                      <a:pt x="849" y="2448"/>
                    </a:lnTo>
                    <a:lnTo>
                      <a:pt x="760" y="2354"/>
                    </a:lnTo>
                    <a:lnTo>
                      <a:pt x="895" y="2013"/>
                    </a:lnTo>
                    <a:lnTo>
                      <a:pt x="884" y="1921"/>
                    </a:lnTo>
                    <a:lnTo>
                      <a:pt x="824" y="1765"/>
                    </a:lnTo>
                    <a:lnTo>
                      <a:pt x="778" y="1563"/>
                    </a:lnTo>
                    <a:lnTo>
                      <a:pt x="674" y="1304"/>
                    </a:lnTo>
                    <a:lnTo>
                      <a:pt x="554" y="1523"/>
                    </a:lnTo>
                    <a:lnTo>
                      <a:pt x="554" y="1747"/>
                    </a:lnTo>
                    <a:lnTo>
                      <a:pt x="316" y="2033"/>
                    </a:lnTo>
                    <a:lnTo>
                      <a:pt x="0" y="2148"/>
                    </a:lnTo>
                    <a:lnTo>
                      <a:pt x="37" y="1973"/>
                    </a:lnTo>
                    <a:lnTo>
                      <a:pt x="217" y="1791"/>
                    </a:lnTo>
                    <a:lnTo>
                      <a:pt x="437" y="1685"/>
                    </a:lnTo>
                    <a:lnTo>
                      <a:pt x="534" y="1436"/>
                    </a:lnTo>
                    <a:lnTo>
                      <a:pt x="522" y="1314"/>
                    </a:lnTo>
                    <a:lnTo>
                      <a:pt x="611" y="1026"/>
                    </a:lnTo>
                    <a:lnTo>
                      <a:pt x="510" y="1000"/>
                    </a:lnTo>
                    <a:lnTo>
                      <a:pt x="420" y="938"/>
                    </a:lnTo>
                    <a:lnTo>
                      <a:pt x="522" y="650"/>
                    </a:lnTo>
                    <a:lnTo>
                      <a:pt x="475" y="627"/>
                    </a:lnTo>
                    <a:lnTo>
                      <a:pt x="448" y="541"/>
                    </a:lnTo>
                    <a:lnTo>
                      <a:pt x="448" y="433"/>
                    </a:lnTo>
                    <a:lnTo>
                      <a:pt x="420" y="53"/>
                    </a:lnTo>
                    <a:lnTo>
                      <a:pt x="42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9" name="Freeform 163"/>
              <p:cNvSpPr>
                <a:spLocks/>
              </p:cNvSpPr>
              <p:nvPr/>
            </p:nvSpPr>
            <p:spPr bwMode="auto">
              <a:xfrm>
                <a:off x="2878" y="1705"/>
                <a:ext cx="86" cy="218"/>
              </a:xfrm>
              <a:custGeom>
                <a:avLst/>
                <a:gdLst>
                  <a:gd name="T0" fmla="*/ 0 w 691"/>
                  <a:gd name="T1" fmla="*/ 0 h 1748"/>
                  <a:gd name="T2" fmla="*/ 0 w 691"/>
                  <a:gd name="T3" fmla="*/ 0 h 1748"/>
                  <a:gd name="T4" fmla="*/ 0 w 691"/>
                  <a:gd name="T5" fmla="*/ 0 h 1748"/>
                  <a:gd name="T6" fmla="*/ 0 w 691"/>
                  <a:gd name="T7" fmla="*/ 0 h 1748"/>
                  <a:gd name="T8" fmla="*/ 0 w 691"/>
                  <a:gd name="T9" fmla="*/ 0 h 1748"/>
                  <a:gd name="T10" fmla="*/ 0 w 691"/>
                  <a:gd name="T11" fmla="*/ 0 h 1748"/>
                  <a:gd name="T12" fmla="*/ 0 w 691"/>
                  <a:gd name="T13" fmla="*/ 0 h 1748"/>
                  <a:gd name="T14" fmla="*/ 0 w 691"/>
                  <a:gd name="T15" fmla="*/ 0 h 1748"/>
                  <a:gd name="T16" fmla="*/ 0 w 691"/>
                  <a:gd name="T17" fmla="*/ 0 h 1748"/>
                  <a:gd name="T18" fmla="*/ 0 w 691"/>
                  <a:gd name="T19" fmla="*/ 0 h 1748"/>
                  <a:gd name="T20" fmla="*/ 0 w 691"/>
                  <a:gd name="T21" fmla="*/ 0 h 1748"/>
                  <a:gd name="T22" fmla="*/ 0 w 691"/>
                  <a:gd name="T23" fmla="*/ 0 h 1748"/>
                  <a:gd name="T24" fmla="*/ 0 w 691"/>
                  <a:gd name="T25" fmla="*/ 0 h 1748"/>
                  <a:gd name="T26" fmla="*/ 0 w 691"/>
                  <a:gd name="T27" fmla="*/ 0 h 1748"/>
                  <a:gd name="T28" fmla="*/ 0 w 691"/>
                  <a:gd name="T29" fmla="*/ 0 h 1748"/>
                  <a:gd name="T30" fmla="*/ 0 w 691"/>
                  <a:gd name="T31" fmla="*/ 0 h 1748"/>
                  <a:gd name="T32" fmla="*/ 0 w 691"/>
                  <a:gd name="T33" fmla="*/ 0 h 1748"/>
                  <a:gd name="T34" fmla="*/ 0 w 691"/>
                  <a:gd name="T35" fmla="*/ 0 h 1748"/>
                  <a:gd name="T36" fmla="*/ 0 w 691"/>
                  <a:gd name="T37" fmla="*/ 0 h 1748"/>
                  <a:gd name="T38" fmla="*/ 0 w 691"/>
                  <a:gd name="T39" fmla="*/ 0 h 1748"/>
                  <a:gd name="T40" fmla="*/ 0 w 691"/>
                  <a:gd name="T41" fmla="*/ 0 h 1748"/>
                  <a:gd name="T42" fmla="*/ 0 w 691"/>
                  <a:gd name="T43" fmla="*/ 0 h 1748"/>
                  <a:gd name="T44" fmla="*/ 0 w 691"/>
                  <a:gd name="T45" fmla="*/ 0 h 1748"/>
                  <a:gd name="T46" fmla="*/ 0 w 691"/>
                  <a:gd name="T47" fmla="*/ 0 h 1748"/>
                  <a:gd name="T48" fmla="*/ 0 w 691"/>
                  <a:gd name="T49" fmla="*/ 0 h 1748"/>
                  <a:gd name="T50" fmla="*/ 0 w 691"/>
                  <a:gd name="T51" fmla="*/ 0 h 1748"/>
                  <a:gd name="T52" fmla="*/ 0 w 691"/>
                  <a:gd name="T53" fmla="*/ 0 h 1748"/>
                  <a:gd name="T54" fmla="*/ 0 w 691"/>
                  <a:gd name="T55" fmla="*/ 0 h 1748"/>
                  <a:gd name="T56" fmla="*/ 0 w 691"/>
                  <a:gd name="T57" fmla="*/ 0 h 1748"/>
                  <a:gd name="T58" fmla="*/ 0 w 691"/>
                  <a:gd name="T59" fmla="*/ 0 h 1748"/>
                  <a:gd name="T60" fmla="*/ 0 w 691"/>
                  <a:gd name="T61" fmla="*/ 0 h 1748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691"/>
                  <a:gd name="T94" fmla="*/ 0 h 1748"/>
                  <a:gd name="T95" fmla="*/ 691 w 691"/>
                  <a:gd name="T96" fmla="*/ 1748 h 1748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691" h="1748">
                    <a:moveTo>
                      <a:pt x="691" y="312"/>
                    </a:moveTo>
                    <a:lnTo>
                      <a:pt x="586" y="572"/>
                    </a:lnTo>
                    <a:lnTo>
                      <a:pt x="516" y="729"/>
                    </a:lnTo>
                    <a:lnTo>
                      <a:pt x="392" y="982"/>
                    </a:lnTo>
                    <a:lnTo>
                      <a:pt x="334" y="1017"/>
                    </a:lnTo>
                    <a:lnTo>
                      <a:pt x="351" y="1243"/>
                    </a:lnTo>
                    <a:lnTo>
                      <a:pt x="412" y="1527"/>
                    </a:lnTo>
                    <a:lnTo>
                      <a:pt x="472" y="1748"/>
                    </a:lnTo>
                    <a:lnTo>
                      <a:pt x="388" y="1485"/>
                    </a:lnTo>
                    <a:lnTo>
                      <a:pt x="334" y="1233"/>
                    </a:lnTo>
                    <a:lnTo>
                      <a:pt x="243" y="1171"/>
                    </a:lnTo>
                    <a:lnTo>
                      <a:pt x="254" y="1330"/>
                    </a:lnTo>
                    <a:lnTo>
                      <a:pt x="351" y="1591"/>
                    </a:lnTo>
                    <a:lnTo>
                      <a:pt x="239" y="1345"/>
                    </a:lnTo>
                    <a:lnTo>
                      <a:pt x="193" y="1153"/>
                    </a:lnTo>
                    <a:lnTo>
                      <a:pt x="87" y="1153"/>
                    </a:lnTo>
                    <a:lnTo>
                      <a:pt x="0" y="1227"/>
                    </a:lnTo>
                    <a:lnTo>
                      <a:pt x="87" y="1139"/>
                    </a:lnTo>
                    <a:lnTo>
                      <a:pt x="157" y="1112"/>
                    </a:lnTo>
                    <a:lnTo>
                      <a:pt x="219" y="895"/>
                    </a:lnTo>
                    <a:lnTo>
                      <a:pt x="219" y="782"/>
                    </a:lnTo>
                    <a:lnTo>
                      <a:pt x="175" y="721"/>
                    </a:lnTo>
                    <a:lnTo>
                      <a:pt x="175" y="644"/>
                    </a:lnTo>
                    <a:lnTo>
                      <a:pt x="279" y="235"/>
                    </a:lnTo>
                    <a:lnTo>
                      <a:pt x="388" y="0"/>
                    </a:lnTo>
                    <a:lnTo>
                      <a:pt x="307" y="341"/>
                    </a:lnTo>
                    <a:lnTo>
                      <a:pt x="219" y="685"/>
                    </a:lnTo>
                    <a:lnTo>
                      <a:pt x="307" y="798"/>
                    </a:lnTo>
                    <a:lnTo>
                      <a:pt x="366" y="914"/>
                    </a:lnTo>
                    <a:lnTo>
                      <a:pt x="606" y="462"/>
                    </a:lnTo>
                    <a:lnTo>
                      <a:pt x="691" y="3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0" name="Freeform 164"/>
              <p:cNvSpPr>
                <a:spLocks/>
              </p:cNvSpPr>
              <p:nvPr/>
            </p:nvSpPr>
            <p:spPr bwMode="auto">
              <a:xfrm>
                <a:off x="2942" y="1815"/>
                <a:ext cx="10" cy="54"/>
              </a:xfrm>
              <a:custGeom>
                <a:avLst/>
                <a:gdLst>
                  <a:gd name="T0" fmla="*/ 0 w 83"/>
                  <a:gd name="T1" fmla="*/ 0 h 431"/>
                  <a:gd name="T2" fmla="*/ 0 w 83"/>
                  <a:gd name="T3" fmla="*/ 0 h 431"/>
                  <a:gd name="T4" fmla="*/ 0 w 83"/>
                  <a:gd name="T5" fmla="*/ 0 h 431"/>
                  <a:gd name="T6" fmla="*/ 0 w 83"/>
                  <a:gd name="T7" fmla="*/ 0 h 431"/>
                  <a:gd name="T8" fmla="*/ 0 w 83"/>
                  <a:gd name="T9" fmla="*/ 0 h 431"/>
                  <a:gd name="T10" fmla="*/ 0 w 83"/>
                  <a:gd name="T11" fmla="*/ 0 h 431"/>
                  <a:gd name="T12" fmla="*/ 0 w 83"/>
                  <a:gd name="T13" fmla="*/ 0 h 4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431"/>
                  <a:gd name="T23" fmla="*/ 83 w 83"/>
                  <a:gd name="T24" fmla="*/ 431 h 43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431">
                    <a:moveTo>
                      <a:pt x="0" y="0"/>
                    </a:moveTo>
                    <a:lnTo>
                      <a:pt x="51" y="106"/>
                    </a:lnTo>
                    <a:lnTo>
                      <a:pt x="51" y="297"/>
                    </a:lnTo>
                    <a:lnTo>
                      <a:pt x="83" y="385"/>
                    </a:lnTo>
                    <a:lnTo>
                      <a:pt x="42" y="431"/>
                    </a:lnTo>
                    <a:lnTo>
                      <a:pt x="24" y="2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1" name="Freeform 165"/>
              <p:cNvSpPr>
                <a:spLocks/>
              </p:cNvSpPr>
              <p:nvPr/>
            </p:nvSpPr>
            <p:spPr bwMode="auto">
              <a:xfrm>
                <a:off x="2878" y="1862"/>
                <a:ext cx="53" cy="85"/>
              </a:xfrm>
              <a:custGeom>
                <a:avLst/>
                <a:gdLst>
                  <a:gd name="T0" fmla="*/ 0 w 427"/>
                  <a:gd name="T1" fmla="*/ 0 h 680"/>
                  <a:gd name="T2" fmla="*/ 0 w 427"/>
                  <a:gd name="T3" fmla="*/ 0 h 680"/>
                  <a:gd name="T4" fmla="*/ 0 w 427"/>
                  <a:gd name="T5" fmla="*/ 0 h 680"/>
                  <a:gd name="T6" fmla="*/ 0 w 427"/>
                  <a:gd name="T7" fmla="*/ 0 h 680"/>
                  <a:gd name="T8" fmla="*/ 0 w 427"/>
                  <a:gd name="T9" fmla="*/ 0 h 680"/>
                  <a:gd name="T10" fmla="*/ 0 w 427"/>
                  <a:gd name="T11" fmla="*/ 0 h 680"/>
                  <a:gd name="T12" fmla="*/ 0 w 427"/>
                  <a:gd name="T13" fmla="*/ 0 h 680"/>
                  <a:gd name="T14" fmla="*/ 0 w 427"/>
                  <a:gd name="T15" fmla="*/ 0 h 68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27"/>
                  <a:gd name="T25" fmla="*/ 0 h 680"/>
                  <a:gd name="T26" fmla="*/ 427 w 427"/>
                  <a:gd name="T27" fmla="*/ 680 h 68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27" h="680">
                    <a:moveTo>
                      <a:pt x="0" y="0"/>
                    </a:moveTo>
                    <a:lnTo>
                      <a:pt x="175" y="532"/>
                    </a:lnTo>
                    <a:lnTo>
                      <a:pt x="307" y="543"/>
                    </a:lnTo>
                    <a:lnTo>
                      <a:pt x="427" y="629"/>
                    </a:lnTo>
                    <a:lnTo>
                      <a:pt x="366" y="680"/>
                    </a:lnTo>
                    <a:lnTo>
                      <a:pt x="175" y="611"/>
                    </a:lnTo>
                    <a:lnTo>
                      <a:pt x="81" y="3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2" name="Freeform 166"/>
              <p:cNvSpPr>
                <a:spLocks/>
              </p:cNvSpPr>
              <p:nvPr/>
            </p:nvSpPr>
            <p:spPr bwMode="auto">
              <a:xfrm>
                <a:off x="2887" y="1847"/>
                <a:ext cx="16" cy="41"/>
              </a:xfrm>
              <a:custGeom>
                <a:avLst/>
                <a:gdLst>
                  <a:gd name="T0" fmla="*/ 0 w 131"/>
                  <a:gd name="T1" fmla="*/ 0 h 329"/>
                  <a:gd name="T2" fmla="*/ 0 w 131"/>
                  <a:gd name="T3" fmla="*/ 0 h 329"/>
                  <a:gd name="T4" fmla="*/ 0 w 131"/>
                  <a:gd name="T5" fmla="*/ 0 h 329"/>
                  <a:gd name="T6" fmla="*/ 0 w 131"/>
                  <a:gd name="T7" fmla="*/ 0 h 329"/>
                  <a:gd name="T8" fmla="*/ 0 w 131"/>
                  <a:gd name="T9" fmla="*/ 0 h 3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1"/>
                  <a:gd name="T16" fmla="*/ 0 h 329"/>
                  <a:gd name="T17" fmla="*/ 131 w 131"/>
                  <a:gd name="T18" fmla="*/ 329 h 3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1" h="329">
                    <a:moveTo>
                      <a:pt x="131" y="14"/>
                    </a:moveTo>
                    <a:lnTo>
                      <a:pt x="43" y="329"/>
                    </a:lnTo>
                    <a:lnTo>
                      <a:pt x="0" y="226"/>
                    </a:lnTo>
                    <a:lnTo>
                      <a:pt x="112" y="0"/>
                    </a:lnTo>
                    <a:lnTo>
                      <a:pt x="131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3" name="Freeform 167"/>
              <p:cNvSpPr>
                <a:spLocks/>
              </p:cNvSpPr>
              <p:nvPr/>
            </p:nvSpPr>
            <p:spPr bwMode="auto">
              <a:xfrm>
                <a:off x="2911" y="1739"/>
                <a:ext cx="13" cy="39"/>
              </a:xfrm>
              <a:custGeom>
                <a:avLst/>
                <a:gdLst>
                  <a:gd name="T0" fmla="*/ 0 w 103"/>
                  <a:gd name="T1" fmla="*/ 0 h 319"/>
                  <a:gd name="T2" fmla="*/ 0 w 103"/>
                  <a:gd name="T3" fmla="*/ 0 h 319"/>
                  <a:gd name="T4" fmla="*/ 0 w 103"/>
                  <a:gd name="T5" fmla="*/ 0 h 319"/>
                  <a:gd name="T6" fmla="*/ 0 w 103"/>
                  <a:gd name="T7" fmla="*/ 0 h 319"/>
                  <a:gd name="T8" fmla="*/ 0 w 103"/>
                  <a:gd name="T9" fmla="*/ 0 h 3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3"/>
                  <a:gd name="T16" fmla="*/ 0 h 319"/>
                  <a:gd name="T17" fmla="*/ 103 w 103"/>
                  <a:gd name="T18" fmla="*/ 319 h 3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3" h="319">
                    <a:moveTo>
                      <a:pt x="71" y="0"/>
                    </a:moveTo>
                    <a:lnTo>
                      <a:pt x="71" y="171"/>
                    </a:lnTo>
                    <a:lnTo>
                      <a:pt x="103" y="319"/>
                    </a:lnTo>
                    <a:lnTo>
                      <a:pt x="0" y="210"/>
                    </a:lnTo>
                    <a:lnTo>
                      <a:pt x="7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" name="Freeform 168"/>
              <p:cNvSpPr>
                <a:spLocks/>
              </p:cNvSpPr>
              <p:nvPr/>
            </p:nvSpPr>
            <p:spPr bwMode="auto">
              <a:xfrm>
                <a:off x="2928" y="1648"/>
                <a:ext cx="67" cy="89"/>
              </a:xfrm>
              <a:custGeom>
                <a:avLst/>
                <a:gdLst>
                  <a:gd name="T0" fmla="*/ 0 w 533"/>
                  <a:gd name="T1" fmla="*/ 0 h 711"/>
                  <a:gd name="T2" fmla="*/ 0 w 533"/>
                  <a:gd name="T3" fmla="*/ 0 h 711"/>
                  <a:gd name="T4" fmla="*/ 0 w 533"/>
                  <a:gd name="T5" fmla="*/ 0 h 711"/>
                  <a:gd name="T6" fmla="*/ 0 w 533"/>
                  <a:gd name="T7" fmla="*/ 0 h 711"/>
                  <a:gd name="T8" fmla="*/ 0 w 533"/>
                  <a:gd name="T9" fmla="*/ 0 h 711"/>
                  <a:gd name="T10" fmla="*/ 0 w 533"/>
                  <a:gd name="T11" fmla="*/ 0 h 711"/>
                  <a:gd name="T12" fmla="*/ 0 w 533"/>
                  <a:gd name="T13" fmla="*/ 0 h 711"/>
                  <a:gd name="T14" fmla="*/ 0 w 533"/>
                  <a:gd name="T15" fmla="*/ 0 h 711"/>
                  <a:gd name="T16" fmla="*/ 0 w 533"/>
                  <a:gd name="T17" fmla="*/ 0 h 711"/>
                  <a:gd name="T18" fmla="*/ 0 w 533"/>
                  <a:gd name="T19" fmla="*/ 0 h 711"/>
                  <a:gd name="T20" fmla="*/ 0 w 533"/>
                  <a:gd name="T21" fmla="*/ 0 h 711"/>
                  <a:gd name="T22" fmla="*/ 0 w 533"/>
                  <a:gd name="T23" fmla="*/ 0 h 711"/>
                  <a:gd name="T24" fmla="*/ 0 w 533"/>
                  <a:gd name="T25" fmla="*/ 0 h 711"/>
                  <a:gd name="T26" fmla="*/ 0 w 533"/>
                  <a:gd name="T27" fmla="*/ 0 h 71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33"/>
                  <a:gd name="T43" fmla="*/ 0 h 711"/>
                  <a:gd name="T44" fmla="*/ 533 w 533"/>
                  <a:gd name="T45" fmla="*/ 711 h 71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33" h="711">
                    <a:moveTo>
                      <a:pt x="0" y="393"/>
                    </a:moveTo>
                    <a:lnTo>
                      <a:pt x="60" y="393"/>
                    </a:lnTo>
                    <a:lnTo>
                      <a:pt x="174" y="520"/>
                    </a:lnTo>
                    <a:lnTo>
                      <a:pt x="254" y="711"/>
                    </a:lnTo>
                    <a:lnTo>
                      <a:pt x="189" y="503"/>
                    </a:lnTo>
                    <a:lnTo>
                      <a:pt x="93" y="329"/>
                    </a:lnTo>
                    <a:lnTo>
                      <a:pt x="51" y="305"/>
                    </a:lnTo>
                    <a:lnTo>
                      <a:pt x="227" y="164"/>
                    </a:lnTo>
                    <a:lnTo>
                      <a:pt x="427" y="141"/>
                    </a:lnTo>
                    <a:lnTo>
                      <a:pt x="533" y="0"/>
                    </a:lnTo>
                    <a:lnTo>
                      <a:pt x="306" y="35"/>
                    </a:lnTo>
                    <a:lnTo>
                      <a:pt x="189" y="153"/>
                    </a:lnTo>
                    <a:lnTo>
                      <a:pt x="21" y="305"/>
                    </a:lnTo>
                    <a:lnTo>
                      <a:pt x="0" y="3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5" name="Freeform 169"/>
              <p:cNvSpPr>
                <a:spLocks/>
              </p:cNvSpPr>
              <p:nvPr/>
            </p:nvSpPr>
            <p:spPr bwMode="auto">
              <a:xfrm>
                <a:off x="3023" y="1613"/>
                <a:ext cx="15" cy="20"/>
              </a:xfrm>
              <a:custGeom>
                <a:avLst/>
                <a:gdLst>
                  <a:gd name="T0" fmla="*/ 0 w 118"/>
                  <a:gd name="T1" fmla="*/ 0 h 158"/>
                  <a:gd name="T2" fmla="*/ 0 w 118"/>
                  <a:gd name="T3" fmla="*/ 0 h 158"/>
                  <a:gd name="T4" fmla="*/ 0 w 118"/>
                  <a:gd name="T5" fmla="*/ 0 h 158"/>
                  <a:gd name="T6" fmla="*/ 0 w 118"/>
                  <a:gd name="T7" fmla="*/ 0 h 158"/>
                  <a:gd name="T8" fmla="*/ 0 w 118"/>
                  <a:gd name="T9" fmla="*/ 0 h 1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8"/>
                  <a:gd name="T16" fmla="*/ 0 h 158"/>
                  <a:gd name="T17" fmla="*/ 118 w 118"/>
                  <a:gd name="T18" fmla="*/ 158 h 1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8" h="158">
                    <a:moveTo>
                      <a:pt x="63" y="0"/>
                    </a:moveTo>
                    <a:lnTo>
                      <a:pt x="0" y="158"/>
                    </a:lnTo>
                    <a:lnTo>
                      <a:pt x="26" y="158"/>
                    </a:lnTo>
                    <a:lnTo>
                      <a:pt x="118" y="38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6" name="Freeform 170"/>
              <p:cNvSpPr>
                <a:spLocks/>
              </p:cNvSpPr>
              <p:nvPr/>
            </p:nvSpPr>
            <p:spPr bwMode="auto">
              <a:xfrm>
                <a:off x="3042" y="1668"/>
                <a:ext cx="123" cy="76"/>
              </a:xfrm>
              <a:custGeom>
                <a:avLst/>
                <a:gdLst>
                  <a:gd name="T0" fmla="*/ 0 w 985"/>
                  <a:gd name="T1" fmla="*/ 0 h 611"/>
                  <a:gd name="T2" fmla="*/ 0 w 985"/>
                  <a:gd name="T3" fmla="*/ 0 h 611"/>
                  <a:gd name="T4" fmla="*/ 0 w 985"/>
                  <a:gd name="T5" fmla="*/ 0 h 611"/>
                  <a:gd name="T6" fmla="*/ 0 w 985"/>
                  <a:gd name="T7" fmla="*/ 0 h 611"/>
                  <a:gd name="T8" fmla="*/ 0 w 985"/>
                  <a:gd name="T9" fmla="*/ 0 h 611"/>
                  <a:gd name="T10" fmla="*/ 0 w 985"/>
                  <a:gd name="T11" fmla="*/ 0 h 611"/>
                  <a:gd name="T12" fmla="*/ 0 w 985"/>
                  <a:gd name="T13" fmla="*/ 0 h 611"/>
                  <a:gd name="T14" fmla="*/ 0 w 985"/>
                  <a:gd name="T15" fmla="*/ 0 h 611"/>
                  <a:gd name="T16" fmla="*/ 0 w 985"/>
                  <a:gd name="T17" fmla="*/ 0 h 611"/>
                  <a:gd name="T18" fmla="*/ 0 w 985"/>
                  <a:gd name="T19" fmla="*/ 0 h 611"/>
                  <a:gd name="T20" fmla="*/ 0 w 985"/>
                  <a:gd name="T21" fmla="*/ 0 h 611"/>
                  <a:gd name="T22" fmla="*/ 0 w 985"/>
                  <a:gd name="T23" fmla="*/ 0 h 611"/>
                  <a:gd name="T24" fmla="*/ 0 w 985"/>
                  <a:gd name="T25" fmla="*/ 0 h 611"/>
                  <a:gd name="T26" fmla="*/ 0 w 985"/>
                  <a:gd name="T27" fmla="*/ 0 h 611"/>
                  <a:gd name="T28" fmla="*/ 0 w 985"/>
                  <a:gd name="T29" fmla="*/ 0 h 611"/>
                  <a:gd name="T30" fmla="*/ 0 w 985"/>
                  <a:gd name="T31" fmla="*/ 0 h 611"/>
                  <a:gd name="T32" fmla="*/ 0 w 985"/>
                  <a:gd name="T33" fmla="*/ 0 h 611"/>
                  <a:gd name="T34" fmla="*/ 0 w 985"/>
                  <a:gd name="T35" fmla="*/ 0 h 611"/>
                  <a:gd name="T36" fmla="*/ 0 w 985"/>
                  <a:gd name="T37" fmla="*/ 0 h 611"/>
                  <a:gd name="T38" fmla="*/ 0 w 985"/>
                  <a:gd name="T39" fmla="*/ 0 h 611"/>
                  <a:gd name="T40" fmla="*/ 0 w 985"/>
                  <a:gd name="T41" fmla="*/ 0 h 611"/>
                  <a:gd name="T42" fmla="*/ 0 w 985"/>
                  <a:gd name="T43" fmla="*/ 0 h 611"/>
                  <a:gd name="T44" fmla="*/ 0 w 985"/>
                  <a:gd name="T45" fmla="*/ 0 h 611"/>
                  <a:gd name="T46" fmla="*/ 0 w 985"/>
                  <a:gd name="T47" fmla="*/ 0 h 611"/>
                  <a:gd name="T48" fmla="*/ 0 w 985"/>
                  <a:gd name="T49" fmla="*/ 0 h 611"/>
                  <a:gd name="T50" fmla="*/ 0 w 985"/>
                  <a:gd name="T51" fmla="*/ 0 h 611"/>
                  <a:gd name="T52" fmla="*/ 0 w 985"/>
                  <a:gd name="T53" fmla="*/ 0 h 611"/>
                  <a:gd name="T54" fmla="*/ 0 w 985"/>
                  <a:gd name="T55" fmla="*/ 0 h 611"/>
                  <a:gd name="T56" fmla="*/ 0 w 985"/>
                  <a:gd name="T57" fmla="*/ 0 h 611"/>
                  <a:gd name="T58" fmla="*/ 0 w 985"/>
                  <a:gd name="T59" fmla="*/ 0 h 611"/>
                  <a:gd name="T60" fmla="*/ 0 w 985"/>
                  <a:gd name="T61" fmla="*/ 0 h 611"/>
                  <a:gd name="T62" fmla="*/ 0 w 985"/>
                  <a:gd name="T63" fmla="*/ 0 h 611"/>
                  <a:gd name="T64" fmla="*/ 0 w 985"/>
                  <a:gd name="T65" fmla="*/ 0 h 611"/>
                  <a:gd name="T66" fmla="*/ 0 w 985"/>
                  <a:gd name="T67" fmla="*/ 0 h 611"/>
                  <a:gd name="T68" fmla="*/ 0 w 985"/>
                  <a:gd name="T69" fmla="*/ 0 h 61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985"/>
                  <a:gd name="T106" fmla="*/ 0 h 611"/>
                  <a:gd name="T107" fmla="*/ 985 w 985"/>
                  <a:gd name="T108" fmla="*/ 611 h 611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985" h="611">
                    <a:moveTo>
                      <a:pt x="55" y="194"/>
                    </a:moveTo>
                    <a:lnTo>
                      <a:pt x="107" y="264"/>
                    </a:lnTo>
                    <a:lnTo>
                      <a:pt x="182" y="334"/>
                    </a:lnTo>
                    <a:lnTo>
                      <a:pt x="199" y="354"/>
                    </a:lnTo>
                    <a:lnTo>
                      <a:pt x="257" y="334"/>
                    </a:lnTo>
                    <a:lnTo>
                      <a:pt x="254" y="387"/>
                    </a:lnTo>
                    <a:lnTo>
                      <a:pt x="301" y="424"/>
                    </a:lnTo>
                    <a:lnTo>
                      <a:pt x="413" y="470"/>
                    </a:lnTo>
                    <a:lnTo>
                      <a:pt x="479" y="502"/>
                    </a:lnTo>
                    <a:lnTo>
                      <a:pt x="538" y="543"/>
                    </a:lnTo>
                    <a:lnTo>
                      <a:pt x="580" y="585"/>
                    </a:lnTo>
                    <a:lnTo>
                      <a:pt x="901" y="20"/>
                    </a:lnTo>
                    <a:lnTo>
                      <a:pt x="938" y="0"/>
                    </a:lnTo>
                    <a:lnTo>
                      <a:pt x="976" y="0"/>
                    </a:lnTo>
                    <a:lnTo>
                      <a:pt x="985" y="20"/>
                    </a:lnTo>
                    <a:lnTo>
                      <a:pt x="967" y="29"/>
                    </a:lnTo>
                    <a:lnTo>
                      <a:pt x="936" y="29"/>
                    </a:lnTo>
                    <a:lnTo>
                      <a:pt x="899" y="48"/>
                    </a:lnTo>
                    <a:lnTo>
                      <a:pt x="865" y="90"/>
                    </a:lnTo>
                    <a:lnTo>
                      <a:pt x="580" y="611"/>
                    </a:lnTo>
                    <a:lnTo>
                      <a:pt x="459" y="565"/>
                    </a:lnTo>
                    <a:lnTo>
                      <a:pt x="538" y="578"/>
                    </a:lnTo>
                    <a:lnTo>
                      <a:pt x="485" y="532"/>
                    </a:lnTo>
                    <a:lnTo>
                      <a:pt x="404" y="486"/>
                    </a:lnTo>
                    <a:lnTo>
                      <a:pt x="325" y="458"/>
                    </a:lnTo>
                    <a:lnTo>
                      <a:pt x="296" y="453"/>
                    </a:lnTo>
                    <a:lnTo>
                      <a:pt x="362" y="519"/>
                    </a:lnTo>
                    <a:lnTo>
                      <a:pt x="301" y="475"/>
                    </a:lnTo>
                    <a:lnTo>
                      <a:pt x="257" y="440"/>
                    </a:lnTo>
                    <a:lnTo>
                      <a:pt x="204" y="383"/>
                    </a:lnTo>
                    <a:lnTo>
                      <a:pt x="136" y="315"/>
                    </a:lnTo>
                    <a:lnTo>
                      <a:pt x="74" y="269"/>
                    </a:lnTo>
                    <a:lnTo>
                      <a:pt x="24" y="224"/>
                    </a:lnTo>
                    <a:lnTo>
                      <a:pt x="0" y="185"/>
                    </a:lnTo>
                    <a:lnTo>
                      <a:pt x="55" y="19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7" name="Freeform 171"/>
              <p:cNvSpPr>
                <a:spLocks/>
              </p:cNvSpPr>
              <p:nvPr/>
            </p:nvSpPr>
            <p:spPr bwMode="auto">
              <a:xfrm>
                <a:off x="3042" y="1595"/>
                <a:ext cx="36" cy="44"/>
              </a:xfrm>
              <a:custGeom>
                <a:avLst/>
                <a:gdLst>
                  <a:gd name="T0" fmla="*/ 0 w 281"/>
                  <a:gd name="T1" fmla="*/ 0 h 354"/>
                  <a:gd name="T2" fmla="*/ 0 w 281"/>
                  <a:gd name="T3" fmla="*/ 0 h 354"/>
                  <a:gd name="T4" fmla="*/ 0 w 281"/>
                  <a:gd name="T5" fmla="*/ 0 h 354"/>
                  <a:gd name="T6" fmla="*/ 0 w 281"/>
                  <a:gd name="T7" fmla="*/ 0 h 354"/>
                  <a:gd name="T8" fmla="*/ 0 w 281"/>
                  <a:gd name="T9" fmla="*/ 0 h 354"/>
                  <a:gd name="T10" fmla="*/ 0 w 281"/>
                  <a:gd name="T11" fmla="*/ 0 h 354"/>
                  <a:gd name="T12" fmla="*/ 0 w 281"/>
                  <a:gd name="T13" fmla="*/ 0 h 354"/>
                  <a:gd name="T14" fmla="*/ 0 w 281"/>
                  <a:gd name="T15" fmla="*/ 0 h 354"/>
                  <a:gd name="T16" fmla="*/ 0 w 281"/>
                  <a:gd name="T17" fmla="*/ 0 h 35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81"/>
                  <a:gd name="T28" fmla="*/ 0 h 354"/>
                  <a:gd name="T29" fmla="*/ 281 w 281"/>
                  <a:gd name="T30" fmla="*/ 354 h 35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81" h="354">
                    <a:moveTo>
                      <a:pt x="0" y="338"/>
                    </a:moveTo>
                    <a:lnTo>
                      <a:pt x="199" y="42"/>
                    </a:lnTo>
                    <a:lnTo>
                      <a:pt x="228" y="17"/>
                    </a:lnTo>
                    <a:lnTo>
                      <a:pt x="254" y="0"/>
                    </a:lnTo>
                    <a:lnTo>
                      <a:pt x="281" y="6"/>
                    </a:lnTo>
                    <a:lnTo>
                      <a:pt x="241" y="22"/>
                    </a:lnTo>
                    <a:lnTo>
                      <a:pt x="206" y="54"/>
                    </a:lnTo>
                    <a:lnTo>
                      <a:pt x="4" y="354"/>
                    </a:lnTo>
                    <a:lnTo>
                      <a:pt x="0" y="3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8" name="Freeform 172"/>
              <p:cNvSpPr>
                <a:spLocks/>
              </p:cNvSpPr>
              <p:nvPr/>
            </p:nvSpPr>
            <p:spPr bwMode="auto">
              <a:xfrm>
                <a:off x="3046" y="1640"/>
                <a:ext cx="87" cy="30"/>
              </a:xfrm>
              <a:custGeom>
                <a:avLst/>
                <a:gdLst>
                  <a:gd name="T0" fmla="*/ 0 w 696"/>
                  <a:gd name="T1" fmla="*/ 0 h 242"/>
                  <a:gd name="T2" fmla="*/ 0 w 696"/>
                  <a:gd name="T3" fmla="*/ 0 h 242"/>
                  <a:gd name="T4" fmla="*/ 0 w 696"/>
                  <a:gd name="T5" fmla="*/ 0 h 242"/>
                  <a:gd name="T6" fmla="*/ 0 w 696"/>
                  <a:gd name="T7" fmla="*/ 0 h 242"/>
                  <a:gd name="T8" fmla="*/ 0 w 696"/>
                  <a:gd name="T9" fmla="*/ 0 h 242"/>
                  <a:gd name="T10" fmla="*/ 0 w 696"/>
                  <a:gd name="T11" fmla="*/ 0 h 242"/>
                  <a:gd name="T12" fmla="*/ 0 w 696"/>
                  <a:gd name="T13" fmla="*/ 0 h 242"/>
                  <a:gd name="T14" fmla="*/ 0 w 696"/>
                  <a:gd name="T15" fmla="*/ 0 h 242"/>
                  <a:gd name="T16" fmla="*/ 0 w 696"/>
                  <a:gd name="T17" fmla="*/ 0 h 242"/>
                  <a:gd name="T18" fmla="*/ 0 w 696"/>
                  <a:gd name="T19" fmla="*/ 0 h 242"/>
                  <a:gd name="T20" fmla="*/ 0 w 696"/>
                  <a:gd name="T21" fmla="*/ 0 h 242"/>
                  <a:gd name="T22" fmla="*/ 0 w 696"/>
                  <a:gd name="T23" fmla="*/ 0 h 242"/>
                  <a:gd name="T24" fmla="*/ 0 w 696"/>
                  <a:gd name="T25" fmla="*/ 0 h 242"/>
                  <a:gd name="T26" fmla="*/ 0 w 696"/>
                  <a:gd name="T27" fmla="*/ 0 h 242"/>
                  <a:gd name="T28" fmla="*/ 0 w 696"/>
                  <a:gd name="T29" fmla="*/ 0 h 242"/>
                  <a:gd name="T30" fmla="*/ 0 w 696"/>
                  <a:gd name="T31" fmla="*/ 0 h 242"/>
                  <a:gd name="T32" fmla="*/ 0 w 696"/>
                  <a:gd name="T33" fmla="*/ 0 h 242"/>
                  <a:gd name="T34" fmla="*/ 0 w 696"/>
                  <a:gd name="T35" fmla="*/ 0 h 242"/>
                  <a:gd name="T36" fmla="*/ 0 w 696"/>
                  <a:gd name="T37" fmla="*/ 0 h 242"/>
                  <a:gd name="T38" fmla="*/ 0 w 696"/>
                  <a:gd name="T39" fmla="*/ 0 h 242"/>
                  <a:gd name="T40" fmla="*/ 0 w 696"/>
                  <a:gd name="T41" fmla="*/ 0 h 242"/>
                  <a:gd name="T42" fmla="*/ 0 w 696"/>
                  <a:gd name="T43" fmla="*/ 0 h 242"/>
                  <a:gd name="T44" fmla="*/ 0 w 696"/>
                  <a:gd name="T45" fmla="*/ 0 h 242"/>
                  <a:gd name="T46" fmla="*/ 0 w 696"/>
                  <a:gd name="T47" fmla="*/ 0 h 242"/>
                  <a:gd name="T48" fmla="*/ 0 w 696"/>
                  <a:gd name="T49" fmla="*/ 0 h 242"/>
                  <a:gd name="T50" fmla="*/ 0 w 696"/>
                  <a:gd name="T51" fmla="*/ 0 h 242"/>
                  <a:gd name="T52" fmla="*/ 0 w 696"/>
                  <a:gd name="T53" fmla="*/ 0 h 242"/>
                  <a:gd name="T54" fmla="*/ 0 w 696"/>
                  <a:gd name="T55" fmla="*/ 0 h 242"/>
                  <a:gd name="T56" fmla="*/ 0 w 696"/>
                  <a:gd name="T57" fmla="*/ 0 h 242"/>
                  <a:gd name="T58" fmla="*/ 0 w 696"/>
                  <a:gd name="T59" fmla="*/ 0 h 242"/>
                  <a:gd name="T60" fmla="*/ 0 w 696"/>
                  <a:gd name="T61" fmla="*/ 0 h 242"/>
                  <a:gd name="T62" fmla="*/ 0 w 696"/>
                  <a:gd name="T63" fmla="*/ 0 h 242"/>
                  <a:gd name="T64" fmla="*/ 0 w 696"/>
                  <a:gd name="T65" fmla="*/ 0 h 242"/>
                  <a:gd name="T66" fmla="*/ 0 w 696"/>
                  <a:gd name="T67" fmla="*/ 0 h 242"/>
                  <a:gd name="T68" fmla="*/ 0 w 696"/>
                  <a:gd name="T69" fmla="*/ 0 h 242"/>
                  <a:gd name="T70" fmla="*/ 0 w 696"/>
                  <a:gd name="T71" fmla="*/ 0 h 242"/>
                  <a:gd name="T72" fmla="*/ 0 w 696"/>
                  <a:gd name="T73" fmla="*/ 0 h 24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696"/>
                  <a:gd name="T112" fmla="*/ 0 h 242"/>
                  <a:gd name="T113" fmla="*/ 696 w 696"/>
                  <a:gd name="T114" fmla="*/ 242 h 242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696" h="242">
                    <a:moveTo>
                      <a:pt x="0" y="242"/>
                    </a:moveTo>
                    <a:lnTo>
                      <a:pt x="39" y="215"/>
                    </a:lnTo>
                    <a:lnTo>
                      <a:pt x="81" y="180"/>
                    </a:lnTo>
                    <a:lnTo>
                      <a:pt x="131" y="111"/>
                    </a:lnTo>
                    <a:lnTo>
                      <a:pt x="156" y="69"/>
                    </a:lnTo>
                    <a:lnTo>
                      <a:pt x="180" y="49"/>
                    </a:lnTo>
                    <a:lnTo>
                      <a:pt x="208" y="31"/>
                    </a:lnTo>
                    <a:lnTo>
                      <a:pt x="248" y="21"/>
                    </a:lnTo>
                    <a:lnTo>
                      <a:pt x="369" y="0"/>
                    </a:lnTo>
                    <a:lnTo>
                      <a:pt x="439" y="3"/>
                    </a:lnTo>
                    <a:lnTo>
                      <a:pt x="527" y="40"/>
                    </a:lnTo>
                    <a:lnTo>
                      <a:pt x="592" y="88"/>
                    </a:lnTo>
                    <a:lnTo>
                      <a:pt x="696" y="137"/>
                    </a:lnTo>
                    <a:lnTo>
                      <a:pt x="617" y="125"/>
                    </a:lnTo>
                    <a:lnTo>
                      <a:pt x="564" y="106"/>
                    </a:lnTo>
                    <a:lnTo>
                      <a:pt x="527" y="86"/>
                    </a:lnTo>
                    <a:lnTo>
                      <a:pt x="483" y="75"/>
                    </a:lnTo>
                    <a:lnTo>
                      <a:pt x="459" y="79"/>
                    </a:lnTo>
                    <a:lnTo>
                      <a:pt x="435" y="150"/>
                    </a:lnTo>
                    <a:lnTo>
                      <a:pt x="384" y="211"/>
                    </a:lnTo>
                    <a:lnTo>
                      <a:pt x="421" y="152"/>
                    </a:lnTo>
                    <a:lnTo>
                      <a:pt x="447" y="69"/>
                    </a:lnTo>
                    <a:lnTo>
                      <a:pt x="447" y="49"/>
                    </a:lnTo>
                    <a:lnTo>
                      <a:pt x="430" y="28"/>
                    </a:lnTo>
                    <a:lnTo>
                      <a:pt x="384" y="16"/>
                    </a:lnTo>
                    <a:lnTo>
                      <a:pt x="329" y="21"/>
                    </a:lnTo>
                    <a:lnTo>
                      <a:pt x="313" y="44"/>
                    </a:lnTo>
                    <a:lnTo>
                      <a:pt x="343" y="222"/>
                    </a:lnTo>
                    <a:lnTo>
                      <a:pt x="325" y="222"/>
                    </a:lnTo>
                    <a:lnTo>
                      <a:pt x="256" y="198"/>
                    </a:lnTo>
                    <a:lnTo>
                      <a:pt x="195" y="174"/>
                    </a:lnTo>
                    <a:lnTo>
                      <a:pt x="164" y="150"/>
                    </a:lnTo>
                    <a:lnTo>
                      <a:pt x="145" y="137"/>
                    </a:lnTo>
                    <a:lnTo>
                      <a:pt x="108" y="174"/>
                    </a:lnTo>
                    <a:lnTo>
                      <a:pt x="67" y="210"/>
                    </a:lnTo>
                    <a:lnTo>
                      <a:pt x="25" y="231"/>
                    </a:lnTo>
                    <a:lnTo>
                      <a:pt x="0" y="2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9" name="Freeform 173"/>
              <p:cNvSpPr>
                <a:spLocks/>
              </p:cNvSpPr>
              <p:nvPr/>
            </p:nvSpPr>
            <p:spPr bwMode="auto">
              <a:xfrm>
                <a:off x="3129" y="1594"/>
                <a:ext cx="49" cy="55"/>
              </a:xfrm>
              <a:custGeom>
                <a:avLst/>
                <a:gdLst>
                  <a:gd name="T0" fmla="*/ 0 w 385"/>
                  <a:gd name="T1" fmla="*/ 0 h 439"/>
                  <a:gd name="T2" fmla="*/ 0 w 385"/>
                  <a:gd name="T3" fmla="*/ 0 h 439"/>
                  <a:gd name="T4" fmla="*/ 0 w 385"/>
                  <a:gd name="T5" fmla="*/ 0 h 439"/>
                  <a:gd name="T6" fmla="*/ 0 w 385"/>
                  <a:gd name="T7" fmla="*/ 0 h 439"/>
                  <a:gd name="T8" fmla="*/ 0 w 385"/>
                  <a:gd name="T9" fmla="*/ 0 h 439"/>
                  <a:gd name="T10" fmla="*/ 0 w 385"/>
                  <a:gd name="T11" fmla="*/ 0 h 439"/>
                  <a:gd name="T12" fmla="*/ 0 w 385"/>
                  <a:gd name="T13" fmla="*/ 0 h 439"/>
                  <a:gd name="T14" fmla="*/ 0 w 385"/>
                  <a:gd name="T15" fmla="*/ 0 h 439"/>
                  <a:gd name="T16" fmla="*/ 0 w 385"/>
                  <a:gd name="T17" fmla="*/ 0 h 439"/>
                  <a:gd name="T18" fmla="*/ 0 w 385"/>
                  <a:gd name="T19" fmla="*/ 0 h 439"/>
                  <a:gd name="T20" fmla="*/ 0 w 385"/>
                  <a:gd name="T21" fmla="*/ 0 h 439"/>
                  <a:gd name="T22" fmla="*/ 0 w 385"/>
                  <a:gd name="T23" fmla="*/ 0 h 439"/>
                  <a:gd name="T24" fmla="*/ 0 w 385"/>
                  <a:gd name="T25" fmla="*/ 0 h 439"/>
                  <a:gd name="T26" fmla="*/ 0 w 385"/>
                  <a:gd name="T27" fmla="*/ 0 h 439"/>
                  <a:gd name="T28" fmla="*/ 0 w 385"/>
                  <a:gd name="T29" fmla="*/ 0 h 439"/>
                  <a:gd name="T30" fmla="*/ 0 w 385"/>
                  <a:gd name="T31" fmla="*/ 0 h 439"/>
                  <a:gd name="T32" fmla="*/ 0 w 385"/>
                  <a:gd name="T33" fmla="*/ 0 h 439"/>
                  <a:gd name="T34" fmla="*/ 0 w 385"/>
                  <a:gd name="T35" fmla="*/ 0 h 439"/>
                  <a:gd name="T36" fmla="*/ 0 w 385"/>
                  <a:gd name="T37" fmla="*/ 0 h 43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85"/>
                  <a:gd name="T58" fmla="*/ 0 h 439"/>
                  <a:gd name="T59" fmla="*/ 385 w 385"/>
                  <a:gd name="T60" fmla="*/ 439 h 43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85" h="439">
                    <a:moveTo>
                      <a:pt x="0" y="0"/>
                    </a:moveTo>
                    <a:lnTo>
                      <a:pt x="40" y="55"/>
                    </a:lnTo>
                    <a:lnTo>
                      <a:pt x="63" y="111"/>
                    </a:lnTo>
                    <a:lnTo>
                      <a:pt x="86" y="256"/>
                    </a:lnTo>
                    <a:lnTo>
                      <a:pt x="75" y="439"/>
                    </a:lnTo>
                    <a:lnTo>
                      <a:pt x="114" y="274"/>
                    </a:lnTo>
                    <a:lnTo>
                      <a:pt x="148" y="189"/>
                    </a:lnTo>
                    <a:lnTo>
                      <a:pt x="204" y="107"/>
                    </a:lnTo>
                    <a:lnTo>
                      <a:pt x="235" y="111"/>
                    </a:lnTo>
                    <a:lnTo>
                      <a:pt x="211" y="256"/>
                    </a:lnTo>
                    <a:lnTo>
                      <a:pt x="215" y="292"/>
                    </a:lnTo>
                    <a:lnTo>
                      <a:pt x="385" y="74"/>
                    </a:lnTo>
                    <a:lnTo>
                      <a:pt x="310" y="26"/>
                    </a:lnTo>
                    <a:lnTo>
                      <a:pt x="252" y="67"/>
                    </a:lnTo>
                    <a:lnTo>
                      <a:pt x="204" y="58"/>
                    </a:lnTo>
                    <a:lnTo>
                      <a:pt x="112" y="81"/>
                    </a:lnTo>
                    <a:lnTo>
                      <a:pt x="81" y="81"/>
                    </a:lnTo>
                    <a:lnTo>
                      <a:pt x="37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0" name="Freeform 174"/>
              <p:cNvSpPr>
                <a:spLocks/>
              </p:cNvSpPr>
              <p:nvPr/>
            </p:nvSpPr>
            <p:spPr bwMode="auto">
              <a:xfrm>
                <a:off x="3082" y="1664"/>
                <a:ext cx="103" cy="290"/>
              </a:xfrm>
              <a:custGeom>
                <a:avLst/>
                <a:gdLst>
                  <a:gd name="T0" fmla="*/ 0 w 819"/>
                  <a:gd name="T1" fmla="*/ 0 h 2318"/>
                  <a:gd name="T2" fmla="*/ 0 w 819"/>
                  <a:gd name="T3" fmla="*/ 0 h 2318"/>
                  <a:gd name="T4" fmla="*/ 0 w 819"/>
                  <a:gd name="T5" fmla="*/ 0 h 2318"/>
                  <a:gd name="T6" fmla="*/ 0 w 819"/>
                  <a:gd name="T7" fmla="*/ 0 h 2318"/>
                  <a:gd name="T8" fmla="*/ 0 w 819"/>
                  <a:gd name="T9" fmla="*/ 0 h 2318"/>
                  <a:gd name="T10" fmla="*/ 0 w 819"/>
                  <a:gd name="T11" fmla="*/ 0 h 2318"/>
                  <a:gd name="T12" fmla="*/ 0 w 819"/>
                  <a:gd name="T13" fmla="*/ 0 h 2318"/>
                  <a:gd name="T14" fmla="*/ 0 w 819"/>
                  <a:gd name="T15" fmla="*/ 0 h 2318"/>
                  <a:gd name="T16" fmla="*/ 0 w 819"/>
                  <a:gd name="T17" fmla="*/ 0 h 2318"/>
                  <a:gd name="T18" fmla="*/ 0 w 819"/>
                  <a:gd name="T19" fmla="*/ 0 h 2318"/>
                  <a:gd name="T20" fmla="*/ 0 w 819"/>
                  <a:gd name="T21" fmla="*/ 0 h 2318"/>
                  <a:gd name="T22" fmla="*/ 0 w 819"/>
                  <a:gd name="T23" fmla="*/ 0 h 2318"/>
                  <a:gd name="T24" fmla="*/ 0 w 819"/>
                  <a:gd name="T25" fmla="*/ 0 h 2318"/>
                  <a:gd name="T26" fmla="*/ 0 w 819"/>
                  <a:gd name="T27" fmla="*/ 0 h 2318"/>
                  <a:gd name="T28" fmla="*/ 0 w 819"/>
                  <a:gd name="T29" fmla="*/ 0 h 2318"/>
                  <a:gd name="T30" fmla="*/ 0 w 819"/>
                  <a:gd name="T31" fmla="*/ 0 h 2318"/>
                  <a:gd name="T32" fmla="*/ 0 w 819"/>
                  <a:gd name="T33" fmla="*/ 0 h 2318"/>
                  <a:gd name="T34" fmla="*/ 0 w 819"/>
                  <a:gd name="T35" fmla="*/ 0 h 2318"/>
                  <a:gd name="T36" fmla="*/ 0 w 819"/>
                  <a:gd name="T37" fmla="*/ 0 h 2318"/>
                  <a:gd name="T38" fmla="*/ 0 w 819"/>
                  <a:gd name="T39" fmla="*/ 0 h 2318"/>
                  <a:gd name="T40" fmla="*/ 0 w 819"/>
                  <a:gd name="T41" fmla="*/ 0 h 2318"/>
                  <a:gd name="T42" fmla="*/ 0 w 819"/>
                  <a:gd name="T43" fmla="*/ 0 h 2318"/>
                  <a:gd name="T44" fmla="*/ 0 w 819"/>
                  <a:gd name="T45" fmla="*/ 0 h 2318"/>
                  <a:gd name="T46" fmla="*/ 0 w 819"/>
                  <a:gd name="T47" fmla="*/ 0 h 2318"/>
                  <a:gd name="T48" fmla="*/ 0 w 819"/>
                  <a:gd name="T49" fmla="*/ 0 h 2318"/>
                  <a:gd name="T50" fmla="*/ 0 w 819"/>
                  <a:gd name="T51" fmla="*/ 0 h 2318"/>
                  <a:gd name="T52" fmla="*/ 0 w 819"/>
                  <a:gd name="T53" fmla="*/ 0 h 2318"/>
                  <a:gd name="T54" fmla="*/ 0 w 819"/>
                  <a:gd name="T55" fmla="*/ 0 h 2318"/>
                  <a:gd name="T56" fmla="*/ 0 w 819"/>
                  <a:gd name="T57" fmla="*/ 0 h 2318"/>
                  <a:gd name="T58" fmla="*/ 0 w 819"/>
                  <a:gd name="T59" fmla="*/ 0 h 2318"/>
                  <a:gd name="T60" fmla="*/ 0 w 819"/>
                  <a:gd name="T61" fmla="*/ 0 h 2318"/>
                  <a:gd name="T62" fmla="*/ 0 w 819"/>
                  <a:gd name="T63" fmla="*/ 0 h 2318"/>
                  <a:gd name="T64" fmla="*/ 0 w 819"/>
                  <a:gd name="T65" fmla="*/ 0 h 2318"/>
                  <a:gd name="T66" fmla="*/ 0 w 819"/>
                  <a:gd name="T67" fmla="*/ 0 h 231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819"/>
                  <a:gd name="T103" fmla="*/ 0 h 2318"/>
                  <a:gd name="T104" fmla="*/ 819 w 819"/>
                  <a:gd name="T105" fmla="*/ 2318 h 231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819" h="2318">
                    <a:moveTo>
                      <a:pt x="102" y="23"/>
                    </a:moveTo>
                    <a:lnTo>
                      <a:pt x="196" y="140"/>
                    </a:lnTo>
                    <a:lnTo>
                      <a:pt x="275" y="327"/>
                    </a:lnTo>
                    <a:lnTo>
                      <a:pt x="424" y="714"/>
                    </a:lnTo>
                    <a:lnTo>
                      <a:pt x="579" y="1265"/>
                    </a:lnTo>
                    <a:lnTo>
                      <a:pt x="712" y="1680"/>
                    </a:lnTo>
                    <a:lnTo>
                      <a:pt x="819" y="1925"/>
                    </a:lnTo>
                    <a:lnTo>
                      <a:pt x="660" y="2318"/>
                    </a:lnTo>
                    <a:lnTo>
                      <a:pt x="526" y="2190"/>
                    </a:lnTo>
                    <a:lnTo>
                      <a:pt x="252" y="1992"/>
                    </a:lnTo>
                    <a:lnTo>
                      <a:pt x="35" y="546"/>
                    </a:lnTo>
                    <a:lnTo>
                      <a:pt x="0" y="274"/>
                    </a:lnTo>
                    <a:lnTo>
                      <a:pt x="17" y="103"/>
                    </a:lnTo>
                    <a:lnTo>
                      <a:pt x="35" y="41"/>
                    </a:lnTo>
                    <a:lnTo>
                      <a:pt x="35" y="0"/>
                    </a:lnTo>
                    <a:lnTo>
                      <a:pt x="60" y="41"/>
                    </a:lnTo>
                    <a:lnTo>
                      <a:pt x="53" y="134"/>
                    </a:lnTo>
                    <a:lnTo>
                      <a:pt x="60" y="292"/>
                    </a:lnTo>
                    <a:lnTo>
                      <a:pt x="77" y="465"/>
                    </a:lnTo>
                    <a:lnTo>
                      <a:pt x="116" y="707"/>
                    </a:lnTo>
                    <a:lnTo>
                      <a:pt x="284" y="1487"/>
                    </a:lnTo>
                    <a:lnTo>
                      <a:pt x="343" y="1953"/>
                    </a:lnTo>
                    <a:lnTo>
                      <a:pt x="360" y="2010"/>
                    </a:lnTo>
                    <a:lnTo>
                      <a:pt x="512" y="2142"/>
                    </a:lnTo>
                    <a:lnTo>
                      <a:pt x="642" y="2252"/>
                    </a:lnTo>
                    <a:lnTo>
                      <a:pt x="734" y="2019"/>
                    </a:lnTo>
                    <a:lnTo>
                      <a:pt x="778" y="1925"/>
                    </a:lnTo>
                    <a:lnTo>
                      <a:pt x="651" y="1604"/>
                    </a:lnTo>
                    <a:lnTo>
                      <a:pt x="561" y="1296"/>
                    </a:lnTo>
                    <a:lnTo>
                      <a:pt x="433" y="863"/>
                    </a:lnTo>
                    <a:lnTo>
                      <a:pt x="351" y="555"/>
                    </a:lnTo>
                    <a:lnTo>
                      <a:pt x="235" y="239"/>
                    </a:lnTo>
                    <a:lnTo>
                      <a:pt x="162" y="116"/>
                    </a:lnTo>
                    <a:lnTo>
                      <a:pt x="102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1" name="Freeform 175"/>
              <p:cNvSpPr>
                <a:spLocks/>
              </p:cNvSpPr>
              <p:nvPr/>
            </p:nvSpPr>
            <p:spPr bwMode="auto">
              <a:xfrm>
                <a:off x="3053" y="1755"/>
                <a:ext cx="283" cy="233"/>
              </a:xfrm>
              <a:custGeom>
                <a:avLst/>
                <a:gdLst>
                  <a:gd name="T0" fmla="*/ 0 w 2266"/>
                  <a:gd name="T1" fmla="*/ 0 h 1862"/>
                  <a:gd name="T2" fmla="*/ 0 w 2266"/>
                  <a:gd name="T3" fmla="*/ 0 h 1862"/>
                  <a:gd name="T4" fmla="*/ 0 w 2266"/>
                  <a:gd name="T5" fmla="*/ 0 h 1862"/>
                  <a:gd name="T6" fmla="*/ 0 w 2266"/>
                  <a:gd name="T7" fmla="*/ 0 h 1862"/>
                  <a:gd name="T8" fmla="*/ 0 w 2266"/>
                  <a:gd name="T9" fmla="*/ 0 h 1862"/>
                  <a:gd name="T10" fmla="*/ 0 w 2266"/>
                  <a:gd name="T11" fmla="*/ 0 h 1862"/>
                  <a:gd name="T12" fmla="*/ 0 w 2266"/>
                  <a:gd name="T13" fmla="*/ 0 h 1862"/>
                  <a:gd name="T14" fmla="*/ 0 w 2266"/>
                  <a:gd name="T15" fmla="*/ 0 h 1862"/>
                  <a:gd name="T16" fmla="*/ 0 w 2266"/>
                  <a:gd name="T17" fmla="*/ 0 h 1862"/>
                  <a:gd name="T18" fmla="*/ 0 w 2266"/>
                  <a:gd name="T19" fmla="*/ 0 h 1862"/>
                  <a:gd name="T20" fmla="*/ 0 w 2266"/>
                  <a:gd name="T21" fmla="*/ 0 h 1862"/>
                  <a:gd name="T22" fmla="*/ 0 w 2266"/>
                  <a:gd name="T23" fmla="*/ 0 h 1862"/>
                  <a:gd name="T24" fmla="*/ 0 w 2266"/>
                  <a:gd name="T25" fmla="*/ 0 h 1862"/>
                  <a:gd name="T26" fmla="*/ 0 w 2266"/>
                  <a:gd name="T27" fmla="*/ 0 h 1862"/>
                  <a:gd name="T28" fmla="*/ 0 w 2266"/>
                  <a:gd name="T29" fmla="*/ 0 h 1862"/>
                  <a:gd name="T30" fmla="*/ 0 w 2266"/>
                  <a:gd name="T31" fmla="*/ 0 h 1862"/>
                  <a:gd name="T32" fmla="*/ 0 w 2266"/>
                  <a:gd name="T33" fmla="*/ 0 h 1862"/>
                  <a:gd name="T34" fmla="*/ 0 w 2266"/>
                  <a:gd name="T35" fmla="*/ 0 h 1862"/>
                  <a:gd name="T36" fmla="*/ 0 w 2266"/>
                  <a:gd name="T37" fmla="*/ 0 h 1862"/>
                  <a:gd name="T38" fmla="*/ 0 w 2266"/>
                  <a:gd name="T39" fmla="*/ 0 h 1862"/>
                  <a:gd name="T40" fmla="*/ 0 w 2266"/>
                  <a:gd name="T41" fmla="*/ 0 h 1862"/>
                  <a:gd name="T42" fmla="*/ 0 w 2266"/>
                  <a:gd name="T43" fmla="*/ 0 h 1862"/>
                  <a:gd name="T44" fmla="*/ 0 w 2266"/>
                  <a:gd name="T45" fmla="*/ 0 h 1862"/>
                  <a:gd name="T46" fmla="*/ 0 w 2266"/>
                  <a:gd name="T47" fmla="*/ 0 h 1862"/>
                  <a:gd name="T48" fmla="*/ 0 w 2266"/>
                  <a:gd name="T49" fmla="*/ 0 h 1862"/>
                  <a:gd name="T50" fmla="*/ 0 w 2266"/>
                  <a:gd name="T51" fmla="*/ 0 h 1862"/>
                  <a:gd name="T52" fmla="*/ 0 w 2266"/>
                  <a:gd name="T53" fmla="*/ 0 h 1862"/>
                  <a:gd name="T54" fmla="*/ 0 w 2266"/>
                  <a:gd name="T55" fmla="*/ 0 h 1862"/>
                  <a:gd name="T56" fmla="*/ 0 w 2266"/>
                  <a:gd name="T57" fmla="*/ 0 h 1862"/>
                  <a:gd name="T58" fmla="*/ 0 w 2266"/>
                  <a:gd name="T59" fmla="*/ 0 h 1862"/>
                  <a:gd name="T60" fmla="*/ 0 w 2266"/>
                  <a:gd name="T61" fmla="*/ 0 h 1862"/>
                  <a:gd name="T62" fmla="*/ 0 w 2266"/>
                  <a:gd name="T63" fmla="*/ 0 h 1862"/>
                  <a:gd name="T64" fmla="*/ 0 w 2266"/>
                  <a:gd name="T65" fmla="*/ 0 h 1862"/>
                  <a:gd name="T66" fmla="*/ 0 w 2266"/>
                  <a:gd name="T67" fmla="*/ 0 h 1862"/>
                  <a:gd name="T68" fmla="*/ 0 w 2266"/>
                  <a:gd name="T69" fmla="*/ 0 h 1862"/>
                  <a:gd name="T70" fmla="*/ 0 w 2266"/>
                  <a:gd name="T71" fmla="*/ 0 h 1862"/>
                  <a:gd name="T72" fmla="*/ 0 w 2266"/>
                  <a:gd name="T73" fmla="*/ 0 h 186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2266"/>
                  <a:gd name="T112" fmla="*/ 0 h 1862"/>
                  <a:gd name="T113" fmla="*/ 2266 w 2266"/>
                  <a:gd name="T114" fmla="*/ 1862 h 1862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2266" h="1862">
                    <a:moveTo>
                      <a:pt x="947" y="954"/>
                    </a:moveTo>
                    <a:lnTo>
                      <a:pt x="1211" y="1046"/>
                    </a:lnTo>
                    <a:lnTo>
                      <a:pt x="1455" y="1180"/>
                    </a:lnTo>
                    <a:lnTo>
                      <a:pt x="1630" y="1244"/>
                    </a:lnTo>
                    <a:lnTo>
                      <a:pt x="1747" y="1362"/>
                    </a:lnTo>
                    <a:lnTo>
                      <a:pt x="1925" y="1436"/>
                    </a:lnTo>
                    <a:lnTo>
                      <a:pt x="1914" y="1348"/>
                    </a:lnTo>
                    <a:lnTo>
                      <a:pt x="1764" y="1189"/>
                    </a:lnTo>
                    <a:lnTo>
                      <a:pt x="1582" y="1055"/>
                    </a:lnTo>
                    <a:lnTo>
                      <a:pt x="1854" y="1194"/>
                    </a:lnTo>
                    <a:lnTo>
                      <a:pt x="1905" y="908"/>
                    </a:lnTo>
                    <a:lnTo>
                      <a:pt x="1815" y="921"/>
                    </a:lnTo>
                    <a:lnTo>
                      <a:pt x="1747" y="908"/>
                    </a:lnTo>
                    <a:lnTo>
                      <a:pt x="1663" y="855"/>
                    </a:lnTo>
                    <a:lnTo>
                      <a:pt x="1738" y="839"/>
                    </a:lnTo>
                    <a:lnTo>
                      <a:pt x="1815" y="765"/>
                    </a:lnTo>
                    <a:lnTo>
                      <a:pt x="1863" y="682"/>
                    </a:lnTo>
                    <a:lnTo>
                      <a:pt x="1905" y="506"/>
                    </a:lnTo>
                    <a:lnTo>
                      <a:pt x="1914" y="273"/>
                    </a:lnTo>
                    <a:lnTo>
                      <a:pt x="1872" y="0"/>
                    </a:lnTo>
                    <a:lnTo>
                      <a:pt x="2048" y="168"/>
                    </a:lnTo>
                    <a:lnTo>
                      <a:pt x="2131" y="308"/>
                    </a:lnTo>
                    <a:lnTo>
                      <a:pt x="2110" y="325"/>
                    </a:lnTo>
                    <a:lnTo>
                      <a:pt x="1988" y="242"/>
                    </a:lnTo>
                    <a:lnTo>
                      <a:pt x="2013" y="541"/>
                    </a:lnTo>
                    <a:lnTo>
                      <a:pt x="2165" y="839"/>
                    </a:lnTo>
                    <a:lnTo>
                      <a:pt x="2206" y="1014"/>
                    </a:lnTo>
                    <a:lnTo>
                      <a:pt x="2149" y="1079"/>
                    </a:lnTo>
                    <a:lnTo>
                      <a:pt x="2156" y="1180"/>
                    </a:lnTo>
                    <a:lnTo>
                      <a:pt x="2266" y="1348"/>
                    </a:lnTo>
                    <a:lnTo>
                      <a:pt x="2266" y="1398"/>
                    </a:lnTo>
                    <a:lnTo>
                      <a:pt x="2215" y="1459"/>
                    </a:lnTo>
                    <a:lnTo>
                      <a:pt x="2013" y="1593"/>
                    </a:lnTo>
                    <a:lnTo>
                      <a:pt x="1896" y="1680"/>
                    </a:lnTo>
                    <a:lnTo>
                      <a:pt x="1738" y="1862"/>
                    </a:lnTo>
                    <a:lnTo>
                      <a:pt x="1496" y="1862"/>
                    </a:lnTo>
                    <a:lnTo>
                      <a:pt x="1444" y="1833"/>
                    </a:lnTo>
                    <a:lnTo>
                      <a:pt x="1356" y="1824"/>
                    </a:lnTo>
                    <a:lnTo>
                      <a:pt x="1305" y="1862"/>
                    </a:lnTo>
                    <a:lnTo>
                      <a:pt x="0" y="1862"/>
                    </a:lnTo>
                    <a:lnTo>
                      <a:pt x="169" y="1752"/>
                    </a:lnTo>
                    <a:lnTo>
                      <a:pt x="344" y="1662"/>
                    </a:lnTo>
                    <a:lnTo>
                      <a:pt x="542" y="1578"/>
                    </a:lnTo>
                    <a:lnTo>
                      <a:pt x="747" y="1512"/>
                    </a:lnTo>
                    <a:lnTo>
                      <a:pt x="830" y="1496"/>
                    </a:lnTo>
                    <a:lnTo>
                      <a:pt x="865" y="1545"/>
                    </a:lnTo>
                    <a:lnTo>
                      <a:pt x="837" y="1668"/>
                    </a:lnTo>
                    <a:lnTo>
                      <a:pt x="877" y="1721"/>
                    </a:lnTo>
                    <a:lnTo>
                      <a:pt x="1178" y="1680"/>
                    </a:lnTo>
                    <a:lnTo>
                      <a:pt x="1187" y="1653"/>
                    </a:lnTo>
                    <a:lnTo>
                      <a:pt x="1174" y="1629"/>
                    </a:lnTo>
                    <a:lnTo>
                      <a:pt x="947" y="1653"/>
                    </a:lnTo>
                    <a:lnTo>
                      <a:pt x="911" y="1635"/>
                    </a:lnTo>
                    <a:lnTo>
                      <a:pt x="906" y="1545"/>
                    </a:lnTo>
                    <a:lnTo>
                      <a:pt x="964" y="1503"/>
                    </a:lnTo>
                    <a:lnTo>
                      <a:pt x="994" y="1539"/>
                    </a:lnTo>
                    <a:lnTo>
                      <a:pt x="1037" y="1593"/>
                    </a:lnTo>
                    <a:lnTo>
                      <a:pt x="1103" y="1593"/>
                    </a:lnTo>
                    <a:lnTo>
                      <a:pt x="1139" y="1521"/>
                    </a:lnTo>
                    <a:lnTo>
                      <a:pt x="1019" y="1479"/>
                    </a:lnTo>
                    <a:lnTo>
                      <a:pt x="969" y="1470"/>
                    </a:lnTo>
                    <a:lnTo>
                      <a:pt x="1156" y="1459"/>
                    </a:lnTo>
                    <a:lnTo>
                      <a:pt x="1428" y="1452"/>
                    </a:lnTo>
                    <a:lnTo>
                      <a:pt x="1571" y="1459"/>
                    </a:lnTo>
                    <a:lnTo>
                      <a:pt x="1413" y="1398"/>
                    </a:lnTo>
                    <a:lnTo>
                      <a:pt x="1331" y="1319"/>
                    </a:lnTo>
                    <a:lnTo>
                      <a:pt x="1437" y="1353"/>
                    </a:lnTo>
                    <a:lnTo>
                      <a:pt x="1707" y="1459"/>
                    </a:lnTo>
                    <a:lnTo>
                      <a:pt x="1848" y="1479"/>
                    </a:lnTo>
                    <a:lnTo>
                      <a:pt x="1531" y="1256"/>
                    </a:lnTo>
                    <a:lnTo>
                      <a:pt x="1266" y="1106"/>
                    </a:lnTo>
                    <a:lnTo>
                      <a:pt x="1095" y="1064"/>
                    </a:lnTo>
                    <a:lnTo>
                      <a:pt x="1037" y="1002"/>
                    </a:lnTo>
                    <a:lnTo>
                      <a:pt x="947" y="9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2" name="Freeform 176"/>
              <p:cNvSpPr>
                <a:spLocks/>
              </p:cNvSpPr>
              <p:nvPr/>
            </p:nvSpPr>
            <p:spPr bwMode="auto">
              <a:xfrm>
                <a:off x="3190" y="1595"/>
                <a:ext cx="55" cy="25"/>
              </a:xfrm>
              <a:custGeom>
                <a:avLst/>
                <a:gdLst>
                  <a:gd name="T0" fmla="*/ 0 w 443"/>
                  <a:gd name="T1" fmla="*/ 0 h 201"/>
                  <a:gd name="T2" fmla="*/ 0 w 443"/>
                  <a:gd name="T3" fmla="*/ 0 h 201"/>
                  <a:gd name="T4" fmla="*/ 0 w 443"/>
                  <a:gd name="T5" fmla="*/ 0 h 201"/>
                  <a:gd name="T6" fmla="*/ 0 w 443"/>
                  <a:gd name="T7" fmla="*/ 0 h 201"/>
                  <a:gd name="T8" fmla="*/ 0 w 443"/>
                  <a:gd name="T9" fmla="*/ 0 h 201"/>
                  <a:gd name="T10" fmla="*/ 0 w 443"/>
                  <a:gd name="T11" fmla="*/ 0 h 201"/>
                  <a:gd name="T12" fmla="*/ 0 w 443"/>
                  <a:gd name="T13" fmla="*/ 0 h 201"/>
                  <a:gd name="T14" fmla="*/ 0 w 443"/>
                  <a:gd name="T15" fmla="*/ 0 h 201"/>
                  <a:gd name="T16" fmla="*/ 0 w 443"/>
                  <a:gd name="T17" fmla="*/ 0 h 201"/>
                  <a:gd name="T18" fmla="*/ 0 w 443"/>
                  <a:gd name="T19" fmla="*/ 0 h 201"/>
                  <a:gd name="T20" fmla="*/ 0 w 443"/>
                  <a:gd name="T21" fmla="*/ 0 h 20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43"/>
                  <a:gd name="T34" fmla="*/ 0 h 201"/>
                  <a:gd name="T35" fmla="*/ 443 w 443"/>
                  <a:gd name="T36" fmla="*/ 201 h 20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43" h="201">
                    <a:moveTo>
                      <a:pt x="0" y="69"/>
                    </a:moveTo>
                    <a:lnTo>
                      <a:pt x="0" y="201"/>
                    </a:lnTo>
                    <a:lnTo>
                      <a:pt x="236" y="46"/>
                    </a:lnTo>
                    <a:lnTo>
                      <a:pt x="261" y="69"/>
                    </a:lnTo>
                    <a:lnTo>
                      <a:pt x="351" y="78"/>
                    </a:lnTo>
                    <a:lnTo>
                      <a:pt x="443" y="19"/>
                    </a:lnTo>
                    <a:lnTo>
                      <a:pt x="342" y="51"/>
                    </a:lnTo>
                    <a:lnTo>
                      <a:pt x="287" y="46"/>
                    </a:lnTo>
                    <a:lnTo>
                      <a:pt x="236" y="0"/>
                    </a:lnTo>
                    <a:lnTo>
                      <a:pt x="134" y="69"/>
                    </a:lnTo>
                    <a:lnTo>
                      <a:pt x="0" y="6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3" name="Freeform 177"/>
              <p:cNvSpPr>
                <a:spLocks/>
              </p:cNvSpPr>
              <p:nvPr/>
            </p:nvSpPr>
            <p:spPr bwMode="auto">
              <a:xfrm>
                <a:off x="3262" y="1604"/>
                <a:ext cx="87" cy="135"/>
              </a:xfrm>
              <a:custGeom>
                <a:avLst/>
                <a:gdLst>
                  <a:gd name="T0" fmla="*/ 0 w 701"/>
                  <a:gd name="T1" fmla="*/ 0 h 1079"/>
                  <a:gd name="T2" fmla="*/ 0 w 701"/>
                  <a:gd name="T3" fmla="*/ 0 h 1079"/>
                  <a:gd name="T4" fmla="*/ 0 w 701"/>
                  <a:gd name="T5" fmla="*/ 0 h 1079"/>
                  <a:gd name="T6" fmla="*/ 0 w 701"/>
                  <a:gd name="T7" fmla="*/ 0 h 1079"/>
                  <a:gd name="T8" fmla="*/ 0 w 701"/>
                  <a:gd name="T9" fmla="*/ 0 h 1079"/>
                  <a:gd name="T10" fmla="*/ 0 w 701"/>
                  <a:gd name="T11" fmla="*/ 0 h 1079"/>
                  <a:gd name="T12" fmla="*/ 0 w 701"/>
                  <a:gd name="T13" fmla="*/ 0 h 1079"/>
                  <a:gd name="T14" fmla="*/ 0 w 701"/>
                  <a:gd name="T15" fmla="*/ 0 h 1079"/>
                  <a:gd name="T16" fmla="*/ 0 w 701"/>
                  <a:gd name="T17" fmla="*/ 0 h 1079"/>
                  <a:gd name="T18" fmla="*/ 0 w 701"/>
                  <a:gd name="T19" fmla="*/ 0 h 1079"/>
                  <a:gd name="T20" fmla="*/ 0 w 701"/>
                  <a:gd name="T21" fmla="*/ 0 h 1079"/>
                  <a:gd name="T22" fmla="*/ 0 w 701"/>
                  <a:gd name="T23" fmla="*/ 0 h 1079"/>
                  <a:gd name="T24" fmla="*/ 0 w 701"/>
                  <a:gd name="T25" fmla="*/ 0 h 1079"/>
                  <a:gd name="T26" fmla="*/ 0 w 701"/>
                  <a:gd name="T27" fmla="*/ 0 h 1079"/>
                  <a:gd name="T28" fmla="*/ 0 w 701"/>
                  <a:gd name="T29" fmla="*/ 0 h 107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01"/>
                  <a:gd name="T46" fmla="*/ 0 h 1079"/>
                  <a:gd name="T47" fmla="*/ 701 w 701"/>
                  <a:gd name="T48" fmla="*/ 1079 h 107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01" h="1079">
                    <a:moveTo>
                      <a:pt x="0" y="0"/>
                    </a:moveTo>
                    <a:lnTo>
                      <a:pt x="281" y="374"/>
                    </a:lnTo>
                    <a:lnTo>
                      <a:pt x="424" y="438"/>
                    </a:lnTo>
                    <a:lnTo>
                      <a:pt x="438" y="688"/>
                    </a:lnTo>
                    <a:lnTo>
                      <a:pt x="519" y="823"/>
                    </a:lnTo>
                    <a:lnTo>
                      <a:pt x="519" y="1079"/>
                    </a:lnTo>
                    <a:lnTo>
                      <a:pt x="551" y="1035"/>
                    </a:lnTo>
                    <a:lnTo>
                      <a:pt x="551" y="680"/>
                    </a:lnTo>
                    <a:lnTo>
                      <a:pt x="659" y="747"/>
                    </a:lnTo>
                    <a:lnTo>
                      <a:pt x="684" y="862"/>
                    </a:lnTo>
                    <a:lnTo>
                      <a:pt x="701" y="754"/>
                    </a:lnTo>
                    <a:lnTo>
                      <a:pt x="627" y="583"/>
                    </a:lnTo>
                    <a:lnTo>
                      <a:pt x="361" y="316"/>
                    </a:lnTo>
                    <a:lnTo>
                      <a:pt x="253" y="2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4" name="Freeform 178"/>
              <p:cNvSpPr>
                <a:spLocks/>
              </p:cNvSpPr>
              <p:nvPr/>
            </p:nvSpPr>
            <p:spPr bwMode="auto">
              <a:xfrm>
                <a:off x="3217" y="1660"/>
                <a:ext cx="47" cy="66"/>
              </a:xfrm>
              <a:custGeom>
                <a:avLst/>
                <a:gdLst>
                  <a:gd name="T0" fmla="*/ 0 w 378"/>
                  <a:gd name="T1" fmla="*/ 0 h 533"/>
                  <a:gd name="T2" fmla="*/ 0 w 378"/>
                  <a:gd name="T3" fmla="*/ 0 h 533"/>
                  <a:gd name="T4" fmla="*/ 0 w 378"/>
                  <a:gd name="T5" fmla="*/ 0 h 533"/>
                  <a:gd name="T6" fmla="*/ 0 w 378"/>
                  <a:gd name="T7" fmla="*/ 0 h 533"/>
                  <a:gd name="T8" fmla="*/ 0 w 378"/>
                  <a:gd name="T9" fmla="*/ 0 h 533"/>
                  <a:gd name="T10" fmla="*/ 0 w 378"/>
                  <a:gd name="T11" fmla="*/ 0 h 533"/>
                  <a:gd name="T12" fmla="*/ 0 w 378"/>
                  <a:gd name="T13" fmla="*/ 0 h 533"/>
                  <a:gd name="T14" fmla="*/ 0 w 378"/>
                  <a:gd name="T15" fmla="*/ 0 h 533"/>
                  <a:gd name="T16" fmla="*/ 0 w 378"/>
                  <a:gd name="T17" fmla="*/ 0 h 533"/>
                  <a:gd name="T18" fmla="*/ 0 w 378"/>
                  <a:gd name="T19" fmla="*/ 0 h 53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78"/>
                  <a:gd name="T31" fmla="*/ 0 h 533"/>
                  <a:gd name="T32" fmla="*/ 378 w 378"/>
                  <a:gd name="T33" fmla="*/ 533 h 53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78" h="533">
                    <a:moveTo>
                      <a:pt x="0" y="257"/>
                    </a:moveTo>
                    <a:lnTo>
                      <a:pt x="70" y="107"/>
                    </a:lnTo>
                    <a:lnTo>
                      <a:pt x="143" y="98"/>
                    </a:lnTo>
                    <a:lnTo>
                      <a:pt x="235" y="118"/>
                    </a:lnTo>
                    <a:lnTo>
                      <a:pt x="253" y="0"/>
                    </a:lnTo>
                    <a:lnTo>
                      <a:pt x="378" y="533"/>
                    </a:lnTo>
                    <a:lnTo>
                      <a:pt x="235" y="272"/>
                    </a:lnTo>
                    <a:lnTo>
                      <a:pt x="166" y="233"/>
                    </a:lnTo>
                    <a:lnTo>
                      <a:pt x="83" y="222"/>
                    </a:lnTo>
                    <a:lnTo>
                      <a:pt x="0" y="2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5" name="Freeform 179"/>
              <p:cNvSpPr>
                <a:spLocks/>
              </p:cNvSpPr>
              <p:nvPr/>
            </p:nvSpPr>
            <p:spPr bwMode="auto">
              <a:xfrm>
                <a:off x="3324" y="1707"/>
                <a:ext cx="90" cy="145"/>
              </a:xfrm>
              <a:custGeom>
                <a:avLst/>
                <a:gdLst>
                  <a:gd name="T0" fmla="*/ 0 w 717"/>
                  <a:gd name="T1" fmla="*/ 0 h 1161"/>
                  <a:gd name="T2" fmla="*/ 0 w 717"/>
                  <a:gd name="T3" fmla="*/ 0 h 1161"/>
                  <a:gd name="T4" fmla="*/ 0 w 717"/>
                  <a:gd name="T5" fmla="*/ 0 h 1161"/>
                  <a:gd name="T6" fmla="*/ 0 w 717"/>
                  <a:gd name="T7" fmla="*/ 0 h 1161"/>
                  <a:gd name="T8" fmla="*/ 0 w 717"/>
                  <a:gd name="T9" fmla="*/ 0 h 1161"/>
                  <a:gd name="T10" fmla="*/ 0 w 717"/>
                  <a:gd name="T11" fmla="*/ 0 h 1161"/>
                  <a:gd name="T12" fmla="*/ 0 w 717"/>
                  <a:gd name="T13" fmla="*/ 0 h 1161"/>
                  <a:gd name="T14" fmla="*/ 0 w 717"/>
                  <a:gd name="T15" fmla="*/ 0 h 1161"/>
                  <a:gd name="T16" fmla="*/ 0 w 717"/>
                  <a:gd name="T17" fmla="*/ 0 h 1161"/>
                  <a:gd name="T18" fmla="*/ 0 w 717"/>
                  <a:gd name="T19" fmla="*/ 0 h 1161"/>
                  <a:gd name="T20" fmla="*/ 0 w 717"/>
                  <a:gd name="T21" fmla="*/ 0 h 1161"/>
                  <a:gd name="T22" fmla="*/ 0 w 717"/>
                  <a:gd name="T23" fmla="*/ 0 h 1161"/>
                  <a:gd name="T24" fmla="*/ 0 w 717"/>
                  <a:gd name="T25" fmla="*/ 0 h 1161"/>
                  <a:gd name="T26" fmla="*/ 0 w 717"/>
                  <a:gd name="T27" fmla="*/ 0 h 1161"/>
                  <a:gd name="T28" fmla="*/ 0 w 717"/>
                  <a:gd name="T29" fmla="*/ 0 h 1161"/>
                  <a:gd name="T30" fmla="*/ 0 w 717"/>
                  <a:gd name="T31" fmla="*/ 0 h 1161"/>
                  <a:gd name="T32" fmla="*/ 0 w 717"/>
                  <a:gd name="T33" fmla="*/ 0 h 1161"/>
                  <a:gd name="T34" fmla="*/ 0 w 717"/>
                  <a:gd name="T35" fmla="*/ 0 h 1161"/>
                  <a:gd name="T36" fmla="*/ 0 w 717"/>
                  <a:gd name="T37" fmla="*/ 0 h 1161"/>
                  <a:gd name="T38" fmla="*/ 0 w 717"/>
                  <a:gd name="T39" fmla="*/ 0 h 1161"/>
                  <a:gd name="T40" fmla="*/ 0 w 717"/>
                  <a:gd name="T41" fmla="*/ 0 h 1161"/>
                  <a:gd name="T42" fmla="*/ 0 w 717"/>
                  <a:gd name="T43" fmla="*/ 0 h 1161"/>
                  <a:gd name="T44" fmla="*/ 0 w 717"/>
                  <a:gd name="T45" fmla="*/ 0 h 1161"/>
                  <a:gd name="T46" fmla="*/ 0 w 717"/>
                  <a:gd name="T47" fmla="*/ 0 h 1161"/>
                  <a:gd name="T48" fmla="*/ 0 w 717"/>
                  <a:gd name="T49" fmla="*/ 0 h 1161"/>
                  <a:gd name="T50" fmla="*/ 0 w 717"/>
                  <a:gd name="T51" fmla="*/ 0 h 1161"/>
                  <a:gd name="T52" fmla="*/ 0 w 717"/>
                  <a:gd name="T53" fmla="*/ 0 h 1161"/>
                  <a:gd name="T54" fmla="*/ 0 w 717"/>
                  <a:gd name="T55" fmla="*/ 0 h 1161"/>
                  <a:gd name="T56" fmla="*/ 0 w 717"/>
                  <a:gd name="T57" fmla="*/ 0 h 1161"/>
                  <a:gd name="T58" fmla="*/ 0 w 717"/>
                  <a:gd name="T59" fmla="*/ 0 h 1161"/>
                  <a:gd name="T60" fmla="*/ 0 w 717"/>
                  <a:gd name="T61" fmla="*/ 0 h 1161"/>
                  <a:gd name="T62" fmla="*/ 0 w 717"/>
                  <a:gd name="T63" fmla="*/ 0 h 1161"/>
                  <a:gd name="T64" fmla="*/ 0 w 717"/>
                  <a:gd name="T65" fmla="*/ 0 h 116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717"/>
                  <a:gd name="T100" fmla="*/ 0 h 1161"/>
                  <a:gd name="T101" fmla="*/ 717 w 717"/>
                  <a:gd name="T102" fmla="*/ 1161 h 116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717" h="1161">
                    <a:moveTo>
                      <a:pt x="261" y="0"/>
                    </a:moveTo>
                    <a:lnTo>
                      <a:pt x="252" y="99"/>
                    </a:lnTo>
                    <a:lnTo>
                      <a:pt x="177" y="240"/>
                    </a:lnTo>
                    <a:lnTo>
                      <a:pt x="76" y="390"/>
                    </a:lnTo>
                    <a:lnTo>
                      <a:pt x="34" y="509"/>
                    </a:lnTo>
                    <a:lnTo>
                      <a:pt x="34" y="572"/>
                    </a:lnTo>
                    <a:lnTo>
                      <a:pt x="67" y="656"/>
                    </a:lnTo>
                    <a:lnTo>
                      <a:pt x="94" y="724"/>
                    </a:lnTo>
                    <a:lnTo>
                      <a:pt x="0" y="724"/>
                    </a:lnTo>
                    <a:lnTo>
                      <a:pt x="127" y="763"/>
                    </a:lnTo>
                    <a:lnTo>
                      <a:pt x="177" y="889"/>
                    </a:lnTo>
                    <a:lnTo>
                      <a:pt x="325" y="889"/>
                    </a:lnTo>
                    <a:lnTo>
                      <a:pt x="496" y="1161"/>
                    </a:lnTo>
                    <a:lnTo>
                      <a:pt x="535" y="1091"/>
                    </a:lnTo>
                    <a:lnTo>
                      <a:pt x="535" y="970"/>
                    </a:lnTo>
                    <a:lnTo>
                      <a:pt x="643" y="774"/>
                    </a:lnTo>
                    <a:lnTo>
                      <a:pt x="717" y="473"/>
                    </a:lnTo>
                    <a:lnTo>
                      <a:pt x="616" y="756"/>
                    </a:lnTo>
                    <a:lnTo>
                      <a:pt x="560" y="733"/>
                    </a:lnTo>
                    <a:lnTo>
                      <a:pt x="595" y="673"/>
                    </a:lnTo>
                    <a:lnTo>
                      <a:pt x="217" y="839"/>
                    </a:lnTo>
                    <a:lnTo>
                      <a:pt x="210" y="763"/>
                    </a:lnTo>
                    <a:lnTo>
                      <a:pt x="127" y="708"/>
                    </a:lnTo>
                    <a:lnTo>
                      <a:pt x="337" y="524"/>
                    </a:lnTo>
                    <a:lnTo>
                      <a:pt x="184" y="608"/>
                    </a:lnTo>
                    <a:lnTo>
                      <a:pt x="153" y="524"/>
                    </a:lnTo>
                    <a:lnTo>
                      <a:pt x="159" y="422"/>
                    </a:lnTo>
                    <a:lnTo>
                      <a:pt x="201" y="341"/>
                    </a:lnTo>
                    <a:lnTo>
                      <a:pt x="344" y="168"/>
                    </a:lnTo>
                    <a:lnTo>
                      <a:pt x="360" y="99"/>
                    </a:lnTo>
                    <a:lnTo>
                      <a:pt x="344" y="58"/>
                    </a:lnTo>
                    <a:lnTo>
                      <a:pt x="293" y="58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6" name="Freeform 180"/>
              <p:cNvSpPr>
                <a:spLocks/>
              </p:cNvSpPr>
              <p:nvPr/>
            </p:nvSpPr>
            <p:spPr bwMode="auto">
              <a:xfrm>
                <a:off x="3341" y="1858"/>
                <a:ext cx="97" cy="63"/>
              </a:xfrm>
              <a:custGeom>
                <a:avLst/>
                <a:gdLst>
                  <a:gd name="T0" fmla="*/ 0 w 775"/>
                  <a:gd name="T1" fmla="*/ 0 h 510"/>
                  <a:gd name="T2" fmla="*/ 0 w 775"/>
                  <a:gd name="T3" fmla="*/ 0 h 510"/>
                  <a:gd name="T4" fmla="*/ 0 w 775"/>
                  <a:gd name="T5" fmla="*/ 0 h 510"/>
                  <a:gd name="T6" fmla="*/ 0 w 775"/>
                  <a:gd name="T7" fmla="*/ 0 h 510"/>
                  <a:gd name="T8" fmla="*/ 0 w 775"/>
                  <a:gd name="T9" fmla="*/ 0 h 510"/>
                  <a:gd name="T10" fmla="*/ 0 w 775"/>
                  <a:gd name="T11" fmla="*/ 0 h 510"/>
                  <a:gd name="T12" fmla="*/ 0 w 775"/>
                  <a:gd name="T13" fmla="*/ 0 h 510"/>
                  <a:gd name="T14" fmla="*/ 0 w 775"/>
                  <a:gd name="T15" fmla="*/ 0 h 510"/>
                  <a:gd name="T16" fmla="*/ 0 w 775"/>
                  <a:gd name="T17" fmla="*/ 0 h 510"/>
                  <a:gd name="T18" fmla="*/ 0 w 775"/>
                  <a:gd name="T19" fmla="*/ 0 h 510"/>
                  <a:gd name="T20" fmla="*/ 0 w 775"/>
                  <a:gd name="T21" fmla="*/ 0 h 510"/>
                  <a:gd name="T22" fmla="*/ 0 w 775"/>
                  <a:gd name="T23" fmla="*/ 0 h 510"/>
                  <a:gd name="T24" fmla="*/ 0 w 775"/>
                  <a:gd name="T25" fmla="*/ 0 h 510"/>
                  <a:gd name="T26" fmla="*/ 0 w 775"/>
                  <a:gd name="T27" fmla="*/ 0 h 510"/>
                  <a:gd name="T28" fmla="*/ 0 w 775"/>
                  <a:gd name="T29" fmla="*/ 0 h 5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75"/>
                  <a:gd name="T46" fmla="*/ 0 h 510"/>
                  <a:gd name="T47" fmla="*/ 775 w 775"/>
                  <a:gd name="T48" fmla="*/ 510 h 51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75" h="510">
                    <a:moveTo>
                      <a:pt x="0" y="510"/>
                    </a:moveTo>
                    <a:lnTo>
                      <a:pt x="92" y="353"/>
                    </a:lnTo>
                    <a:lnTo>
                      <a:pt x="472" y="182"/>
                    </a:lnTo>
                    <a:lnTo>
                      <a:pt x="672" y="182"/>
                    </a:lnTo>
                    <a:lnTo>
                      <a:pt x="775" y="118"/>
                    </a:lnTo>
                    <a:lnTo>
                      <a:pt x="540" y="118"/>
                    </a:lnTo>
                    <a:lnTo>
                      <a:pt x="393" y="171"/>
                    </a:lnTo>
                    <a:lnTo>
                      <a:pt x="327" y="143"/>
                    </a:lnTo>
                    <a:lnTo>
                      <a:pt x="342" y="0"/>
                    </a:lnTo>
                    <a:lnTo>
                      <a:pt x="261" y="14"/>
                    </a:lnTo>
                    <a:lnTo>
                      <a:pt x="261" y="171"/>
                    </a:lnTo>
                    <a:lnTo>
                      <a:pt x="197" y="251"/>
                    </a:lnTo>
                    <a:lnTo>
                      <a:pt x="105" y="261"/>
                    </a:lnTo>
                    <a:lnTo>
                      <a:pt x="12" y="393"/>
                    </a:lnTo>
                    <a:lnTo>
                      <a:pt x="0" y="5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7" name="Freeform 181"/>
              <p:cNvSpPr>
                <a:spLocks/>
              </p:cNvSpPr>
              <p:nvPr/>
            </p:nvSpPr>
            <p:spPr bwMode="auto">
              <a:xfrm>
                <a:off x="3349" y="2036"/>
                <a:ext cx="149" cy="56"/>
              </a:xfrm>
              <a:custGeom>
                <a:avLst/>
                <a:gdLst>
                  <a:gd name="T0" fmla="*/ 0 w 1191"/>
                  <a:gd name="T1" fmla="*/ 0 h 446"/>
                  <a:gd name="T2" fmla="*/ 0 w 1191"/>
                  <a:gd name="T3" fmla="*/ 0 h 446"/>
                  <a:gd name="T4" fmla="*/ 0 w 1191"/>
                  <a:gd name="T5" fmla="*/ 0 h 446"/>
                  <a:gd name="T6" fmla="*/ 0 w 1191"/>
                  <a:gd name="T7" fmla="*/ 0 h 446"/>
                  <a:gd name="T8" fmla="*/ 0 w 1191"/>
                  <a:gd name="T9" fmla="*/ 0 h 446"/>
                  <a:gd name="T10" fmla="*/ 0 w 1191"/>
                  <a:gd name="T11" fmla="*/ 0 h 446"/>
                  <a:gd name="T12" fmla="*/ 0 w 1191"/>
                  <a:gd name="T13" fmla="*/ 0 h 446"/>
                  <a:gd name="T14" fmla="*/ 0 w 1191"/>
                  <a:gd name="T15" fmla="*/ 0 h 446"/>
                  <a:gd name="T16" fmla="*/ 0 w 1191"/>
                  <a:gd name="T17" fmla="*/ 0 h 446"/>
                  <a:gd name="T18" fmla="*/ 0 w 1191"/>
                  <a:gd name="T19" fmla="*/ 0 h 446"/>
                  <a:gd name="T20" fmla="*/ 0 w 1191"/>
                  <a:gd name="T21" fmla="*/ 0 h 446"/>
                  <a:gd name="T22" fmla="*/ 0 w 1191"/>
                  <a:gd name="T23" fmla="*/ 0 h 446"/>
                  <a:gd name="T24" fmla="*/ 0 w 1191"/>
                  <a:gd name="T25" fmla="*/ 0 h 446"/>
                  <a:gd name="T26" fmla="*/ 0 w 1191"/>
                  <a:gd name="T27" fmla="*/ 0 h 446"/>
                  <a:gd name="T28" fmla="*/ 0 w 1191"/>
                  <a:gd name="T29" fmla="*/ 0 h 446"/>
                  <a:gd name="T30" fmla="*/ 0 w 1191"/>
                  <a:gd name="T31" fmla="*/ 0 h 446"/>
                  <a:gd name="T32" fmla="*/ 0 w 1191"/>
                  <a:gd name="T33" fmla="*/ 0 h 446"/>
                  <a:gd name="T34" fmla="*/ 0 w 1191"/>
                  <a:gd name="T35" fmla="*/ 0 h 446"/>
                  <a:gd name="T36" fmla="*/ 0 w 1191"/>
                  <a:gd name="T37" fmla="*/ 0 h 446"/>
                  <a:gd name="T38" fmla="*/ 0 w 1191"/>
                  <a:gd name="T39" fmla="*/ 0 h 446"/>
                  <a:gd name="T40" fmla="*/ 0 w 1191"/>
                  <a:gd name="T41" fmla="*/ 0 h 446"/>
                  <a:gd name="T42" fmla="*/ 0 w 1191"/>
                  <a:gd name="T43" fmla="*/ 0 h 44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191"/>
                  <a:gd name="T67" fmla="*/ 0 h 446"/>
                  <a:gd name="T68" fmla="*/ 1191 w 1191"/>
                  <a:gd name="T69" fmla="*/ 446 h 44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191" h="446">
                    <a:moveTo>
                      <a:pt x="1191" y="174"/>
                    </a:moveTo>
                    <a:lnTo>
                      <a:pt x="841" y="283"/>
                    </a:lnTo>
                    <a:lnTo>
                      <a:pt x="622" y="446"/>
                    </a:lnTo>
                    <a:lnTo>
                      <a:pt x="609" y="374"/>
                    </a:lnTo>
                    <a:lnTo>
                      <a:pt x="912" y="176"/>
                    </a:lnTo>
                    <a:lnTo>
                      <a:pt x="877" y="137"/>
                    </a:lnTo>
                    <a:lnTo>
                      <a:pt x="708" y="149"/>
                    </a:lnTo>
                    <a:lnTo>
                      <a:pt x="490" y="213"/>
                    </a:lnTo>
                    <a:lnTo>
                      <a:pt x="512" y="108"/>
                    </a:lnTo>
                    <a:lnTo>
                      <a:pt x="313" y="96"/>
                    </a:lnTo>
                    <a:lnTo>
                      <a:pt x="205" y="55"/>
                    </a:lnTo>
                    <a:lnTo>
                      <a:pt x="69" y="24"/>
                    </a:lnTo>
                    <a:lnTo>
                      <a:pt x="0" y="61"/>
                    </a:lnTo>
                    <a:lnTo>
                      <a:pt x="80" y="0"/>
                    </a:lnTo>
                    <a:lnTo>
                      <a:pt x="246" y="47"/>
                    </a:lnTo>
                    <a:lnTo>
                      <a:pt x="409" y="77"/>
                    </a:lnTo>
                    <a:lnTo>
                      <a:pt x="537" y="73"/>
                    </a:lnTo>
                    <a:lnTo>
                      <a:pt x="652" y="55"/>
                    </a:lnTo>
                    <a:lnTo>
                      <a:pt x="749" y="112"/>
                    </a:lnTo>
                    <a:lnTo>
                      <a:pt x="1028" y="96"/>
                    </a:lnTo>
                    <a:lnTo>
                      <a:pt x="1164" y="154"/>
                    </a:lnTo>
                    <a:lnTo>
                      <a:pt x="1191" y="17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8" name="Freeform 182"/>
              <p:cNvSpPr>
                <a:spLocks/>
              </p:cNvSpPr>
              <p:nvPr/>
            </p:nvSpPr>
            <p:spPr bwMode="auto">
              <a:xfrm>
                <a:off x="3172" y="1981"/>
                <a:ext cx="219" cy="153"/>
              </a:xfrm>
              <a:custGeom>
                <a:avLst/>
                <a:gdLst>
                  <a:gd name="T0" fmla="*/ 0 w 1754"/>
                  <a:gd name="T1" fmla="*/ 0 h 1222"/>
                  <a:gd name="T2" fmla="*/ 0 w 1754"/>
                  <a:gd name="T3" fmla="*/ 0 h 1222"/>
                  <a:gd name="T4" fmla="*/ 0 w 1754"/>
                  <a:gd name="T5" fmla="*/ 0 h 1222"/>
                  <a:gd name="T6" fmla="*/ 0 w 1754"/>
                  <a:gd name="T7" fmla="*/ 0 h 1222"/>
                  <a:gd name="T8" fmla="*/ 0 w 1754"/>
                  <a:gd name="T9" fmla="*/ 0 h 1222"/>
                  <a:gd name="T10" fmla="*/ 0 w 1754"/>
                  <a:gd name="T11" fmla="*/ 0 h 1222"/>
                  <a:gd name="T12" fmla="*/ 0 w 1754"/>
                  <a:gd name="T13" fmla="*/ 0 h 1222"/>
                  <a:gd name="T14" fmla="*/ 0 w 1754"/>
                  <a:gd name="T15" fmla="*/ 0 h 1222"/>
                  <a:gd name="T16" fmla="*/ 0 w 1754"/>
                  <a:gd name="T17" fmla="*/ 0 h 1222"/>
                  <a:gd name="T18" fmla="*/ 0 w 1754"/>
                  <a:gd name="T19" fmla="*/ 0 h 1222"/>
                  <a:gd name="T20" fmla="*/ 0 w 1754"/>
                  <a:gd name="T21" fmla="*/ 0 h 1222"/>
                  <a:gd name="T22" fmla="*/ 0 w 1754"/>
                  <a:gd name="T23" fmla="*/ 0 h 1222"/>
                  <a:gd name="T24" fmla="*/ 0 w 1754"/>
                  <a:gd name="T25" fmla="*/ 0 h 1222"/>
                  <a:gd name="T26" fmla="*/ 0 w 1754"/>
                  <a:gd name="T27" fmla="*/ 0 h 1222"/>
                  <a:gd name="T28" fmla="*/ 0 w 1754"/>
                  <a:gd name="T29" fmla="*/ 0 h 1222"/>
                  <a:gd name="T30" fmla="*/ 0 w 1754"/>
                  <a:gd name="T31" fmla="*/ 0 h 1222"/>
                  <a:gd name="T32" fmla="*/ 0 w 1754"/>
                  <a:gd name="T33" fmla="*/ 0 h 1222"/>
                  <a:gd name="T34" fmla="*/ 0 w 1754"/>
                  <a:gd name="T35" fmla="*/ 0 h 1222"/>
                  <a:gd name="T36" fmla="*/ 0 w 1754"/>
                  <a:gd name="T37" fmla="*/ 0 h 1222"/>
                  <a:gd name="T38" fmla="*/ 0 w 1754"/>
                  <a:gd name="T39" fmla="*/ 0 h 1222"/>
                  <a:gd name="T40" fmla="*/ 0 w 1754"/>
                  <a:gd name="T41" fmla="*/ 0 h 1222"/>
                  <a:gd name="T42" fmla="*/ 0 w 1754"/>
                  <a:gd name="T43" fmla="*/ 0 h 1222"/>
                  <a:gd name="T44" fmla="*/ 0 w 1754"/>
                  <a:gd name="T45" fmla="*/ 0 h 1222"/>
                  <a:gd name="T46" fmla="*/ 0 w 1754"/>
                  <a:gd name="T47" fmla="*/ 0 h 1222"/>
                  <a:gd name="T48" fmla="*/ 0 w 1754"/>
                  <a:gd name="T49" fmla="*/ 0 h 1222"/>
                  <a:gd name="T50" fmla="*/ 0 w 1754"/>
                  <a:gd name="T51" fmla="*/ 0 h 1222"/>
                  <a:gd name="T52" fmla="*/ 0 w 1754"/>
                  <a:gd name="T53" fmla="*/ 0 h 1222"/>
                  <a:gd name="T54" fmla="*/ 0 w 1754"/>
                  <a:gd name="T55" fmla="*/ 0 h 1222"/>
                  <a:gd name="T56" fmla="*/ 0 w 1754"/>
                  <a:gd name="T57" fmla="*/ 0 h 1222"/>
                  <a:gd name="T58" fmla="*/ 0 w 1754"/>
                  <a:gd name="T59" fmla="*/ 0 h 1222"/>
                  <a:gd name="T60" fmla="*/ 0 w 1754"/>
                  <a:gd name="T61" fmla="*/ 0 h 1222"/>
                  <a:gd name="T62" fmla="*/ 0 w 1754"/>
                  <a:gd name="T63" fmla="*/ 0 h 1222"/>
                  <a:gd name="T64" fmla="*/ 0 w 1754"/>
                  <a:gd name="T65" fmla="*/ 0 h 1222"/>
                  <a:gd name="T66" fmla="*/ 0 w 1754"/>
                  <a:gd name="T67" fmla="*/ 0 h 1222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754"/>
                  <a:gd name="T103" fmla="*/ 0 h 1222"/>
                  <a:gd name="T104" fmla="*/ 1754 w 1754"/>
                  <a:gd name="T105" fmla="*/ 1222 h 1222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754" h="1222">
                    <a:moveTo>
                      <a:pt x="1289" y="666"/>
                    </a:moveTo>
                    <a:lnTo>
                      <a:pt x="1258" y="826"/>
                    </a:lnTo>
                    <a:lnTo>
                      <a:pt x="1258" y="945"/>
                    </a:lnTo>
                    <a:lnTo>
                      <a:pt x="1289" y="1042"/>
                    </a:lnTo>
                    <a:lnTo>
                      <a:pt x="1311" y="1098"/>
                    </a:lnTo>
                    <a:lnTo>
                      <a:pt x="1754" y="1222"/>
                    </a:lnTo>
                    <a:lnTo>
                      <a:pt x="1293" y="1160"/>
                    </a:lnTo>
                    <a:lnTo>
                      <a:pt x="1251" y="1098"/>
                    </a:lnTo>
                    <a:lnTo>
                      <a:pt x="876" y="1092"/>
                    </a:lnTo>
                    <a:lnTo>
                      <a:pt x="576" y="1035"/>
                    </a:lnTo>
                    <a:lnTo>
                      <a:pt x="311" y="955"/>
                    </a:lnTo>
                    <a:lnTo>
                      <a:pt x="93" y="860"/>
                    </a:lnTo>
                    <a:lnTo>
                      <a:pt x="69" y="826"/>
                    </a:lnTo>
                    <a:lnTo>
                      <a:pt x="51" y="749"/>
                    </a:lnTo>
                    <a:lnTo>
                      <a:pt x="0" y="652"/>
                    </a:lnTo>
                    <a:lnTo>
                      <a:pt x="12" y="615"/>
                    </a:lnTo>
                    <a:lnTo>
                      <a:pt x="32" y="588"/>
                    </a:lnTo>
                    <a:lnTo>
                      <a:pt x="32" y="452"/>
                    </a:lnTo>
                    <a:lnTo>
                      <a:pt x="51" y="406"/>
                    </a:lnTo>
                    <a:lnTo>
                      <a:pt x="80" y="382"/>
                    </a:lnTo>
                    <a:lnTo>
                      <a:pt x="58" y="433"/>
                    </a:lnTo>
                    <a:lnTo>
                      <a:pt x="51" y="547"/>
                    </a:lnTo>
                    <a:lnTo>
                      <a:pt x="58" y="613"/>
                    </a:lnTo>
                    <a:lnTo>
                      <a:pt x="230" y="756"/>
                    </a:lnTo>
                    <a:lnTo>
                      <a:pt x="258" y="749"/>
                    </a:lnTo>
                    <a:lnTo>
                      <a:pt x="278" y="670"/>
                    </a:lnTo>
                    <a:lnTo>
                      <a:pt x="170" y="494"/>
                    </a:lnTo>
                    <a:lnTo>
                      <a:pt x="140" y="344"/>
                    </a:lnTo>
                    <a:lnTo>
                      <a:pt x="201" y="202"/>
                    </a:lnTo>
                    <a:lnTo>
                      <a:pt x="201" y="426"/>
                    </a:lnTo>
                    <a:lnTo>
                      <a:pt x="361" y="786"/>
                    </a:lnTo>
                    <a:lnTo>
                      <a:pt x="438" y="802"/>
                    </a:lnTo>
                    <a:lnTo>
                      <a:pt x="489" y="770"/>
                    </a:lnTo>
                    <a:lnTo>
                      <a:pt x="480" y="685"/>
                    </a:lnTo>
                    <a:lnTo>
                      <a:pt x="320" y="286"/>
                    </a:lnTo>
                    <a:lnTo>
                      <a:pt x="320" y="166"/>
                    </a:lnTo>
                    <a:lnTo>
                      <a:pt x="320" y="72"/>
                    </a:lnTo>
                    <a:lnTo>
                      <a:pt x="361" y="0"/>
                    </a:lnTo>
                    <a:lnTo>
                      <a:pt x="343" y="136"/>
                    </a:lnTo>
                    <a:lnTo>
                      <a:pt x="350" y="272"/>
                    </a:lnTo>
                    <a:lnTo>
                      <a:pt x="451" y="540"/>
                    </a:lnTo>
                    <a:lnTo>
                      <a:pt x="493" y="560"/>
                    </a:lnTo>
                    <a:lnTo>
                      <a:pt x="535" y="516"/>
                    </a:lnTo>
                    <a:lnTo>
                      <a:pt x="553" y="468"/>
                    </a:lnTo>
                    <a:lnTo>
                      <a:pt x="546" y="362"/>
                    </a:lnTo>
                    <a:lnTo>
                      <a:pt x="528" y="219"/>
                    </a:lnTo>
                    <a:lnTo>
                      <a:pt x="553" y="215"/>
                    </a:lnTo>
                    <a:lnTo>
                      <a:pt x="581" y="459"/>
                    </a:lnTo>
                    <a:lnTo>
                      <a:pt x="570" y="523"/>
                    </a:lnTo>
                    <a:lnTo>
                      <a:pt x="541" y="569"/>
                    </a:lnTo>
                    <a:lnTo>
                      <a:pt x="498" y="613"/>
                    </a:lnTo>
                    <a:lnTo>
                      <a:pt x="511" y="740"/>
                    </a:lnTo>
                    <a:lnTo>
                      <a:pt x="504" y="826"/>
                    </a:lnTo>
                    <a:lnTo>
                      <a:pt x="456" y="844"/>
                    </a:lnTo>
                    <a:lnTo>
                      <a:pt x="392" y="839"/>
                    </a:lnTo>
                    <a:lnTo>
                      <a:pt x="311" y="795"/>
                    </a:lnTo>
                    <a:lnTo>
                      <a:pt x="265" y="802"/>
                    </a:lnTo>
                    <a:lnTo>
                      <a:pt x="93" y="724"/>
                    </a:lnTo>
                    <a:lnTo>
                      <a:pt x="87" y="806"/>
                    </a:lnTo>
                    <a:lnTo>
                      <a:pt x="152" y="867"/>
                    </a:lnTo>
                    <a:lnTo>
                      <a:pt x="504" y="986"/>
                    </a:lnTo>
                    <a:lnTo>
                      <a:pt x="792" y="1048"/>
                    </a:lnTo>
                    <a:lnTo>
                      <a:pt x="1042" y="1058"/>
                    </a:lnTo>
                    <a:lnTo>
                      <a:pt x="1238" y="1058"/>
                    </a:lnTo>
                    <a:lnTo>
                      <a:pt x="1229" y="955"/>
                    </a:lnTo>
                    <a:lnTo>
                      <a:pt x="1238" y="826"/>
                    </a:lnTo>
                    <a:lnTo>
                      <a:pt x="1263" y="722"/>
                    </a:lnTo>
                    <a:lnTo>
                      <a:pt x="1289" y="66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9" name="Freeform 183"/>
              <p:cNvSpPr>
                <a:spLocks/>
              </p:cNvSpPr>
              <p:nvPr/>
            </p:nvSpPr>
            <p:spPr bwMode="auto">
              <a:xfrm>
                <a:off x="3237" y="1981"/>
                <a:ext cx="105" cy="68"/>
              </a:xfrm>
              <a:custGeom>
                <a:avLst/>
                <a:gdLst>
                  <a:gd name="T0" fmla="*/ 0 w 846"/>
                  <a:gd name="T1" fmla="*/ 0 h 547"/>
                  <a:gd name="T2" fmla="*/ 0 w 846"/>
                  <a:gd name="T3" fmla="*/ 0 h 547"/>
                  <a:gd name="T4" fmla="*/ 0 w 846"/>
                  <a:gd name="T5" fmla="*/ 0 h 547"/>
                  <a:gd name="T6" fmla="*/ 0 w 846"/>
                  <a:gd name="T7" fmla="*/ 0 h 547"/>
                  <a:gd name="T8" fmla="*/ 0 w 846"/>
                  <a:gd name="T9" fmla="*/ 0 h 547"/>
                  <a:gd name="T10" fmla="*/ 0 w 846"/>
                  <a:gd name="T11" fmla="*/ 0 h 547"/>
                  <a:gd name="T12" fmla="*/ 0 w 846"/>
                  <a:gd name="T13" fmla="*/ 0 h 547"/>
                  <a:gd name="T14" fmla="*/ 0 w 846"/>
                  <a:gd name="T15" fmla="*/ 0 h 547"/>
                  <a:gd name="T16" fmla="*/ 0 w 846"/>
                  <a:gd name="T17" fmla="*/ 0 h 547"/>
                  <a:gd name="T18" fmla="*/ 0 w 846"/>
                  <a:gd name="T19" fmla="*/ 0 h 547"/>
                  <a:gd name="T20" fmla="*/ 0 w 846"/>
                  <a:gd name="T21" fmla="*/ 0 h 547"/>
                  <a:gd name="T22" fmla="*/ 0 w 846"/>
                  <a:gd name="T23" fmla="*/ 0 h 547"/>
                  <a:gd name="T24" fmla="*/ 0 w 846"/>
                  <a:gd name="T25" fmla="*/ 0 h 547"/>
                  <a:gd name="T26" fmla="*/ 0 w 846"/>
                  <a:gd name="T27" fmla="*/ 0 h 547"/>
                  <a:gd name="T28" fmla="*/ 0 w 846"/>
                  <a:gd name="T29" fmla="*/ 0 h 547"/>
                  <a:gd name="T30" fmla="*/ 0 w 846"/>
                  <a:gd name="T31" fmla="*/ 0 h 547"/>
                  <a:gd name="T32" fmla="*/ 0 w 846"/>
                  <a:gd name="T33" fmla="*/ 0 h 547"/>
                  <a:gd name="T34" fmla="*/ 0 w 846"/>
                  <a:gd name="T35" fmla="*/ 0 h 547"/>
                  <a:gd name="T36" fmla="*/ 0 w 846"/>
                  <a:gd name="T37" fmla="*/ 0 h 547"/>
                  <a:gd name="T38" fmla="*/ 0 w 846"/>
                  <a:gd name="T39" fmla="*/ 0 h 547"/>
                  <a:gd name="T40" fmla="*/ 0 w 846"/>
                  <a:gd name="T41" fmla="*/ 0 h 547"/>
                  <a:gd name="T42" fmla="*/ 0 w 846"/>
                  <a:gd name="T43" fmla="*/ 0 h 547"/>
                  <a:gd name="T44" fmla="*/ 0 w 846"/>
                  <a:gd name="T45" fmla="*/ 0 h 547"/>
                  <a:gd name="T46" fmla="*/ 0 w 846"/>
                  <a:gd name="T47" fmla="*/ 0 h 547"/>
                  <a:gd name="T48" fmla="*/ 0 w 846"/>
                  <a:gd name="T49" fmla="*/ 0 h 547"/>
                  <a:gd name="T50" fmla="*/ 0 w 846"/>
                  <a:gd name="T51" fmla="*/ 0 h 547"/>
                  <a:gd name="T52" fmla="*/ 0 w 846"/>
                  <a:gd name="T53" fmla="*/ 0 h 547"/>
                  <a:gd name="T54" fmla="*/ 0 w 846"/>
                  <a:gd name="T55" fmla="*/ 0 h 547"/>
                  <a:gd name="T56" fmla="*/ 0 w 846"/>
                  <a:gd name="T57" fmla="*/ 0 h 547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846"/>
                  <a:gd name="T88" fmla="*/ 0 h 547"/>
                  <a:gd name="T89" fmla="*/ 846 w 846"/>
                  <a:gd name="T90" fmla="*/ 547 h 547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846" h="547">
                    <a:moveTo>
                      <a:pt x="0" y="30"/>
                    </a:moveTo>
                    <a:lnTo>
                      <a:pt x="45" y="94"/>
                    </a:lnTo>
                    <a:lnTo>
                      <a:pt x="101" y="210"/>
                    </a:lnTo>
                    <a:lnTo>
                      <a:pt x="36" y="219"/>
                    </a:lnTo>
                    <a:lnTo>
                      <a:pt x="36" y="237"/>
                    </a:lnTo>
                    <a:lnTo>
                      <a:pt x="174" y="246"/>
                    </a:lnTo>
                    <a:lnTo>
                      <a:pt x="322" y="254"/>
                    </a:lnTo>
                    <a:lnTo>
                      <a:pt x="248" y="233"/>
                    </a:lnTo>
                    <a:lnTo>
                      <a:pt x="394" y="178"/>
                    </a:lnTo>
                    <a:lnTo>
                      <a:pt x="472" y="189"/>
                    </a:lnTo>
                    <a:lnTo>
                      <a:pt x="598" y="297"/>
                    </a:lnTo>
                    <a:lnTo>
                      <a:pt x="675" y="422"/>
                    </a:lnTo>
                    <a:lnTo>
                      <a:pt x="767" y="512"/>
                    </a:lnTo>
                    <a:lnTo>
                      <a:pt x="820" y="547"/>
                    </a:lnTo>
                    <a:lnTo>
                      <a:pt x="846" y="523"/>
                    </a:lnTo>
                    <a:lnTo>
                      <a:pt x="758" y="468"/>
                    </a:lnTo>
                    <a:lnTo>
                      <a:pt x="679" y="392"/>
                    </a:lnTo>
                    <a:lnTo>
                      <a:pt x="611" y="286"/>
                    </a:lnTo>
                    <a:lnTo>
                      <a:pt x="534" y="184"/>
                    </a:lnTo>
                    <a:lnTo>
                      <a:pt x="394" y="136"/>
                    </a:lnTo>
                    <a:lnTo>
                      <a:pt x="317" y="154"/>
                    </a:lnTo>
                    <a:lnTo>
                      <a:pt x="223" y="189"/>
                    </a:lnTo>
                    <a:lnTo>
                      <a:pt x="161" y="184"/>
                    </a:lnTo>
                    <a:lnTo>
                      <a:pt x="244" y="90"/>
                    </a:lnTo>
                    <a:lnTo>
                      <a:pt x="283" y="30"/>
                    </a:lnTo>
                    <a:lnTo>
                      <a:pt x="275" y="0"/>
                    </a:lnTo>
                    <a:lnTo>
                      <a:pt x="223" y="79"/>
                    </a:lnTo>
                    <a:lnTo>
                      <a:pt x="119" y="154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0" name="Freeform 184"/>
              <p:cNvSpPr>
                <a:spLocks/>
              </p:cNvSpPr>
              <p:nvPr/>
            </p:nvSpPr>
            <p:spPr bwMode="auto">
              <a:xfrm>
                <a:off x="2981" y="1422"/>
                <a:ext cx="165" cy="154"/>
              </a:xfrm>
              <a:custGeom>
                <a:avLst/>
                <a:gdLst>
                  <a:gd name="T0" fmla="*/ 0 w 1323"/>
                  <a:gd name="T1" fmla="*/ 0 h 1233"/>
                  <a:gd name="T2" fmla="*/ 0 w 1323"/>
                  <a:gd name="T3" fmla="*/ 0 h 1233"/>
                  <a:gd name="T4" fmla="*/ 0 w 1323"/>
                  <a:gd name="T5" fmla="*/ 0 h 1233"/>
                  <a:gd name="T6" fmla="*/ 0 w 1323"/>
                  <a:gd name="T7" fmla="*/ 0 h 1233"/>
                  <a:gd name="T8" fmla="*/ 0 w 1323"/>
                  <a:gd name="T9" fmla="*/ 0 h 1233"/>
                  <a:gd name="T10" fmla="*/ 0 w 1323"/>
                  <a:gd name="T11" fmla="*/ 0 h 1233"/>
                  <a:gd name="T12" fmla="*/ 0 w 1323"/>
                  <a:gd name="T13" fmla="*/ 0 h 1233"/>
                  <a:gd name="T14" fmla="*/ 0 w 1323"/>
                  <a:gd name="T15" fmla="*/ 0 h 1233"/>
                  <a:gd name="T16" fmla="*/ 0 w 1323"/>
                  <a:gd name="T17" fmla="*/ 0 h 1233"/>
                  <a:gd name="T18" fmla="*/ 0 w 1323"/>
                  <a:gd name="T19" fmla="*/ 0 h 1233"/>
                  <a:gd name="T20" fmla="*/ 0 w 1323"/>
                  <a:gd name="T21" fmla="*/ 0 h 1233"/>
                  <a:gd name="T22" fmla="*/ 0 w 1323"/>
                  <a:gd name="T23" fmla="*/ 0 h 1233"/>
                  <a:gd name="T24" fmla="*/ 0 w 1323"/>
                  <a:gd name="T25" fmla="*/ 0 h 1233"/>
                  <a:gd name="T26" fmla="*/ 0 w 1323"/>
                  <a:gd name="T27" fmla="*/ 0 h 1233"/>
                  <a:gd name="T28" fmla="*/ 0 w 1323"/>
                  <a:gd name="T29" fmla="*/ 0 h 1233"/>
                  <a:gd name="T30" fmla="*/ 0 w 1323"/>
                  <a:gd name="T31" fmla="*/ 0 h 1233"/>
                  <a:gd name="T32" fmla="*/ 0 w 1323"/>
                  <a:gd name="T33" fmla="*/ 0 h 1233"/>
                  <a:gd name="T34" fmla="*/ 0 w 1323"/>
                  <a:gd name="T35" fmla="*/ 0 h 1233"/>
                  <a:gd name="T36" fmla="*/ 0 w 1323"/>
                  <a:gd name="T37" fmla="*/ 0 h 1233"/>
                  <a:gd name="T38" fmla="*/ 0 w 1323"/>
                  <a:gd name="T39" fmla="*/ 0 h 1233"/>
                  <a:gd name="T40" fmla="*/ 0 w 1323"/>
                  <a:gd name="T41" fmla="*/ 0 h 1233"/>
                  <a:gd name="T42" fmla="*/ 0 w 1323"/>
                  <a:gd name="T43" fmla="*/ 0 h 1233"/>
                  <a:gd name="T44" fmla="*/ 0 w 1323"/>
                  <a:gd name="T45" fmla="*/ 0 h 1233"/>
                  <a:gd name="T46" fmla="*/ 0 w 1323"/>
                  <a:gd name="T47" fmla="*/ 0 h 1233"/>
                  <a:gd name="T48" fmla="*/ 0 w 1323"/>
                  <a:gd name="T49" fmla="*/ 0 h 1233"/>
                  <a:gd name="T50" fmla="*/ 0 w 1323"/>
                  <a:gd name="T51" fmla="*/ 0 h 1233"/>
                  <a:gd name="T52" fmla="*/ 0 w 1323"/>
                  <a:gd name="T53" fmla="*/ 0 h 1233"/>
                  <a:gd name="T54" fmla="*/ 0 w 1323"/>
                  <a:gd name="T55" fmla="*/ 0 h 1233"/>
                  <a:gd name="T56" fmla="*/ 0 w 1323"/>
                  <a:gd name="T57" fmla="*/ 0 h 1233"/>
                  <a:gd name="T58" fmla="*/ 0 w 1323"/>
                  <a:gd name="T59" fmla="*/ 0 h 1233"/>
                  <a:gd name="T60" fmla="*/ 0 w 1323"/>
                  <a:gd name="T61" fmla="*/ 0 h 1233"/>
                  <a:gd name="T62" fmla="*/ 0 w 1323"/>
                  <a:gd name="T63" fmla="*/ 0 h 1233"/>
                  <a:gd name="T64" fmla="*/ 0 w 1323"/>
                  <a:gd name="T65" fmla="*/ 0 h 123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323"/>
                  <a:gd name="T100" fmla="*/ 0 h 1233"/>
                  <a:gd name="T101" fmla="*/ 1323 w 1323"/>
                  <a:gd name="T102" fmla="*/ 1233 h 123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323" h="1233">
                    <a:moveTo>
                      <a:pt x="680" y="329"/>
                    </a:moveTo>
                    <a:lnTo>
                      <a:pt x="759" y="233"/>
                    </a:lnTo>
                    <a:lnTo>
                      <a:pt x="833" y="191"/>
                    </a:lnTo>
                    <a:lnTo>
                      <a:pt x="918" y="186"/>
                    </a:lnTo>
                    <a:lnTo>
                      <a:pt x="1026" y="239"/>
                    </a:lnTo>
                    <a:lnTo>
                      <a:pt x="1086" y="329"/>
                    </a:lnTo>
                    <a:lnTo>
                      <a:pt x="1116" y="433"/>
                    </a:lnTo>
                    <a:lnTo>
                      <a:pt x="1128" y="539"/>
                    </a:lnTo>
                    <a:lnTo>
                      <a:pt x="1123" y="648"/>
                    </a:lnTo>
                    <a:lnTo>
                      <a:pt x="1112" y="753"/>
                    </a:lnTo>
                    <a:lnTo>
                      <a:pt x="1141" y="857"/>
                    </a:lnTo>
                    <a:lnTo>
                      <a:pt x="1165" y="744"/>
                    </a:lnTo>
                    <a:lnTo>
                      <a:pt x="1242" y="689"/>
                    </a:lnTo>
                    <a:lnTo>
                      <a:pt x="1291" y="728"/>
                    </a:lnTo>
                    <a:lnTo>
                      <a:pt x="1305" y="857"/>
                    </a:lnTo>
                    <a:lnTo>
                      <a:pt x="1296" y="960"/>
                    </a:lnTo>
                    <a:lnTo>
                      <a:pt x="1238" y="1046"/>
                    </a:lnTo>
                    <a:lnTo>
                      <a:pt x="1209" y="1083"/>
                    </a:lnTo>
                    <a:lnTo>
                      <a:pt x="1152" y="1127"/>
                    </a:lnTo>
                    <a:lnTo>
                      <a:pt x="1222" y="1101"/>
                    </a:lnTo>
                    <a:lnTo>
                      <a:pt x="1310" y="966"/>
                    </a:lnTo>
                    <a:lnTo>
                      <a:pt x="1323" y="834"/>
                    </a:lnTo>
                    <a:lnTo>
                      <a:pt x="1296" y="696"/>
                    </a:lnTo>
                    <a:lnTo>
                      <a:pt x="1242" y="666"/>
                    </a:lnTo>
                    <a:lnTo>
                      <a:pt x="1242" y="585"/>
                    </a:lnTo>
                    <a:lnTo>
                      <a:pt x="1183" y="323"/>
                    </a:lnTo>
                    <a:lnTo>
                      <a:pt x="1086" y="175"/>
                    </a:lnTo>
                    <a:lnTo>
                      <a:pt x="971" y="74"/>
                    </a:lnTo>
                    <a:lnTo>
                      <a:pt x="840" y="32"/>
                    </a:lnTo>
                    <a:lnTo>
                      <a:pt x="629" y="0"/>
                    </a:lnTo>
                    <a:lnTo>
                      <a:pt x="392" y="32"/>
                    </a:lnTo>
                    <a:lnTo>
                      <a:pt x="213" y="131"/>
                    </a:lnTo>
                    <a:lnTo>
                      <a:pt x="97" y="255"/>
                    </a:lnTo>
                    <a:lnTo>
                      <a:pt x="26" y="404"/>
                    </a:lnTo>
                    <a:lnTo>
                      <a:pt x="12" y="562"/>
                    </a:lnTo>
                    <a:lnTo>
                      <a:pt x="26" y="786"/>
                    </a:lnTo>
                    <a:lnTo>
                      <a:pt x="0" y="857"/>
                    </a:lnTo>
                    <a:lnTo>
                      <a:pt x="23" y="995"/>
                    </a:lnTo>
                    <a:lnTo>
                      <a:pt x="97" y="1113"/>
                    </a:lnTo>
                    <a:lnTo>
                      <a:pt x="198" y="1196"/>
                    </a:lnTo>
                    <a:lnTo>
                      <a:pt x="249" y="1201"/>
                    </a:lnTo>
                    <a:lnTo>
                      <a:pt x="279" y="1233"/>
                    </a:lnTo>
                    <a:lnTo>
                      <a:pt x="264" y="1152"/>
                    </a:lnTo>
                    <a:lnTo>
                      <a:pt x="213" y="1187"/>
                    </a:lnTo>
                    <a:lnTo>
                      <a:pt x="104" y="1106"/>
                    </a:lnTo>
                    <a:lnTo>
                      <a:pt x="33" y="973"/>
                    </a:lnTo>
                    <a:lnTo>
                      <a:pt x="26" y="868"/>
                    </a:lnTo>
                    <a:lnTo>
                      <a:pt x="49" y="843"/>
                    </a:lnTo>
                    <a:lnTo>
                      <a:pt x="121" y="857"/>
                    </a:lnTo>
                    <a:lnTo>
                      <a:pt x="213" y="936"/>
                    </a:lnTo>
                    <a:lnTo>
                      <a:pt x="194" y="830"/>
                    </a:lnTo>
                    <a:lnTo>
                      <a:pt x="167" y="771"/>
                    </a:lnTo>
                    <a:lnTo>
                      <a:pt x="130" y="668"/>
                    </a:lnTo>
                    <a:lnTo>
                      <a:pt x="108" y="551"/>
                    </a:lnTo>
                    <a:lnTo>
                      <a:pt x="108" y="459"/>
                    </a:lnTo>
                    <a:lnTo>
                      <a:pt x="130" y="382"/>
                    </a:lnTo>
                    <a:lnTo>
                      <a:pt x="171" y="323"/>
                    </a:lnTo>
                    <a:lnTo>
                      <a:pt x="227" y="281"/>
                    </a:lnTo>
                    <a:lnTo>
                      <a:pt x="286" y="265"/>
                    </a:lnTo>
                    <a:lnTo>
                      <a:pt x="354" y="281"/>
                    </a:lnTo>
                    <a:lnTo>
                      <a:pt x="420" y="318"/>
                    </a:lnTo>
                    <a:lnTo>
                      <a:pt x="466" y="355"/>
                    </a:lnTo>
                    <a:lnTo>
                      <a:pt x="521" y="369"/>
                    </a:lnTo>
                    <a:lnTo>
                      <a:pt x="607" y="362"/>
                    </a:lnTo>
                    <a:lnTo>
                      <a:pt x="655" y="345"/>
                    </a:lnTo>
                    <a:lnTo>
                      <a:pt x="680" y="3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1" name="Freeform 185"/>
              <p:cNvSpPr>
                <a:spLocks/>
              </p:cNvSpPr>
              <p:nvPr/>
            </p:nvSpPr>
            <p:spPr bwMode="auto">
              <a:xfrm>
                <a:off x="3017" y="1531"/>
                <a:ext cx="53" cy="10"/>
              </a:xfrm>
              <a:custGeom>
                <a:avLst/>
                <a:gdLst>
                  <a:gd name="T0" fmla="*/ 0 w 424"/>
                  <a:gd name="T1" fmla="*/ 0 h 83"/>
                  <a:gd name="T2" fmla="*/ 0 w 424"/>
                  <a:gd name="T3" fmla="*/ 0 h 83"/>
                  <a:gd name="T4" fmla="*/ 0 w 424"/>
                  <a:gd name="T5" fmla="*/ 0 h 83"/>
                  <a:gd name="T6" fmla="*/ 0 w 424"/>
                  <a:gd name="T7" fmla="*/ 0 h 83"/>
                  <a:gd name="T8" fmla="*/ 0 w 424"/>
                  <a:gd name="T9" fmla="*/ 0 h 83"/>
                  <a:gd name="T10" fmla="*/ 0 w 424"/>
                  <a:gd name="T11" fmla="*/ 0 h 83"/>
                  <a:gd name="T12" fmla="*/ 0 w 424"/>
                  <a:gd name="T13" fmla="*/ 0 h 83"/>
                  <a:gd name="T14" fmla="*/ 0 w 424"/>
                  <a:gd name="T15" fmla="*/ 0 h 83"/>
                  <a:gd name="T16" fmla="*/ 0 w 424"/>
                  <a:gd name="T17" fmla="*/ 0 h 83"/>
                  <a:gd name="T18" fmla="*/ 0 w 424"/>
                  <a:gd name="T19" fmla="*/ 0 h 83"/>
                  <a:gd name="T20" fmla="*/ 0 w 424"/>
                  <a:gd name="T21" fmla="*/ 0 h 83"/>
                  <a:gd name="T22" fmla="*/ 0 w 424"/>
                  <a:gd name="T23" fmla="*/ 0 h 83"/>
                  <a:gd name="T24" fmla="*/ 0 w 424"/>
                  <a:gd name="T25" fmla="*/ 0 h 83"/>
                  <a:gd name="T26" fmla="*/ 0 w 424"/>
                  <a:gd name="T27" fmla="*/ 0 h 83"/>
                  <a:gd name="T28" fmla="*/ 0 w 424"/>
                  <a:gd name="T29" fmla="*/ 0 h 83"/>
                  <a:gd name="T30" fmla="*/ 0 w 424"/>
                  <a:gd name="T31" fmla="*/ 0 h 8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424"/>
                  <a:gd name="T49" fmla="*/ 0 h 83"/>
                  <a:gd name="T50" fmla="*/ 424 w 424"/>
                  <a:gd name="T51" fmla="*/ 83 h 83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424" h="83">
                    <a:moveTo>
                      <a:pt x="0" y="42"/>
                    </a:moveTo>
                    <a:lnTo>
                      <a:pt x="74" y="22"/>
                    </a:lnTo>
                    <a:lnTo>
                      <a:pt x="157" y="15"/>
                    </a:lnTo>
                    <a:lnTo>
                      <a:pt x="274" y="15"/>
                    </a:lnTo>
                    <a:lnTo>
                      <a:pt x="338" y="8"/>
                    </a:lnTo>
                    <a:lnTo>
                      <a:pt x="424" y="0"/>
                    </a:lnTo>
                    <a:lnTo>
                      <a:pt x="389" y="46"/>
                    </a:lnTo>
                    <a:lnTo>
                      <a:pt x="300" y="52"/>
                    </a:lnTo>
                    <a:lnTo>
                      <a:pt x="305" y="83"/>
                    </a:lnTo>
                    <a:lnTo>
                      <a:pt x="263" y="52"/>
                    </a:lnTo>
                    <a:lnTo>
                      <a:pt x="204" y="46"/>
                    </a:lnTo>
                    <a:lnTo>
                      <a:pt x="129" y="56"/>
                    </a:lnTo>
                    <a:lnTo>
                      <a:pt x="210" y="28"/>
                    </a:lnTo>
                    <a:lnTo>
                      <a:pt x="134" y="28"/>
                    </a:lnTo>
                    <a:lnTo>
                      <a:pt x="63" y="42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2" name="Freeform 186"/>
              <p:cNvSpPr>
                <a:spLocks/>
              </p:cNvSpPr>
              <p:nvPr/>
            </p:nvSpPr>
            <p:spPr bwMode="auto">
              <a:xfrm>
                <a:off x="3015" y="1533"/>
                <a:ext cx="40" cy="21"/>
              </a:xfrm>
              <a:custGeom>
                <a:avLst/>
                <a:gdLst>
                  <a:gd name="T0" fmla="*/ 0 w 318"/>
                  <a:gd name="T1" fmla="*/ 0 h 161"/>
                  <a:gd name="T2" fmla="*/ 0 w 318"/>
                  <a:gd name="T3" fmla="*/ 0 h 161"/>
                  <a:gd name="T4" fmla="*/ 0 w 318"/>
                  <a:gd name="T5" fmla="*/ 0 h 161"/>
                  <a:gd name="T6" fmla="*/ 0 w 318"/>
                  <a:gd name="T7" fmla="*/ 0 h 161"/>
                  <a:gd name="T8" fmla="*/ 0 w 318"/>
                  <a:gd name="T9" fmla="*/ 0 h 161"/>
                  <a:gd name="T10" fmla="*/ 0 w 318"/>
                  <a:gd name="T11" fmla="*/ 0 h 161"/>
                  <a:gd name="T12" fmla="*/ 0 w 318"/>
                  <a:gd name="T13" fmla="*/ 0 h 161"/>
                  <a:gd name="T14" fmla="*/ 0 w 318"/>
                  <a:gd name="T15" fmla="*/ 0 h 161"/>
                  <a:gd name="T16" fmla="*/ 0 w 318"/>
                  <a:gd name="T17" fmla="*/ 0 h 161"/>
                  <a:gd name="T18" fmla="*/ 0 w 318"/>
                  <a:gd name="T19" fmla="*/ 0 h 161"/>
                  <a:gd name="T20" fmla="*/ 0 w 318"/>
                  <a:gd name="T21" fmla="*/ 0 h 161"/>
                  <a:gd name="T22" fmla="*/ 0 w 318"/>
                  <a:gd name="T23" fmla="*/ 0 h 161"/>
                  <a:gd name="T24" fmla="*/ 0 w 318"/>
                  <a:gd name="T25" fmla="*/ 0 h 161"/>
                  <a:gd name="T26" fmla="*/ 0 w 318"/>
                  <a:gd name="T27" fmla="*/ 0 h 161"/>
                  <a:gd name="T28" fmla="*/ 0 w 318"/>
                  <a:gd name="T29" fmla="*/ 0 h 161"/>
                  <a:gd name="T30" fmla="*/ 0 w 318"/>
                  <a:gd name="T31" fmla="*/ 0 h 161"/>
                  <a:gd name="T32" fmla="*/ 0 w 318"/>
                  <a:gd name="T33" fmla="*/ 0 h 161"/>
                  <a:gd name="T34" fmla="*/ 0 w 318"/>
                  <a:gd name="T35" fmla="*/ 0 h 161"/>
                  <a:gd name="T36" fmla="*/ 0 w 318"/>
                  <a:gd name="T37" fmla="*/ 0 h 16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18"/>
                  <a:gd name="T58" fmla="*/ 0 h 161"/>
                  <a:gd name="T59" fmla="*/ 318 w 318"/>
                  <a:gd name="T60" fmla="*/ 161 h 16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18" h="161">
                    <a:moveTo>
                      <a:pt x="0" y="22"/>
                    </a:moveTo>
                    <a:lnTo>
                      <a:pt x="24" y="50"/>
                    </a:lnTo>
                    <a:lnTo>
                      <a:pt x="92" y="74"/>
                    </a:lnTo>
                    <a:lnTo>
                      <a:pt x="138" y="108"/>
                    </a:lnTo>
                    <a:lnTo>
                      <a:pt x="119" y="127"/>
                    </a:lnTo>
                    <a:lnTo>
                      <a:pt x="175" y="161"/>
                    </a:lnTo>
                    <a:lnTo>
                      <a:pt x="237" y="145"/>
                    </a:lnTo>
                    <a:lnTo>
                      <a:pt x="281" y="117"/>
                    </a:lnTo>
                    <a:lnTo>
                      <a:pt x="228" y="108"/>
                    </a:lnTo>
                    <a:lnTo>
                      <a:pt x="318" y="59"/>
                    </a:lnTo>
                    <a:lnTo>
                      <a:pt x="310" y="44"/>
                    </a:lnTo>
                    <a:lnTo>
                      <a:pt x="222" y="97"/>
                    </a:lnTo>
                    <a:lnTo>
                      <a:pt x="175" y="103"/>
                    </a:lnTo>
                    <a:lnTo>
                      <a:pt x="119" y="81"/>
                    </a:lnTo>
                    <a:lnTo>
                      <a:pt x="99" y="53"/>
                    </a:lnTo>
                    <a:lnTo>
                      <a:pt x="156" y="32"/>
                    </a:lnTo>
                    <a:lnTo>
                      <a:pt x="99" y="39"/>
                    </a:lnTo>
                    <a:lnTo>
                      <a:pt x="77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3" name="Freeform 187"/>
              <p:cNvSpPr>
                <a:spLocks/>
              </p:cNvSpPr>
              <p:nvPr/>
            </p:nvSpPr>
            <p:spPr bwMode="auto">
              <a:xfrm>
                <a:off x="3074" y="1519"/>
                <a:ext cx="41" cy="10"/>
              </a:xfrm>
              <a:custGeom>
                <a:avLst/>
                <a:gdLst>
                  <a:gd name="T0" fmla="*/ 0 w 327"/>
                  <a:gd name="T1" fmla="*/ 0 h 85"/>
                  <a:gd name="T2" fmla="*/ 0 w 327"/>
                  <a:gd name="T3" fmla="*/ 0 h 85"/>
                  <a:gd name="T4" fmla="*/ 0 w 327"/>
                  <a:gd name="T5" fmla="*/ 0 h 85"/>
                  <a:gd name="T6" fmla="*/ 0 w 327"/>
                  <a:gd name="T7" fmla="*/ 0 h 85"/>
                  <a:gd name="T8" fmla="*/ 0 w 327"/>
                  <a:gd name="T9" fmla="*/ 0 h 85"/>
                  <a:gd name="T10" fmla="*/ 0 w 327"/>
                  <a:gd name="T11" fmla="*/ 0 h 85"/>
                  <a:gd name="T12" fmla="*/ 0 w 327"/>
                  <a:gd name="T13" fmla="*/ 0 h 85"/>
                  <a:gd name="T14" fmla="*/ 0 w 327"/>
                  <a:gd name="T15" fmla="*/ 0 h 8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27"/>
                  <a:gd name="T25" fmla="*/ 0 h 85"/>
                  <a:gd name="T26" fmla="*/ 327 w 327"/>
                  <a:gd name="T27" fmla="*/ 85 h 8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27" h="85">
                    <a:moveTo>
                      <a:pt x="0" y="85"/>
                    </a:moveTo>
                    <a:lnTo>
                      <a:pt x="211" y="0"/>
                    </a:lnTo>
                    <a:lnTo>
                      <a:pt x="269" y="12"/>
                    </a:lnTo>
                    <a:lnTo>
                      <a:pt x="327" y="35"/>
                    </a:lnTo>
                    <a:lnTo>
                      <a:pt x="253" y="28"/>
                    </a:lnTo>
                    <a:lnTo>
                      <a:pt x="200" y="28"/>
                    </a:lnTo>
                    <a:lnTo>
                      <a:pt x="130" y="48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4" name="Freeform 188"/>
              <p:cNvSpPr>
                <a:spLocks/>
              </p:cNvSpPr>
              <p:nvPr/>
            </p:nvSpPr>
            <p:spPr bwMode="auto">
              <a:xfrm>
                <a:off x="3077" y="1529"/>
                <a:ext cx="33" cy="12"/>
              </a:xfrm>
              <a:custGeom>
                <a:avLst/>
                <a:gdLst>
                  <a:gd name="T0" fmla="*/ 0 w 261"/>
                  <a:gd name="T1" fmla="*/ 0 h 99"/>
                  <a:gd name="T2" fmla="*/ 0 w 261"/>
                  <a:gd name="T3" fmla="*/ 0 h 99"/>
                  <a:gd name="T4" fmla="*/ 0 w 261"/>
                  <a:gd name="T5" fmla="*/ 0 h 99"/>
                  <a:gd name="T6" fmla="*/ 0 w 261"/>
                  <a:gd name="T7" fmla="*/ 0 h 99"/>
                  <a:gd name="T8" fmla="*/ 0 w 261"/>
                  <a:gd name="T9" fmla="*/ 0 h 99"/>
                  <a:gd name="T10" fmla="*/ 0 w 261"/>
                  <a:gd name="T11" fmla="*/ 0 h 99"/>
                  <a:gd name="T12" fmla="*/ 0 w 261"/>
                  <a:gd name="T13" fmla="*/ 0 h 99"/>
                  <a:gd name="T14" fmla="*/ 0 w 261"/>
                  <a:gd name="T15" fmla="*/ 0 h 99"/>
                  <a:gd name="T16" fmla="*/ 0 w 261"/>
                  <a:gd name="T17" fmla="*/ 0 h 99"/>
                  <a:gd name="T18" fmla="*/ 0 w 261"/>
                  <a:gd name="T19" fmla="*/ 0 h 99"/>
                  <a:gd name="T20" fmla="*/ 0 w 261"/>
                  <a:gd name="T21" fmla="*/ 0 h 99"/>
                  <a:gd name="T22" fmla="*/ 0 w 261"/>
                  <a:gd name="T23" fmla="*/ 0 h 99"/>
                  <a:gd name="T24" fmla="*/ 0 w 261"/>
                  <a:gd name="T25" fmla="*/ 0 h 99"/>
                  <a:gd name="T26" fmla="*/ 0 w 261"/>
                  <a:gd name="T27" fmla="*/ 0 h 99"/>
                  <a:gd name="T28" fmla="*/ 0 w 261"/>
                  <a:gd name="T29" fmla="*/ 0 h 9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61"/>
                  <a:gd name="T46" fmla="*/ 0 h 99"/>
                  <a:gd name="T47" fmla="*/ 261 w 261"/>
                  <a:gd name="T48" fmla="*/ 99 h 9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61" h="99">
                    <a:moveTo>
                      <a:pt x="0" y="53"/>
                    </a:moveTo>
                    <a:lnTo>
                      <a:pt x="70" y="2"/>
                    </a:lnTo>
                    <a:lnTo>
                      <a:pt x="166" y="0"/>
                    </a:lnTo>
                    <a:lnTo>
                      <a:pt x="261" y="11"/>
                    </a:lnTo>
                    <a:lnTo>
                      <a:pt x="224" y="57"/>
                    </a:lnTo>
                    <a:lnTo>
                      <a:pt x="166" y="85"/>
                    </a:lnTo>
                    <a:lnTo>
                      <a:pt x="116" y="99"/>
                    </a:lnTo>
                    <a:lnTo>
                      <a:pt x="42" y="88"/>
                    </a:lnTo>
                    <a:lnTo>
                      <a:pt x="116" y="88"/>
                    </a:lnTo>
                    <a:lnTo>
                      <a:pt x="193" y="57"/>
                    </a:lnTo>
                    <a:lnTo>
                      <a:pt x="240" y="15"/>
                    </a:lnTo>
                    <a:lnTo>
                      <a:pt x="153" y="11"/>
                    </a:lnTo>
                    <a:lnTo>
                      <a:pt x="83" y="15"/>
                    </a:lnTo>
                    <a:lnTo>
                      <a:pt x="30" y="53"/>
                    </a:ln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5" name="Freeform 189"/>
              <p:cNvSpPr>
                <a:spLocks/>
              </p:cNvSpPr>
              <p:nvPr/>
            </p:nvSpPr>
            <p:spPr bwMode="auto">
              <a:xfrm>
                <a:off x="3069" y="1523"/>
                <a:ext cx="31" cy="35"/>
              </a:xfrm>
              <a:custGeom>
                <a:avLst/>
                <a:gdLst>
                  <a:gd name="T0" fmla="*/ 0 w 248"/>
                  <a:gd name="T1" fmla="*/ 0 h 281"/>
                  <a:gd name="T2" fmla="*/ 0 w 248"/>
                  <a:gd name="T3" fmla="*/ 0 h 281"/>
                  <a:gd name="T4" fmla="*/ 0 w 248"/>
                  <a:gd name="T5" fmla="*/ 0 h 281"/>
                  <a:gd name="T6" fmla="*/ 0 w 248"/>
                  <a:gd name="T7" fmla="*/ 0 h 281"/>
                  <a:gd name="T8" fmla="*/ 0 w 248"/>
                  <a:gd name="T9" fmla="*/ 0 h 281"/>
                  <a:gd name="T10" fmla="*/ 0 w 248"/>
                  <a:gd name="T11" fmla="*/ 0 h 281"/>
                  <a:gd name="T12" fmla="*/ 0 w 248"/>
                  <a:gd name="T13" fmla="*/ 0 h 281"/>
                  <a:gd name="T14" fmla="*/ 0 w 248"/>
                  <a:gd name="T15" fmla="*/ 0 h 281"/>
                  <a:gd name="T16" fmla="*/ 0 w 248"/>
                  <a:gd name="T17" fmla="*/ 0 h 281"/>
                  <a:gd name="T18" fmla="*/ 0 w 248"/>
                  <a:gd name="T19" fmla="*/ 0 h 281"/>
                  <a:gd name="T20" fmla="*/ 0 w 248"/>
                  <a:gd name="T21" fmla="*/ 0 h 281"/>
                  <a:gd name="T22" fmla="*/ 0 w 248"/>
                  <a:gd name="T23" fmla="*/ 0 h 281"/>
                  <a:gd name="T24" fmla="*/ 0 w 248"/>
                  <a:gd name="T25" fmla="*/ 0 h 281"/>
                  <a:gd name="T26" fmla="*/ 0 w 248"/>
                  <a:gd name="T27" fmla="*/ 0 h 281"/>
                  <a:gd name="T28" fmla="*/ 0 w 248"/>
                  <a:gd name="T29" fmla="*/ 0 h 28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8"/>
                  <a:gd name="T46" fmla="*/ 0 h 281"/>
                  <a:gd name="T47" fmla="*/ 248 w 248"/>
                  <a:gd name="T48" fmla="*/ 281 h 28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8" h="281">
                    <a:moveTo>
                      <a:pt x="173" y="11"/>
                    </a:moveTo>
                    <a:lnTo>
                      <a:pt x="248" y="25"/>
                    </a:lnTo>
                    <a:lnTo>
                      <a:pt x="158" y="25"/>
                    </a:lnTo>
                    <a:lnTo>
                      <a:pt x="122" y="63"/>
                    </a:lnTo>
                    <a:lnTo>
                      <a:pt x="74" y="94"/>
                    </a:lnTo>
                    <a:lnTo>
                      <a:pt x="55" y="133"/>
                    </a:lnTo>
                    <a:lnTo>
                      <a:pt x="55" y="186"/>
                    </a:lnTo>
                    <a:lnTo>
                      <a:pt x="74" y="281"/>
                    </a:lnTo>
                    <a:lnTo>
                      <a:pt x="43" y="191"/>
                    </a:lnTo>
                    <a:lnTo>
                      <a:pt x="37" y="142"/>
                    </a:lnTo>
                    <a:lnTo>
                      <a:pt x="34" y="105"/>
                    </a:lnTo>
                    <a:lnTo>
                      <a:pt x="0" y="63"/>
                    </a:lnTo>
                    <a:lnTo>
                      <a:pt x="140" y="21"/>
                    </a:lnTo>
                    <a:lnTo>
                      <a:pt x="204" y="0"/>
                    </a:lnTo>
                    <a:lnTo>
                      <a:pt x="173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6" name="Freeform 190"/>
              <p:cNvSpPr>
                <a:spLocks/>
              </p:cNvSpPr>
              <p:nvPr/>
            </p:nvSpPr>
            <p:spPr bwMode="auto">
              <a:xfrm>
                <a:off x="3057" y="1536"/>
                <a:ext cx="6" cy="29"/>
              </a:xfrm>
              <a:custGeom>
                <a:avLst/>
                <a:gdLst>
                  <a:gd name="T0" fmla="*/ 0 w 48"/>
                  <a:gd name="T1" fmla="*/ 0 h 233"/>
                  <a:gd name="T2" fmla="*/ 0 w 48"/>
                  <a:gd name="T3" fmla="*/ 0 h 233"/>
                  <a:gd name="T4" fmla="*/ 0 w 48"/>
                  <a:gd name="T5" fmla="*/ 0 h 233"/>
                  <a:gd name="T6" fmla="*/ 0 w 48"/>
                  <a:gd name="T7" fmla="*/ 0 h 233"/>
                  <a:gd name="T8" fmla="*/ 0 w 48"/>
                  <a:gd name="T9" fmla="*/ 0 h 233"/>
                  <a:gd name="T10" fmla="*/ 0 w 48"/>
                  <a:gd name="T11" fmla="*/ 0 h 233"/>
                  <a:gd name="T12" fmla="*/ 0 w 48"/>
                  <a:gd name="T13" fmla="*/ 0 h 233"/>
                  <a:gd name="T14" fmla="*/ 0 w 48"/>
                  <a:gd name="T15" fmla="*/ 0 h 233"/>
                  <a:gd name="T16" fmla="*/ 0 w 48"/>
                  <a:gd name="T17" fmla="*/ 0 h 23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8"/>
                  <a:gd name="T28" fmla="*/ 0 h 233"/>
                  <a:gd name="T29" fmla="*/ 48 w 48"/>
                  <a:gd name="T30" fmla="*/ 233 h 23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8" h="233">
                    <a:moveTo>
                      <a:pt x="0" y="10"/>
                    </a:moveTo>
                    <a:lnTo>
                      <a:pt x="22" y="90"/>
                    </a:lnTo>
                    <a:lnTo>
                      <a:pt x="27" y="153"/>
                    </a:lnTo>
                    <a:lnTo>
                      <a:pt x="39" y="233"/>
                    </a:lnTo>
                    <a:lnTo>
                      <a:pt x="48" y="149"/>
                    </a:lnTo>
                    <a:lnTo>
                      <a:pt x="41" y="85"/>
                    </a:lnTo>
                    <a:lnTo>
                      <a:pt x="35" y="32"/>
                    </a:lnTo>
                    <a:lnTo>
                      <a:pt x="27" y="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7" name="Freeform 191"/>
              <p:cNvSpPr>
                <a:spLocks/>
              </p:cNvSpPr>
              <p:nvPr/>
            </p:nvSpPr>
            <p:spPr bwMode="auto">
              <a:xfrm>
                <a:off x="3082" y="1540"/>
                <a:ext cx="22" cy="7"/>
              </a:xfrm>
              <a:custGeom>
                <a:avLst/>
                <a:gdLst>
                  <a:gd name="T0" fmla="*/ 0 w 171"/>
                  <a:gd name="T1" fmla="*/ 0 h 55"/>
                  <a:gd name="T2" fmla="*/ 0 w 171"/>
                  <a:gd name="T3" fmla="*/ 0 h 55"/>
                  <a:gd name="T4" fmla="*/ 0 w 171"/>
                  <a:gd name="T5" fmla="*/ 0 h 55"/>
                  <a:gd name="T6" fmla="*/ 0 w 171"/>
                  <a:gd name="T7" fmla="*/ 0 h 55"/>
                  <a:gd name="T8" fmla="*/ 0 w 171"/>
                  <a:gd name="T9" fmla="*/ 0 h 55"/>
                  <a:gd name="T10" fmla="*/ 0 w 171"/>
                  <a:gd name="T11" fmla="*/ 0 h 55"/>
                  <a:gd name="T12" fmla="*/ 0 w 171"/>
                  <a:gd name="T13" fmla="*/ 0 h 55"/>
                  <a:gd name="T14" fmla="*/ 0 w 171"/>
                  <a:gd name="T15" fmla="*/ 0 h 5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1"/>
                  <a:gd name="T25" fmla="*/ 0 h 55"/>
                  <a:gd name="T26" fmla="*/ 171 w 171"/>
                  <a:gd name="T27" fmla="*/ 55 h 5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1" h="55">
                    <a:moveTo>
                      <a:pt x="32" y="11"/>
                    </a:moveTo>
                    <a:lnTo>
                      <a:pt x="0" y="44"/>
                    </a:lnTo>
                    <a:lnTo>
                      <a:pt x="65" y="55"/>
                    </a:lnTo>
                    <a:lnTo>
                      <a:pt x="106" y="44"/>
                    </a:lnTo>
                    <a:lnTo>
                      <a:pt x="171" y="11"/>
                    </a:lnTo>
                    <a:lnTo>
                      <a:pt x="124" y="11"/>
                    </a:lnTo>
                    <a:lnTo>
                      <a:pt x="81" y="0"/>
                    </a:lnTo>
                    <a:lnTo>
                      <a:pt x="32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8" name="Freeform 192"/>
              <p:cNvSpPr>
                <a:spLocks/>
              </p:cNvSpPr>
              <p:nvPr/>
            </p:nvSpPr>
            <p:spPr bwMode="auto">
              <a:xfrm>
                <a:off x="2988" y="1539"/>
                <a:ext cx="21" cy="21"/>
              </a:xfrm>
              <a:custGeom>
                <a:avLst/>
                <a:gdLst>
                  <a:gd name="T0" fmla="*/ 0 w 174"/>
                  <a:gd name="T1" fmla="*/ 0 h 170"/>
                  <a:gd name="T2" fmla="*/ 0 w 174"/>
                  <a:gd name="T3" fmla="*/ 0 h 170"/>
                  <a:gd name="T4" fmla="*/ 0 w 174"/>
                  <a:gd name="T5" fmla="*/ 0 h 170"/>
                  <a:gd name="T6" fmla="*/ 0 w 174"/>
                  <a:gd name="T7" fmla="*/ 0 h 170"/>
                  <a:gd name="T8" fmla="*/ 0 w 174"/>
                  <a:gd name="T9" fmla="*/ 0 h 170"/>
                  <a:gd name="T10" fmla="*/ 0 w 174"/>
                  <a:gd name="T11" fmla="*/ 0 h 170"/>
                  <a:gd name="T12" fmla="*/ 0 w 174"/>
                  <a:gd name="T13" fmla="*/ 0 h 170"/>
                  <a:gd name="T14" fmla="*/ 0 w 174"/>
                  <a:gd name="T15" fmla="*/ 0 h 170"/>
                  <a:gd name="T16" fmla="*/ 0 w 174"/>
                  <a:gd name="T17" fmla="*/ 0 h 170"/>
                  <a:gd name="T18" fmla="*/ 0 w 174"/>
                  <a:gd name="T19" fmla="*/ 0 h 170"/>
                  <a:gd name="T20" fmla="*/ 0 w 174"/>
                  <a:gd name="T21" fmla="*/ 0 h 170"/>
                  <a:gd name="T22" fmla="*/ 0 w 174"/>
                  <a:gd name="T23" fmla="*/ 0 h 170"/>
                  <a:gd name="T24" fmla="*/ 0 w 174"/>
                  <a:gd name="T25" fmla="*/ 0 h 170"/>
                  <a:gd name="T26" fmla="*/ 0 w 174"/>
                  <a:gd name="T27" fmla="*/ 0 h 170"/>
                  <a:gd name="T28" fmla="*/ 0 w 174"/>
                  <a:gd name="T29" fmla="*/ 0 h 170"/>
                  <a:gd name="T30" fmla="*/ 0 w 174"/>
                  <a:gd name="T31" fmla="*/ 0 h 170"/>
                  <a:gd name="T32" fmla="*/ 0 w 174"/>
                  <a:gd name="T33" fmla="*/ 0 h 17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74"/>
                  <a:gd name="T52" fmla="*/ 0 h 170"/>
                  <a:gd name="T53" fmla="*/ 174 w 174"/>
                  <a:gd name="T54" fmla="*/ 170 h 17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74" h="170">
                    <a:moveTo>
                      <a:pt x="157" y="30"/>
                    </a:moveTo>
                    <a:lnTo>
                      <a:pt x="88" y="6"/>
                    </a:lnTo>
                    <a:lnTo>
                      <a:pt x="0" y="0"/>
                    </a:lnTo>
                    <a:lnTo>
                      <a:pt x="33" y="20"/>
                    </a:lnTo>
                    <a:lnTo>
                      <a:pt x="51" y="90"/>
                    </a:lnTo>
                    <a:lnTo>
                      <a:pt x="77" y="129"/>
                    </a:lnTo>
                    <a:lnTo>
                      <a:pt x="60" y="78"/>
                    </a:lnTo>
                    <a:lnTo>
                      <a:pt x="70" y="37"/>
                    </a:lnTo>
                    <a:lnTo>
                      <a:pt x="104" y="44"/>
                    </a:lnTo>
                    <a:lnTo>
                      <a:pt x="97" y="78"/>
                    </a:lnTo>
                    <a:lnTo>
                      <a:pt x="108" y="123"/>
                    </a:lnTo>
                    <a:lnTo>
                      <a:pt x="136" y="136"/>
                    </a:lnTo>
                    <a:lnTo>
                      <a:pt x="174" y="170"/>
                    </a:lnTo>
                    <a:lnTo>
                      <a:pt x="157" y="123"/>
                    </a:lnTo>
                    <a:lnTo>
                      <a:pt x="167" y="83"/>
                    </a:lnTo>
                    <a:lnTo>
                      <a:pt x="160" y="59"/>
                    </a:lnTo>
                    <a:lnTo>
                      <a:pt x="157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9" name="Freeform 193"/>
              <p:cNvSpPr>
                <a:spLocks/>
              </p:cNvSpPr>
              <p:nvPr/>
            </p:nvSpPr>
            <p:spPr bwMode="auto">
              <a:xfrm>
                <a:off x="3124" y="1518"/>
                <a:ext cx="16" cy="36"/>
              </a:xfrm>
              <a:custGeom>
                <a:avLst/>
                <a:gdLst>
                  <a:gd name="T0" fmla="*/ 0 w 129"/>
                  <a:gd name="T1" fmla="*/ 0 h 292"/>
                  <a:gd name="T2" fmla="*/ 0 w 129"/>
                  <a:gd name="T3" fmla="*/ 0 h 292"/>
                  <a:gd name="T4" fmla="*/ 0 w 129"/>
                  <a:gd name="T5" fmla="*/ 0 h 292"/>
                  <a:gd name="T6" fmla="*/ 0 w 129"/>
                  <a:gd name="T7" fmla="*/ 0 h 292"/>
                  <a:gd name="T8" fmla="*/ 0 w 129"/>
                  <a:gd name="T9" fmla="*/ 0 h 292"/>
                  <a:gd name="T10" fmla="*/ 0 w 129"/>
                  <a:gd name="T11" fmla="*/ 0 h 292"/>
                  <a:gd name="T12" fmla="*/ 0 w 129"/>
                  <a:gd name="T13" fmla="*/ 0 h 292"/>
                  <a:gd name="T14" fmla="*/ 0 w 129"/>
                  <a:gd name="T15" fmla="*/ 0 h 292"/>
                  <a:gd name="T16" fmla="*/ 0 w 129"/>
                  <a:gd name="T17" fmla="*/ 0 h 292"/>
                  <a:gd name="T18" fmla="*/ 0 w 129"/>
                  <a:gd name="T19" fmla="*/ 0 h 292"/>
                  <a:gd name="T20" fmla="*/ 0 w 129"/>
                  <a:gd name="T21" fmla="*/ 0 h 292"/>
                  <a:gd name="T22" fmla="*/ 0 w 129"/>
                  <a:gd name="T23" fmla="*/ 0 h 292"/>
                  <a:gd name="T24" fmla="*/ 0 w 129"/>
                  <a:gd name="T25" fmla="*/ 0 h 292"/>
                  <a:gd name="T26" fmla="*/ 0 w 129"/>
                  <a:gd name="T27" fmla="*/ 0 h 292"/>
                  <a:gd name="T28" fmla="*/ 0 w 129"/>
                  <a:gd name="T29" fmla="*/ 0 h 292"/>
                  <a:gd name="T30" fmla="*/ 0 w 129"/>
                  <a:gd name="T31" fmla="*/ 0 h 292"/>
                  <a:gd name="T32" fmla="*/ 0 w 129"/>
                  <a:gd name="T33" fmla="*/ 0 h 292"/>
                  <a:gd name="T34" fmla="*/ 0 w 129"/>
                  <a:gd name="T35" fmla="*/ 0 h 292"/>
                  <a:gd name="T36" fmla="*/ 0 w 129"/>
                  <a:gd name="T37" fmla="*/ 0 h 292"/>
                  <a:gd name="T38" fmla="*/ 0 w 129"/>
                  <a:gd name="T39" fmla="*/ 0 h 292"/>
                  <a:gd name="T40" fmla="*/ 0 w 129"/>
                  <a:gd name="T41" fmla="*/ 0 h 292"/>
                  <a:gd name="T42" fmla="*/ 0 w 129"/>
                  <a:gd name="T43" fmla="*/ 0 h 29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29"/>
                  <a:gd name="T67" fmla="*/ 0 h 292"/>
                  <a:gd name="T68" fmla="*/ 129 w 129"/>
                  <a:gd name="T69" fmla="*/ 292 h 292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29" h="292">
                    <a:moveTo>
                      <a:pt x="0" y="116"/>
                    </a:moveTo>
                    <a:lnTo>
                      <a:pt x="23" y="109"/>
                    </a:lnTo>
                    <a:lnTo>
                      <a:pt x="63" y="55"/>
                    </a:lnTo>
                    <a:lnTo>
                      <a:pt x="116" y="0"/>
                    </a:lnTo>
                    <a:lnTo>
                      <a:pt x="104" y="46"/>
                    </a:lnTo>
                    <a:lnTo>
                      <a:pt x="129" y="90"/>
                    </a:lnTo>
                    <a:lnTo>
                      <a:pt x="129" y="147"/>
                    </a:lnTo>
                    <a:lnTo>
                      <a:pt x="104" y="199"/>
                    </a:lnTo>
                    <a:lnTo>
                      <a:pt x="116" y="136"/>
                    </a:lnTo>
                    <a:lnTo>
                      <a:pt x="113" y="105"/>
                    </a:lnTo>
                    <a:lnTo>
                      <a:pt x="83" y="76"/>
                    </a:lnTo>
                    <a:lnTo>
                      <a:pt x="69" y="109"/>
                    </a:lnTo>
                    <a:lnTo>
                      <a:pt x="92" y="147"/>
                    </a:lnTo>
                    <a:lnTo>
                      <a:pt x="83" y="184"/>
                    </a:lnTo>
                    <a:lnTo>
                      <a:pt x="54" y="199"/>
                    </a:lnTo>
                    <a:lnTo>
                      <a:pt x="37" y="228"/>
                    </a:lnTo>
                    <a:lnTo>
                      <a:pt x="19" y="292"/>
                    </a:lnTo>
                    <a:lnTo>
                      <a:pt x="17" y="237"/>
                    </a:lnTo>
                    <a:lnTo>
                      <a:pt x="30" y="184"/>
                    </a:lnTo>
                    <a:lnTo>
                      <a:pt x="19" y="164"/>
                    </a:lnTo>
                    <a:lnTo>
                      <a:pt x="0" y="143"/>
                    </a:lnTo>
                    <a:lnTo>
                      <a:pt x="0" y="1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0" name="Freeform 194"/>
              <p:cNvSpPr>
                <a:spLocks/>
              </p:cNvSpPr>
              <p:nvPr/>
            </p:nvSpPr>
            <p:spPr bwMode="auto">
              <a:xfrm>
                <a:off x="3034" y="1536"/>
                <a:ext cx="12" cy="8"/>
              </a:xfrm>
              <a:custGeom>
                <a:avLst/>
                <a:gdLst>
                  <a:gd name="T0" fmla="*/ 0 w 99"/>
                  <a:gd name="T1" fmla="*/ 0 h 63"/>
                  <a:gd name="T2" fmla="*/ 0 w 99"/>
                  <a:gd name="T3" fmla="*/ 0 h 63"/>
                  <a:gd name="T4" fmla="*/ 0 w 99"/>
                  <a:gd name="T5" fmla="*/ 0 h 63"/>
                  <a:gd name="T6" fmla="*/ 0 w 99"/>
                  <a:gd name="T7" fmla="*/ 0 h 63"/>
                  <a:gd name="T8" fmla="*/ 0 w 99"/>
                  <a:gd name="T9" fmla="*/ 0 h 63"/>
                  <a:gd name="T10" fmla="*/ 0 w 99"/>
                  <a:gd name="T11" fmla="*/ 0 h 63"/>
                  <a:gd name="T12" fmla="*/ 0 w 99"/>
                  <a:gd name="T13" fmla="*/ 0 h 63"/>
                  <a:gd name="T14" fmla="*/ 0 w 99"/>
                  <a:gd name="T15" fmla="*/ 0 h 63"/>
                  <a:gd name="T16" fmla="*/ 0 w 99"/>
                  <a:gd name="T17" fmla="*/ 0 h 63"/>
                  <a:gd name="T18" fmla="*/ 0 w 99"/>
                  <a:gd name="T19" fmla="*/ 0 h 63"/>
                  <a:gd name="T20" fmla="*/ 0 w 99"/>
                  <a:gd name="T21" fmla="*/ 0 h 63"/>
                  <a:gd name="T22" fmla="*/ 0 w 99"/>
                  <a:gd name="T23" fmla="*/ 0 h 6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99"/>
                  <a:gd name="T37" fmla="*/ 0 h 63"/>
                  <a:gd name="T38" fmla="*/ 99 w 99"/>
                  <a:gd name="T39" fmla="*/ 63 h 6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99" h="63">
                    <a:moveTo>
                      <a:pt x="0" y="14"/>
                    </a:moveTo>
                    <a:lnTo>
                      <a:pt x="16" y="46"/>
                    </a:lnTo>
                    <a:lnTo>
                      <a:pt x="42" y="63"/>
                    </a:lnTo>
                    <a:lnTo>
                      <a:pt x="81" y="50"/>
                    </a:lnTo>
                    <a:lnTo>
                      <a:pt x="99" y="32"/>
                    </a:lnTo>
                    <a:lnTo>
                      <a:pt x="99" y="0"/>
                    </a:lnTo>
                    <a:lnTo>
                      <a:pt x="64" y="4"/>
                    </a:lnTo>
                    <a:lnTo>
                      <a:pt x="69" y="21"/>
                    </a:lnTo>
                    <a:lnTo>
                      <a:pt x="53" y="35"/>
                    </a:lnTo>
                    <a:lnTo>
                      <a:pt x="42" y="26"/>
                    </a:lnTo>
                    <a:lnTo>
                      <a:pt x="37" y="4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1" name="Freeform 195"/>
              <p:cNvSpPr>
                <a:spLocks/>
              </p:cNvSpPr>
              <p:nvPr/>
            </p:nvSpPr>
            <p:spPr bwMode="auto">
              <a:xfrm>
                <a:off x="3087" y="1529"/>
                <a:ext cx="11" cy="8"/>
              </a:xfrm>
              <a:custGeom>
                <a:avLst/>
                <a:gdLst>
                  <a:gd name="T0" fmla="*/ 0 w 92"/>
                  <a:gd name="T1" fmla="*/ 0 h 61"/>
                  <a:gd name="T2" fmla="*/ 0 w 92"/>
                  <a:gd name="T3" fmla="*/ 0 h 61"/>
                  <a:gd name="T4" fmla="*/ 0 w 92"/>
                  <a:gd name="T5" fmla="*/ 0 h 61"/>
                  <a:gd name="T6" fmla="*/ 0 w 92"/>
                  <a:gd name="T7" fmla="*/ 0 h 61"/>
                  <a:gd name="T8" fmla="*/ 0 w 92"/>
                  <a:gd name="T9" fmla="*/ 0 h 61"/>
                  <a:gd name="T10" fmla="*/ 0 w 92"/>
                  <a:gd name="T11" fmla="*/ 0 h 61"/>
                  <a:gd name="T12" fmla="*/ 0 w 92"/>
                  <a:gd name="T13" fmla="*/ 0 h 61"/>
                  <a:gd name="T14" fmla="*/ 0 w 92"/>
                  <a:gd name="T15" fmla="*/ 0 h 61"/>
                  <a:gd name="T16" fmla="*/ 0 w 92"/>
                  <a:gd name="T17" fmla="*/ 0 h 61"/>
                  <a:gd name="T18" fmla="*/ 0 w 92"/>
                  <a:gd name="T19" fmla="*/ 0 h 61"/>
                  <a:gd name="T20" fmla="*/ 0 w 92"/>
                  <a:gd name="T21" fmla="*/ 0 h 6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92"/>
                  <a:gd name="T34" fmla="*/ 0 h 61"/>
                  <a:gd name="T35" fmla="*/ 92 w 92"/>
                  <a:gd name="T36" fmla="*/ 61 h 6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92" h="61">
                    <a:moveTo>
                      <a:pt x="0" y="17"/>
                    </a:moveTo>
                    <a:lnTo>
                      <a:pt x="9" y="55"/>
                    </a:lnTo>
                    <a:lnTo>
                      <a:pt x="42" y="61"/>
                    </a:lnTo>
                    <a:lnTo>
                      <a:pt x="74" y="51"/>
                    </a:lnTo>
                    <a:lnTo>
                      <a:pt x="92" y="31"/>
                    </a:lnTo>
                    <a:lnTo>
                      <a:pt x="86" y="0"/>
                    </a:lnTo>
                    <a:lnTo>
                      <a:pt x="64" y="0"/>
                    </a:lnTo>
                    <a:lnTo>
                      <a:pt x="60" y="33"/>
                    </a:lnTo>
                    <a:lnTo>
                      <a:pt x="37" y="33"/>
                    </a:lnTo>
                    <a:lnTo>
                      <a:pt x="27" y="13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2" name="Freeform 196"/>
              <p:cNvSpPr>
                <a:spLocks/>
              </p:cNvSpPr>
              <p:nvPr/>
            </p:nvSpPr>
            <p:spPr bwMode="auto">
              <a:xfrm>
                <a:off x="3048" y="1563"/>
                <a:ext cx="47" cy="25"/>
              </a:xfrm>
              <a:custGeom>
                <a:avLst/>
                <a:gdLst>
                  <a:gd name="T0" fmla="*/ 0 w 374"/>
                  <a:gd name="T1" fmla="*/ 0 h 198"/>
                  <a:gd name="T2" fmla="*/ 0 w 374"/>
                  <a:gd name="T3" fmla="*/ 0 h 198"/>
                  <a:gd name="T4" fmla="*/ 0 w 374"/>
                  <a:gd name="T5" fmla="*/ 0 h 198"/>
                  <a:gd name="T6" fmla="*/ 0 w 374"/>
                  <a:gd name="T7" fmla="*/ 0 h 198"/>
                  <a:gd name="T8" fmla="*/ 0 w 374"/>
                  <a:gd name="T9" fmla="*/ 0 h 198"/>
                  <a:gd name="T10" fmla="*/ 0 w 374"/>
                  <a:gd name="T11" fmla="*/ 0 h 198"/>
                  <a:gd name="T12" fmla="*/ 0 w 374"/>
                  <a:gd name="T13" fmla="*/ 0 h 198"/>
                  <a:gd name="T14" fmla="*/ 0 w 374"/>
                  <a:gd name="T15" fmla="*/ 0 h 198"/>
                  <a:gd name="T16" fmla="*/ 0 w 374"/>
                  <a:gd name="T17" fmla="*/ 0 h 198"/>
                  <a:gd name="T18" fmla="*/ 0 w 374"/>
                  <a:gd name="T19" fmla="*/ 0 h 198"/>
                  <a:gd name="T20" fmla="*/ 0 w 374"/>
                  <a:gd name="T21" fmla="*/ 0 h 198"/>
                  <a:gd name="T22" fmla="*/ 0 w 374"/>
                  <a:gd name="T23" fmla="*/ 0 h 198"/>
                  <a:gd name="T24" fmla="*/ 0 w 374"/>
                  <a:gd name="T25" fmla="*/ 0 h 198"/>
                  <a:gd name="T26" fmla="*/ 0 w 374"/>
                  <a:gd name="T27" fmla="*/ 0 h 198"/>
                  <a:gd name="T28" fmla="*/ 0 w 374"/>
                  <a:gd name="T29" fmla="*/ 0 h 198"/>
                  <a:gd name="T30" fmla="*/ 0 w 374"/>
                  <a:gd name="T31" fmla="*/ 0 h 198"/>
                  <a:gd name="T32" fmla="*/ 0 w 374"/>
                  <a:gd name="T33" fmla="*/ 0 h 198"/>
                  <a:gd name="T34" fmla="*/ 0 w 374"/>
                  <a:gd name="T35" fmla="*/ 0 h 198"/>
                  <a:gd name="T36" fmla="*/ 0 w 374"/>
                  <a:gd name="T37" fmla="*/ 0 h 198"/>
                  <a:gd name="T38" fmla="*/ 0 w 374"/>
                  <a:gd name="T39" fmla="*/ 0 h 198"/>
                  <a:gd name="T40" fmla="*/ 0 w 374"/>
                  <a:gd name="T41" fmla="*/ 0 h 198"/>
                  <a:gd name="T42" fmla="*/ 0 w 374"/>
                  <a:gd name="T43" fmla="*/ 0 h 198"/>
                  <a:gd name="T44" fmla="*/ 0 w 374"/>
                  <a:gd name="T45" fmla="*/ 0 h 198"/>
                  <a:gd name="T46" fmla="*/ 0 w 374"/>
                  <a:gd name="T47" fmla="*/ 0 h 198"/>
                  <a:gd name="T48" fmla="*/ 0 w 374"/>
                  <a:gd name="T49" fmla="*/ 0 h 198"/>
                  <a:gd name="T50" fmla="*/ 0 w 374"/>
                  <a:gd name="T51" fmla="*/ 0 h 198"/>
                  <a:gd name="T52" fmla="*/ 0 w 374"/>
                  <a:gd name="T53" fmla="*/ 0 h 198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374"/>
                  <a:gd name="T82" fmla="*/ 0 h 198"/>
                  <a:gd name="T83" fmla="*/ 374 w 374"/>
                  <a:gd name="T84" fmla="*/ 198 h 198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374" h="198">
                    <a:moveTo>
                      <a:pt x="31" y="0"/>
                    </a:moveTo>
                    <a:lnTo>
                      <a:pt x="0" y="37"/>
                    </a:lnTo>
                    <a:lnTo>
                      <a:pt x="0" y="79"/>
                    </a:lnTo>
                    <a:lnTo>
                      <a:pt x="26" y="90"/>
                    </a:lnTo>
                    <a:lnTo>
                      <a:pt x="46" y="132"/>
                    </a:lnTo>
                    <a:lnTo>
                      <a:pt x="127" y="163"/>
                    </a:lnTo>
                    <a:lnTo>
                      <a:pt x="199" y="198"/>
                    </a:lnTo>
                    <a:lnTo>
                      <a:pt x="235" y="198"/>
                    </a:lnTo>
                    <a:lnTo>
                      <a:pt x="305" y="120"/>
                    </a:lnTo>
                    <a:lnTo>
                      <a:pt x="360" y="90"/>
                    </a:lnTo>
                    <a:lnTo>
                      <a:pt x="374" y="37"/>
                    </a:lnTo>
                    <a:lnTo>
                      <a:pt x="365" y="22"/>
                    </a:lnTo>
                    <a:lnTo>
                      <a:pt x="342" y="0"/>
                    </a:lnTo>
                    <a:lnTo>
                      <a:pt x="354" y="25"/>
                    </a:lnTo>
                    <a:lnTo>
                      <a:pt x="347" y="46"/>
                    </a:lnTo>
                    <a:lnTo>
                      <a:pt x="325" y="46"/>
                    </a:lnTo>
                    <a:lnTo>
                      <a:pt x="285" y="69"/>
                    </a:lnTo>
                    <a:lnTo>
                      <a:pt x="261" y="97"/>
                    </a:lnTo>
                    <a:lnTo>
                      <a:pt x="235" y="120"/>
                    </a:lnTo>
                    <a:lnTo>
                      <a:pt x="187" y="127"/>
                    </a:lnTo>
                    <a:lnTo>
                      <a:pt x="141" y="117"/>
                    </a:lnTo>
                    <a:lnTo>
                      <a:pt x="107" y="97"/>
                    </a:lnTo>
                    <a:lnTo>
                      <a:pt x="63" y="79"/>
                    </a:lnTo>
                    <a:lnTo>
                      <a:pt x="26" y="79"/>
                    </a:lnTo>
                    <a:lnTo>
                      <a:pt x="8" y="60"/>
                    </a:lnTo>
                    <a:lnTo>
                      <a:pt x="15" y="37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3" name="Freeform 197"/>
              <p:cNvSpPr>
                <a:spLocks/>
              </p:cNvSpPr>
              <p:nvPr/>
            </p:nvSpPr>
            <p:spPr bwMode="auto">
              <a:xfrm>
                <a:off x="3044" y="1587"/>
                <a:ext cx="65" cy="11"/>
              </a:xfrm>
              <a:custGeom>
                <a:avLst/>
                <a:gdLst>
                  <a:gd name="T0" fmla="*/ 0 w 520"/>
                  <a:gd name="T1" fmla="*/ 0 h 90"/>
                  <a:gd name="T2" fmla="*/ 0 w 520"/>
                  <a:gd name="T3" fmla="*/ 0 h 90"/>
                  <a:gd name="T4" fmla="*/ 0 w 520"/>
                  <a:gd name="T5" fmla="*/ 0 h 90"/>
                  <a:gd name="T6" fmla="*/ 0 w 520"/>
                  <a:gd name="T7" fmla="*/ 0 h 90"/>
                  <a:gd name="T8" fmla="*/ 0 w 520"/>
                  <a:gd name="T9" fmla="*/ 0 h 90"/>
                  <a:gd name="T10" fmla="*/ 0 w 520"/>
                  <a:gd name="T11" fmla="*/ 0 h 90"/>
                  <a:gd name="T12" fmla="*/ 0 w 520"/>
                  <a:gd name="T13" fmla="*/ 0 h 90"/>
                  <a:gd name="T14" fmla="*/ 0 w 520"/>
                  <a:gd name="T15" fmla="*/ 0 h 90"/>
                  <a:gd name="T16" fmla="*/ 0 w 520"/>
                  <a:gd name="T17" fmla="*/ 0 h 90"/>
                  <a:gd name="T18" fmla="*/ 0 w 520"/>
                  <a:gd name="T19" fmla="*/ 0 h 90"/>
                  <a:gd name="T20" fmla="*/ 0 w 520"/>
                  <a:gd name="T21" fmla="*/ 0 h 90"/>
                  <a:gd name="T22" fmla="*/ 0 w 520"/>
                  <a:gd name="T23" fmla="*/ 0 h 90"/>
                  <a:gd name="T24" fmla="*/ 0 w 520"/>
                  <a:gd name="T25" fmla="*/ 0 h 90"/>
                  <a:gd name="T26" fmla="*/ 0 w 520"/>
                  <a:gd name="T27" fmla="*/ 0 h 90"/>
                  <a:gd name="T28" fmla="*/ 0 w 520"/>
                  <a:gd name="T29" fmla="*/ 0 h 90"/>
                  <a:gd name="T30" fmla="*/ 0 w 520"/>
                  <a:gd name="T31" fmla="*/ 0 h 90"/>
                  <a:gd name="T32" fmla="*/ 0 w 520"/>
                  <a:gd name="T33" fmla="*/ 0 h 90"/>
                  <a:gd name="T34" fmla="*/ 0 w 520"/>
                  <a:gd name="T35" fmla="*/ 0 h 90"/>
                  <a:gd name="T36" fmla="*/ 0 w 520"/>
                  <a:gd name="T37" fmla="*/ 0 h 90"/>
                  <a:gd name="T38" fmla="*/ 0 w 520"/>
                  <a:gd name="T39" fmla="*/ 0 h 9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520"/>
                  <a:gd name="T61" fmla="*/ 0 h 90"/>
                  <a:gd name="T62" fmla="*/ 520 w 520"/>
                  <a:gd name="T63" fmla="*/ 90 h 9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520" h="90">
                    <a:moveTo>
                      <a:pt x="48" y="60"/>
                    </a:moveTo>
                    <a:lnTo>
                      <a:pt x="101" y="40"/>
                    </a:lnTo>
                    <a:lnTo>
                      <a:pt x="174" y="23"/>
                    </a:lnTo>
                    <a:lnTo>
                      <a:pt x="259" y="24"/>
                    </a:lnTo>
                    <a:lnTo>
                      <a:pt x="343" y="7"/>
                    </a:lnTo>
                    <a:lnTo>
                      <a:pt x="488" y="23"/>
                    </a:lnTo>
                    <a:lnTo>
                      <a:pt x="511" y="0"/>
                    </a:lnTo>
                    <a:lnTo>
                      <a:pt x="520" y="31"/>
                    </a:lnTo>
                    <a:lnTo>
                      <a:pt x="501" y="46"/>
                    </a:lnTo>
                    <a:lnTo>
                      <a:pt x="477" y="31"/>
                    </a:lnTo>
                    <a:lnTo>
                      <a:pt x="417" y="24"/>
                    </a:lnTo>
                    <a:lnTo>
                      <a:pt x="327" y="46"/>
                    </a:lnTo>
                    <a:lnTo>
                      <a:pt x="253" y="64"/>
                    </a:lnTo>
                    <a:lnTo>
                      <a:pt x="128" y="60"/>
                    </a:lnTo>
                    <a:lnTo>
                      <a:pt x="41" y="70"/>
                    </a:lnTo>
                    <a:lnTo>
                      <a:pt x="20" y="90"/>
                    </a:lnTo>
                    <a:lnTo>
                      <a:pt x="0" y="79"/>
                    </a:lnTo>
                    <a:lnTo>
                      <a:pt x="4" y="53"/>
                    </a:lnTo>
                    <a:lnTo>
                      <a:pt x="27" y="46"/>
                    </a:lnTo>
                    <a:lnTo>
                      <a:pt x="48" y="6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" name="Freeform 198"/>
              <p:cNvSpPr>
                <a:spLocks/>
              </p:cNvSpPr>
              <p:nvPr/>
            </p:nvSpPr>
            <p:spPr bwMode="auto">
              <a:xfrm>
                <a:off x="3058" y="1601"/>
                <a:ext cx="36" cy="12"/>
              </a:xfrm>
              <a:custGeom>
                <a:avLst/>
                <a:gdLst>
                  <a:gd name="T0" fmla="*/ 0 w 286"/>
                  <a:gd name="T1" fmla="*/ 0 h 94"/>
                  <a:gd name="T2" fmla="*/ 0 w 286"/>
                  <a:gd name="T3" fmla="*/ 0 h 94"/>
                  <a:gd name="T4" fmla="*/ 0 w 286"/>
                  <a:gd name="T5" fmla="*/ 0 h 94"/>
                  <a:gd name="T6" fmla="*/ 0 w 286"/>
                  <a:gd name="T7" fmla="*/ 0 h 94"/>
                  <a:gd name="T8" fmla="*/ 0 w 286"/>
                  <a:gd name="T9" fmla="*/ 0 h 94"/>
                  <a:gd name="T10" fmla="*/ 0 w 286"/>
                  <a:gd name="T11" fmla="*/ 0 h 94"/>
                  <a:gd name="T12" fmla="*/ 0 w 286"/>
                  <a:gd name="T13" fmla="*/ 0 h 94"/>
                  <a:gd name="T14" fmla="*/ 0 w 286"/>
                  <a:gd name="T15" fmla="*/ 0 h 94"/>
                  <a:gd name="T16" fmla="*/ 0 w 286"/>
                  <a:gd name="T17" fmla="*/ 0 h 94"/>
                  <a:gd name="T18" fmla="*/ 0 w 286"/>
                  <a:gd name="T19" fmla="*/ 0 h 94"/>
                  <a:gd name="T20" fmla="*/ 0 w 286"/>
                  <a:gd name="T21" fmla="*/ 0 h 9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86"/>
                  <a:gd name="T34" fmla="*/ 0 h 94"/>
                  <a:gd name="T35" fmla="*/ 286 w 286"/>
                  <a:gd name="T36" fmla="*/ 94 h 9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86" h="94">
                    <a:moveTo>
                      <a:pt x="0" y="22"/>
                    </a:moveTo>
                    <a:lnTo>
                      <a:pt x="64" y="31"/>
                    </a:lnTo>
                    <a:lnTo>
                      <a:pt x="123" y="31"/>
                    </a:lnTo>
                    <a:lnTo>
                      <a:pt x="194" y="26"/>
                    </a:lnTo>
                    <a:lnTo>
                      <a:pt x="286" y="0"/>
                    </a:lnTo>
                    <a:lnTo>
                      <a:pt x="231" y="46"/>
                    </a:lnTo>
                    <a:lnTo>
                      <a:pt x="244" y="83"/>
                    </a:lnTo>
                    <a:lnTo>
                      <a:pt x="171" y="83"/>
                    </a:lnTo>
                    <a:lnTo>
                      <a:pt x="64" y="94"/>
                    </a:lnTo>
                    <a:lnTo>
                      <a:pt x="70" y="63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" name="Freeform 199"/>
              <p:cNvSpPr>
                <a:spLocks/>
              </p:cNvSpPr>
              <p:nvPr/>
            </p:nvSpPr>
            <p:spPr bwMode="auto">
              <a:xfrm>
                <a:off x="3013" y="1561"/>
                <a:ext cx="114" cy="76"/>
              </a:xfrm>
              <a:custGeom>
                <a:avLst/>
                <a:gdLst>
                  <a:gd name="T0" fmla="*/ 0 w 911"/>
                  <a:gd name="T1" fmla="*/ 0 h 609"/>
                  <a:gd name="T2" fmla="*/ 0 w 911"/>
                  <a:gd name="T3" fmla="*/ 0 h 609"/>
                  <a:gd name="T4" fmla="*/ 0 w 911"/>
                  <a:gd name="T5" fmla="*/ 0 h 609"/>
                  <a:gd name="T6" fmla="*/ 0 w 911"/>
                  <a:gd name="T7" fmla="*/ 0 h 609"/>
                  <a:gd name="T8" fmla="*/ 0 w 911"/>
                  <a:gd name="T9" fmla="*/ 0 h 609"/>
                  <a:gd name="T10" fmla="*/ 0 w 911"/>
                  <a:gd name="T11" fmla="*/ 0 h 609"/>
                  <a:gd name="T12" fmla="*/ 0 w 911"/>
                  <a:gd name="T13" fmla="*/ 0 h 609"/>
                  <a:gd name="T14" fmla="*/ 0 w 911"/>
                  <a:gd name="T15" fmla="*/ 0 h 609"/>
                  <a:gd name="T16" fmla="*/ 0 w 911"/>
                  <a:gd name="T17" fmla="*/ 0 h 609"/>
                  <a:gd name="T18" fmla="*/ 0 w 911"/>
                  <a:gd name="T19" fmla="*/ 0 h 609"/>
                  <a:gd name="T20" fmla="*/ 0 w 911"/>
                  <a:gd name="T21" fmla="*/ 0 h 609"/>
                  <a:gd name="T22" fmla="*/ 0 w 911"/>
                  <a:gd name="T23" fmla="*/ 0 h 609"/>
                  <a:gd name="T24" fmla="*/ 0 w 911"/>
                  <a:gd name="T25" fmla="*/ 0 h 609"/>
                  <a:gd name="T26" fmla="*/ 0 w 911"/>
                  <a:gd name="T27" fmla="*/ 0 h 609"/>
                  <a:gd name="T28" fmla="*/ 0 w 911"/>
                  <a:gd name="T29" fmla="*/ 0 h 609"/>
                  <a:gd name="T30" fmla="*/ 0 w 911"/>
                  <a:gd name="T31" fmla="*/ 0 h 609"/>
                  <a:gd name="T32" fmla="*/ 0 w 911"/>
                  <a:gd name="T33" fmla="*/ 0 h 609"/>
                  <a:gd name="T34" fmla="*/ 0 w 911"/>
                  <a:gd name="T35" fmla="*/ 0 h 609"/>
                  <a:gd name="T36" fmla="*/ 0 w 911"/>
                  <a:gd name="T37" fmla="*/ 0 h 609"/>
                  <a:gd name="T38" fmla="*/ 0 w 911"/>
                  <a:gd name="T39" fmla="*/ 0 h 609"/>
                  <a:gd name="T40" fmla="*/ 0 w 911"/>
                  <a:gd name="T41" fmla="*/ 0 h 609"/>
                  <a:gd name="T42" fmla="*/ 0 w 911"/>
                  <a:gd name="T43" fmla="*/ 0 h 609"/>
                  <a:gd name="T44" fmla="*/ 0 w 911"/>
                  <a:gd name="T45" fmla="*/ 0 h 609"/>
                  <a:gd name="T46" fmla="*/ 0 w 911"/>
                  <a:gd name="T47" fmla="*/ 0 h 609"/>
                  <a:gd name="T48" fmla="*/ 0 w 911"/>
                  <a:gd name="T49" fmla="*/ 0 h 609"/>
                  <a:gd name="T50" fmla="*/ 0 w 911"/>
                  <a:gd name="T51" fmla="*/ 0 h 609"/>
                  <a:gd name="T52" fmla="*/ 0 w 911"/>
                  <a:gd name="T53" fmla="*/ 0 h 609"/>
                  <a:gd name="T54" fmla="*/ 0 w 911"/>
                  <a:gd name="T55" fmla="*/ 0 h 609"/>
                  <a:gd name="T56" fmla="*/ 0 w 911"/>
                  <a:gd name="T57" fmla="*/ 0 h 609"/>
                  <a:gd name="T58" fmla="*/ 0 w 911"/>
                  <a:gd name="T59" fmla="*/ 0 h 609"/>
                  <a:gd name="T60" fmla="*/ 0 w 911"/>
                  <a:gd name="T61" fmla="*/ 0 h 609"/>
                  <a:gd name="T62" fmla="*/ 0 w 911"/>
                  <a:gd name="T63" fmla="*/ 0 h 609"/>
                  <a:gd name="T64" fmla="*/ 0 w 911"/>
                  <a:gd name="T65" fmla="*/ 0 h 60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911"/>
                  <a:gd name="T100" fmla="*/ 0 h 609"/>
                  <a:gd name="T101" fmla="*/ 911 w 911"/>
                  <a:gd name="T102" fmla="*/ 609 h 60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911" h="609">
                    <a:moveTo>
                      <a:pt x="0" y="83"/>
                    </a:moveTo>
                    <a:lnTo>
                      <a:pt x="96" y="339"/>
                    </a:lnTo>
                    <a:lnTo>
                      <a:pt x="157" y="438"/>
                    </a:lnTo>
                    <a:lnTo>
                      <a:pt x="226" y="498"/>
                    </a:lnTo>
                    <a:lnTo>
                      <a:pt x="304" y="546"/>
                    </a:lnTo>
                    <a:lnTo>
                      <a:pt x="394" y="576"/>
                    </a:lnTo>
                    <a:lnTo>
                      <a:pt x="487" y="609"/>
                    </a:lnTo>
                    <a:lnTo>
                      <a:pt x="570" y="609"/>
                    </a:lnTo>
                    <a:lnTo>
                      <a:pt x="669" y="581"/>
                    </a:lnTo>
                    <a:lnTo>
                      <a:pt x="735" y="535"/>
                    </a:lnTo>
                    <a:lnTo>
                      <a:pt x="793" y="464"/>
                    </a:lnTo>
                    <a:lnTo>
                      <a:pt x="848" y="374"/>
                    </a:lnTo>
                    <a:lnTo>
                      <a:pt x="883" y="288"/>
                    </a:lnTo>
                    <a:lnTo>
                      <a:pt x="898" y="183"/>
                    </a:lnTo>
                    <a:lnTo>
                      <a:pt x="911" y="0"/>
                    </a:lnTo>
                    <a:lnTo>
                      <a:pt x="892" y="14"/>
                    </a:lnTo>
                    <a:lnTo>
                      <a:pt x="869" y="265"/>
                    </a:lnTo>
                    <a:lnTo>
                      <a:pt x="839" y="353"/>
                    </a:lnTo>
                    <a:lnTo>
                      <a:pt x="793" y="434"/>
                    </a:lnTo>
                    <a:lnTo>
                      <a:pt x="724" y="517"/>
                    </a:lnTo>
                    <a:lnTo>
                      <a:pt x="659" y="558"/>
                    </a:lnTo>
                    <a:lnTo>
                      <a:pt x="659" y="528"/>
                    </a:lnTo>
                    <a:lnTo>
                      <a:pt x="595" y="551"/>
                    </a:lnTo>
                    <a:lnTo>
                      <a:pt x="511" y="557"/>
                    </a:lnTo>
                    <a:lnTo>
                      <a:pt x="450" y="551"/>
                    </a:lnTo>
                    <a:lnTo>
                      <a:pt x="392" y="528"/>
                    </a:lnTo>
                    <a:lnTo>
                      <a:pt x="408" y="558"/>
                    </a:lnTo>
                    <a:lnTo>
                      <a:pt x="293" y="524"/>
                    </a:lnTo>
                    <a:lnTo>
                      <a:pt x="203" y="445"/>
                    </a:lnTo>
                    <a:lnTo>
                      <a:pt x="138" y="368"/>
                    </a:lnTo>
                    <a:lnTo>
                      <a:pt x="90" y="279"/>
                    </a:lnTo>
                    <a:lnTo>
                      <a:pt x="10" y="74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6" name="Freeform 200"/>
              <p:cNvSpPr>
                <a:spLocks/>
              </p:cNvSpPr>
              <p:nvPr/>
            </p:nvSpPr>
            <p:spPr bwMode="auto">
              <a:xfrm>
                <a:off x="3023" y="1572"/>
                <a:ext cx="23" cy="35"/>
              </a:xfrm>
              <a:custGeom>
                <a:avLst/>
                <a:gdLst>
                  <a:gd name="T0" fmla="*/ 0 w 187"/>
                  <a:gd name="T1" fmla="*/ 0 h 278"/>
                  <a:gd name="T2" fmla="*/ 0 w 187"/>
                  <a:gd name="T3" fmla="*/ 0 h 278"/>
                  <a:gd name="T4" fmla="*/ 0 w 187"/>
                  <a:gd name="T5" fmla="*/ 0 h 278"/>
                  <a:gd name="T6" fmla="*/ 0 w 187"/>
                  <a:gd name="T7" fmla="*/ 0 h 278"/>
                  <a:gd name="T8" fmla="*/ 0 w 187"/>
                  <a:gd name="T9" fmla="*/ 0 h 278"/>
                  <a:gd name="T10" fmla="*/ 0 w 187"/>
                  <a:gd name="T11" fmla="*/ 0 h 278"/>
                  <a:gd name="T12" fmla="*/ 0 w 187"/>
                  <a:gd name="T13" fmla="*/ 0 h 278"/>
                  <a:gd name="T14" fmla="*/ 0 w 187"/>
                  <a:gd name="T15" fmla="*/ 0 h 278"/>
                  <a:gd name="T16" fmla="*/ 0 w 187"/>
                  <a:gd name="T17" fmla="*/ 0 h 278"/>
                  <a:gd name="T18" fmla="*/ 0 w 187"/>
                  <a:gd name="T19" fmla="*/ 0 h 278"/>
                  <a:gd name="T20" fmla="*/ 0 w 187"/>
                  <a:gd name="T21" fmla="*/ 0 h 278"/>
                  <a:gd name="T22" fmla="*/ 0 w 187"/>
                  <a:gd name="T23" fmla="*/ 0 h 278"/>
                  <a:gd name="T24" fmla="*/ 0 w 187"/>
                  <a:gd name="T25" fmla="*/ 0 h 2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87"/>
                  <a:gd name="T40" fmla="*/ 0 h 278"/>
                  <a:gd name="T41" fmla="*/ 187 w 187"/>
                  <a:gd name="T42" fmla="*/ 278 h 27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87" h="278">
                    <a:moveTo>
                      <a:pt x="22" y="58"/>
                    </a:moveTo>
                    <a:lnTo>
                      <a:pt x="97" y="53"/>
                    </a:lnTo>
                    <a:lnTo>
                      <a:pt x="134" y="36"/>
                    </a:lnTo>
                    <a:lnTo>
                      <a:pt x="187" y="0"/>
                    </a:lnTo>
                    <a:lnTo>
                      <a:pt x="157" y="58"/>
                    </a:lnTo>
                    <a:lnTo>
                      <a:pt x="111" y="117"/>
                    </a:lnTo>
                    <a:lnTo>
                      <a:pt x="118" y="181"/>
                    </a:lnTo>
                    <a:lnTo>
                      <a:pt x="163" y="278"/>
                    </a:lnTo>
                    <a:lnTo>
                      <a:pt x="111" y="207"/>
                    </a:lnTo>
                    <a:lnTo>
                      <a:pt x="77" y="133"/>
                    </a:lnTo>
                    <a:lnTo>
                      <a:pt x="40" y="117"/>
                    </a:lnTo>
                    <a:lnTo>
                      <a:pt x="0" y="64"/>
                    </a:lnTo>
                    <a:lnTo>
                      <a:pt x="22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7" name="Freeform 201"/>
              <p:cNvSpPr>
                <a:spLocks/>
              </p:cNvSpPr>
              <p:nvPr/>
            </p:nvSpPr>
            <p:spPr bwMode="auto">
              <a:xfrm>
                <a:off x="3097" y="1567"/>
                <a:ext cx="20" cy="28"/>
              </a:xfrm>
              <a:custGeom>
                <a:avLst/>
                <a:gdLst>
                  <a:gd name="T0" fmla="*/ 0 w 156"/>
                  <a:gd name="T1" fmla="*/ 0 h 222"/>
                  <a:gd name="T2" fmla="*/ 0 w 156"/>
                  <a:gd name="T3" fmla="*/ 0 h 222"/>
                  <a:gd name="T4" fmla="*/ 0 w 156"/>
                  <a:gd name="T5" fmla="*/ 0 h 222"/>
                  <a:gd name="T6" fmla="*/ 0 w 156"/>
                  <a:gd name="T7" fmla="*/ 0 h 222"/>
                  <a:gd name="T8" fmla="*/ 0 w 156"/>
                  <a:gd name="T9" fmla="*/ 0 h 222"/>
                  <a:gd name="T10" fmla="*/ 0 w 156"/>
                  <a:gd name="T11" fmla="*/ 0 h 222"/>
                  <a:gd name="T12" fmla="*/ 0 w 156"/>
                  <a:gd name="T13" fmla="*/ 0 h 222"/>
                  <a:gd name="T14" fmla="*/ 0 w 156"/>
                  <a:gd name="T15" fmla="*/ 0 h 222"/>
                  <a:gd name="T16" fmla="*/ 0 w 156"/>
                  <a:gd name="T17" fmla="*/ 0 h 222"/>
                  <a:gd name="T18" fmla="*/ 0 w 156"/>
                  <a:gd name="T19" fmla="*/ 0 h 222"/>
                  <a:gd name="T20" fmla="*/ 0 w 156"/>
                  <a:gd name="T21" fmla="*/ 0 h 222"/>
                  <a:gd name="T22" fmla="*/ 0 w 156"/>
                  <a:gd name="T23" fmla="*/ 0 h 22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56"/>
                  <a:gd name="T37" fmla="*/ 0 h 222"/>
                  <a:gd name="T38" fmla="*/ 156 w 156"/>
                  <a:gd name="T39" fmla="*/ 222 h 222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56" h="222">
                    <a:moveTo>
                      <a:pt x="0" y="0"/>
                    </a:moveTo>
                    <a:lnTo>
                      <a:pt x="31" y="29"/>
                    </a:lnTo>
                    <a:lnTo>
                      <a:pt x="94" y="68"/>
                    </a:lnTo>
                    <a:lnTo>
                      <a:pt x="112" y="94"/>
                    </a:lnTo>
                    <a:lnTo>
                      <a:pt x="124" y="140"/>
                    </a:lnTo>
                    <a:lnTo>
                      <a:pt x="117" y="222"/>
                    </a:lnTo>
                    <a:lnTo>
                      <a:pt x="134" y="136"/>
                    </a:lnTo>
                    <a:lnTo>
                      <a:pt x="156" y="46"/>
                    </a:lnTo>
                    <a:lnTo>
                      <a:pt x="156" y="9"/>
                    </a:lnTo>
                    <a:lnTo>
                      <a:pt x="88" y="13"/>
                    </a:lnTo>
                    <a:lnTo>
                      <a:pt x="3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8" name="Freeform 202"/>
              <p:cNvSpPr>
                <a:spLocks/>
              </p:cNvSpPr>
              <p:nvPr/>
            </p:nvSpPr>
            <p:spPr bwMode="auto">
              <a:xfrm>
                <a:off x="3369" y="1720"/>
                <a:ext cx="82" cy="36"/>
              </a:xfrm>
              <a:custGeom>
                <a:avLst/>
                <a:gdLst>
                  <a:gd name="T0" fmla="*/ 0 w 652"/>
                  <a:gd name="T1" fmla="*/ 0 h 291"/>
                  <a:gd name="T2" fmla="*/ 0 w 652"/>
                  <a:gd name="T3" fmla="*/ 0 h 291"/>
                  <a:gd name="T4" fmla="*/ 0 w 652"/>
                  <a:gd name="T5" fmla="*/ 0 h 291"/>
                  <a:gd name="T6" fmla="*/ 0 w 652"/>
                  <a:gd name="T7" fmla="*/ 0 h 291"/>
                  <a:gd name="T8" fmla="*/ 0 w 652"/>
                  <a:gd name="T9" fmla="*/ 0 h 291"/>
                  <a:gd name="T10" fmla="*/ 0 w 652"/>
                  <a:gd name="T11" fmla="*/ 0 h 291"/>
                  <a:gd name="T12" fmla="*/ 0 w 652"/>
                  <a:gd name="T13" fmla="*/ 0 h 291"/>
                  <a:gd name="T14" fmla="*/ 0 w 652"/>
                  <a:gd name="T15" fmla="*/ 0 h 291"/>
                  <a:gd name="T16" fmla="*/ 0 w 652"/>
                  <a:gd name="T17" fmla="*/ 0 h 291"/>
                  <a:gd name="T18" fmla="*/ 0 w 652"/>
                  <a:gd name="T19" fmla="*/ 0 h 291"/>
                  <a:gd name="T20" fmla="*/ 0 w 652"/>
                  <a:gd name="T21" fmla="*/ 0 h 291"/>
                  <a:gd name="T22" fmla="*/ 0 w 652"/>
                  <a:gd name="T23" fmla="*/ 0 h 291"/>
                  <a:gd name="T24" fmla="*/ 0 w 652"/>
                  <a:gd name="T25" fmla="*/ 0 h 291"/>
                  <a:gd name="T26" fmla="*/ 0 w 652"/>
                  <a:gd name="T27" fmla="*/ 0 h 291"/>
                  <a:gd name="T28" fmla="*/ 0 w 652"/>
                  <a:gd name="T29" fmla="*/ 0 h 291"/>
                  <a:gd name="T30" fmla="*/ 0 w 652"/>
                  <a:gd name="T31" fmla="*/ 0 h 291"/>
                  <a:gd name="T32" fmla="*/ 0 w 652"/>
                  <a:gd name="T33" fmla="*/ 0 h 29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652"/>
                  <a:gd name="T52" fmla="*/ 0 h 291"/>
                  <a:gd name="T53" fmla="*/ 652 w 652"/>
                  <a:gd name="T54" fmla="*/ 291 h 29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652" h="291">
                    <a:moveTo>
                      <a:pt x="50" y="0"/>
                    </a:moveTo>
                    <a:lnTo>
                      <a:pt x="59" y="44"/>
                    </a:lnTo>
                    <a:lnTo>
                      <a:pt x="59" y="85"/>
                    </a:lnTo>
                    <a:lnTo>
                      <a:pt x="34" y="126"/>
                    </a:lnTo>
                    <a:lnTo>
                      <a:pt x="0" y="152"/>
                    </a:lnTo>
                    <a:lnTo>
                      <a:pt x="136" y="291"/>
                    </a:lnTo>
                    <a:lnTo>
                      <a:pt x="294" y="192"/>
                    </a:lnTo>
                    <a:lnTo>
                      <a:pt x="384" y="291"/>
                    </a:lnTo>
                    <a:lnTo>
                      <a:pt x="452" y="233"/>
                    </a:lnTo>
                    <a:lnTo>
                      <a:pt x="583" y="152"/>
                    </a:lnTo>
                    <a:lnTo>
                      <a:pt x="652" y="69"/>
                    </a:lnTo>
                    <a:lnTo>
                      <a:pt x="553" y="152"/>
                    </a:lnTo>
                    <a:lnTo>
                      <a:pt x="410" y="210"/>
                    </a:lnTo>
                    <a:lnTo>
                      <a:pt x="343" y="159"/>
                    </a:lnTo>
                    <a:lnTo>
                      <a:pt x="184" y="159"/>
                    </a:lnTo>
                    <a:lnTo>
                      <a:pt x="94" y="9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9" name="Freeform 203"/>
              <p:cNvSpPr>
                <a:spLocks/>
              </p:cNvSpPr>
              <p:nvPr/>
            </p:nvSpPr>
            <p:spPr bwMode="auto">
              <a:xfrm>
                <a:off x="3402" y="1574"/>
                <a:ext cx="53" cy="55"/>
              </a:xfrm>
              <a:custGeom>
                <a:avLst/>
                <a:gdLst>
                  <a:gd name="T0" fmla="*/ 0 w 419"/>
                  <a:gd name="T1" fmla="*/ 0 h 442"/>
                  <a:gd name="T2" fmla="*/ 0 w 419"/>
                  <a:gd name="T3" fmla="*/ 0 h 442"/>
                  <a:gd name="T4" fmla="*/ 0 w 419"/>
                  <a:gd name="T5" fmla="*/ 0 h 442"/>
                  <a:gd name="T6" fmla="*/ 0 w 419"/>
                  <a:gd name="T7" fmla="*/ 0 h 442"/>
                  <a:gd name="T8" fmla="*/ 0 w 419"/>
                  <a:gd name="T9" fmla="*/ 0 h 442"/>
                  <a:gd name="T10" fmla="*/ 0 w 419"/>
                  <a:gd name="T11" fmla="*/ 0 h 442"/>
                  <a:gd name="T12" fmla="*/ 0 w 419"/>
                  <a:gd name="T13" fmla="*/ 0 h 442"/>
                  <a:gd name="T14" fmla="*/ 0 w 419"/>
                  <a:gd name="T15" fmla="*/ 0 h 442"/>
                  <a:gd name="T16" fmla="*/ 0 w 419"/>
                  <a:gd name="T17" fmla="*/ 0 h 442"/>
                  <a:gd name="T18" fmla="*/ 0 w 419"/>
                  <a:gd name="T19" fmla="*/ 0 h 442"/>
                  <a:gd name="T20" fmla="*/ 0 w 419"/>
                  <a:gd name="T21" fmla="*/ 0 h 442"/>
                  <a:gd name="T22" fmla="*/ 0 w 419"/>
                  <a:gd name="T23" fmla="*/ 0 h 442"/>
                  <a:gd name="T24" fmla="*/ 0 w 419"/>
                  <a:gd name="T25" fmla="*/ 0 h 442"/>
                  <a:gd name="T26" fmla="*/ 0 w 419"/>
                  <a:gd name="T27" fmla="*/ 0 h 442"/>
                  <a:gd name="T28" fmla="*/ 0 w 419"/>
                  <a:gd name="T29" fmla="*/ 0 h 442"/>
                  <a:gd name="T30" fmla="*/ 0 w 419"/>
                  <a:gd name="T31" fmla="*/ 0 h 442"/>
                  <a:gd name="T32" fmla="*/ 0 w 419"/>
                  <a:gd name="T33" fmla="*/ 0 h 442"/>
                  <a:gd name="T34" fmla="*/ 0 w 419"/>
                  <a:gd name="T35" fmla="*/ 0 h 442"/>
                  <a:gd name="T36" fmla="*/ 0 w 419"/>
                  <a:gd name="T37" fmla="*/ 0 h 442"/>
                  <a:gd name="T38" fmla="*/ 0 w 419"/>
                  <a:gd name="T39" fmla="*/ 0 h 442"/>
                  <a:gd name="T40" fmla="*/ 0 w 419"/>
                  <a:gd name="T41" fmla="*/ 0 h 442"/>
                  <a:gd name="T42" fmla="*/ 0 w 419"/>
                  <a:gd name="T43" fmla="*/ 0 h 442"/>
                  <a:gd name="T44" fmla="*/ 0 w 419"/>
                  <a:gd name="T45" fmla="*/ 0 h 442"/>
                  <a:gd name="T46" fmla="*/ 0 w 419"/>
                  <a:gd name="T47" fmla="*/ 0 h 442"/>
                  <a:gd name="T48" fmla="*/ 0 w 419"/>
                  <a:gd name="T49" fmla="*/ 0 h 442"/>
                  <a:gd name="T50" fmla="*/ 0 w 419"/>
                  <a:gd name="T51" fmla="*/ 0 h 442"/>
                  <a:gd name="T52" fmla="*/ 0 w 419"/>
                  <a:gd name="T53" fmla="*/ 0 h 442"/>
                  <a:gd name="T54" fmla="*/ 0 w 419"/>
                  <a:gd name="T55" fmla="*/ 0 h 442"/>
                  <a:gd name="T56" fmla="*/ 0 w 419"/>
                  <a:gd name="T57" fmla="*/ 0 h 442"/>
                  <a:gd name="T58" fmla="*/ 0 w 419"/>
                  <a:gd name="T59" fmla="*/ 0 h 442"/>
                  <a:gd name="T60" fmla="*/ 0 w 419"/>
                  <a:gd name="T61" fmla="*/ 0 h 442"/>
                  <a:gd name="T62" fmla="*/ 0 w 419"/>
                  <a:gd name="T63" fmla="*/ 0 h 44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419"/>
                  <a:gd name="T97" fmla="*/ 0 h 442"/>
                  <a:gd name="T98" fmla="*/ 419 w 419"/>
                  <a:gd name="T99" fmla="*/ 442 h 44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419" h="442">
                    <a:moveTo>
                      <a:pt x="36" y="0"/>
                    </a:moveTo>
                    <a:lnTo>
                      <a:pt x="134" y="35"/>
                    </a:lnTo>
                    <a:lnTo>
                      <a:pt x="260" y="13"/>
                    </a:lnTo>
                    <a:lnTo>
                      <a:pt x="382" y="42"/>
                    </a:lnTo>
                    <a:lnTo>
                      <a:pt x="396" y="0"/>
                    </a:lnTo>
                    <a:lnTo>
                      <a:pt x="419" y="92"/>
                    </a:lnTo>
                    <a:lnTo>
                      <a:pt x="419" y="189"/>
                    </a:lnTo>
                    <a:lnTo>
                      <a:pt x="403" y="334"/>
                    </a:lnTo>
                    <a:lnTo>
                      <a:pt x="373" y="442"/>
                    </a:lnTo>
                    <a:lnTo>
                      <a:pt x="396" y="316"/>
                    </a:lnTo>
                    <a:lnTo>
                      <a:pt x="396" y="260"/>
                    </a:lnTo>
                    <a:lnTo>
                      <a:pt x="290" y="327"/>
                    </a:lnTo>
                    <a:lnTo>
                      <a:pt x="269" y="327"/>
                    </a:lnTo>
                    <a:lnTo>
                      <a:pt x="260" y="308"/>
                    </a:lnTo>
                    <a:lnTo>
                      <a:pt x="359" y="202"/>
                    </a:lnTo>
                    <a:lnTo>
                      <a:pt x="352" y="145"/>
                    </a:lnTo>
                    <a:lnTo>
                      <a:pt x="246" y="214"/>
                    </a:lnTo>
                    <a:lnTo>
                      <a:pt x="274" y="165"/>
                    </a:lnTo>
                    <a:lnTo>
                      <a:pt x="260" y="154"/>
                    </a:lnTo>
                    <a:lnTo>
                      <a:pt x="253" y="110"/>
                    </a:lnTo>
                    <a:lnTo>
                      <a:pt x="218" y="110"/>
                    </a:lnTo>
                    <a:lnTo>
                      <a:pt x="154" y="175"/>
                    </a:lnTo>
                    <a:lnTo>
                      <a:pt x="134" y="175"/>
                    </a:lnTo>
                    <a:lnTo>
                      <a:pt x="134" y="141"/>
                    </a:lnTo>
                    <a:lnTo>
                      <a:pt x="163" y="103"/>
                    </a:lnTo>
                    <a:lnTo>
                      <a:pt x="62" y="79"/>
                    </a:lnTo>
                    <a:lnTo>
                      <a:pt x="62" y="117"/>
                    </a:lnTo>
                    <a:lnTo>
                      <a:pt x="90" y="161"/>
                    </a:lnTo>
                    <a:lnTo>
                      <a:pt x="29" y="117"/>
                    </a:lnTo>
                    <a:lnTo>
                      <a:pt x="0" y="55"/>
                    </a:lnTo>
                    <a:lnTo>
                      <a:pt x="7" y="13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0" name="Freeform 204"/>
              <p:cNvSpPr>
                <a:spLocks/>
              </p:cNvSpPr>
              <p:nvPr/>
            </p:nvSpPr>
            <p:spPr bwMode="auto">
              <a:xfrm>
                <a:off x="3416" y="1598"/>
                <a:ext cx="13" cy="7"/>
              </a:xfrm>
              <a:custGeom>
                <a:avLst/>
                <a:gdLst>
                  <a:gd name="T0" fmla="*/ 0 w 96"/>
                  <a:gd name="T1" fmla="*/ 0 h 60"/>
                  <a:gd name="T2" fmla="*/ 0 w 96"/>
                  <a:gd name="T3" fmla="*/ 0 h 60"/>
                  <a:gd name="T4" fmla="*/ 0 w 96"/>
                  <a:gd name="T5" fmla="*/ 0 h 60"/>
                  <a:gd name="T6" fmla="*/ 0 w 96"/>
                  <a:gd name="T7" fmla="*/ 0 h 60"/>
                  <a:gd name="T8" fmla="*/ 0 w 96"/>
                  <a:gd name="T9" fmla="*/ 0 h 60"/>
                  <a:gd name="T10" fmla="*/ 0 w 96"/>
                  <a:gd name="T11" fmla="*/ 0 h 60"/>
                  <a:gd name="T12" fmla="*/ 0 w 96"/>
                  <a:gd name="T13" fmla="*/ 0 h 6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6"/>
                  <a:gd name="T22" fmla="*/ 0 h 60"/>
                  <a:gd name="T23" fmla="*/ 96 w 96"/>
                  <a:gd name="T24" fmla="*/ 60 h 6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6" h="60">
                    <a:moveTo>
                      <a:pt x="13" y="0"/>
                    </a:moveTo>
                    <a:lnTo>
                      <a:pt x="96" y="35"/>
                    </a:lnTo>
                    <a:lnTo>
                      <a:pt x="96" y="57"/>
                    </a:lnTo>
                    <a:lnTo>
                      <a:pt x="72" y="60"/>
                    </a:lnTo>
                    <a:lnTo>
                      <a:pt x="4" y="29"/>
                    </a:lnTo>
                    <a:lnTo>
                      <a:pt x="0" y="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1" name="Freeform 205"/>
              <p:cNvSpPr>
                <a:spLocks/>
              </p:cNvSpPr>
              <p:nvPr/>
            </p:nvSpPr>
            <p:spPr bwMode="auto">
              <a:xfrm>
                <a:off x="3456" y="1542"/>
                <a:ext cx="82" cy="60"/>
              </a:xfrm>
              <a:custGeom>
                <a:avLst/>
                <a:gdLst>
                  <a:gd name="T0" fmla="*/ 0 w 655"/>
                  <a:gd name="T1" fmla="*/ 0 h 483"/>
                  <a:gd name="T2" fmla="*/ 0 w 655"/>
                  <a:gd name="T3" fmla="*/ 0 h 483"/>
                  <a:gd name="T4" fmla="*/ 0 w 655"/>
                  <a:gd name="T5" fmla="*/ 0 h 483"/>
                  <a:gd name="T6" fmla="*/ 0 w 655"/>
                  <a:gd name="T7" fmla="*/ 0 h 483"/>
                  <a:gd name="T8" fmla="*/ 0 w 655"/>
                  <a:gd name="T9" fmla="*/ 0 h 483"/>
                  <a:gd name="T10" fmla="*/ 0 w 655"/>
                  <a:gd name="T11" fmla="*/ 0 h 483"/>
                  <a:gd name="T12" fmla="*/ 0 w 655"/>
                  <a:gd name="T13" fmla="*/ 0 h 483"/>
                  <a:gd name="T14" fmla="*/ 0 w 655"/>
                  <a:gd name="T15" fmla="*/ 0 h 483"/>
                  <a:gd name="T16" fmla="*/ 0 w 655"/>
                  <a:gd name="T17" fmla="*/ 0 h 483"/>
                  <a:gd name="T18" fmla="*/ 0 w 655"/>
                  <a:gd name="T19" fmla="*/ 0 h 483"/>
                  <a:gd name="T20" fmla="*/ 0 w 655"/>
                  <a:gd name="T21" fmla="*/ 0 h 483"/>
                  <a:gd name="T22" fmla="*/ 0 w 655"/>
                  <a:gd name="T23" fmla="*/ 0 h 483"/>
                  <a:gd name="T24" fmla="*/ 0 w 655"/>
                  <a:gd name="T25" fmla="*/ 0 h 483"/>
                  <a:gd name="T26" fmla="*/ 0 w 655"/>
                  <a:gd name="T27" fmla="*/ 0 h 483"/>
                  <a:gd name="T28" fmla="*/ 0 w 655"/>
                  <a:gd name="T29" fmla="*/ 0 h 483"/>
                  <a:gd name="T30" fmla="*/ 0 w 655"/>
                  <a:gd name="T31" fmla="*/ 0 h 483"/>
                  <a:gd name="T32" fmla="*/ 0 w 655"/>
                  <a:gd name="T33" fmla="*/ 0 h 483"/>
                  <a:gd name="T34" fmla="*/ 0 w 655"/>
                  <a:gd name="T35" fmla="*/ 0 h 483"/>
                  <a:gd name="T36" fmla="*/ 0 w 655"/>
                  <a:gd name="T37" fmla="*/ 0 h 483"/>
                  <a:gd name="T38" fmla="*/ 0 w 655"/>
                  <a:gd name="T39" fmla="*/ 0 h 483"/>
                  <a:gd name="T40" fmla="*/ 0 w 655"/>
                  <a:gd name="T41" fmla="*/ 0 h 483"/>
                  <a:gd name="T42" fmla="*/ 0 w 655"/>
                  <a:gd name="T43" fmla="*/ 0 h 483"/>
                  <a:gd name="T44" fmla="*/ 0 w 655"/>
                  <a:gd name="T45" fmla="*/ 0 h 483"/>
                  <a:gd name="T46" fmla="*/ 0 w 655"/>
                  <a:gd name="T47" fmla="*/ 0 h 483"/>
                  <a:gd name="T48" fmla="*/ 0 w 655"/>
                  <a:gd name="T49" fmla="*/ 0 h 483"/>
                  <a:gd name="T50" fmla="*/ 0 w 655"/>
                  <a:gd name="T51" fmla="*/ 0 h 483"/>
                  <a:gd name="T52" fmla="*/ 0 w 655"/>
                  <a:gd name="T53" fmla="*/ 0 h 483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655"/>
                  <a:gd name="T82" fmla="*/ 0 h 483"/>
                  <a:gd name="T83" fmla="*/ 655 w 655"/>
                  <a:gd name="T84" fmla="*/ 483 h 483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655" h="483">
                    <a:moveTo>
                      <a:pt x="0" y="132"/>
                    </a:moveTo>
                    <a:lnTo>
                      <a:pt x="41" y="279"/>
                    </a:lnTo>
                    <a:lnTo>
                      <a:pt x="103" y="351"/>
                    </a:lnTo>
                    <a:lnTo>
                      <a:pt x="103" y="473"/>
                    </a:lnTo>
                    <a:lnTo>
                      <a:pt x="161" y="362"/>
                    </a:lnTo>
                    <a:lnTo>
                      <a:pt x="364" y="483"/>
                    </a:lnTo>
                    <a:lnTo>
                      <a:pt x="521" y="376"/>
                    </a:lnTo>
                    <a:lnTo>
                      <a:pt x="352" y="376"/>
                    </a:lnTo>
                    <a:lnTo>
                      <a:pt x="297" y="356"/>
                    </a:lnTo>
                    <a:lnTo>
                      <a:pt x="224" y="356"/>
                    </a:lnTo>
                    <a:lnTo>
                      <a:pt x="217" y="332"/>
                    </a:lnTo>
                    <a:lnTo>
                      <a:pt x="329" y="314"/>
                    </a:lnTo>
                    <a:lnTo>
                      <a:pt x="329" y="259"/>
                    </a:lnTo>
                    <a:lnTo>
                      <a:pt x="391" y="224"/>
                    </a:lnTo>
                    <a:lnTo>
                      <a:pt x="323" y="224"/>
                    </a:lnTo>
                    <a:lnTo>
                      <a:pt x="308" y="208"/>
                    </a:lnTo>
                    <a:lnTo>
                      <a:pt x="426" y="160"/>
                    </a:lnTo>
                    <a:lnTo>
                      <a:pt x="479" y="107"/>
                    </a:lnTo>
                    <a:lnTo>
                      <a:pt x="631" y="169"/>
                    </a:lnTo>
                    <a:lnTo>
                      <a:pt x="655" y="160"/>
                    </a:lnTo>
                    <a:lnTo>
                      <a:pt x="527" y="0"/>
                    </a:lnTo>
                    <a:lnTo>
                      <a:pt x="479" y="0"/>
                    </a:lnTo>
                    <a:lnTo>
                      <a:pt x="290" y="99"/>
                    </a:lnTo>
                    <a:lnTo>
                      <a:pt x="140" y="187"/>
                    </a:lnTo>
                    <a:lnTo>
                      <a:pt x="134" y="238"/>
                    </a:lnTo>
                    <a:lnTo>
                      <a:pt x="90" y="245"/>
                    </a:lnTo>
                    <a:lnTo>
                      <a:pt x="0" y="1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2" name="Freeform 206"/>
              <p:cNvSpPr>
                <a:spLocks/>
              </p:cNvSpPr>
              <p:nvPr/>
            </p:nvSpPr>
            <p:spPr bwMode="auto">
              <a:xfrm>
                <a:off x="3502" y="1570"/>
                <a:ext cx="24" cy="10"/>
              </a:xfrm>
              <a:custGeom>
                <a:avLst/>
                <a:gdLst>
                  <a:gd name="T0" fmla="*/ 0 w 191"/>
                  <a:gd name="T1" fmla="*/ 0 h 81"/>
                  <a:gd name="T2" fmla="*/ 0 w 191"/>
                  <a:gd name="T3" fmla="*/ 0 h 81"/>
                  <a:gd name="T4" fmla="*/ 0 w 191"/>
                  <a:gd name="T5" fmla="*/ 0 h 81"/>
                  <a:gd name="T6" fmla="*/ 0 w 191"/>
                  <a:gd name="T7" fmla="*/ 0 h 81"/>
                  <a:gd name="T8" fmla="*/ 0 w 191"/>
                  <a:gd name="T9" fmla="*/ 0 h 81"/>
                  <a:gd name="T10" fmla="*/ 0 w 191"/>
                  <a:gd name="T11" fmla="*/ 0 h 81"/>
                  <a:gd name="T12" fmla="*/ 0 w 191"/>
                  <a:gd name="T13" fmla="*/ 0 h 81"/>
                  <a:gd name="T14" fmla="*/ 0 w 191"/>
                  <a:gd name="T15" fmla="*/ 0 h 8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1"/>
                  <a:gd name="T25" fmla="*/ 0 h 81"/>
                  <a:gd name="T26" fmla="*/ 191 w 191"/>
                  <a:gd name="T27" fmla="*/ 81 h 8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1" h="81">
                    <a:moveTo>
                      <a:pt x="0" y="0"/>
                    </a:moveTo>
                    <a:lnTo>
                      <a:pt x="34" y="65"/>
                    </a:lnTo>
                    <a:lnTo>
                      <a:pt x="20" y="81"/>
                    </a:lnTo>
                    <a:lnTo>
                      <a:pt x="176" y="72"/>
                    </a:lnTo>
                    <a:lnTo>
                      <a:pt x="191" y="50"/>
                    </a:lnTo>
                    <a:lnTo>
                      <a:pt x="101" y="0"/>
                    </a:lnTo>
                    <a:lnTo>
                      <a:pt x="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3" name="Freeform 207"/>
              <p:cNvSpPr>
                <a:spLocks/>
              </p:cNvSpPr>
              <p:nvPr/>
            </p:nvSpPr>
            <p:spPr bwMode="auto">
              <a:xfrm>
                <a:off x="3449" y="1630"/>
                <a:ext cx="49" cy="29"/>
              </a:xfrm>
              <a:custGeom>
                <a:avLst/>
                <a:gdLst>
                  <a:gd name="T0" fmla="*/ 0 w 396"/>
                  <a:gd name="T1" fmla="*/ 0 h 226"/>
                  <a:gd name="T2" fmla="*/ 0 w 396"/>
                  <a:gd name="T3" fmla="*/ 0 h 226"/>
                  <a:gd name="T4" fmla="*/ 0 w 396"/>
                  <a:gd name="T5" fmla="*/ 0 h 226"/>
                  <a:gd name="T6" fmla="*/ 0 w 396"/>
                  <a:gd name="T7" fmla="*/ 0 h 226"/>
                  <a:gd name="T8" fmla="*/ 0 w 396"/>
                  <a:gd name="T9" fmla="*/ 0 h 226"/>
                  <a:gd name="T10" fmla="*/ 0 w 396"/>
                  <a:gd name="T11" fmla="*/ 0 h 226"/>
                  <a:gd name="T12" fmla="*/ 0 w 396"/>
                  <a:gd name="T13" fmla="*/ 0 h 226"/>
                  <a:gd name="T14" fmla="*/ 0 w 396"/>
                  <a:gd name="T15" fmla="*/ 0 h 226"/>
                  <a:gd name="T16" fmla="*/ 0 w 396"/>
                  <a:gd name="T17" fmla="*/ 0 h 226"/>
                  <a:gd name="T18" fmla="*/ 0 w 396"/>
                  <a:gd name="T19" fmla="*/ 0 h 226"/>
                  <a:gd name="T20" fmla="*/ 0 w 396"/>
                  <a:gd name="T21" fmla="*/ 0 h 226"/>
                  <a:gd name="T22" fmla="*/ 0 w 396"/>
                  <a:gd name="T23" fmla="*/ 0 h 226"/>
                  <a:gd name="T24" fmla="*/ 0 w 396"/>
                  <a:gd name="T25" fmla="*/ 0 h 226"/>
                  <a:gd name="T26" fmla="*/ 0 w 396"/>
                  <a:gd name="T27" fmla="*/ 0 h 226"/>
                  <a:gd name="T28" fmla="*/ 0 w 396"/>
                  <a:gd name="T29" fmla="*/ 0 h 226"/>
                  <a:gd name="T30" fmla="*/ 0 w 396"/>
                  <a:gd name="T31" fmla="*/ 0 h 22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96"/>
                  <a:gd name="T49" fmla="*/ 0 h 226"/>
                  <a:gd name="T50" fmla="*/ 396 w 396"/>
                  <a:gd name="T51" fmla="*/ 226 h 22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96" h="226">
                    <a:moveTo>
                      <a:pt x="0" y="41"/>
                    </a:moveTo>
                    <a:lnTo>
                      <a:pt x="69" y="83"/>
                    </a:lnTo>
                    <a:lnTo>
                      <a:pt x="136" y="83"/>
                    </a:lnTo>
                    <a:lnTo>
                      <a:pt x="228" y="14"/>
                    </a:lnTo>
                    <a:lnTo>
                      <a:pt x="297" y="0"/>
                    </a:lnTo>
                    <a:lnTo>
                      <a:pt x="302" y="14"/>
                    </a:lnTo>
                    <a:lnTo>
                      <a:pt x="339" y="26"/>
                    </a:lnTo>
                    <a:lnTo>
                      <a:pt x="396" y="14"/>
                    </a:lnTo>
                    <a:lnTo>
                      <a:pt x="359" y="63"/>
                    </a:lnTo>
                    <a:lnTo>
                      <a:pt x="219" y="109"/>
                    </a:lnTo>
                    <a:lnTo>
                      <a:pt x="214" y="180"/>
                    </a:lnTo>
                    <a:lnTo>
                      <a:pt x="168" y="226"/>
                    </a:lnTo>
                    <a:lnTo>
                      <a:pt x="99" y="118"/>
                    </a:lnTo>
                    <a:lnTo>
                      <a:pt x="46" y="104"/>
                    </a:lnTo>
                    <a:lnTo>
                      <a:pt x="0" y="63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4" name="Freeform 208"/>
              <p:cNvSpPr>
                <a:spLocks/>
              </p:cNvSpPr>
              <p:nvPr/>
            </p:nvSpPr>
            <p:spPr bwMode="auto">
              <a:xfrm>
                <a:off x="3476" y="1615"/>
                <a:ext cx="19" cy="7"/>
              </a:xfrm>
              <a:custGeom>
                <a:avLst/>
                <a:gdLst>
                  <a:gd name="T0" fmla="*/ 0 w 155"/>
                  <a:gd name="T1" fmla="*/ 0 h 58"/>
                  <a:gd name="T2" fmla="*/ 0 w 155"/>
                  <a:gd name="T3" fmla="*/ 0 h 58"/>
                  <a:gd name="T4" fmla="*/ 0 w 155"/>
                  <a:gd name="T5" fmla="*/ 0 h 58"/>
                  <a:gd name="T6" fmla="*/ 0 w 155"/>
                  <a:gd name="T7" fmla="*/ 0 h 58"/>
                  <a:gd name="T8" fmla="*/ 0 w 155"/>
                  <a:gd name="T9" fmla="*/ 0 h 58"/>
                  <a:gd name="T10" fmla="*/ 0 w 155"/>
                  <a:gd name="T11" fmla="*/ 0 h 5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5"/>
                  <a:gd name="T19" fmla="*/ 0 h 58"/>
                  <a:gd name="T20" fmla="*/ 155 w 155"/>
                  <a:gd name="T21" fmla="*/ 58 h 5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5" h="58">
                    <a:moveTo>
                      <a:pt x="0" y="58"/>
                    </a:moveTo>
                    <a:lnTo>
                      <a:pt x="106" y="32"/>
                    </a:lnTo>
                    <a:lnTo>
                      <a:pt x="155" y="44"/>
                    </a:lnTo>
                    <a:lnTo>
                      <a:pt x="106" y="0"/>
                    </a:lnTo>
                    <a:lnTo>
                      <a:pt x="41" y="0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" name="Freeform 209"/>
              <p:cNvSpPr>
                <a:spLocks/>
              </p:cNvSpPr>
              <p:nvPr/>
            </p:nvSpPr>
            <p:spPr bwMode="auto">
              <a:xfrm>
                <a:off x="3498" y="1624"/>
                <a:ext cx="41" cy="57"/>
              </a:xfrm>
              <a:custGeom>
                <a:avLst/>
                <a:gdLst>
                  <a:gd name="T0" fmla="*/ 0 w 323"/>
                  <a:gd name="T1" fmla="*/ 0 h 453"/>
                  <a:gd name="T2" fmla="*/ 0 w 323"/>
                  <a:gd name="T3" fmla="*/ 0 h 453"/>
                  <a:gd name="T4" fmla="*/ 0 w 323"/>
                  <a:gd name="T5" fmla="*/ 0 h 453"/>
                  <a:gd name="T6" fmla="*/ 0 w 323"/>
                  <a:gd name="T7" fmla="*/ 0 h 453"/>
                  <a:gd name="T8" fmla="*/ 0 w 323"/>
                  <a:gd name="T9" fmla="*/ 0 h 453"/>
                  <a:gd name="T10" fmla="*/ 0 w 323"/>
                  <a:gd name="T11" fmla="*/ 0 h 453"/>
                  <a:gd name="T12" fmla="*/ 0 w 323"/>
                  <a:gd name="T13" fmla="*/ 0 h 453"/>
                  <a:gd name="T14" fmla="*/ 0 w 323"/>
                  <a:gd name="T15" fmla="*/ 0 h 453"/>
                  <a:gd name="T16" fmla="*/ 0 w 323"/>
                  <a:gd name="T17" fmla="*/ 0 h 453"/>
                  <a:gd name="T18" fmla="*/ 0 w 323"/>
                  <a:gd name="T19" fmla="*/ 0 h 453"/>
                  <a:gd name="T20" fmla="*/ 0 w 323"/>
                  <a:gd name="T21" fmla="*/ 0 h 453"/>
                  <a:gd name="T22" fmla="*/ 0 w 323"/>
                  <a:gd name="T23" fmla="*/ 0 h 453"/>
                  <a:gd name="T24" fmla="*/ 0 w 323"/>
                  <a:gd name="T25" fmla="*/ 0 h 45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23"/>
                  <a:gd name="T40" fmla="*/ 0 h 453"/>
                  <a:gd name="T41" fmla="*/ 323 w 323"/>
                  <a:gd name="T42" fmla="*/ 453 h 45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23" h="453">
                    <a:moveTo>
                      <a:pt x="0" y="0"/>
                    </a:moveTo>
                    <a:lnTo>
                      <a:pt x="7" y="54"/>
                    </a:lnTo>
                    <a:lnTo>
                      <a:pt x="84" y="119"/>
                    </a:lnTo>
                    <a:lnTo>
                      <a:pt x="169" y="229"/>
                    </a:lnTo>
                    <a:lnTo>
                      <a:pt x="99" y="275"/>
                    </a:lnTo>
                    <a:lnTo>
                      <a:pt x="209" y="453"/>
                    </a:lnTo>
                    <a:lnTo>
                      <a:pt x="282" y="453"/>
                    </a:lnTo>
                    <a:lnTo>
                      <a:pt x="323" y="299"/>
                    </a:lnTo>
                    <a:lnTo>
                      <a:pt x="308" y="250"/>
                    </a:lnTo>
                    <a:lnTo>
                      <a:pt x="224" y="222"/>
                    </a:lnTo>
                    <a:lnTo>
                      <a:pt x="205" y="119"/>
                    </a:lnTo>
                    <a:lnTo>
                      <a:pt x="104" y="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6" name="Freeform 210"/>
              <p:cNvSpPr>
                <a:spLocks/>
              </p:cNvSpPr>
              <p:nvPr/>
            </p:nvSpPr>
            <p:spPr bwMode="auto">
              <a:xfrm>
                <a:off x="3412" y="1603"/>
                <a:ext cx="51" cy="104"/>
              </a:xfrm>
              <a:custGeom>
                <a:avLst/>
                <a:gdLst>
                  <a:gd name="T0" fmla="*/ 0 w 411"/>
                  <a:gd name="T1" fmla="*/ 0 h 827"/>
                  <a:gd name="T2" fmla="*/ 0 w 411"/>
                  <a:gd name="T3" fmla="*/ 0 h 827"/>
                  <a:gd name="T4" fmla="*/ 0 w 411"/>
                  <a:gd name="T5" fmla="*/ 0 h 827"/>
                  <a:gd name="T6" fmla="*/ 0 w 411"/>
                  <a:gd name="T7" fmla="*/ 0 h 827"/>
                  <a:gd name="T8" fmla="*/ 0 w 411"/>
                  <a:gd name="T9" fmla="*/ 0 h 827"/>
                  <a:gd name="T10" fmla="*/ 0 w 411"/>
                  <a:gd name="T11" fmla="*/ 0 h 827"/>
                  <a:gd name="T12" fmla="*/ 0 w 411"/>
                  <a:gd name="T13" fmla="*/ 0 h 827"/>
                  <a:gd name="T14" fmla="*/ 0 w 411"/>
                  <a:gd name="T15" fmla="*/ 0 h 827"/>
                  <a:gd name="T16" fmla="*/ 0 w 411"/>
                  <a:gd name="T17" fmla="*/ 0 h 827"/>
                  <a:gd name="T18" fmla="*/ 0 w 411"/>
                  <a:gd name="T19" fmla="*/ 0 h 827"/>
                  <a:gd name="T20" fmla="*/ 0 w 411"/>
                  <a:gd name="T21" fmla="*/ 0 h 827"/>
                  <a:gd name="T22" fmla="*/ 0 w 411"/>
                  <a:gd name="T23" fmla="*/ 0 h 827"/>
                  <a:gd name="T24" fmla="*/ 0 w 411"/>
                  <a:gd name="T25" fmla="*/ 0 h 827"/>
                  <a:gd name="T26" fmla="*/ 0 w 411"/>
                  <a:gd name="T27" fmla="*/ 0 h 827"/>
                  <a:gd name="T28" fmla="*/ 0 w 411"/>
                  <a:gd name="T29" fmla="*/ 0 h 827"/>
                  <a:gd name="T30" fmla="*/ 0 w 411"/>
                  <a:gd name="T31" fmla="*/ 0 h 827"/>
                  <a:gd name="T32" fmla="*/ 0 w 411"/>
                  <a:gd name="T33" fmla="*/ 0 h 827"/>
                  <a:gd name="T34" fmla="*/ 0 w 411"/>
                  <a:gd name="T35" fmla="*/ 0 h 827"/>
                  <a:gd name="T36" fmla="*/ 0 w 411"/>
                  <a:gd name="T37" fmla="*/ 0 h 827"/>
                  <a:gd name="T38" fmla="*/ 0 w 411"/>
                  <a:gd name="T39" fmla="*/ 0 h 82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11"/>
                  <a:gd name="T61" fmla="*/ 0 h 827"/>
                  <a:gd name="T62" fmla="*/ 411 w 411"/>
                  <a:gd name="T63" fmla="*/ 827 h 82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11" h="827">
                    <a:moveTo>
                      <a:pt x="290" y="272"/>
                    </a:moveTo>
                    <a:lnTo>
                      <a:pt x="197" y="272"/>
                    </a:lnTo>
                    <a:lnTo>
                      <a:pt x="121" y="230"/>
                    </a:lnTo>
                    <a:lnTo>
                      <a:pt x="51" y="167"/>
                    </a:lnTo>
                    <a:lnTo>
                      <a:pt x="0" y="0"/>
                    </a:lnTo>
                    <a:lnTo>
                      <a:pt x="29" y="193"/>
                    </a:lnTo>
                    <a:lnTo>
                      <a:pt x="160" y="378"/>
                    </a:lnTo>
                    <a:lnTo>
                      <a:pt x="282" y="629"/>
                    </a:lnTo>
                    <a:lnTo>
                      <a:pt x="342" y="708"/>
                    </a:lnTo>
                    <a:lnTo>
                      <a:pt x="395" y="827"/>
                    </a:lnTo>
                    <a:lnTo>
                      <a:pt x="354" y="636"/>
                    </a:lnTo>
                    <a:lnTo>
                      <a:pt x="411" y="609"/>
                    </a:lnTo>
                    <a:lnTo>
                      <a:pt x="354" y="565"/>
                    </a:lnTo>
                    <a:lnTo>
                      <a:pt x="354" y="530"/>
                    </a:lnTo>
                    <a:lnTo>
                      <a:pt x="386" y="507"/>
                    </a:lnTo>
                    <a:lnTo>
                      <a:pt x="319" y="523"/>
                    </a:lnTo>
                    <a:lnTo>
                      <a:pt x="282" y="507"/>
                    </a:lnTo>
                    <a:lnTo>
                      <a:pt x="268" y="466"/>
                    </a:lnTo>
                    <a:lnTo>
                      <a:pt x="268" y="356"/>
                    </a:lnTo>
                    <a:lnTo>
                      <a:pt x="290" y="27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7" name="Freeform 211"/>
              <p:cNvSpPr>
                <a:spLocks/>
              </p:cNvSpPr>
              <p:nvPr/>
            </p:nvSpPr>
            <p:spPr bwMode="auto">
              <a:xfrm>
                <a:off x="3466" y="1657"/>
                <a:ext cx="47" cy="9"/>
              </a:xfrm>
              <a:custGeom>
                <a:avLst/>
                <a:gdLst>
                  <a:gd name="T0" fmla="*/ 0 w 381"/>
                  <a:gd name="T1" fmla="*/ 0 h 76"/>
                  <a:gd name="T2" fmla="*/ 0 w 381"/>
                  <a:gd name="T3" fmla="*/ 0 h 76"/>
                  <a:gd name="T4" fmla="*/ 0 w 381"/>
                  <a:gd name="T5" fmla="*/ 0 h 76"/>
                  <a:gd name="T6" fmla="*/ 0 w 381"/>
                  <a:gd name="T7" fmla="*/ 0 h 76"/>
                  <a:gd name="T8" fmla="*/ 0 w 381"/>
                  <a:gd name="T9" fmla="*/ 0 h 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1"/>
                  <a:gd name="T16" fmla="*/ 0 h 76"/>
                  <a:gd name="T17" fmla="*/ 381 w 381"/>
                  <a:gd name="T18" fmla="*/ 76 h 7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1" h="76">
                    <a:moveTo>
                      <a:pt x="0" y="76"/>
                    </a:moveTo>
                    <a:lnTo>
                      <a:pt x="175" y="40"/>
                    </a:lnTo>
                    <a:lnTo>
                      <a:pt x="260" y="0"/>
                    </a:lnTo>
                    <a:lnTo>
                      <a:pt x="313" y="0"/>
                    </a:lnTo>
                    <a:lnTo>
                      <a:pt x="381" y="21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" name="Freeform 212"/>
              <p:cNvSpPr>
                <a:spLocks/>
              </p:cNvSpPr>
              <p:nvPr/>
            </p:nvSpPr>
            <p:spPr bwMode="auto">
              <a:xfrm>
                <a:off x="3470" y="1669"/>
                <a:ext cx="39" cy="24"/>
              </a:xfrm>
              <a:custGeom>
                <a:avLst/>
                <a:gdLst>
                  <a:gd name="T0" fmla="*/ 0 w 316"/>
                  <a:gd name="T1" fmla="*/ 0 h 191"/>
                  <a:gd name="T2" fmla="*/ 0 w 316"/>
                  <a:gd name="T3" fmla="*/ 0 h 191"/>
                  <a:gd name="T4" fmla="*/ 0 w 316"/>
                  <a:gd name="T5" fmla="*/ 0 h 191"/>
                  <a:gd name="T6" fmla="*/ 0 w 316"/>
                  <a:gd name="T7" fmla="*/ 0 h 191"/>
                  <a:gd name="T8" fmla="*/ 0 w 316"/>
                  <a:gd name="T9" fmla="*/ 0 h 191"/>
                  <a:gd name="T10" fmla="*/ 0 w 316"/>
                  <a:gd name="T11" fmla="*/ 0 h 191"/>
                  <a:gd name="T12" fmla="*/ 0 w 316"/>
                  <a:gd name="T13" fmla="*/ 0 h 191"/>
                  <a:gd name="T14" fmla="*/ 0 w 316"/>
                  <a:gd name="T15" fmla="*/ 0 h 191"/>
                  <a:gd name="T16" fmla="*/ 0 w 316"/>
                  <a:gd name="T17" fmla="*/ 0 h 191"/>
                  <a:gd name="T18" fmla="*/ 0 w 316"/>
                  <a:gd name="T19" fmla="*/ 0 h 191"/>
                  <a:gd name="T20" fmla="*/ 0 w 316"/>
                  <a:gd name="T21" fmla="*/ 0 h 191"/>
                  <a:gd name="T22" fmla="*/ 0 w 316"/>
                  <a:gd name="T23" fmla="*/ 0 h 191"/>
                  <a:gd name="T24" fmla="*/ 0 w 316"/>
                  <a:gd name="T25" fmla="*/ 0 h 191"/>
                  <a:gd name="T26" fmla="*/ 0 w 316"/>
                  <a:gd name="T27" fmla="*/ 0 h 19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16"/>
                  <a:gd name="T43" fmla="*/ 0 h 191"/>
                  <a:gd name="T44" fmla="*/ 316 w 316"/>
                  <a:gd name="T45" fmla="*/ 191 h 19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16" h="191">
                    <a:moveTo>
                      <a:pt x="0" y="79"/>
                    </a:moveTo>
                    <a:lnTo>
                      <a:pt x="242" y="26"/>
                    </a:lnTo>
                    <a:lnTo>
                      <a:pt x="295" y="0"/>
                    </a:lnTo>
                    <a:lnTo>
                      <a:pt x="303" y="19"/>
                    </a:lnTo>
                    <a:lnTo>
                      <a:pt x="219" y="64"/>
                    </a:lnTo>
                    <a:lnTo>
                      <a:pt x="235" y="112"/>
                    </a:lnTo>
                    <a:lnTo>
                      <a:pt x="316" y="191"/>
                    </a:lnTo>
                    <a:lnTo>
                      <a:pt x="228" y="162"/>
                    </a:lnTo>
                    <a:lnTo>
                      <a:pt x="150" y="162"/>
                    </a:lnTo>
                    <a:lnTo>
                      <a:pt x="72" y="182"/>
                    </a:lnTo>
                    <a:lnTo>
                      <a:pt x="46" y="191"/>
                    </a:lnTo>
                    <a:lnTo>
                      <a:pt x="60" y="156"/>
                    </a:lnTo>
                    <a:lnTo>
                      <a:pt x="24" y="99"/>
                    </a:lnTo>
                    <a:lnTo>
                      <a:pt x="0" y="7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9" name="Freeform 213"/>
              <p:cNvSpPr>
                <a:spLocks/>
              </p:cNvSpPr>
              <p:nvPr/>
            </p:nvSpPr>
            <p:spPr bwMode="auto">
              <a:xfrm>
                <a:off x="3371" y="1448"/>
                <a:ext cx="214" cy="129"/>
              </a:xfrm>
              <a:custGeom>
                <a:avLst/>
                <a:gdLst>
                  <a:gd name="T0" fmla="*/ 0 w 1704"/>
                  <a:gd name="T1" fmla="*/ 0 h 1028"/>
                  <a:gd name="T2" fmla="*/ 0 w 1704"/>
                  <a:gd name="T3" fmla="*/ 0 h 1028"/>
                  <a:gd name="T4" fmla="*/ 0 w 1704"/>
                  <a:gd name="T5" fmla="*/ 0 h 1028"/>
                  <a:gd name="T6" fmla="*/ 0 w 1704"/>
                  <a:gd name="T7" fmla="*/ 0 h 1028"/>
                  <a:gd name="T8" fmla="*/ 0 w 1704"/>
                  <a:gd name="T9" fmla="*/ 0 h 1028"/>
                  <a:gd name="T10" fmla="*/ 0 w 1704"/>
                  <a:gd name="T11" fmla="*/ 0 h 1028"/>
                  <a:gd name="T12" fmla="*/ 0 w 1704"/>
                  <a:gd name="T13" fmla="*/ 0 h 1028"/>
                  <a:gd name="T14" fmla="*/ 0 w 1704"/>
                  <a:gd name="T15" fmla="*/ 0 h 1028"/>
                  <a:gd name="T16" fmla="*/ 0 w 1704"/>
                  <a:gd name="T17" fmla="*/ 0 h 1028"/>
                  <a:gd name="T18" fmla="*/ 0 w 1704"/>
                  <a:gd name="T19" fmla="*/ 0 h 1028"/>
                  <a:gd name="T20" fmla="*/ 0 w 1704"/>
                  <a:gd name="T21" fmla="*/ 0 h 1028"/>
                  <a:gd name="T22" fmla="*/ 0 w 1704"/>
                  <a:gd name="T23" fmla="*/ 0 h 1028"/>
                  <a:gd name="T24" fmla="*/ 0 w 1704"/>
                  <a:gd name="T25" fmla="*/ 0 h 1028"/>
                  <a:gd name="T26" fmla="*/ 0 w 1704"/>
                  <a:gd name="T27" fmla="*/ 0 h 1028"/>
                  <a:gd name="T28" fmla="*/ 0 w 1704"/>
                  <a:gd name="T29" fmla="*/ 0 h 1028"/>
                  <a:gd name="T30" fmla="*/ 0 w 1704"/>
                  <a:gd name="T31" fmla="*/ 0 h 1028"/>
                  <a:gd name="T32" fmla="*/ 0 w 1704"/>
                  <a:gd name="T33" fmla="*/ 0 h 1028"/>
                  <a:gd name="T34" fmla="*/ 0 w 1704"/>
                  <a:gd name="T35" fmla="*/ 0 h 1028"/>
                  <a:gd name="T36" fmla="*/ 0 w 1704"/>
                  <a:gd name="T37" fmla="*/ 0 h 1028"/>
                  <a:gd name="T38" fmla="*/ 0 w 1704"/>
                  <a:gd name="T39" fmla="*/ 0 h 1028"/>
                  <a:gd name="T40" fmla="*/ 0 w 1704"/>
                  <a:gd name="T41" fmla="*/ 0 h 1028"/>
                  <a:gd name="T42" fmla="*/ 0 w 1704"/>
                  <a:gd name="T43" fmla="*/ 0 h 1028"/>
                  <a:gd name="T44" fmla="*/ 0 w 1704"/>
                  <a:gd name="T45" fmla="*/ 0 h 1028"/>
                  <a:gd name="T46" fmla="*/ 0 w 1704"/>
                  <a:gd name="T47" fmla="*/ 0 h 1028"/>
                  <a:gd name="T48" fmla="*/ 0 w 1704"/>
                  <a:gd name="T49" fmla="*/ 0 h 1028"/>
                  <a:gd name="T50" fmla="*/ 0 w 1704"/>
                  <a:gd name="T51" fmla="*/ 0 h 1028"/>
                  <a:gd name="T52" fmla="*/ 0 w 1704"/>
                  <a:gd name="T53" fmla="*/ 0 h 1028"/>
                  <a:gd name="T54" fmla="*/ 0 w 1704"/>
                  <a:gd name="T55" fmla="*/ 0 h 1028"/>
                  <a:gd name="T56" fmla="*/ 0 w 1704"/>
                  <a:gd name="T57" fmla="*/ 0 h 1028"/>
                  <a:gd name="T58" fmla="*/ 0 w 1704"/>
                  <a:gd name="T59" fmla="*/ 0 h 1028"/>
                  <a:gd name="T60" fmla="*/ 0 w 1704"/>
                  <a:gd name="T61" fmla="*/ 0 h 1028"/>
                  <a:gd name="T62" fmla="*/ 0 w 1704"/>
                  <a:gd name="T63" fmla="*/ 0 h 1028"/>
                  <a:gd name="T64" fmla="*/ 0 w 1704"/>
                  <a:gd name="T65" fmla="*/ 0 h 1028"/>
                  <a:gd name="T66" fmla="*/ 0 w 1704"/>
                  <a:gd name="T67" fmla="*/ 0 h 1028"/>
                  <a:gd name="T68" fmla="*/ 0 w 1704"/>
                  <a:gd name="T69" fmla="*/ 0 h 1028"/>
                  <a:gd name="T70" fmla="*/ 0 w 1704"/>
                  <a:gd name="T71" fmla="*/ 0 h 1028"/>
                  <a:gd name="T72" fmla="*/ 0 w 1704"/>
                  <a:gd name="T73" fmla="*/ 0 h 1028"/>
                  <a:gd name="T74" fmla="*/ 0 w 1704"/>
                  <a:gd name="T75" fmla="*/ 0 h 1028"/>
                  <a:gd name="T76" fmla="*/ 0 w 1704"/>
                  <a:gd name="T77" fmla="*/ 0 h 1028"/>
                  <a:gd name="T78" fmla="*/ 0 w 1704"/>
                  <a:gd name="T79" fmla="*/ 0 h 1028"/>
                  <a:gd name="T80" fmla="*/ 0 w 1704"/>
                  <a:gd name="T81" fmla="*/ 0 h 1028"/>
                  <a:gd name="T82" fmla="*/ 0 w 1704"/>
                  <a:gd name="T83" fmla="*/ 0 h 1028"/>
                  <a:gd name="T84" fmla="*/ 0 w 1704"/>
                  <a:gd name="T85" fmla="*/ 0 h 1028"/>
                  <a:gd name="T86" fmla="*/ 0 w 1704"/>
                  <a:gd name="T87" fmla="*/ 0 h 1028"/>
                  <a:gd name="T88" fmla="*/ 0 w 1704"/>
                  <a:gd name="T89" fmla="*/ 0 h 1028"/>
                  <a:gd name="T90" fmla="*/ 0 w 1704"/>
                  <a:gd name="T91" fmla="*/ 0 h 1028"/>
                  <a:gd name="T92" fmla="*/ 0 w 1704"/>
                  <a:gd name="T93" fmla="*/ 0 h 1028"/>
                  <a:gd name="T94" fmla="*/ 0 w 1704"/>
                  <a:gd name="T95" fmla="*/ 0 h 1028"/>
                  <a:gd name="T96" fmla="*/ 0 w 1704"/>
                  <a:gd name="T97" fmla="*/ 0 h 1028"/>
                  <a:gd name="T98" fmla="*/ 0 w 1704"/>
                  <a:gd name="T99" fmla="*/ 0 h 1028"/>
                  <a:gd name="T100" fmla="*/ 0 w 1704"/>
                  <a:gd name="T101" fmla="*/ 0 h 1028"/>
                  <a:gd name="T102" fmla="*/ 0 w 1704"/>
                  <a:gd name="T103" fmla="*/ 0 h 1028"/>
                  <a:gd name="T104" fmla="*/ 0 w 1704"/>
                  <a:gd name="T105" fmla="*/ 0 h 1028"/>
                  <a:gd name="T106" fmla="*/ 0 w 1704"/>
                  <a:gd name="T107" fmla="*/ 0 h 1028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1704"/>
                  <a:gd name="T163" fmla="*/ 0 h 1028"/>
                  <a:gd name="T164" fmla="*/ 1704 w 1704"/>
                  <a:gd name="T165" fmla="*/ 1028 h 1028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1704" h="1028">
                    <a:moveTo>
                      <a:pt x="159" y="340"/>
                    </a:moveTo>
                    <a:lnTo>
                      <a:pt x="122" y="404"/>
                    </a:lnTo>
                    <a:lnTo>
                      <a:pt x="0" y="551"/>
                    </a:lnTo>
                    <a:lnTo>
                      <a:pt x="0" y="609"/>
                    </a:lnTo>
                    <a:lnTo>
                      <a:pt x="76" y="749"/>
                    </a:lnTo>
                    <a:lnTo>
                      <a:pt x="48" y="874"/>
                    </a:lnTo>
                    <a:lnTo>
                      <a:pt x="111" y="978"/>
                    </a:lnTo>
                    <a:lnTo>
                      <a:pt x="245" y="987"/>
                    </a:lnTo>
                    <a:lnTo>
                      <a:pt x="286" y="1028"/>
                    </a:lnTo>
                    <a:lnTo>
                      <a:pt x="252" y="692"/>
                    </a:lnTo>
                    <a:lnTo>
                      <a:pt x="252" y="588"/>
                    </a:lnTo>
                    <a:lnTo>
                      <a:pt x="265" y="507"/>
                    </a:lnTo>
                    <a:lnTo>
                      <a:pt x="286" y="457"/>
                    </a:lnTo>
                    <a:lnTo>
                      <a:pt x="408" y="507"/>
                    </a:lnTo>
                    <a:lnTo>
                      <a:pt x="555" y="529"/>
                    </a:lnTo>
                    <a:lnTo>
                      <a:pt x="738" y="529"/>
                    </a:lnTo>
                    <a:lnTo>
                      <a:pt x="966" y="507"/>
                    </a:lnTo>
                    <a:lnTo>
                      <a:pt x="851" y="503"/>
                    </a:lnTo>
                    <a:lnTo>
                      <a:pt x="708" y="434"/>
                    </a:lnTo>
                    <a:lnTo>
                      <a:pt x="865" y="441"/>
                    </a:lnTo>
                    <a:lnTo>
                      <a:pt x="992" y="434"/>
                    </a:lnTo>
                    <a:lnTo>
                      <a:pt x="1162" y="397"/>
                    </a:lnTo>
                    <a:lnTo>
                      <a:pt x="1280" y="349"/>
                    </a:lnTo>
                    <a:lnTo>
                      <a:pt x="1441" y="334"/>
                    </a:lnTo>
                    <a:lnTo>
                      <a:pt x="1513" y="362"/>
                    </a:lnTo>
                    <a:lnTo>
                      <a:pt x="1586" y="397"/>
                    </a:lnTo>
                    <a:lnTo>
                      <a:pt x="1644" y="397"/>
                    </a:lnTo>
                    <a:lnTo>
                      <a:pt x="1704" y="362"/>
                    </a:lnTo>
                    <a:lnTo>
                      <a:pt x="1634" y="272"/>
                    </a:lnTo>
                    <a:lnTo>
                      <a:pt x="1526" y="286"/>
                    </a:lnTo>
                    <a:lnTo>
                      <a:pt x="1441" y="259"/>
                    </a:lnTo>
                    <a:lnTo>
                      <a:pt x="1358" y="250"/>
                    </a:lnTo>
                    <a:lnTo>
                      <a:pt x="1280" y="279"/>
                    </a:lnTo>
                    <a:lnTo>
                      <a:pt x="1139" y="340"/>
                    </a:lnTo>
                    <a:lnTo>
                      <a:pt x="1014" y="371"/>
                    </a:lnTo>
                    <a:lnTo>
                      <a:pt x="878" y="378"/>
                    </a:lnTo>
                    <a:lnTo>
                      <a:pt x="766" y="384"/>
                    </a:lnTo>
                    <a:lnTo>
                      <a:pt x="590" y="362"/>
                    </a:lnTo>
                    <a:lnTo>
                      <a:pt x="696" y="334"/>
                    </a:lnTo>
                    <a:lnTo>
                      <a:pt x="570" y="318"/>
                    </a:lnTo>
                    <a:lnTo>
                      <a:pt x="443" y="291"/>
                    </a:lnTo>
                    <a:lnTo>
                      <a:pt x="379" y="265"/>
                    </a:lnTo>
                    <a:lnTo>
                      <a:pt x="482" y="226"/>
                    </a:lnTo>
                    <a:lnTo>
                      <a:pt x="300" y="201"/>
                    </a:lnTo>
                    <a:lnTo>
                      <a:pt x="265" y="173"/>
                    </a:lnTo>
                    <a:lnTo>
                      <a:pt x="258" y="145"/>
                    </a:lnTo>
                    <a:lnTo>
                      <a:pt x="265" y="102"/>
                    </a:lnTo>
                    <a:lnTo>
                      <a:pt x="295" y="54"/>
                    </a:lnTo>
                    <a:lnTo>
                      <a:pt x="373" y="0"/>
                    </a:lnTo>
                    <a:lnTo>
                      <a:pt x="217" y="67"/>
                    </a:lnTo>
                    <a:lnTo>
                      <a:pt x="60" y="164"/>
                    </a:lnTo>
                    <a:lnTo>
                      <a:pt x="69" y="189"/>
                    </a:lnTo>
                    <a:lnTo>
                      <a:pt x="118" y="286"/>
                    </a:lnTo>
                    <a:lnTo>
                      <a:pt x="159" y="3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0" name="Freeform 214"/>
              <p:cNvSpPr>
                <a:spLocks/>
              </p:cNvSpPr>
              <p:nvPr/>
            </p:nvSpPr>
            <p:spPr bwMode="auto">
              <a:xfrm>
                <a:off x="3429" y="1420"/>
                <a:ext cx="207" cy="329"/>
              </a:xfrm>
              <a:custGeom>
                <a:avLst/>
                <a:gdLst>
                  <a:gd name="T0" fmla="*/ 0 w 1658"/>
                  <a:gd name="T1" fmla="*/ 0 h 2635"/>
                  <a:gd name="T2" fmla="*/ 0 w 1658"/>
                  <a:gd name="T3" fmla="*/ 0 h 2635"/>
                  <a:gd name="T4" fmla="*/ 0 w 1658"/>
                  <a:gd name="T5" fmla="*/ 0 h 2635"/>
                  <a:gd name="T6" fmla="*/ 0 w 1658"/>
                  <a:gd name="T7" fmla="*/ 0 h 2635"/>
                  <a:gd name="T8" fmla="*/ 0 w 1658"/>
                  <a:gd name="T9" fmla="*/ 0 h 2635"/>
                  <a:gd name="T10" fmla="*/ 0 w 1658"/>
                  <a:gd name="T11" fmla="*/ 0 h 2635"/>
                  <a:gd name="T12" fmla="*/ 0 w 1658"/>
                  <a:gd name="T13" fmla="*/ 0 h 2635"/>
                  <a:gd name="T14" fmla="*/ 0 w 1658"/>
                  <a:gd name="T15" fmla="*/ 0 h 2635"/>
                  <a:gd name="T16" fmla="*/ 0 w 1658"/>
                  <a:gd name="T17" fmla="*/ 0 h 2635"/>
                  <a:gd name="T18" fmla="*/ 0 w 1658"/>
                  <a:gd name="T19" fmla="*/ 0 h 2635"/>
                  <a:gd name="T20" fmla="*/ 0 w 1658"/>
                  <a:gd name="T21" fmla="*/ 0 h 2635"/>
                  <a:gd name="T22" fmla="*/ 0 w 1658"/>
                  <a:gd name="T23" fmla="*/ 0 h 2635"/>
                  <a:gd name="T24" fmla="*/ 0 w 1658"/>
                  <a:gd name="T25" fmla="*/ 0 h 2635"/>
                  <a:gd name="T26" fmla="*/ 0 w 1658"/>
                  <a:gd name="T27" fmla="*/ 0 h 2635"/>
                  <a:gd name="T28" fmla="*/ 0 w 1658"/>
                  <a:gd name="T29" fmla="*/ 0 h 2635"/>
                  <a:gd name="T30" fmla="*/ 0 w 1658"/>
                  <a:gd name="T31" fmla="*/ 0 h 2635"/>
                  <a:gd name="T32" fmla="*/ 0 w 1658"/>
                  <a:gd name="T33" fmla="*/ 0 h 2635"/>
                  <a:gd name="T34" fmla="*/ 0 w 1658"/>
                  <a:gd name="T35" fmla="*/ 0 h 2635"/>
                  <a:gd name="T36" fmla="*/ 0 w 1658"/>
                  <a:gd name="T37" fmla="*/ 0 h 2635"/>
                  <a:gd name="T38" fmla="*/ 0 w 1658"/>
                  <a:gd name="T39" fmla="*/ 0 h 2635"/>
                  <a:gd name="T40" fmla="*/ 0 w 1658"/>
                  <a:gd name="T41" fmla="*/ 0 h 2635"/>
                  <a:gd name="T42" fmla="*/ 0 w 1658"/>
                  <a:gd name="T43" fmla="*/ 0 h 2635"/>
                  <a:gd name="T44" fmla="*/ 0 w 1658"/>
                  <a:gd name="T45" fmla="*/ 0 h 2635"/>
                  <a:gd name="T46" fmla="*/ 0 w 1658"/>
                  <a:gd name="T47" fmla="*/ 0 h 2635"/>
                  <a:gd name="T48" fmla="*/ 0 w 1658"/>
                  <a:gd name="T49" fmla="*/ 0 h 2635"/>
                  <a:gd name="T50" fmla="*/ 0 w 1658"/>
                  <a:gd name="T51" fmla="*/ 0 h 2635"/>
                  <a:gd name="T52" fmla="*/ 0 w 1658"/>
                  <a:gd name="T53" fmla="*/ 0 h 2635"/>
                  <a:gd name="T54" fmla="*/ 0 w 1658"/>
                  <a:gd name="T55" fmla="*/ 0 h 2635"/>
                  <a:gd name="T56" fmla="*/ 0 w 1658"/>
                  <a:gd name="T57" fmla="*/ 0 h 2635"/>
                  <a:gd name="T58" fmla="*/ 0 w 1658"/>
                  <a:gd name="T59" fmla="*/ 0 h 2635"/>
                  <a:gd name="T60" fmla="*/ 0 w 1658"/>
                  <a:gd name="T61" fmla="*/ 0 h 2635"/>
                  <a:gd name="T62" fmla="*/ 0 w 1658"/>
                  <a:gd name="T63" fmla="*/ 0 h 2635"/>
                  <a:gd name="T64" fmla="*/ 0 w 1658"/>
                  <a:gd name="T65" fmla="*/ 0 h 2635"/>
                  <a:gd name="T66" fmla="*/ 0 w 1658"/>
                  <a:gd name="T67" fmla="*/ 0 h 2635"/>
                  <a:gd name="T68" fmla="*/ 0 w 1658"/>
                  <a:gd name="T69" fmla="*/ 0 h 2635"/>
                  <a:gd name="T70" fmla="*/ 0 w 1658"/>
                  <a:gd name="T71" fmla="*/ 0 h 2635"/>
                  <a:gd name="T72" fmla="*/ 0 w 1658"/>
                  <a:gd name="T73" fmla="*/ 0 h 2635"/>
                  <a:gd name="T74" fmla="*/ 0 w 1658"/>
                  <a:gd name="T75" fmla="*/ 0 h 2635"/>
                  <a:gd name="T76" fmla="*/ 0 w 1658"/>
                  <a:gd name="T77" fmla="*/ 0 h 2635"/>
                  <a:gd name="T78" fmla="*/ 0 w 1658"/>
                  <a:gd name="T79" fmla="*/ 0 h 2635"/>
                  <a:gd name="T80" fmla="*/ 0 w 1658"/>
                  <a:gd name="T81" fmla="*/ 0 h 2635"/>
                  <a:gd name="T82" fmla="*/ 0 w 1658"/>
                  <a:gd name="T83" fmla="*/ 0 h 2635"/>
                  <a:gd name="T84" fmla="*/ 0 w 1658"/>
                  <a:gd name="T85" fmla="*/ 0 h 2635"/>
                  <a:gd name="T86" fmla="*/ 0 w 1658"/>
                  <a:gd name="T87" fmla="*/ 0 h 2635"/>
                  <a:gd name="T88" fmla="*/ 0 w 1658"/>
                  <a:gd name="T89" fmla="*/ 0 h 2635"/>
                  <a:gd name="T90" fmla="*/ 0 w 1658"/>
                  <a:gd name="T91" fmla="*/ 0 h 2635"/>
                  <a:gd name="T92" fmla="*/ 0 w 1658"/>
                  <a:gd name="T93" fmla="*/ 0 h 2635"/>
                  <a:gd name="T94" fmla="*/ 0 w 1658"/>
                  <a:gd name="T95" fmla="*/ 0 h 2635"/>
                  <a:gd name="T96" fmla="*/ 0 w 1658"/>
                  <a:gd name="T97" fmla="*/ 0 h 2635"/>
                  <a:gd name="T98" fmla="*/ 0 w 1658"/>
                  <a:gd name="T99" fmla="*/ 0 h 2635"/>
                  <a:gd name="T100" fmla="*/ 0 w 1658"/>
                  <a:gd name="T101" fmla="*/ 0 h 2635"/>
                  <a:gd name="T102" fmla="*/ 0 w 1658"/>
                  <a:gd name="T103" fmla="*/ 0 h 2635"/>
                  <a:gd name="T104" fmla="*/ 0 w 1658"/>
                  <a:gd name="T105" fmla="*/ 0 h 2635"/>
                  <a:gd name="T106" fmla="*/ 0 w 1658"/>
                  <a:gd name="T107" fmla="*/ 0 h 2635"/>
                  <a:gd name="T108" fmla="*/ 0 w 1658"/>
                  <a:gd name="T109" fmla="*/ 0 h 2635"/>
                  <a:gd name="T110" fmla="*/ 0 w 1658"/>
                  <a:gd name="T111" fmla="*/ 0 h 2635"/>
                  <a:gd name="T112" fmla="*/ 0 w 1658"/>
                  <a:gd name="T113" fmla="*/ 0 h 2635"/>
                  <a:gd name="T114" fmla="*/ 0 w 1658"/>
                  <a:gd name="T115" fmla="*/ 0 h 2635"/>
                  <a:gd name="T116" fmla="*/ 0 w 1658"/>
                  <a:gd name="T117" fmla="*/ 0 h 2635"/>
                  <a:gd name="T118" fmla="*/ 0 w 1658"/>
                  <a:gd name="T119" fmla="*/ 0 h 2635"/>
                  <a:gd name="T120" fmla="*/ 0 w 1658"/>
                  <a:gd name="T121" fmla="*/ 0 h 2635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658"/>
                  <a:gd name="T184" fmla="*/ 0 h 2635"/>
                  <a:gd name="T185" fmla="*/ 1658 w 1658"/>
                  <a:gd name="T186" fmla="*/ 2635 h 2635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658" h="2635">
                    <a:moveTo>
                      <a:pt x="7" y="196"/>
                    </a:moveTo>
                    <a:lnTo>
                      <a:pt x="0" y="216"/>
                    </a:lnTo>
                    <a:lnTo>
                      <a:pt x="14" y="231"/>
                    </a:lnTo>
                    <a:lnTo>
                      <a:pt x="58" y="251"/>
                    </a:lnTo>
                    <a:lnTo>
                      <a:pt x="106" y="260"/>
                    </a:lnTo>
                    <a:lnTo>
                      <a:pt x="185" y="260"/>
                    </a:lnTo>
                    <a:lnTo>
                      <a:pt x="291" y="244"/>
                    </a:lnTo>
                    <a:lnTo>
                      <a:pt x="208" y="279"/>
                    </a:lnTo>
                    <a:lnTo>
                      <a:pt x="114" y="292"/>
                    </a:lnTo>
                    <a:lnTo>
                      <a:pt x="35" y="292"/>
                    </a:lnTo>
                    <a:lnTo>
                      <a:pt x="35" y="315"/>
                    </a:lnTo>
                    <a:lnTo>
                      <a:pt x="58" y="341"/>
                    </a:lnTo>
                    <a:lnTo>
                      <a:pt x="114" y="366"/>
                    </a:lnTo>
                    <a:lnTo>
                      <a:pt x="185" y="354"/>
                    </a:lnTo>
                    <a:lnTo>
                      <a:pt x="231" y="385"/>
                    </a:lnTo>
                    <a:lnTo>
                      <a:pt x="226" y="398"/>
                    </a:lnTo>
                    <a:lnTo>
                      <a:pt x="185" y="420"/>
                    </a:lnTo>
                    <a:lnTo>
                      <a:pt x="141" y="426"/>
                    </a:lnTo>
                    <a:lnTo>
                      <a:pt x="220" y="435"/>
                    </a:lnTo>
                    <a:lnTo>
                      <a:pt x="354" y="435"/>
                    </a:lnTo>
                    <a:lnTo>
                      <a:pt x="510" y="414"/>
                    </a:lnTo>
                    <a:lnTo>
                      <a:pt x="611" y="385"/>
                    </a:lnTo>
                    <a:lnTo>
                      <a:pt x="487" y="426"/>
                    </a:lnTo>
                    <a:lnTo>
                      <a:pt x="345" y="456"/>
                    </a:lnTo>
                    <a:lnTo>
                      <a:pt x="244" y="475"/>
                    </a:lnTo>
                    <a:lnTo>
                      <a:pt x="305" y="504"/>
                    </a:lnTo>
                    <a:lnTo>
                      <a:pt x="437" y="523"/>
                    </a:lnTo>
                    <a:lnTo>
                      <a:pt x="543" y="532"/>
                    </a:lnTo>
                    <a:lnTo>
                      <a:pt x="662" y="532"/>
                    </a:lnTo>
                    <a:lnTo>
                      <a:pt x="741" y="511"/>
                    </a:lnTo>
                    <a:lnTo>
                      <a:pt x="625" y="475"/>
                    </a:lnTo>
                    <a:lnTo>
                      <a:pt x="824" y="398"/>
                    </a:lnTo>
                    <a:lnTo>
                      <a:pt x="763" y="370"/>
                    </a:lnTo>
                    <a:lnTo>
                      <a:pt x="875" y="378"/>
                    </a:lnTo>
                    <a:lnTo>
                      <a:pt x="945" y="414"/>
                    </a:lnTo>
                    <a:lnTo>
                      <a:pt x="1029" y="470"/>
                    </a:lnTo>
                    <a:lnTo>
                      <a:pt x="1095" y="511"/>
                    </a:lnTo>
                    <a:lnTo>
                      <a:pt x="1142" y="622"/>
                    </a:lnTo>
                    <a:lnTo>
                      <a:pt x="1204" y="622"/>
                    </a:lnTo>
                    <a:lnTo>
                      <a:pt x="1257" y="609"/>
                    </a:lnTo>
                    <a:lnTo>
                      <a:pt x="1296" y="580"/>
                    </a:lnTo>
                    <a:lnTo>
                      <a:pt x="1331" y="537"/>
                    </a:lnTo>
                    <a:lnTo>
                      <a:pt x="1354" y="511"/>
                    </a:lnTo>
                    <a:lnTo>
                      <a:pt x="1361" y="559"/>
                    </a:lnTo>
                    <a:lnTo>
                      <a:pt x="1347" y="609"/>
                    </a:lnTo>
                    <a:lnTo>
                      <a:pt x="1310" y="651"/>
                    </a:lnTo>
                    <a:lnTo>
                      <a:pt x="1382" y="651"/>
                    </a:lnTo>
                    <a:lnTo>
                      <a:pt x="1446" y="638"/>
                    </a:lnTo>
                    <a:lnTo>
                      <a:pt x="1485" y="651"/>
                    </a:lnTo>
                    <a:lnTo>
                      <a:pt x="1508" y="684"/>
                    </a:lnTo>
                    <a:lnTo>
                      <a:pt x="1523" y="765"/>
                    </a:lnTo>
                    <a:lnTo>
                      <a:pt x="1517" y="936"/>
                    </a:lnTo>
                    <a:lnTo>
                      <a:pt x="1543" y="996"/>
                    </a:lnTo>
                    <a:lnTo>
                      <a:pt x="1580" y="1030"/>
                    </a:lnTo>
                    <a:lnTo>
                      <a:pt x="1591" y="1073"/>
                    </a:lnTo>
                    <a:lnTo>
                      <a:pt x="1559" y="1073"/>
                    </a:lnTo>
                    <a:lnTo>
                      <a:pt x="1469" y="1014"/>
                    </a:lnTo>
                    <a:lnTo>
                      <a:pt x="1354" y="1009"/>
                    </a:lnTo>
                    <a:lnTo>
                      <a:pt x="1287" y="1095"/>
                    </a:lnTo>
                    <a:lnTo>
                      <a:pt x="1268" y="1226"/>
                    </a:lnTo>
                    <a:lnTo>
                      <a:pt x="1340" y="1284"/>
                    </a:lnTo>
                    <a:lnTo>
                      <a:pt x="1319" y="1457"/>
                    </a:lnTo>
                    <a:lnTo>
                      <a:pt x="1361" y="1374"/>
                    </a:lnTo>
                    <a:lnTo>
                      <a:pt x="1460" y="1330"/>
                    </a:lnTo>
                    <a:lnTo>
                      <a:pt x="1422" y="1240"/>
                    </a:lnTo>
                    <a:lnTo>
                      <a:pt x="1340" y="1219"/>
                    </a:lnTo>
                    <a:lnTo>
                      <a:pt x="1409" y="1143"/>
                    </a:lnTo>
                    <a:lnTo>
                      <a:pt x="1508" y="1212"/>
                    </a:lnTo>
                    <a:lnTo>
                      <a:pt x="1479" y="1106"/>
                    </a:lnTo>
                    <a:lnTo>
                      <a:pt x="1517" y="1095"/>
                    </a:lnTo>
                    <a:lnTo>
                      <a:pt x="1422" y="1099"/>
                    </a:lnTo>
                    <a:lnTo>
                      <a:pt x="1303" y="1189"/>
                    </a:lnTo>
                    <a:lnTo>
                      <a:pt x="1319" y="1099"/>
                    </a:lnTo>
                    <a:lnTo>
                      <a:pt x="1367" y="1035"/>
                    </a:lnTo>
                    <a:lnTo>
                      <a:pt x="1460" y="1035"/>
                    </a:lnTo>
                    <a:lnTo>
                      <a:pt x="1559" y="1095"/>
                    </a:lnTo>
                    <a:lnTo>
                      <a:pt x="1564" y="1198"/>
                    </a:lnTo>
                    <a:lnTo>
                      <a:pt x="1543" y="1316"/>
                    </a:lnTo>
                    <a:lnTo>
                      <a:pt x="1469" y="1435"/>
                    </a:lnTo>
                    <a:lnTo>
                      <a:pt x="1446" y="1519"/>
                    </a:lnTo>
                    <a:lnTo>
                      <a:pt x="1361" y="1560"/>
                    </a:lnTo>
                    <a:lnTo>
                      <a:pt x="1296" y="1493"/>
                    </a:lnTo>
                    <a:lnTo>
                      <a:pt x="1220" y="1968"/>
                    </a:lnTo>
                    <a:lnTo>
                      <a:pt x="1163" y="2261"/>
                    </a:lnTo>
                    <a:lnTo>
                      <a:pt x="939" y="2501"/>
                    </a:lnTo>
                    <a:lnTo>
                      <a:pt x="851" y="2635"/>
                    </a:lnTo>
                    <a:lnTo>
                      <a:pt x="958" y="2492"/>
                    </a:lnTo>
                    <a:lnTo>
                      <a:pt x="1257" y="2174"/>
                    </a:lnTo>
                    <a:lnTo>
                      <a:pt x="1446" y="1827"/>
                    </a:lnTo>
                    <a:lnTo>
                      <a:pt x="1430" y="1807"/>
                    </a:lnTo>
                    <a:lnTo>
                      <a:pt x="1382" y="1811"/>
                    </a:lnTo>
                    <a:lnTo>
                      <a:pt x="1384" y="1730"/>
                    </a:lnTo>
                    <a:lnTo>
                      <a:pt x="1494" y="1701"/>
                    </a:lnTo>
                    <a:lnTo>
                      <a:pt x="1494" y="1624"/>
                    </a:lnTo>
                    <a:lnTo>
                      <a:pt x="1591" y="1592"/>
                    </a:lnTo>
                    <a:lnTo>
                      <a:pt x="1619" y="1457"/>
                    </a:lnTo>
                    <a:lnTo>
                      <a:pt x="1658" y="1394"/>
                    </a:lnTo>
                    <a:lnTo>
                      <a:pt x="1580" y="1350"/>
                    </a:lnTo>
                    <a:lnTo>
                      <a:pt x="1573" y="1306"/>
                    </a:lnTo>
                    <a:lnTo>
                      <a:pt x="1591" y="1240"/>
                    </a:lnTo>
                    <a:lnTo>
                      <a:pt x="1591" y="1154"/>
                    </a:lnTo>
                    <a:lnTo>
                      <a:pt x="1580" y="1122"/>
                    </a:lnTo>
                    <a:lnTo>
                      <a:pt x="1642" y="1143"/>
                    </a:lnTo>
                    <a:lnTo>
                      <a:pt x="1619" y="1057"/>
                    </a:lnTo>
                    <a:lnTo>
                      <a:pt x="1564" y="967"/>
                    </a:lnTo>
                    <a:lnTo>
                      <a:pt x="1550" y="897"/>
                    </a:lnTo>
                    <a:lnTo>
                      <a:pt x="1550" y="813"/>
                    </a:lnTo>
                    <a:lnTo>
                      <a:pt x="1543" y="741"/>
                    </a:lnTo>
                    <a:lnTo>
                      <a:pt x="1550" y="700"/>
                    </a:lnTo>
                    <a:lnTo>
                      <a:pt x="1501" y="580"/>
                    </a:lnTo>
                    <a:lnTo>
                      <a:pt x="1418" y="462"/>
                    </a:lnTo>
                    <a:lnTo>
                      <a:pt x="1326" y="389"/>
                    </a:lnTo>
                    <a:lnTo>
                      <a:pt x="1257" y="341"/>
                    </a:lnTo>
                    <a:lnTo>
                      <a:pt x="1227" y="225"/>
                    </a:lnTo>
                    <a:lnTo>
                      <a:pt x="1137" y="147"/>
                    </a:lnTo>
                    <a:lnTo>
                      <a:pt x="1044" y="119"/>
                    </a:lnTo>
                    <a:lnTo>
                      <a:pt x="909" y="40"/>
                    </a:lnTo>
                    <a:lnTo>
                      <a:pt x="747" y="0"/>
                    </a:lnTo>
                    <a:lnTo>
                      <a:pt x="584" y="4"/>
                    </a:lnTo>
                    <a:lnTo>
                      <a:pt x="427" y="36"/>
                    </a:lnTo>
                    <a:lnTo>
                      <a:pt x="298" y="97"/>
                    </a:lnTo>
                    <a:lnTo>
                      <a:pt x="127" y="161"/>
                    </a:lnTo>
                    <a:lnTo>
                      <a:pt x="7" y="1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1" name="Freeform 215"/>
              <p:cNvSpPr>
                <a:spLocks/>
              </p:cNvSpPr>
              <p:nvPr/>
            </p:nvSpPr>
            <p:spPr bwMode="auto">
              <a:xfrm>
                <a:off x="3526" y="1487"/>
                <a:ext cx="56" cy="44"/>
              </a:xfrm>
              <a:custGeom>
                <a:avLst/>
                <a:gdLst>
                  <a:gd name="T0" fmla="*/ 0 w 445"/>
                  <a:gd name="T1" fmla="*/ 0 h 358"/>
                  <a:gd name="T2" fmla="*/ 0 w 445"/>
                  <a:gd name="T3" fmla="*/ 0 h 358"/>
                  <a:gd name="T4" fmla="*/ 0 w 445"/>
                  <a:gd name="T5" fmla="*/ 0 h 358"/>
                  <a:gd name="T6" fmla="*/ 0 w 445"/>
                  <a:gd name="T7" fmla="*/ 0 h 358"/>
                  <a:gd name="T8" fmla="*/ 0 w 445"/>
                  <a:gd name="T9" fmla="*/ 0 h 358"/>
                  <a:gd name="T10" fmla="*/ 0 w 445"/>
                  <a:gd name="T11" fmla="*/ 0 h 358"/>
                  <a:gd name="T12" fmla="*/ 0 w 445"/>
                  <a:gd name="T13" fmla="*/ 0 h 358"/>
                  <a:gd name="T14" fmla="*/ 0 w 445"/>
                  <a:gd name="T15" fmla="*/ 0 h 358"/>
                  <a:gd name="T16" fmla="*/ 0 w 445"/>
                  <a:gd name="T17" fmla="*/ 0 h 358"/>
                  <a:gd name="T18" fmla="*/ 0 w 445"/>
                  <a:gd name="T19" fmla="*/ 0 h 358"/>
                  <a:gd name="T20" fmla="*/ 0 w 445"/>
                  <a:gd name="T21" fmla="*/ 0 h 358"/>
                  <a:gd name="T22" fmla="*/ 0 w 445"/>
                  <a:gd name="T23" fmla="*/ 0 h 358"/>
                  <a:gd name="T24" fmla="*/ 0 w 445"/>
                  <a:gd name="T25" fmla="*/ 0 h 358"/>
                  <a:gd name="T26" fmla="*/ 0 w 445"/>
                  <a:gd name="T27" fmla="*/ 0 h 358"/>
                  <a:gd name="T28" fmla="*/ 0 w 445"/>
                  <a:gd name="T29" fmla="*/ 0 h 358"/>
                  <a:gd name="T30" fmla="*/ 0 w 445"/>
                  <a:gd name="T31" fmla="*/ 0 h 358"/>
                  <a:gd name="T32" fmla="*/ 0 w 445"/>
                  <a:gd name="T33" fmla="*/ 0 h 358"/>
                  <a:gd name="T34" fmla="*/ 0 w 445"/>
                  <a:gd name="T35" fmla="*/ 0 h 358"/>
                  <a:gd name="T36" fmla="*/ 0 w 445"/>
                  <a:gd name="T37" fmla="*/ 0 h 358"/>
                  <a:gd name="T38" fmla="*/ 0 w 445"/>
                  <a:gd name="T39" fmla="*/ 0 h 358"/>
                  <a:gd name="T40" fmla="*/ 0 w 445"/>
                  <a:gd name="T41" fmla="*/ 0 h 358"/>
                  <a:gd name="T42" fmla="*/ 0 w 445"/>
                  <a:gd name="T43" fmla="*/ 0 h 358"/>
                  <a:gd name="T44" fmla="*/ 0 w 445"/>
                  <a:gd name="T45" fmla="*/ 0 h 358"/>
                  <a:gd name="T46" fmla="*/ 0 w 445"/>
                  <a:gd name="T47" fmla="*/ 0 h 358"/>
                  <a:gd name="T48" fmla="*/ 0 w 445"/>
                  <a:gd name="T49" fmla="*/ 0 h 358"/>
                  <a:gd name="T50" fmla="*/ 0 w 445"/>
                  <a:gd name="T51" fmla="*/ 0 h 358"/>
                  <a:gd name="T52" fmla="*/ 0 w 445"/>
                  <a:gd name="T53" fmla="*/ 0 h 358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445"/>
                  <a:gd name="T82" fmla="*/ 0 h 358"/>
                  <a:gd name="T83" fmla="*/ 445 w 445"/>
                  <a:gd name="T84" fmla="*/ 358 h 358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445" h="358">
                    <a:moveTo>
                      <a:pt x="141" y="27"/>
                    </a:moveTo>
                    <a:lnTo>
                      <a:pt x="69" y="48"/>
                    </a:lnTo>
                    <a:lnTo>
                      <a:pt x="0" y="113"/>
                    </a:lnTo>
                    <a:lnTo>
                      <a:pt x="84" y="113"/>
                    </a:lnTo>
                    <a:lnTo>
                      <a:pt x="42" y="209"/>
                    </a:lnTo>
                    <a:lnTo>
                      <a:pt x="93" y="233"/>
                    </a:lnTo>
                    <a:lnTo>
                      <a:pt x="127" y="358"/>
                    </a:lnTo>
                    <a:lnTo>
                      <a:pt x="115" y="222"/>
                    </a:lnTo>
                    <a:lnTo>
                      <a:pt x="163" y="180"/>
                    </a:lnTo>
                    <a:lnTo>
                      <a:pt x="240" y="161"/>
                    </a:lnTo>
                    <a:lnTo>
                      <a:pt x="316" y="161"/>
                    </a:lnTo>
                    <a:lnTo>
                      <a:pt x="385" y="173"/>
                    </a:lnTo>
                    <a:lnTo>
                      <a:pt x="445" y="209"/>
                    </a:lnTo>
                    <a:lnTo>
                      <a:pt x="374" y="161"/>
                    </a:lnTo>
                    <a:lnTo>
                      <a:pt x="268" y="134"/>
                    </a:lnTo>
                    <a:lnTo>
                      <a:pt x="189" y="134"/>
                    </a:lnTo>
                    <a:lnTo>
                      <a:pt x="99" y="161"/>
                    </a:lnTo>
                    <a:lnTo>
                      <a:pt x="106" y="119"/>
                    </a:lnTo>
                    <a:lnTo>
                      <a:pt x="150" y="90"/>
                    </a:lnTo>
                    <a:lnTo>
                      <a:pt x="62" y="90"/>
                    </a:lnTo>
                    <a:lnTo>
                      <a:pt x="99" y="64"/>
                    </a:lnTo>
                    <a:lnTo>
                      <a:pt x="163" y="33"/>
                    </a:lnTo>
                    <a:lnTo>
                      <a:pt x="219" y="42"/>
                    </a:lnTo>
                    <a:lnTo>
                      <a:pt x="316" y="64"/>
                    </a:lnTo>
                    <a:lnTo>
                      <a:pt x="247" y="20"/>
                    </a:lnTo>
                    <a:lnTo>
                      <a:pt x="163" y="0"/>
                    </a:lnTo>
                    <a:lnTo>
                      <a:pt x="141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2" name="Freeform 216"/>
              <p:cNvSpPr>
                <a:spLocks/>
              </p:cNvSpPr>
              <p:nvPr/>
            </p:nvSpPr>
            <p:spPr bwMode="auto">
              <a:xfrm>
                <a:off x="3544" y="1538"/>
                <a:ext cx="48" cy="38"/>
              </a:xfrm>
              <a:custGeom>
                <a:avLst/>
                <a:gdLst>
                  <a:gd name="T0" fmla="*/ 0 w 387"/>
                  <a:gd name="T1" fmla="*/ 0 h 303"/>
                  <a:gd name="T2" fmla="*/ 0 w 387"/>
                  <a:gd name="T3" fmla="*/ 0 h 303"/>
                  <a:gd name="T4" fmla="*/ 0 w 387"/>
                  <a:gd name="T5" fmla="*/ 0 h 303"/>
                  <a:gd name="T6" fmla="*/ 0 w 387"/>
                  <a:gd name="T7" fmla="*/ 0 h 303"/>
                  <a:gd name="T8" fmla="*/ 0 w 387"/>
                  <a:gd name="T9" fmla="*/ 0 h 303"/>
                  <a:gd name="T10" fmla="*/ 0 w 387"/>
                  <a:gd name="T11" fmla="*/ 0 h 303"/>
                  <a:gd name="T12" fmla="*/ 0 w 387"/>
                  <a:gd name="T13" fmla="*/ 0 h 303"/>
                  <a:gd name="T14" fmla="*/ 0 w 387"/>
                  <a:gd name="T15" fmla="*/ 0 h 303"/>
                  <a:gd name="T16" fmla="*/ 0 w 387"/>
                  <a:gd name="T17" fmla="*/ 0 h 303"/>
                  <a:gd name="T18" fmla="*/ 0 w 387"/>
                  <a:gd name="T19" fmla="*/ 0 h 303"/>
                  <a:gd name="T20" fmla="*/ 0 w 387"/>
                  <a:gd name="T21" fmla="*/ 0 h 303"/>
                  <a:gd name="T22" fmla="*/ 0 w 387"/>
                  <a:gd name="T23" fmla="*/ 0 h 303"/>
                  <a:gd name="T24" fmla="*/ 0 w 387"/>
                  <a:gd name="T25" fmla="*/ 0 h 303"/>
                  <a:gd name="T26" fmla="*/ 0 w 387"/>
                  <a:gd name="T27" fmla="*/ 0 h 303"/>
                  <a:gd name="T28" fmla="*/ 0 w 387"/>
                  <a:gd name="T29" fmla="*/ 0 h 303"/>
                  <a:gd name="T30" fmla="*/ 0 w 387"/>
                  <a:gd name="T31" fmla="*/ 0 h 303"/>
                  <a:gd name="T32" fmla="*/ 0 w 387"/>
                  <a:gd name="T33" fmla="*/ 0 h 303"/>
                  <a:gd name="T34" fmla="*/ 0 w 387"/>
                  <a:gd name="T35" fmla="*/ 0 h 303"/>
                  <a:gd name="T36" fmla="*/ 0 w 387"/>
                  <a:gd name="T37" fmla="*/ 0 h 303"/>
                  <a:gd name="T38" fmla="*/ 0 w 387"/>
                  <a:gd name="T39" fmla="*/ 0 h 303"/>
                  <a:gd name="T40" fmla="*/ 0 w 387"/>
                  <a:gd name="T41" fmla="*/ 0 h 303"/>
                  <a:gd name="T42" fmla="*/ 0 w 387"/>
                  <a:gd name="T43" fmla="*/ 0 h 303"/>
                  <a:gd name="T44" fmla="*/ 0 w 387"/>
                  <a:gd name="T45" fmla="*/ 0 h 303"/>
                  <a:gd name="T46" fmla="*/ 0 w 387"/>
                  <a:gd name="T47" fmla="*/ 0 h 303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387"/>
                  <a:gd name="T73" fmla="*/ 0 h 303"/>
                  <a:gd name="T74" fmla="*/ 387 w 387"/>
                  <a:gd name="T75" fmla="*/ 303 h 303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387" h="303">
                    <a:moveTo>
                      <a:pt x="22" y="18"/>
                    </a:moveTo>
                    <a:lnTo>
                      <a:pt x="115" y="0"/>
                    </a:lnTo>
                    <a:lnTo>
                      <a:pt x="191" y="18"/>
                    </a:lnTo>
                    <a:lnTo>
                      <a:pt x="244" y="53"/>
                    </a:lnTo>
                    <a:lnTo>
                      <a:pt x="281" y="92"/>
                    </a:lnTo>
                    <a:lnTo>
                      <a:pt x="288" y="138"/>
                    </a:lnTo>
                    <a:lnTo>
                      <a:pt x="281" y="156"/>
                    </a:lnTo>
                    <a:lnTo>
                      <a:pt x="255" y="152"/>
                    </a:lnTo>
                    <a:lnTo>
                      <a:pt x="219" y="130"/>
                    </a:lnTo>
                    <a:lnTo>
                      <a:pt x="175" y="92"/>
                    </a:lnTo>
                    <a:lnTo>
                      <a:pt x="127" y="87"/>
                    </a:lnTo>
                    <a:lnTo>
                      <a:pt x="172" y="152"/>
                    </a:lnTo>
                    <a:lnTo>
                      <a:pt x="191" y="207"/>
                    </a:lnTo>
                    <a:lnTo>
                      <a:pt x="182" y="260"/>
                    </a:lnTo>
                    <a:lnTo>
                      <a:pt x="360" y="290"/>
                    </a:lnTo>
                    <a:lnTo>
                      <a:pt x="387" y="303"/>
                    </a:lnTo>
                    <a:lnTo>
                      <a:pt x="147" y="276"/>
                    </a:lnTo>
                    <a:lnTo>
                      <a:pt x="163" y="239"/>
                    </a:lnTo>
                    <a:lnTo>
                      <a:pt x="156" y="191"/>
                    </a:lnTo>
                    <a:lnTo>
                      <a:pt x="121" y="130"/>
                    </a:lnTo>
                    <a:lnTo>
                      <a:pt x="83" y="87"/>
                    </a:lnTo>
                    <a:lnTo>
                      <a:pt x="16" y="53"/>
                    </a:lnTo>
                    <a:lnTo>
                      <a:pt x="0" y="9"/>
                    </a:lnTo>
                    <a:lnTo>
                      <a:pt x="22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3" name="Freeform 217"/>
              <p:cNvSpPr>
                <a:spLocks/>
              </p:cNvSpPr>
              <p:nvPr/>
            </p:nvSpPr>
            <p:spPr bwMode="auto">
              <a:xfrm>
                <a:off x="3554" y="1572"/>
                <a:ext cx="27" cy="40"/>
              </a:xfrm>
              <a:custGeom>
                <a:avLst/>
                <a:gdLst>
                  <a:gd name="T0" fmla="*/ 0 w 214"/>
                  <a:gd name="T1" fmla="*/ 0 h 313"/>
                  <a:gd name="T2" fmla="*/ 0 w 214"/>
                  <a:gd name="T3" fmla="*/ 0 h 313"/>
                  <a:gd name="T4" fmla="*/ 0 w 214"/>
                  <a:gd name="T5" fmla="*/ 0 h 313"/>
                  <a:gd name="T6" fmla="*/ 0 w 214"/>
                  <a:gd name="T7" fmla="*/ 0 h 313"/>
                  <a:gd name="T8" fmla="*/ 0 w 214"/>
                  <a:gd name="T9" fmla="*/ 0 h 313"/>
                  <a:gd name="T10" fmla="*/ 0 w 214"/>
                  <a:gd name="T11" fmla="*/ 0 h 3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4"/>
                  <a:gd name="T19" fmla="*/ 0 h 313"/>
                  <a:gd name="T20" fmla="*/ 214 w 214"/>
                  <a:gd name="T21" fmla="*/ 313 h 31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4" h="313">
                    <a:moveTo>
                      <a:pt x="89" y="0"/>
                    </a:moveTo>
                    <a:lnTo>
                      <a:pt x="0" y="179"/>
                    </a:lnTo>
                    <a:lnTo>
                      <a:pt x="9" y="313"/>
                    </a:lnTo>
                    <a:lnTo>
                      <a:pt x="214" y="65"/>
                    </a:lnTo>
                    <a:lnTo>
                      <a:pt x="214" y="14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4" name="Freeform 218"/>
              <p:cNvSpPr>
                <a:spLocks/>
              </p:cNvSpPr>
              <p:nvPr/>
            </p:nvSpPr>
            <p:spPr bwMode="auto">
              <a:xfrm>
                <a:off x="3464" y="1673"/>
                <a:ext cx="107" cy="80"/>
              </a:xfrm>
              <a:custGeom>
                <a:avLst/>
                <a:gdLst>
                  <a:gd name="T0" fmla="*/ 0 w 857"/>
                  <a:gd name="T1" fmla="*/ 0 h 640"/>
                  <a:gd name="T2" fmla="*/ 0 w 857"/>
                  <a:gd name="T3" fmla="*/ 0 h 640"/>
                  <a:gd name="T4" fmla="*/ 0 w 857"/>
                  <a:gd name="T5" fmla="*/ 0 h 640"/>
                  <a:gd name="T6" fmla="*/ 0 w 857"/>
                  <a:gd name="T7" fmla="*/ 0 h 640"/>
                  <a:gd name="T8" fmla="*/ 0 w 857"/>
                  <a:gd name="T9" fmla="*/ 0 h 640"/>
                  <a:gd name="T10" fmla="*/ 0 w 857"/>
                  <a:gd name="T11" fmla="*/ 0 h 640"/>
                  <a:gd name="T12" fmla="*/ 0 w 857"/>
                  <a:gd name="T13" fmla="*/ 0 h 640"/>
                  <a:gd name="T14" fmla="*/ 0 w 857"/>
                  <a:gd name="T15" fmla="*/ 0 h 640"/>
                  <a:gd name="T16" fmla="*/ 0 w 857"/>
                  <a:gd name="T17" fmla="*/ 0 h 640"/>
                  <a:gd name="T18" fmla="*/ 0 w 857"/>
                  <a:gd name="T19" fmla="*/ 0 h 640"/>
                  <a:gd name="T20" fmla="*/ 0 w 857"/>
                  <a:gd name="T21" fmla="*/ 0 h 640"/>
                  <a:gd name="T22" fmla="*/ 0 w 857"/>
                  <a:gd name="T23" fmla="*/ 0 h 640"/>
                  <a:gd name="T24" fmla="*/ 0 w 857"/>
                  <a:gd name="T25" fmla="*/ 0 h 640"/>
                  <a:gd name="T26" fmla="*/ 0 w 857"/>
                  <a:gd name="T27" fmla="*/ 0 h 640"/>
                  <a:gd name="T28" fmla="*/ 0 w 857"/>
                  <a:gd name="T29" fmla="*/ 0 h 640"/>
                  <a:gd name="T30" fmla="*/ 0 w 857"/>
                  <a:gd name="T31" fmla="*/ 0 h 640"/>
                  <a:gd name="T32" fmla="*/ 0 w 857"/>
                  <a:gd name="T33" fmla="*/ 0 h 640"/>
                  <a:gd name="T34" fmla="*/ 0 w 857"/>
                  <a:gd name="T35" fmla="*/ 0 h 640"/>
                  <a:gd name="T36" fmla="*/ 0 w 857"/>
                  <a:gd name="T37" fmla="*/ 0 h 640"/>
                  <a:gd name="T38" fmla="*/ 0 w 857"/>
                  <a:gd name="T39" fmla="*/ 0 h 640"/>
                  <a:gd name="T40" fmla="*/ 0 w 857"/>
                  <a:gd name="T41" fmla="*/ 0 h 640"/>
                  <a:gd name="T42" fmla="*/ 0 w 857"/>
                  <a:gd name="T43" fmla="*/ 0 h 640"/>
                  <a:gd name="T44" fmla="*/ 0 w 857"/>
                  <a:gd name="T45" fmla="*/ 0 h 640"/>
                  <a:gd name="T46" fmla="*/ 0 w 857"/>
                  <a:gd name="T47" fmla="*/ 0 h 640"/>
                  <a:gd name="T48" fmla="*/ 0 w 857"/>
                  <a:gd name="T49" fmla="*/ 0 h 640"/>
                  <a:gd name="T50" fmla="*/ 0 w 857"/>
                  <a:gd name="T51" fmla="*/ 0 h 640"/>
                  <a:gd name="T52" fmla="*/ 0 w 857"/>
                  <a:gd name="T53" fmla="*/ 0 h 640"/>
                  <a:gd name="T54" fmla="*/ 0 w 857"/>
                  <a:gd name="T55" fmla="*/ 0 h 640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857"/>
                  <a:gd name="T85" fmla="*/ 0 h 640"/>
                  <a:gd name="T86" fmla="*/ 857 w 857"/>
                  <a:gd name="T87" fmla="*/ 640 h 640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857" h="640">
                    <a:moveTo>
                      <a:pt x="857" y="0"/>
                    </a:moveTo>
                    <a:lnTo>
                      <a:pt x="749" y="53"/>
                    </a:lnTo>
                    <a:lnTo>
                      <a:pt x="648" y="198"/>
                    </a:lnTo>
                    <a:lnTo>
                      <a:pt x="514" y="187"/>
                    </a:lnTo>
                    <a:lnTo>
                      <a:pt x="470" y="260"/>
                    </a:lnTo>
                    <a:lnTo>
                      <a:pt x="415" y="297"/>
                    </a:lnTo>
                    <a:lnTo>
                      <a:pt x="276" y="288"/>
                    </a:lnTo>
                    <a:lnTo>
                      <a:pt x="186" y="321"/>
                    </a:lnTo>
                    <a:lnTo>
                      <a:pt x="118" y="345"/>
                    </a:lnTo>
                    <a:lnTo>
                      <a:pt x="48" y="345"/>
                    </a:lnTo>
                    <a:lnTo>
                      <a:pt x="0" y="317"/>
                    </a:lnTo>
                    <a:lnTo>
                      <a:pt x="48" y="359"/>
                    </a:lnTo>
                    <a:lnTo>
                      <a:pt x="105" y="366"/>
                    </a:lnTo>
                    <a:lnTo>
                      <a:pt x="223" y="366"/>
                    </a:lnTo>
                    <a:lnTo>
                      <a:pt x="294" y="391"/>
                    </a:lnTo>
                    <a:lnTo>
                      <a:pt x="382" y="514"/>
                    </a:lnTo>
                    <a:lnTo>
                      <a:pt x="507" y="611"/>
                    </a:lnTo>
                    <a:lnTo>
                      <a:pt x="527" y="640"/>
                    </a:lnTo>
                    <a:lnTo>
                      <a:pt x="564" y="615"/>
                    </a:lnTo>
                    <a:lnTo>
                      <a:pt x="555" y="550"/>
                    </a:lnTo>
                    <a:lnTo>
                      <a:pt x="544" y="461"/>
                    </a:lnTo>
                    <a:lnTo>
                      <a:pt x="555" y="380"/>
                    </a:lnTo>
                    <a:lnTo>
                      <a:pt x="569" y="327"/>
                    </a:lnTo>
                    <a:lnTo>
                      <a:pt x="630" y="267"/>
                    </a:lnTo>
                    <a:lnTo>
                      <a:pt x="685" y="226"/>
                    </a:lnTo>
                    <a:lnTo>
                      <a:pt x="738" y="132"/>
                    </a:lnTo>
                    <a:lnTo>
                      <a:pt x="800" y="57"/>
                    </a:lnTo>
                    <a:lnTo>
                      <a:pt x="85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" name="Freeform 219"/>
              <p:cNvSpPr>
                <a:spLocks/>
              </p:cNvSpPr>
              <p:nvPr/>
            </p:nvSpPr>
            <p:spPr bwMode="auto">
              <a:xfrm>
                <a:off x="3547" y="1625"/>
                <a:ext cx="9" cy="43"/>
              </a:xfrm>
              <a:custGeom>
                <a:avLst/>
                <a:gdLst>
                  <a:gd name="T0" fmla="*/ 0 w 72"/>
                  <a:gd name="T1" fmla="*/ 0 h 339"/>
                  <a:gd name="T2" fmla="*/ 0 w 72"/>
                  <a:gd name="T3" fmla="*/ 0 h 339"/>
                  <a:gd name="T4" fmla="*/ 0 w 72"/>
                  <a:gd name="T5" fmla="*/ 0 h 339"/>
                  <a:gd name="T6" fmla="*/ 0 w 72"/>
                  <a:gd name="T7" fmla="*/ 0 h 33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2"/>
                  <a:gd name="T13" fmla="*/ 0 h 339"/>
                  <a:gd name="T14" fmla="*/ 72 w 72"/>
                  <a:gd name="T15" fmla="*/ 339 h 33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2" h="339">
                    <a:moveTo>
                      <a:pt x="56" y="0"/>
                    </a:moveTo>
                    <a:lnTo>
                      <a:pt x="0" y="339"/>
                    </a:lnTo>
                    <a:lnTo>
                      <a:pt x="72" y="117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6" name="Freeform 220"/>
              <p:cNvSpPr>
                <a:spLocks/>
              </p:cNvSpPr>
              <p:nvPr/>
            </p:nvSpPr>
            <p:spPr bwMode="auto">
              <a:xfrm>
                <a:off x="3437" y="1527"/>
                <a:ext cx="94" cy="23"/>
              </a:xfrm>
              <a:custGeom>
                <a:avLst/>
                <a:gdLst>
                  <a:gd name="T0" fmla="*/ 0 w 747"/>
                  <a:gd name="T1" fmla="*/ 0 h 189"/>
                  <a:gd name="T2" fmla="*/ 0 w 747"/>
                  <a:gd name="T3" fmla="*/ 0 h 189"/>
                  <a:gd name="T4" fmla="*/ 0 w 747"/>
                  <a:gd name="T5" fmla="*/ 0 h 189"/>
                  <a:gd name="T6" fmla="*/ 0 w 747"/>
                  <a:gd name="T7" fmla="*/ 0 h 189"/>
                  <a:gd name="T8" fmla="*/ 0 w 747"/>
                  <a:gd name="T9" fmla="*/ 0 h 189"/>
                  <a:gd name="T10" fmla="*/ 0 w 747"/>
                  <a:gd name="T11" fmla="*/ 0 h 189"/>
                  <a:gd name="T12" fmla="*/ 0 w 747"/>
                  <a:gd name="T13" fmla="*/ 0 h 189"/>
                  <a:gd name="T14" fmla="*/ 0 w 747"/>
                  <a:gd name="T15" fmla="*/ 0 h 189"/>
                  <a:gd name="T16" fmla="*/ 0 w 747"/>
                  <a:gd name="T17" fmla="*/ 0 h 189"/>
                  <a:gd name="T18" fmla="*/ 0 w 747"/>
                  <a:gd name="T19" fmla="*/ 0 h 18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47"/>
                  <a:gd name="T31" fmla="*/ 0 h 189"/>
                  <a:gd name="T32" fmla="*/ 747 w 747"/>
                  <a:gd name="T33" fmla="*/ 189 h 18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47" h="189">
                    <a:moveTo>
                      <a:pt x="0" y="189"/>
                    </a:moveTo>
                    <a:lnTo>
                      <a:pt x="38" y="145"/>
                    </a:lnTo>
                    <a:lnTo>
                      <a:pt x="95" y="117"/>
                    </a:lnTo>
                    <a:lnTo>
                      <a:pt x="189" y="97"/>
                    </a:lnTo>
                    <a:lnTo>
                      <a:pt x="341" y="78"/>
                    </a:lnTo>
                    <a:lnTo>
                      <a:pt x="460" y="39"/>
                    </a:lnTo>
                    <a:lnTo>
                      <a:pt x="581" y="0"/>
                    </a:lnTo>
                    <a:lnTo>
                      <a:pt x="664" y="0"/>
                    </a:lnTo>
                    <a:lnTo>
                      <a:pt x="715" y="29"/>
                    </a:lnTo>
                    <a:lnTo>
                      <a:pt x="747" y="4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7" name="Freeform 221"/>
              <p:cNvSpPr>
                <a:spLocks/>
              </p:cNvSpPr>
              <p:nvPr/>
            </p:nvSpPr>
            <p:spPr bwMode="auto">
              <a:xfrm>
                <a:off x="3458" y="1519"/>
                <a:ext cx="70" cy="14"/>
              </a:xfrm>
              <a:custGeom>
                <a:avLst/>
                <a:gdLst>
                  <a:gd name="T0" fmla="*/ 0 w 563"/>
                  <a:gd name="T1" fmla="*/ 0 h 118"/>
                  <a:gd name="T2" fmla="*/ 0 w 563"/>
                  <a:gd name="T3" fmla="*/ 0 h 118"/>
                  <a:gd name="T4" fmla="*/ 0 w 563"/>
                  <a:gd name="T5" fmla="*/ 0 h 118"/>
                  <a:gd name="T6" fmla="*/ 0 w 563"/>
                  <a:gd name="T7" fmla="*/ 0 h 118"/>
                  <a:gd name="T8" fmla="*/ 0 w 563"/>
                  <a:gd name="T9" fmla="*/ 0 h 118"/>
                  <a:gd name="T10" fmla="*/ 0 w 563"/>
                  <a:gd name="T11" fmla="*/ 0 h 118"/>
                  <a:gd name="T12" fmla="*/ 0 w 563"/>
                  <a:gd name="T13" fmla="*/ 0 h 1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63"/>
                  <a:gd name="T22" fmla="*/ 0 h 118"/>
                  <a:gd name="T23" fmla="*/ 563 w 563"/>
                  <a:gd name="T24" fmla="*/ 118 h 1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63" h="118">
                    <a:moveTo>
                      <a:pt x="0" y="118"/>
                    </a:moveTo>
                    <a:lnTo>
                      <a:pt x="134" y="94"/>
                    </a:lnTo>
                    <a:lnTo>
                      <a:pt x="266" y="41"/>
                    </a:lnTo>
                    <a:lnTo>
                      <a:pt x="362" y="4"/>
                    </a:lnTo>
                    <a:lnTo>
                      <a:pt x="436" y="0"/>
                    </a:lnTo>
                    <a:lnTo>
                      <a:pt x="496" y="17"/>
                    </a:lnTo>
                    <a:lnTo>
                      <a:pt x="563" y="4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8" name="Freeform 222"/>
              <p:cNvSpPr>
                <a:spLocks/>
              </p:cNvSpPr>
              <p:nvPr/>
            </p:nvSpPr>
            <p:spPr bwMode="auto">
              <a:xfrm>
                <a:off x="3484" y="1512"/>
                <a:ext cx="35" cy="7"/>
              </a:xfrm>
              <a:custGeom>
                <a:avLst/>
                <a:gdLst>
                  <a:gd name="T0" fmla="*/ 0 w 279"/>
                  <a:gd name="T1" fmla="*/ 0 h 62"/>
                  <a:gd name="T2" fmla="*/ 0 w 279"/>
                  <a:gd name="T3" fmla="*/ 0 h 62"/>
                  <a:gd name="T4" fmla="*/ 0 w 279"/>
                  <a:gd name="T5" fmla="*/ 0 h 62"/>
                  <a:gd name="T6" fmla="*/ 0 w 279"/>
                  <a:gd name="T7" fmla="*/ 0 h 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79"/>
                  <a:gd name="T13" fmla="*/ 0 h 62"/>
                  <a:gd name="T14" fmla="*/ 279 w 279"/>
                  <a:gd name="T15" fmla="*/ 62 h 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79" h="62">
                    <a:moveTo>
                      <a:pt x="0" y="62"/>
                    </a:moveTo>
                    <a:lnTo>
                      <a:pt x="161" y="7"/>
                    </a:lnTo>
                    <a:lnTo>
                      <a:pt x="223" y="0"/>
                    </a:lnTo>
                    <a:lnTo>
                      <a:pt x="279" y="1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9" name="Freeform 223"/>
              <p:cNvSpPr>
                <a:spLocks/>
              </p:cNvSpPr>
              <p:nvPr/>
            </p:nvSpPr>
            <p:spPr bwMode="auto">
              <a:xfrm>
                <a:off x="3524" y="1556"/>
                <a:ext cx="13" cy="16"/>
              </a:xfrm>
              <a:custGeom>
                <a:avLst/>
                <a:gdLst>
                  <a:gd name="T0" fmla="*/ 0 w 105"/>
                  <a:gd name="T1" fmla="*/ 0 h 128"/>
                  <a:gd name="T2" fmla="*/ 0 w 105"/>
                  <a:gd name="T3" fmla="*/ 0 h 128"/>
                  <a:gd name="T4" fmla="*/ 0 w 105"/>
                  <a:gd name="T5" fmla="*/ 0 h 128"/>
                  <a:gd name="T6" fmla="*/ 0 w 105"/>
                  <a:gd name="T7" fmla="*/ 0 h 128"/>
                  <a:gd name="T8" fmla="*/ 0 w 105"/>
                  <a:gd name="T9" fmla="*/ 0 h 1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5"/>
                  <a:gd name="T16" fmla="*/ 0 h 128"/>
                  <a:gd name="T17" fmla="*/ 105 w 105"/>
                  <a:gd name="T18" fmla="*/ 128 h 1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5" h="128">
                    <a:moveTo>
                      <a:pt x="0" y="0"/>
                    </a:moveTo>
                    <a:lnTo>
                      <a:pt x="0" y="101"/>
                    </a:lnTo>
                    <a:lnTo>
                      <a:pt x="52" y="128"/>
                    </a:lnTo>
                    <a:lnTo>
                      <a:pt x="105" y="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0" name="Freeform 224"/>
              <p:cNvSpPr>
                <a:spLocks/>
              </p:cNvSpPr>
              <p:nvPr/>
            </p:nvSpPr>
            <p:spPr bwMode="auto">
              <a:xfrm>
                <a:off x="3653" y="1758"/>
                <a:ext cx="266" cy="472"/>
              </a:xfrm>
              <a:custGeom>
                <a:avLst/>
                <a:gdLst>
                  <a:gd name="T0" fmla="*/ 0 w 2124"/>
                  <a:gd name="T1" fmla="*/ 0 h 3774"/>
                  <a:gd name="T2" fmla="*/ 0 w 2124"/>
                  <a:gd name="T3" fmla="*/ 0 h 3774"/>
                  <a:gd name="T4" fmla="*/ 0 w 2124"/>
                  <a:gd name="T5" fmla="*/ 0 h 3774"/>
                  <a:gd name="T6" fmla="*/ 0 w 2124"/>
                  <a:gd name="T7" fmla="*/ 0 h 3774"/>
                  <a:gd name="T8" fmla="*/ 0 w 2124"/>
                  <a:gd name="T9" fmla="*/ 0 h 3774"/>
                  <a:gd name="T10" fmla="*/ 0 w 2124"/>
                  <a:gd name="T11" fmla="*/ 0 h 3774"/>
                  <a:gd name="T12" fmla="*/ 0 w 2124"/>
                  <a:gd name="T13" fmla="*/ 0 h 3774"/>
                  <a:gd name="T14" fmla="*/ 0 w 2124"/>
                  <a:gd name="T15" fmla="*/ 0 h 3774"/>
                  <a:gd name="T16" fmla="*/ 0 w 2124"/>
                  <a:gd name="T17" fmla="*/ 0 h 3774"/>
                  <a:gd name="T18" fmla="*/ 0 w 2124"/>
                  <a:gd name="T19" fmla="*/ 0 h 3774"/>
                  <a:gd name="T20" fmla="*/ 0 w 2124"/>
                  <a:gd name="T21" fmla="*/ 0 h 3774"/>
                  <a:gd name="T22" fmla="*/ 0 w 2124"/>
                  <a:gd name="T23" fmla="*/ 0 h 3774"/>
                  <a:gd name="T24" fmla="*/ 0 w 2124"/>
                  <a:gd name="T25" fmla="*/ 0 h 3774"/>
                  <a:gd name="T26" fmla="*/ 0 w 2124"/>
                  <a:gd name="T27" fmla="*/ 0 h 3774"/>
                  <a:gd name="T28" fmla="*/ 0 w 2124"/>
                  <a:gd name="T29" fmla="*/ 0 h 3774"/>
                  <a:gd name="T30" fmla="*/ 0 w 2124"/>
                  <a:gd name="T31" fmla="*/ 0 h 3774"/>
                  <a:gd name="T32" fmla="*/ 0 w 2124"/>
                  <a:gd name="T33" fmla="*/ 0 h 3774"/>
                  <a:gd name="T34" fmla="*/ 0 w 2124"/>
                  <a:gd name="T35" fmla="*/ 0 h 3774"/>
                  <a:gd name="T36" fmla="*/ 0 w 2124"/>
                  <a:gd name="T37" fmla="*/ 0 h 3774"/>
                  <a:gd name="T38" fmla="*/ 0 w 2124"/>
                  <a:gd name="T39" fmla="*/ 0 h 3774"/>
                  <a:gd name="T40" fmla="*/ 0 w 2124"/>
                  <a:gd name="T41" fmla="*/ 0 h 3774"/>
                  <a:gd name="T42" fmla="*/ 0 w 2124"/>
                  <a:gd name="T43" fmla="*/ 0 h 3774"/>
                  <a:gd name="T44" fmla="*/ 0 w 2124"/>
                  <a:gd name="T45" fmla="*/ 0 h 3774"/>
                  <a:gd name="T46" fmla="*/ 0 w 2124"/>
                  <a:gd name="T47" fmla="*/ 0 h 3774"/>
                  <a:gd name="T48" fmla="*/ 0 w 2124"/>
                  <a:gd name="T49" fmla="*/ 0 h 3774"/>
                  <a:gd name="T50" fmla="*/ 0 w 2124"/>
                  <a:gd name="T51" fmla="*/ 0 h 3774"/>
                  <a:gd name="T52" fmla="*/ 0 w 2124"/>
                  <a:gd name="T53" fmla="*/ 0 h 3774"/>
                  <a:gd name="T54" fmla="*/ 0 w 2124"/>
                  <a:gd name="T55" fmla="*/ 0 h 3774"/>
                  <a:gd name="T56" fmla="*/ 0 w 2124"/>
                  <a:gd name="T57" fmla="*/ 0 h 3774"/>
                  <a:gd name="T58" fmla="*/ 0 w 2124"/>
                  <a:gd name="T59" fmla="*/ 0 h 377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2124"/>
                  <a:gd name="T91" fmla="*/ 0 h 3774"/>
                  <a:gd name="T92" fmla="*/ 2124 w 2124"/>
                  <a:gd name="T93" fmla="*/ 3774 h 3774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2124" h="3774">
                    <a:moveTo>
                      <a:pt x="1483" y="509"/>
                    </a:moveTo>
                    <a:lnTo>
                      <a:pt x="1612" y="966"/>
                    </a:lnTo>
                    <a:lnTo>
                      <a:pt x="1929" y="1474"/>
                    </a:lnTo>
                    <a:lnTo>
                      <a:pt x="1810" y="2116"/>
                    </a:lnTo>
                    <a:lnTo>
                      <a:pt x="2124" y="3119"/>
                    </a:lnTo>
                    <a:lnTo>
                      <a:pt x="2124" y="3774"/>
                    </a:lnTo>
                    <a:lnTo>
                      <a:pt x="916" y="3766"/>
                    </a:lnTo>
                    <a:lnTo>
                      <a:pt x="0" y="3302"/>
                    </a:lnTo>
                    <a:lnTo>
                      <a:pt x="499" y="2990"/>
                    </a:lnTo>
                    <a:lnTo>
                      <a:pt x="510" y="2782"/>
                    </a:lnTo>
                    <a:lnTo>
                      <a:pt x="589" y="2443"/>
                    </a:lnTo>
                    <a:lnTo>
                      <a:pt x="589" y="2755"/>
                    </a:lnTo>
                    <a:lnTo>
                      <a:pt x="932" y="2375"/>
                    </a:lnTo>
                    <a:lnTo>
                      <a:pt x="995" y="2285"/>
                    </a:lnTo>
                    <a:lnTo>
                      <a:pt x="1024" y="2116"/>
                    </a:lnTo>
                    <a:lnTo>
                      <a:pt x="1063" y="1931"/>
                    </a:lnTo>
                    <a:lnTo>
                      <a:pt x="1301" y="1946"/>
                    </a:lnTo>
                    <a:lnTo>
                      <a:pt x="1377" y="1812"/>
                    </a:lnTo>
                    <a:lnTo>
                      <a:pt x="1206" y="1501"/>
                    </a:lnTo>
                    <a:lnTo>
                      <a:pt x="1377" y="1501"/>
                    </a:lnTo>
                    <a:lnTo>
                      <a:pt x="1377" y="1434"/>
                    </a:lnTo>
                    <a:lnTo>
                      <a:pt x="1232" y="1265"/>
                    </a:lnTo>
                    <a:lnTo>
                      <a:pt x="1246" y="1148"/>
                    </a:lnTo>
                    <a:lnTo>
                      <a:pt x="1457" y="966"/>
                    </a:lnTo>
                    <a:lnTo>
                      <a:pt x="1470" y="717"/>
                    </a:lnTo>
                    <a:lnTo>
                      <a:pt x="1351" y="496"/>
                    </a:lnTo>
                    <a:lnTo>
                      <a:pt x="1324" y="258"/>
                    </a:lnTo>
                    <a:lnTo>
                      <a:pt x="1206" y="0"/>
                    </a:lnTo>
                    <a:lnTo>
                      <a:pt x="1419" y="351"/>
                    </a:lnTo>
                    <a:lnTo>
                      <a:pt x="1483" y="50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1" name="Freeform 225"/>
              <p:cNvSpPr>
                <a:spLocks/>
              </p:cNvSpPr>
              <p:nvPr/>
            </p:nvSpPr>
            <p:spPr bwMode="auto">
              <a:xfrm>
                <a:off x="3612" y="1641"/>
                <a:ext cx="92" cy="109"/>
              </a:xfrm>
              <a:custGeom>
                <a:avLst/>
                <a:gdLst>
                  <a:gd name="T0" fmla="*/ 0 w 734"/>
                  <a:gd name="T1" fmla="*/ 0 h 874"/>
                  <a:gd name="T2" fmla="*/ 0 w 734"/>
                  <a:gd name="T3" fmla="*/ 0 h 874"/>
                  <a:gd name="T4" fmla="*/ 0 w 734"/>
                  <a:gd name="T5" fmla="*/ 0 h 874"/>
                  <a:gd name="T6" fmla="*/ 0 w 734"/>
                  <a:gd name="T7" fmla="*/ 0 h 874"/>
                  <a:gd name="T8" fmla="*/ 0 w 734"/>
                  <a:gd name="T9" fmla="*/ 0 h 874"/>
                  <a:gd name="T10" fmla="*/ 0 w 734"/>
                  <a:gd name="T11" fmla="*/ 0 h 874"/>
                  <a:gd name="T12" fmla="*/ 0 w 734"/>
                  <a:gd name="T13" fmla="*/ 0 h 874"/>
                  <a:gd name="T14" fmla="*/ 0 w 734"/>
                  <a:gd name="T15" fmla="*/ 0 h 874"/>
                  <a:gd name="T16" fmla="*/ 0 w 734"/>
                  <a:gd name="T17" fmla="*/ 0 h 874"/>
                  <a:gd name="T18" fmla="*/ 0 w 734"/>
                  <a:gd name="T19" fmla="*/ 0 h 874"/>
                  <a:gd name="T20" fmla="*/ 0 w 734"/>
                  <a:gd name="T21" fmla="*/ 0 h 874"/>
                  <a:gd name="T22" fmla="*/ 0 w 734"/>
                  <a:gd name="T23" fmla="*/ 0 h 874"/>
                  <a:gd name="T24" fmla="*/ 0 w 734"/>
                  <a:gd name="T25" fmla="*/ 0 h 874"/>
                  <a:gd name="T26" fmla="*/ 0 w 734"/>
                  <a:gd name="T27" fmla="*/ 0 h 874"/>
                  <a:gd name="T28" fmla="*/ 0 w 734"/>
                  <a:gd name="T29" fmla="*/ 0 h 874"/>
                  <a:gd name="T30" fmla="*/ 0 w 734"/>
                  <a:gd name="T31" fmla="*/ 0 h 874"/>
                  <a:gd name="T32" fmla="*/ 0 w 734"/>
                  <a:gd name="T33" fmla="*/ 0 h 874"/>
                  <a:gd name="T34" fmla="*/ 0 w 734"/>
                  <a:gd name="T35" fmla="*/ 0 h 874"/>
                  <a:gd name="T36" fmla="*/ 0 w 734"/>
                  <a:gd name="T37" fmla="*/ 0 h 874"/>
                  <a:gd name="T38" fmla="*/ 0 w 734"/>
                  <a:gd name="T39" fmla="*/ 0 h 874"/>
                  <a:gd name="T40" fmla="*/ 0 w 734"/>
                  <a:gd name="T41" fmla="*/ 0 h 874"/>
                  <a:gd name="T42" fmla="*/ 0 w 734"/>
                  <a:gd name="T43" fmla="*/ 0 h 874"/>
                  <a:gd name="T44" fmla="*/ 0 w 734"/>
                  <a:gd name="T45" fmla="*/ 0 h 87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734"/>
                  <a:gd name="T70" fmla="*/ 0 h 874"/>
                  <a:gd name="T71" fmla="*/ 734 w 734"/>
                  <a:gd name="T72" fmla="*/ 874 h 87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734" h="874">
                    <a:moveTo>
                      <a:pt x="38" y="65"/>
                    </a:moveTo>
                    <a:lnTo>
                      <a:pt x="156" y="301"/>
                    </a:lnTo>
                    <a:lnTo>
                      <a:pt x="0" y="874"/>
                    </a:lnTo>
                    <a:lnTo>
                      <a:pt x="220" y="222"/>
                    </a:lnTo>
                    <a:lnTo>
                      <a:pt x="220" y="158"/>
                    </a:lnTo>
                    <a:lnTo>
                      <a:pt x="195" y="106"/>
                    </a:lnTo>
                    <a:lnTo>
                      <a:pt x="328" y="158"/>
                    </a:lnTo>
                    <a:lnTo>
                      <a:pt x="420" y="250"/>
                    </a:lnTo>
                    <a:lnTo>
                      <a:pt x="446" y="367"/>
                    </a:lnTo>
                    <a:lnTo>
                      <a:pt x="378" y="547"/>
                    </a:lnTo>
                    <a:lnTo>
                      <a:pt x="486" y="404"/>
                    </a:lnTo>
                    <a:lnTo>
                      <a:pt x="576" y="433"/>
                    </a:lnTo>
                    <a:lnTo>
                      <a:pt x="290" y="874"/>
                    </a:lnTo>
                    <a:lnTo>
                      <a:pt x="734" y="378"/>
                    </a:lnTo>
                    <a:lnTo>
                      <a:pt x="681" y="325"/>
                    </a:lnTo>
                    <a:lnTo>
                      <a:pt x="617" y="367"/>
                    </a:lnTo>
                    <a:lnTo>
                      <a:pt x="499" y="339"/>
                    </a:lnTo>
                    <a:lnTo>
                      <a:pt x="472" y="235"/>
                    </a:lnTo>
                    <a:lnTo>
                      <a:pt x="393" y="158"/>
                    </a:lnTo>
                    <a:lnTo>
                      <a:pt x="248" y="79"/>
                    </a:lnTo>
                    <a:lnTo>
                      <a:pt x="156" y="79"/>
                    </a:lnTo>
                    <a:lnTo>
                      <a:pt x="0" y="0"/>
                    </a:lnTo>
                    <a:lnTo>
                      <a:pt x="38" y="6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2" name="Freeform 226"/>
              <p:cNvSpPr>
                <a:spLocks/>
              </p:cNvSpPr>
              <p:nvPr/>
            </p:nvSpPr>
            <p:spPr bwMode="auto">
              <a:xfrm>
                <a:off x="3719" y="1693"/>
                <a:ext cx="80" cy="62"/>
              </a:xfrm>
              <a:custGeom>
                <a:avLst/>
                <a:gdLst>
                  <a:gd name="T0" fmla="*/ 0 w 643"/>
                  <a:gd name="T1" fmla="*/ 0 h 496"/>
                  <a:gd name="T2" fmla="*/ 0 w 643"/>
                  <a:gd name="T3" fmla="*/ 0 h 496"/>
                  <a:gd name="T4" fmla="*/ 0 w 643"/>
                  <a:gd name="T5" fmla="*/ 0 h 496"/>
                  <a:gd name="T6" fmla="*/ 0 w 643"/>
                  <a:gd name="T7" fmla="*/ 0 h 496"/>
                  <a:gd name="T8" fmla="*/ 0 w 643"/>
                  <a:gd name="T9" fmla="*/ 0 h 496"/>
                  <a:gd name="T10" fmla="*/ 0 w 643"/>
                  <a:gd name="T11" fmla="*/ 0 h 496"/>
                  <a:gd name="T12" fmla="*/ 0 w 643"/>
                  <a:gd name="T13" fmla="*/ 0 h 4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43"/>
                  <a:gd name="T22" fmla="*/ 0 h 496"/>
                  <a:gd name="T23" fmla="*/ 643 w 643"/>
                  <a:gd name="T24" fmla="*/ 496 h 4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43" h="496">
                    <a:moveTo>
                      <a:pt x="0" y="0"/>
                    </a:moveTo>
                    <a:lnTo>
                      <a:pt x="198" y="94"/>
                    </a:lnTo>
                    <a:lnTo>
                      <a:pt x="420" y="168"/>
                    </a:lnTo>
                    <a:lnTo>
                      <a:pt x="643" y="496"/>
                    </a:lnTo>
                    <a:lnTo>
                      <a:pt x="500" y="442"/>
                    </a:lnTo>
                    <a:lnTo>
                      <a:pt x="408" y="2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3" name="Freeform 227"/>
              <p:cNvSpPr>
                <a:spLocks/>
              </p:cNvSpPr>
              <p:nvPr/>
            </p:nvSpPr>
            <p:spPr bwMode="auto">
              <a:xfrm>
                <a:off x="3506" y="1757"/>
                <a:ext cx="83" cy="305"/>
              </a:xfrm>
              <a:custGeom>
                <a:avLst/>
                <a:gdLst>
                  <a:gd name="T0" fmla="*/ 0 w 667"/>
                  <a:gd name="T1" fmla="*/ 0 h 2442"/>
                  <a:gd name="T2" fmla="*/ 0 w 667"/>
                  <a:gd name="T3" fmla="*/ 0 h 2442"/>
                  <a:gd name="T4" fmla="*/ 0 w 667"/>
                  <a:gd name="T5" fmla="*/ 0 h 2442"/>
                  <a:gd name="T6" fmla="*/ 0 w 667"/>
                  <a:gd name="T7" fmla="*/ 0 h 2442"/>
                  <a:gd name="T8" fmla="*/ 0 w 667"/>
                  <a:gd name="T9" fmla="*/ 0 h 2442"/>
                  <a:gd name="T10" fmla="*/ 0 w 667"/>
                  <a:gd name="T11" fmla="*/ 0 h 2442"/>
                  <a:gd name="T12" fmla="*/ 0 w 667"/>
                  <a:gd name="T13" fmla="*/ 0 h 2442"/>
                  <a:gd name="T14" fmla="*/ 0 w 667"/>
                  <a:gd name="T15" fmla="*/ 0 h 2442"/>
                  <a:gd name="T16" fmla="*/ 0 w 667"/>
                  <a:gd name="T17" fmla="*/ 0 h 2442"/>
                  <a:gd name="T18" fmla="*/ 0 w 667"/>
                  <a:gd name="T19" fmla="*/ 0 h 2442"/>
                  <a:gd name="T20" fmla="*/ 0 w 667"/>
                  <a:gd name="T21" fmla="*/ 0 h 2442"/>
                  <a:gd name="T22" fmla="*/ 0 w 667"/>
                  <a:gd name="T23" fmla="*/ 0 h 2442"/>
                  <a:gd name="T24" fmla="*/ 0 w 667"/>
                  <a:gd name="T25" fmla="*/ 0 h 2442"/>
                  <a:gd name="T26" fmla="*/ 0 w 667"/>
                  <a:gd name="T27" fmla="*/ 0 h 2442"/>
                  <a:gd name="T28" fmla="*/ 0 w 667"/>
                  <a:gd name="T29" fmla="*/ 0 h 2442"/>
                  <a:gd name="T30" fmla="*/ 0 w 667"/>
                  <a:gd name="T31" fmla="*/ 0 h 2442"/>
                  <a:gd name="T32" fmla="*/ 0 w 667"/>
                  <a:gd name="T33" fmla="*/ 0 h 2442"/>
                  <a:gd name="T34" fmla="*/ 0 w 667"/>
                  <a:gd name="T35" fmla="*/ 0 h 2442"/>
                  <a:gd name="T36" fmla="*/ 0 w 667"/>
                  <a:gd name="T37" fmla="*/ 0 h 2442"/>
                  <a:gd name="T38" fmla="*/ 0 w 667"/>
                  <a:gd name="T39" fmla="*/ 0 h 2442"/>
                  <a:gd name="T40" fmla="*/ 0 w 667"/>
                  <a:gd name="T41" fmla="*/ 0 h 2442"/>
                  <a:gd name="T42" fmla="*/ 0 w 667"/>
                  <a:gd name="T43" fmla="*/ 0 h 2442"/>
                  <a:gd name="T44" fmla="*/ 0 w 667"/>
                  <a:gd name="T45" fmla="*/ 0 h 2442"/>
                  <a:gd name="T46" fmla="*/ 0 w 667"/>
                  <a:gd name="T47" fmla="*/ 0 h 2442"/>
                  <a:gd name="T48" fmla="*/ 0 w 667"/>
                  <a:gd name="T49" fmla="*/ 0 h 2442"/>
                  <a:gd name="T50" fmla="*/ 0 w 667"/>
                  <a:gd name="T51" fmla="*/ 0 h 2442"/>
                  <a:gd name="T52" fmla="*/ 0 w 667"/>
                  <a:gd name="T53" fmla="*/ 0 h 2442"/>
                  <a:gd name="T54" fmla="*/ 0 w 667"/>
                  <a:gd name="T55" fmla="*/ 0 h 2442"/>
                  <a:gd name="T56" fmla="*/ 0 w 667"/>
                  <a:gd name="T57" fmla="*/ 0 h 2442"/>
                  <a:gd name="T58" fmla="*/ 0 w 667"/>
                  <a:gd name="T59" fmla="*/ 0 h 2442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667"/>
                  <a:gd name="T91" fmla="*/ 0 h 2442"/>
                  <a:gd name="T92" fmla="*/ 667 w 667"/>
                  <a:gd name="T93" fmla="*/ 2442 h 2442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667" h="2442">
                    <a:moveTo>
                      <a:pt x="208" y="0"/>
                    </a:moveTo>
                    <a:lnTo>
                      <a:pt x="208" y="88"/>
                    </a:lnTo>
                    <a:lnTo>
                      <a:pt x="618" y="326"/>
                    </a:lnTo>
                    <a:lnTo>
                      <a:pt x="272" y="194"/>
                    </a:lnTo>
                    <a:lnTo>
                      <a:pt x="208" y="440"/>
                    </a:lnTo>
                    <a:lnTo>
                      <a:pt x="272" y="625"/>
                    </a:lnTo>
                    <a:lnTo>
                      <a:pt x="272" y="794"/>
                    </a:lnTo>
                    <a:lnTo>
                      <a:pt x="208" y="1190"/>
                    </a:lnTo>
                    <a:lnTo>
                      <a:pt x="153" y="1543"/>
                    </a:lnTo>
                    <a:lnTo>
                      <a:pt x="185" y="1734"/>
                    </a:lnTo>
                    <a:lnTo>
                      <a:pt x="314" y="1996"/>
                    </a:lnTo>
                    <a:lnTo>
                      <a:pt x="512" y="2218"/>
                    </a:lnTo>
                    <a:lnTo>
                      <a:pt x="667" y="2257"/>
                    </a:lnTo>
                    <a:lnTo>
                      <a:pt x="470" y="2242"/>
                    </a:lnTo>
                    <a:lnTo>
                      <a:pt x="404" y="2273"/>
                    </a:lnTo>
                    <a:lnTo>
                      <a:pt x="404" y="2442"/>
                    </a:lnTo>
                    <a:lnTo>
                      <a:pt x="272" y="2321"/>
                    </a:lnTo>
                    <a:lnTo>
                      <a:pt x="0" y="2400"/>
                    </a:lnTo>
                    <a:lnTo>
                      <a:pt x="245" y="2297"/>
                    </a:lnTo>
                    <a:lnTo>
                      <a:pt x="185" y="2089"/>
                    </a:lnTo>
                    <a:lnTo>
                      <a:pt x="129" y="1801"/>
                    </a:lnTo>
                    <a:lnTo>
                      <a:pt x="116" y="1501"/>
                    </a:lnTo>
                    <a:lnTo>
                      <a:pt x="143" y="1200"/>
                    </a:lnTo>
                    <a:lnTo>
                      <a:pt x="208" y="911"/>
                    </a:lnTo>
                    <a:lnTo>
                      <a:pt x="233" y="756"/>
                    </a:lnTo>
                    <a:lnTo>
                      <a:pt x="233" y="598"/>
                    </a:lnTo>
                    <a:lnTo>
                      <a:pt x="185" y="494"/>
                    </a:lnTo>
                    <a:lnTo>
                      <a:pt x="51" y="440"/>
                    </a:lnTo>
                    <a:lnTo>
                      <a:pt x="185" y="130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28" name="Freeform 228"/>
            <p:cNvSpPr>
              <a:spLocks/>
            </p:cNvSpPr>
            <p:nvPr/>
          </p:nvSpPr>
          <p:spPr bwMode="auto">
            <a:xfrm>
              <a:off x="3384" y="1753"/>
              <a:ext cx="136" cy="305"/>
            </a:xfrm>
            <a:custGeom>
              <a:avLst/>
              <a:gdLst>
                <a:gd name="T0" fmla="*/ 0 w 1088"/>
                <a:gd name="T1" fmla="*/ 0 h 2442"/>
                <a:gd name="T2" fmla="*/ 0 w 1088"/>
                <a:gd name="T3" fmla="*/ 0 h 2442"/>
                <a:gd name="T4" fmla="*/ 0 w 1088"/>
                <a:gd name="T5" fmla="*/ 0 h 2442"/>
                <a:gd name="T6" fmla="*/ 0 w 1088"/>
                <a:gd name="T7" fmla="*/ 0 h 2442"/>
                <a:gd name="T8" fmla="*/ 0 w 1088"/>
                <a:gd name="T9" fmla="*/ 0 h 2442"/>
                <a:gd name="T10" fmla="*/ 0 w 1088"/>
                <a:gd name="T11" fmla="*/ 0 h 2442"/>
                <a:gd name="T12" fmla="*/ 0 w 1088"/>
                <a:gd name="T13" fmla="*/ 0 h 2442"/>
                <a:gd name="T14" fmla="*/ 0 w 1088"/>
                <a:gd name="T15" fmla="*/ 0 h 2442"/>
                <a:gd name="T16" fmla="*/ 0 w 1088"/>
                <a:gd name="T17" fmla="*/ 0 h 2442"/>
                <a:gd name="T18" fmla="*/ 0 w 1088"/>
                <a:gd name="T19" fmla="*/ 0 h 2442"/>
                <a:gd name="T20" fmla="*/ 0 w 1088"/>
                <a:gd name="T21" fmla="*/ 0 h 2442"/>
                <a:gd name="T22" fmla="*/ 0 w 1088"/>
                <a:gd name="T23" fmla="*/ 0 h 2442"/>
                <a:gd name="T24" fmla="*/ 0 w 1088"/>
                <a:gd name="T25" fmla="*/ 0 h 2442"/>
                <a:gd name="T26" fmla="*/ 0 w 1088"/>
                <a:gd name="T27" fmla="*/ 0 h 2442"/>
                <a:gd name="T28" fmla="*/ 0 w 1088"/>
                <a:gd name="T29" fmla="*/ 0 h 2442"/>
                <a:gd name="T30" fmla="*/ 0 w 1088"/>
                <a:gd name="T31" fmla="*/ 0 h 2442"/>
                <a:gd name="T32" fmla="*/ 0 w 1088"/>
                <a:gd name="T33" fmla="*/ 0 h 2442"/>
                <a:gd name="T34" fmla="*/ 0 w 1088"/>
                <a:gd name="T35" fmla="*/ 0 h 2442"/>
                <a:gd name="T36" fmla="*/ 0 w 1088"/>
                <a:gd name="T37" fmla="*/ 0 h 2442"/>
                <a:gd name="T38" fmla="*/ 0 w 1088"/>
                <a:gd name="T39" fmla="*/ 0 h 2442"/>
                <a:gd name="T40" fmla="*/ 0 w 1088"/>
                <a:gd name="T41" fmla="*/ 0 h 2442"/>
                <a:gd name="T42" fmla="*/ 0 w 1088"/>
                <a:gd name="T43" fmla="*/ 0 h 2442"/>
                <a:gd name="T44" fmla="*/ 0 w 1088"/>
                <a:gd name="T45" fmla="*/ 0 h 2442"/>
                <a:gd name="T46" fmla="*/ 0 w 1088"/>
                <a:gd name="T47" fmla="*/ 0 h 2442"/>
                <a:gd name="T48" fmla="*/ 0 w 1088"/>
                <a:gd name="T49" fmla="*/ 0 h 2442"/>
                <a:gd name="T50" fmla="*/ 0 w 1088"/>
                <a:gd name="T51" fmla="*/ 0 h 2442"/>
                <a:gd name="T52" fmla="*/ 0 w 1088"/>
                <a:gd name="T53" fmla="*/ 0 h 2442"/>
                <a:gd name="T54" fmla="*/ 0 w 1088"/>
                <a:gd name="T55" fmla="*/ 0 h 2442"/>
                <a:gd name="T56" fmla="*/ 0 w 1088"/>
                <a:gd name="T57" fmla="*/ 0 h 2442"/>
                <a:gd name="T58" fmla="*/ 0 w 1088"/>
                <a:gd name="T59" fmla="*/ 0 h 2442"/>
                <a:gd name="T60" fmla="*/ 0 w 1088"/>
                <a:gd name="T61" fmla="*/ 0 h 2442"/>
                <a:gd name="T62" fmla="*/ 0 w 1088"/>
                <a:gd name="T63" fmla="*/ 0 h 2442"/>
                <a:gd name="T64" fmla="*/ 0 w 1088"/>
                <a:gd name="T65" fmla="*/ 0 h 244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088"/>
                <a:gd name="T100" fmla="*/ 0 h 2442"/>
                <a:gd name="T101" fmla="*/ 1088 w 1088"/>
                <a:gd name="T102" fmla="*/ 2442 h 244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088" h="2442">
                  <a:moveTo>
                    <a:pt x="1035" y="0"/>
                  </a:moveTo>
                  <a:lnTo>
                    <a:pt x="958" y="116"/>
                  </a:lnTo>
                  <a:lnTo>
                    <a:pt x="943" y="238"/>
                  </a:lnTo>
                  <a:lnTo>
                    <a:pt x="943" y="455"/>
                  </a:lnTo>
                  <a:lnTo>
                    <a:pt x="931" y="784"/>
                  </a:lnTo>
                  <a:lnTo>
                    <a:pt x="866" y="1292"/>
                  </a:lnTo>
                  <a:lnTo>
                    <a:pt x="838" y="1672"/>
                  </a:lnTo>
                  <a:lnTo>
                    <a:pt x="853" y="1894"/>
                  </a:lnTo>
                  <a:lnTo>
                    <a:pt x="890" y="2074"/>
                  </a:lnTo>
                  <a:lnTo>
                    <a:pt x="943" y="2207"/>
                  </a:lnTo>
                  <a:lnTo>
                    <a:pt x="1023" y="2338"/>
                  </a:lnTo>
                  <a:lnTo>
                    <a:pt x="1088" y="2378"/>
                  </a:lnTo>
                  <a:lnTo>
                    <a:pt x="980" y="2442"/>
                  </a:lnTo>
                  <a:lnTo>
                    <a:pt x="866" y="2442"/>
                  </a:lnTo>
                  <a:lnTo>
                    <a:pt x="866" y="2232"/>
                  </a:lnTo>
                  <a:lnTo>
                    <a:pt x="798" y="2052"/>
                  </a:lnTo>
                  <a:lnTo>
                    <a:pt x="576" y="1424"/>
                  </a:lnTo>
                  <a:lnTo>
                    <a:pt x="156" y="1488"/>
                  </a:lnTo>
                  <a:lnTo>
                    <a:pt x="75" y="1474"/>
                  </a:lnTo>
                  <a:lnTo>
                    <a:pt x="391" y="1345"/>
                  </a:lnTo>
                  <a:lnTo>
                    <a:pt x="341" y="1228"/>
                  </a:lnTo>
                  <a:lnTo>
                    <a:pt x="0" y="1228"/>
                  </a:lnTo>
                  <a:lnTo>
                    <a:pt x="260" y="1110"/>
                  </a:lnTo>
                  <a:lnTo>
                    <a:pt x="456" y="1096"/>
                  </a:lnTo>
                  <a:lnTo>
                    <a:pt x="417" y="849"/>
                  </a:lnTo>
                  <a:lnTo>
                    <a:pt x="798" y="1905"/>
                  </a:lnTo>
                  <a:lnTo>
                    <a:pt x="798" y="1608"/>
                  </a:lnTo>
                  <a:lnTo>
                    <a:pt x="838" y="1257"/>
                  </a:lnTo>
                  <a:lnTo>
                    <a:pt x="890" y="863"/>
                  </a:lnTo>
                  <a:lnTo>
                    <a:pt x="919" y="575"/>
                  </a:lnTo>
                  <a:lnTo>
                    <a:pt x="919" y="169"/>
                  </a:lnTo>
                  <a:lnTo>
                    <a:pt x="972" y="53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 229"/>
            <p:cNvSpPr>
              <a:spLocks/>
            </p:cNvSpPr>
            <p:nvPr/>
          </p:nvSpPr>
          <p:spPr bwMode="auto">
            <a:xfrm>
              <a:off x="3566" y="1797"/>
              <a:ext cx="181" cy="263"/>
            </a:xfrm>
            <a:custGeom>
              <a:avLst/>
              <a:gdLst>
                <a:gd name="T0" fmla="*/ 0 w 1444"/>
                <a:gd name="T1" fmla="*/ 0 h 2100"/>
                <a:gd name="T2" fmla="*/ 0 w 1444"/>
                <a:gd name="T3" fmla="*/ 0 h 2100"/>
                <a:gd name="T4" fmla="*/ 0 w 1444"/>
                <a:gd name="T5" fmla="*/ 0 h 2100"/>
                <a:gd name="T6" fmla="*/ 0 w 1444"/>
                <a:gd name="T7" fmla="*/ 0 h 2100"/>
                <a:gd name="T8" fmla="*/ 0 w 1444"/>
                <a:gd name="T9" fmla="*/ 0 h 2100"/>
                <a:gd name="T10" fmla="*/ 0 w 1444"/>
                <a:gd name="T11" fmla="*/ 0 h 2100"/>
                <a:gd name="T12" fmla="*/ 0 w 1444"/>
                <a:gd name="T13" fmla="*/ 0 h 2100"/>
                <a:gd name="T14" fmla="*/ 0 w 1444"/>
                <a:gd name="T15" fmla="*/ 0 h 2100"/>
                <a:gd name="T16" fmla="*/ 0 w 1444"/>
                <a:gd name="T17" fmla="*/ 0 h 2100"/>
                <a:gd name="T18" fmla="*/ 0 w 1444"/>
                <a:gd name="T19" fmla="*/ 0 h 2100"/>
                <a:gd name="T20" fmla="*/ 0 w 1444"/>
                <a:gd name="T21" fmla="*/ 0 h 2100"/>
                <a:gd name="T22" fmla="*/ 0 w 1444"/>
                <a:gd name="T23" fmla="*/ 0 h 2100"/>
                <a:gd name="T24" fmla="*/ 0 w 1444"/>
                <a:gd name="T25" fmla="*/ 0 h 2100"/>
                <a:gd name="T26" fmla="*/ 0 w 1444"/>
                <a:gd name="T27" fmla="*/ 0 h 2100"/>
                <a:gd name="T28" fmla="*/ 0 w 1444"/>
                <a:gd name="T29" fmla="*/ 0 h 2100"/>
                <a:gd name="T30" fmla="*/ 0 w 1444"/>
                <a:gd name="T31" fmla="*/ 0 h 2100"/>
                <a:gd name="T32" fmla="*/ 0 w 1444"/>
                <a:gd name="T33" fmla="*/ 0 h 2100"/>
                <a:gd name="T34" fmla="*/ 0 w 1444"/>
                <a:gd name="T35" fmla="*/ 0 h 2100"/>
                <a:gd name="T36" fmla="*/ 0 w 1444"/>
                <a:gd name="T37" fmla="*/ 0 h 2100"/>
                <a:gd name="T38" fmla="*/ 0 w 1444"/>
                <a:gd name="T39" fmla="*/ 0 h 2100"/>
                <a:gd name="T40" fmla="*/ 0 w 1444"/>
                <a:gd name="T41" fmla="*/ 0 h 2100"/>
                <a:gd name="T42" fmla="*/ 0 w 1444"/>
                <a:gd name="T43" fmla="*/ 0 h 2100"/>
                <a:gd name="T44" fmla="*/ 0 w 1444"/>
                <a:gd name="T45" fmla="*/ 0 h 2100"/>
                <a:gd name="T46" fmla="*/ 0 w 1444"/>
                <a:gd name="T47" fmla="*/ 0 h 2100"/>
                <a:gd name="T48" fmla="*/ 0 w 1444"/>
                <a:gd name="T49" fmla="*/ 0 h 2100"/>
                <a:gd name="T50" fmla="*/ 0 w 1444"/>
                <a:gd name="T51" fmla="*/ 0 h 2100"/>
                <a:gd name="T52" fmla="*/ 0 w 1444"/>
                <a:gd name="T53" fmla="*/ 0 h 2100"/>
                <a:gd name="T54" fmla="*/ 0 w 1444"/>
                <a:gd name="T55" fmla="*/ 0 h 2100"/>
                <a:gd name="T56" fmla="*/ 0 w 1444"/>
                <a:gd name="T57" fmla="*/ 0 h 2100"/>
                <a:gd name="T58" fmla="*/ 0 w 1444"/>
                <a:gd name="T59" fmla="*/ 0 h 2100"/>
                <a:gd name="T60" fmla="*/ 0 w 1444"/>
                <a:gd name="T61" fmla="*/ 0 h 210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444"/>
                <a:gd name="T94" fmla="*/ 0 h 2100"/>
                <a:gd name="T95" fmla="*/ 1444 w 1444"/>
                <a:gd name="T96" fmla="*/ 2100 h 2100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444" h="2100">
                  <a:moveTo>
                    <a:pt x="198" y="1931"/>
                  </a:moveTo>
                  <a:lnTo>
                    <a:pt x="407" y="1995"/>
                  </a:lnTo>
                  <a:lnTo>
                    <a:pt x="589" y="2100"/>
                  </a:lnTo>
                  <a:lnTo>
                    <a:pt x="446" y="1931"/>
                  </a:lnTo>
                  <a:lnTo>
                    <a:pt x="343" y="1841"/>
                  </a:lnTo>
                  <a:lnTo>
                    <a:pt x="248" y="1826"/>
                  </a:lnTo>
                  <a:lnTo>
                    <a:pt x="211" y="1812"/>
                  </a:lnTo>
                  <a:lnTo>
                    <a:pt x="211" y="1632"/>
                  </a:lnTo>
                  <a:lnTo>
                    <a:pt x="264" y="1593"/>
                  </a:lnTo>
                  <a:lnTo>
                    <a:pt x="499" y="1498"/>
                  </a:lnTo>
                  <a:lnTo>
                    <a:pt x="776" y="1318"/>
                  </a:lnTo>
                  <a:lnTo>
                    <a:pt x="1025" y="1070"/>
                  </a:lnTo>
                  <a:lnTo>
                    <a:pt x="1444" y="495"/>
                  </a:lnTo>
                  <a:lnTo>
                    <a:pt x="1444" y="403"/>
                  </a:lnTo>
                  <a:lnTo>
                    <a:pt x="1092" y="834"/>
                  </a:lnTo>
                  <a:lnTo>
                    <a:pt x="710" y="1217"/>
                  </a:lnTo>
                  <a:lnTo>
                    <a:pt x="369" y="1448"/>
                  </a:lnTo>
                  <a:lnTo>
                    <a:pt x="578" y="1081"/>
                  </a:lnTo>
                  <a:lnTo>
                    <a:pt x="684" y="732"/>
                  </a:lnTo>
                  <a:lnTo>
                    <a:pt x="710" y="495"/>
                  </a:lnTo>
                  <a:lnTo>
                    <a:pt x="879" y="140"/>
                  </a:lnTo>
                  <a:lnTo>
                    <a:pt x="1117" y="0"/>
                  </a:lnTo>
                  <a:lnTo>
                    <a:pt x="855" y="127"/>
                  </a:lnTo>
                  <a:lnTo>
                    <a:pt x="644" y="442"/>
                  </a:lnTo>
                  <a:lnTo>
                    <a:pt x="644" y="769"/>
                  </a:lnTo>
                  <a:lnTo>
                    <a:pt x="525" y="1081"/>
                  </a:lnTo>
                  <a:lnTo>
                    <a:pt x="356" y="1371"/>
                  </a:lnTo>
                  <a:lnTo>
                    <a:pt x="184" y="1604"/>
                  </a:lnTo>
                  <a:lnTo>
                    <a:pt x="184" y="1826"/>
                  </a:lnTo>
                  <a:lnTo>
                    <a:pt x="0" y="1905"/>
                  </a:lnTo>
                  <a:lnTo>
                    <a:pt x="198" y="19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reeform 230"/>
            <p:cNvSpPr>
              <a:spLocks/>
            </p:cNvSpPr>
            <p:nvPr/>
          </p:nvSpPr>
          <p:spPr bwMode="auto">
            <a:xfrm>
              <a:off x="3561" y="2070"/>
              <a:ext cx="102" cy="96"/>
            </a:xfrm>
            <a:custGeom>
              <a:avLst/>
              <a:gdLst>
                <a:gd name="T0" fmla="*/ 0 w 818"/>
                <a:gd name="T1" fmla="*/ 0 h 773"/>
                <a:gd name="T2" fmla="*/ 0 w 818"/>
                <a:gd name="T3" fmla="*/ 0 h 773"/>
                <a:gd name="T4" fmla="*/ 0 w 818"/>
                <a:gd name="T5" fmla="*/ 0 h 773"/>
                <a:gd name="T6" fmla="*/ 0 w 818"/>
                <a:gd name="T7" fmla="*/ 0 h 773"/>
                <a:gd name="T8" fmla="*/ 0 w 818"/>
                <a:gd name="T9" fmla="*/ 0 h 773"/>
                <a:gd name="T10" fmla="*/ 0 w 818"/>
                <a:gd name="T11" fmla="*/ 0 h 773"/>
                <a:gd name="T12" fmla="*/ 0 w 818"/>
                <a:gd name="T13" fmla="*/ 0 h 773"/>
                <a:gd name="T14" fmla="*/ 0 w 818"/>
                <a:gd name="T15" fmla="*/ 0 h 773"/>
                <a:gd name="T16" fmla="*/ 0 w 818"/>
                <a:gd name="T17" fmla="*/ 0 h 773"/>
                <a:gd name="T18" fmla="*/ 0 w 818"/>
                <a:gd name="T19" fmla="*/ 0 h 773"/>
                <a:gd name="T20" fmla="*/ 0 w 818"/>
                <a:gd name="T21" fmla="*/ 0 h 773"/>
                <a:gd name="T22" fmla="*/ 0 w 818"/>
                <a:gd name="T23" fmla="*/ 0 h 773"/>
                <a:gd name="T24" fmla="*/ 0 w 818"/>
                <a:gd name="T25" fmla="*/ 0 h 773"/>
                <a:gd name="T26" fmla="*/ 0 w 818"/>
                <a:gd name="T27" fmla="*/ 0 h 773"/>
                <a:gd name="T28" fmla="*/ 0 w 818"/>
                <a:gd name="T29" fmla="*/ 0 h 773"/>
                <a:gd name="T30" fmla="*/ 0 w 818"/>
                <a:gd name="T31" fmla="*/ 0 h 773"/>
                <a:gd name="T32" fmla="*/ 0 w 818"/>
                <a:gd name="T33" fmla="*/ 0 h 773"/>
                <a:gd name="T34" fmla="*/ 0 w 818"/>
                <a:gd name="T35" fmla="*/ 0 h 773"/>
                <a:gd name="T36" fmla="*/ 0 w 818"/>
                <a:gd name="T37" fmla="*/ 0 h 77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18"/>
                <a:gd name="T58" fmla="*/ 0 h 773"/>
                <a:gd name="T59" fmla="*/ 818 w 818"/>
                <a:gd name="T60" fmla="*/ 773 h 773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18" h="773">
                  <a:moveTo>
                    <a:pt x="671" y="0"/>
                  </a:moveTo>
                  <a:lnTo>
                    <a:pt x="776" y="184"/>
                  </a:lnTo>
                  <a:lnTo>
                    <a:pt x="818" y="419"/>
                  </a:lnTo>
                  <a:lnTo>
                    <a:pt x="818" y="564"/>
                  </a:lnTo>
                  <a:lnTo>
                    <a:pt x="739" y="758"/>
                  </a:lnTo>
                  <a:lnTo>
                    <a:pt x="606" y="773"/>
                  </a:lnTo>
                  <a:lnTo>
                    <a:pt x="369" y="654"/>
                  </a:lnTo>
                  <a:lnTo>
                    <a:pt x="226" y="498"/>
                  </a:lnTo>
                  <a:lnTo>
                    <a:pt x="0" y="14"/>
                  </a:lnTo>
                  <a:lnTo>
                    <a:pt x="161" y="290"/>
                  </a:lnTo>
                  <a:lnTo>
                    <a:pt x="435" y="512"/>
                  </a:lnTo>
                  <a:lnTo>
                    <a:pt x="739" y="588"/>
                  </a:lnTo>
                  <a:lnTo>
                    <a:pt x="752" y="474"/>
                  </a:lnTo>
                  <a:lnTo>
                    <a:pt x="712" y="327"/>
                  </a:lnTo>
                  <a:lnTo>
                    <a:pt x="620" y="235"/>
                  </a:lnTo>
                  <a:lnTo>
                    <a:pt x="477" y="184"/>
                  </a:lnTo>
                  <a:lnTo>
                    <a:pt x="620" y="147"/>
                  </a:lnTo>
                  <a:lnTo>
                    <a:pt x="671" y="65"/>
                  </a:lnTo>
                  <a:lnTo>
                    <a:pt x="67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231"/>
            <p:cNvSpPr>
              <a:spLocks/>
            </p:cNvSpPr>
            <p:nvPr/>
          </p:nvSpPr>
          <p:spPr bwMode="auto">
            <a:xfrm>
              <a:off x="3351" y="2093"/>
              <a:ext cx="264" cy="76"/>
            </a:xfrm>
            <a:custGeom>
              <a:avLst/>
              <a:gdLst>
                <a:gd name="T0" fmla="*/ 0 w 2111"/>
                <a:gd name="T1" fmla="*/ 0 h 613"/>
                <a:gd name="T2" fmla="*/ 0 w 2111"/>
                <a:gd name="T3" fmla="*/ 0 h 613"/>
                <a:gd name="T4" fmla="*/ 0 w 2111"/>
                <a:gd name="T5" fmla="*/ 0 h 613"/>
                <a:gd name="T6" fmla="*/ 0 w 2111"/>
                <a:gd name="T7" fmla="*/ 0 h 613"/>
                <a:gd name="T8" fmla="*/ 0 w 2111"/>
                <a:gd name="T9" fmla="*/ 0 h 613"/>
                <a:gd name="T10" fmla="*/ 0 w 2111"/>
                <a:gd name="T11" fmla="*/ 0 h 613"/>
                <a:gd name="T12" fmla="*/ 0 w 2111"/>
                <a:gd name="T13" fmla="*/ 0 h 613"/>
                <a:gd name="T14" fmla="*/ 0 w 2111"/>
                <a:gd name="T15" fmla="*/ 0 h 613"/>
                <a:gd name="T16" fmla="*/ 0 w 2111"/>
                <a:gd name="T17" fmla="*/ 0 h 613"/>
                <a:gd name="T18" fmla="*/ 0 w 2111"/>
                <a:gd name="T19" fmla="*/ 0 h 613"/>
                <a:gd name="T20" fmla="*/ 0 w 2111"/>
                <a:gd name="T21" fmla="*/ 0 h 613"/>
                <a:gd name="T22" fmla="*/ 0 w 2111"/>
                <a:gd name="T23" fmla="*/ 0 h 613"/>
                <a:gd name="T24" fmla="*/ 0 w 2111"/>
                <a:gd name="T25" fmla="*/ 0 h 613"/>
                <a:gd name="T26" fmla="*/ 0 w 2111"/>
                <a:gd name="T27" fmla="*/ 0 h 613"/>
                <a:gd name="T28" fmla="*/ 0 w 2111"/>
                <a:gd name="T29" fmla="*/ 0 h 613"/>
                <a:gd name="T30" fmla="*/ 0 w 2111"/>
                <a:gd name="T31" fmla="*/ 0 h 613"/>
                <a:gd name="T32" fmla="*/ 0 w 2111"/>
                <a:gd name="T33" fmla="*/ 0 h 613"/>
                <a:gd name="T34" fmla="*/ 0 w 2111"/>
                <a:gd name="T35" fmla="*/ 0 h 613"/>
                <a:gd name="T36" fmla="*/ 0 w 2111"/>
                <a:gd name="T37" fmla="*/ 0 h 613"/>
                <a:gd name="T38" fmla="*/ 0 w 2111"/>
                <a:gd name="T39" fmla="*/ 0 h 613"/>
                <a:gd name="T40" fmla="*/ 0 w 2111"/>
                <a:gd name="T41" fmla="*/ 0 h 613"/>
                <a:gd name="T42" fmla="*/ 0 w 2111"/>
                <a:gd name="T43" fmla="*/ 0 h 613"/>
                <a:gd name="T44" fmla="*/ 0 w 2111"/>
                <a:gd name="T45" fmla="*/ 0 h 613"/>
                <a:gd name="T46" fmla="*/ 0 w 2111"/>
                <a:gd name="T47" fmla="*/ 0 h 613"/>
                <a:gd name="T48" fmla="*/ 0 w 2111"/>
                <a:gd name="T49" fmla="*/ 0 h 613"/>
                <a:gd name="T50" fmla="*/ 0 w 2111"/>
                <a:gd name="T51" fmla="*/ 0 h 61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111"/>
                <a:gd name="T79" fmla="*/ 0 h 613"/>
                <a:gd name="T80" fmla="*/ 2111 w 2111"/>
                <a:gd name="T81" fmla="*/ 613 h 613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111" h="613">
                  <a:moveTo>
                    <a:pt x="2111" y="613"/>
                  </a:moveTo>
                  <a:lnTo>
                    <a:pt x="1718" y="602"/>
                  </a:lnTo>
                  <a:lnTo>
                    <a:pt x="1194" y="549"/>
                  </a:lnTo>
                  <a:lnTo>
                    <a:pt x="593" y="380"/>
                  </a:lnTo>
                  <a:lnTo>
                    <a:pt x="103" y="301"/>
                  </a:lnTo>
                  <a:lnTo>
                    <a:pt x="26" y="235"/>
                  </a:lnTo>
                  <a:lnTo>
                    <a:pt x="0" y="90"/>
                  </a:lnTo>
                  <a:lnTo>
                    <a:pt x="353" y="143"/>
                  </a:lnTo>
                  <a:lnTo>
                    <a:pt x="364" y="0"/>
                  </a:lnTo>
                  <a:lnTo>
                    <a:pt x="406" y="143"/>
                  </a:lnTo>
                  <a:lnTo>
                    <a:pt x="643" y="143"/>
                  </a:lnTo>
                  <a:lnTo>
                    <a:pt x="419" y="249"/>
                  </a:lnTo>
                  <a:lnTo>
                    <a:pt x="445" y="328"/>
                  </a:lnTo>
                  <a:lnTo>
                    <a:pt x="929" y="290"/>
                  </a:lnTo>
                  <a:lnTo>
                    <a:pt x="1243" y="301"/>
                  </a:lnTo>
                  <a:lnTo>
                    <a:pt x="1586" y="362"/>
                  </a:lnTo>
                  <a:lnTo>
                    <a:pt x="1773" y="433"/>
                  </a:lnTo>
                  <a:lnTo>
                    <a:pt x="1625" y="249"/>
                  </a:lnTo>
                  <a:lnTo>
                    <a:pt x="1494" y="169"/>
                  </a:lnTo>
                  <a:lnTo>
                    <a:pt x="1221" y="106"/>
                  </a:lnTo>
                  <a:lnTo>
                    <a:pt x="1549" y="106"/>
                  </a:lnTo>
                  <a:lnTo>
                    <a:pt x="1747" y="235"/>
                  </a:lnTo>
                  <a:lnTo>
                    <a:pt x="1821" y="393"/>
                  </a:lnTo>
                  <a:lnTo>
                    <a:pt x="1929" y="496"/>
                  </a:lnTo>
                  <a:lnTo>
                    <a:pt x="2019" y="574"/>
                  </a:lnTo>
                  <a:lnTo>
                    <a:pt x="2111" y="6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232"/>
            <p:cNvSpPr>
              <a:spLocks/>
            </p:cNvSpPr>
            <p:nvPr/>
          </p:nvSpPr>
          <p:spPr bwMode="auto">
            <a:xfrm>
              <a:off x="3351" y="1948"/>
              <a:ext cx="114" cy="91"/>
            </a:xfrm>
            <a:custGeom>
              <a:avLst/>
              <a:gdLst>
                <a:gd name="T0" fmla="*/ 0 w 905"/>
                <a:gd name="T1" fmla="*/ 0 h 731"/>
                <a:gd name="T2" fmla="*/ 0 w 905"/>
                <a:gd name="T3" fmla="*/ 0 h 731"/>
                <a:gd name="T4" fmla="*/ 0 w 905"/>
                <a:gd name="T5" fmla="*/ 0 h 731"/>
                <a:gd name="T6" fmla="*/ 0 w 905"/>
                <a:gd name="T7" fmla="*/ 0 h 731"/>
                <a:gd name="T8" fmla="*/ 0 w 905"/>
                <a:gd name="T9" fmla="*/ 0 h 731"/>
                <a:gd name="T10" fmla="*/ 0 w 905"/>
                <a:gd name="T11" fmla="*/ 0 h 731"/>
                <a:gd name="T12" fmla="*/ 0 w 905"/>
                <a:gd name="T13" fmla="*/ 0 h 731"/>
                <a:gd name="T14" fmla="*/ 0 w 905"/>
                <a:gd name="T15" fmla="*/ 0 h 731"/>
                <a:gd name="T16" fmla="*/ 0 w 905"/>
                <a:gd name="T17" fmla="*/ 0 h 731"/>
                <a:gd name="T18" fmla="*/ 0 w 905"/>
                <a:gd name="T19" fmla="*/ 0 h 731"/>
                <a:gd name="T20" fmla="*/ 0 w 905"/>
                <a:gd name="T21" fmla="*/ 0 h 731"/>
                <a:gd name="T22" fmla="*/ 0 w 905"/>
                <a:gd name="T23" fmla="*/ 0 h 731"/>
                <a:gd name="T24" fmla="*/ 0 w 905"/>
                <a:gd name="T25" fmla="*/ 0 h 731"/>
                <a:gd name="T26" fmla="*/ 0 w 905"/>
                <a:gd name="T27" fmla="*/ 0 h 731"/>
                <a:gd name="T28" fmla="*/ 0 w 905"/>
                <a:gd name="T29" fmla="*/ 0 h 731"/>
                <a:gd name="T30" fmla="*/ 0 w 905"/>
                <a:gd name="T31" fmla="*/ 0 h 731"/>
                <a:gd name="T32" fmla="*/ 0 w 905"/>
                <a:gd name="T33" fmla="*/ 0 h 731"/>
                <a:gd name="T34" fmla="*/ 0 w 905"/>
                <a:gd name="T35" fmla="*/ 0 h 731"/>
                <a:gd name="T36" fmla="*/ 0 w 905"/>
                <a:gd name="T37" fmla="*/ 0 h 731"/>
                <a:gd name="T38" fmla="*/ 0 w 905"/>
                <a:gd name="T39" fmla="*/ 0 h 731"/>
                <a:gd name="T40" fmla="*/ 0 w 905"/>
                <a:gd name="T41" fmla="*/ 0 h 731"/>
                <a:gd name="T42" fmla="*/ 0 w 905"/>
                <a:gd name="T43" fmla="*/ 0 h 731"/>
                <a:gd name="T44" fmla="*/ 0 w 905"/>
                <a:gd name="T45" fmla="*/ 0 h 731"/>
                <a:gd name="T46" fmla="*/ 0 w 905"/>
                <a:gd name="T47" fmla="*/ 0 h 731"/>
                <a:gd name="T48" fmla="*/ 0 w 905"/>
                <a:gd name="T49" fmla="*/ 0 h 731"/>
                <a:gd name="T50" fmla="*/ 0 w 905"/>
                <a:gd name="T51" fmla="*/ 0 h 731"/>
                <a:gd name="T52" fmla="*/ 0 w 905"/>
                <a:gd name="T53" fmla="*/ 0 h 731"/>
                <a:gd name="T54" fmla="*/ 0 w 905"/>
                <a:gd name="T55" fmla="*/ 0 h 731"/>
                <a:gd name="T56" fmla="*/ 0 w 905"/>
                <a:gd name="T57" fmla="*/ 0 h 731"/>
                <a:gd name="T58" fmla="*/ 0 w 905"/>
                <a:gd name="T59" fmla="*/ 0 h 731"/>
                <a:gd name="T60" fmla="*/ 0 w 905"/>
                <a:gd name="T61" fmla="*/ 0 h 731"/>
                <a:gd name="T62" fmla="*/ 0 w 905"/>
                <a:gd name="T63" fmla="*/ 0 h 731"/>
                <a:gd name="T64" fmla="*/ 0 w 905"/>
                <a:gd name="T65" fmla="*/ 0 h 73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905"/>
                <a:gd name="T100" fmla="*/ 0 h 731"/>
                <a:gd name="T101" fmla="*/ 905 w 905"/>
                <a:gd name="T102" fmla="*/ 731 h 73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905" h="731">
                  <a:moveTo>
                    <a:pt x="168" y="731"/>
                  </a:moveTo>
                  <a:lnTo>
                    <a:pt x="301" y="612"/>
                  </a:lnTo>
                  <a:lnTo>
                    <a:pt x="301" y="563"/>
                  </a:lnTo>
                  <a:lnTo>
                    <a:pt x="263" y="512"/>
                  </a:lnTo>
                  <a:lnTo>
                    <a:pt x="143" y="457"/>
                  </a:lnTo>
                  <a:lnTo>
                    <a:pt x="26" y="417"/>
                  </a:lnTo>
                  <a:lnTo>
                    <a:pt x="0" y="393"/>
                  </a:lnTo>
                  <a:lnTo>
                    <a:pt x="0" y="340"/>
                  </a:lnTo>
                  <a:lnTo>
                    <a:pt x="26" y="312"/>
                  </a:lnTo>
                  <a:lnTo>
                    <a:pt x="103" y="275"/>
                  </a:lnTo>
                  <a:lnTo>
                    <a:pt x="118" y="312"/>
                  </a:lnTo>
                  <a:lnTo>
                    <a:pt x="158" y="351"/>
                  </a:lnTo>
                  <a:lnTo>
                    <a:pt x="301" y="379"/>
                  </a:lnTo>
                  <a:lnTo>
                    <a:pt x="285" y="287"/>
                  </a:lnTo>
                  <a:lnTo>
                    <a:pt x="221" y="208"/>
                  </a:lnTo>
                  <a:lnTo>
                    <a:pt x="143" y="129"/>
                  </a:lnTo>
                  <a:lnTo>
                    <a:pt x="13" y="54"/>
                  </a:lnTo>
                  <a:lnTo>
                    <a:pt x="90" y="39"/>
                  </a:lnTo>
                  <a:lnTo>
                    <a:pt x="237" y="79"/>
                  </a:lnTo>
                  <a:lnTo>
                    <a:pt x="364" y="158"/>
                  </a:lnTo>
                  <a:lnTo>
                    <a:pt x="472" y="298"/>
                  </a:lnTo>
                  <a:lnTo>
                    <a:pt x="617" y="235"/>
                  </a:lnTo>
                  <a:lnTo>
                    <a:pt x="461" y="158"/>
                  </a:lnTo>
                  <a:lnTo>
                    <a:pt x="433" y="118"/>
                  </a:lnTo>
                  <a:lnTo>
                    <a:pt x="461" y="79"/>
                  </a:lnTo>
                  <a:lnTo>
                    <a:pt x="562" y="39"/>
                  </a:lnTo>
                  <a:lnTo>
                    <a:pt x="747" y="0"/>
                  </a:lnTo>
                  <a:lnTo>
                    <a:pt x="905" y="0"/>
                  </a:lnTo>
                  <a:lnTo>
                    <a:pt x="823" y="158"/>
                  </a:lnTo>
                  <a:lnTo>
                    <a:pt x="643" y="362"/>
                  </a:lnTo>
                  <a:lnTo>
                    <a:pt x="445" y="549"/>
                  </a:lnTo>
                  <a:lnTo>
                    <a:pt x="301" y="667"/>
                  </a:lnTo>
                  <a:lnTo>
                    <a:pt x="168" y="7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 233"/>
            <p:cNvSpPr>
              <a:spLocks/>
            </p:cNvSpPr>
            <p:nvPr/>
          </p:nvSpPr>
          <p:spPr bwMode="auto">
            <a:xfrm>
              <a:off x="3410" y="1753"/>
              <a:ext cx="20" cy="97"/>
            </a:xfrm>
            <a:custGeom>
              <a:avLst/>
              <a:gdLst>
                <a:gd name="T0" fmla="*/ 0 w 157"/>
                <a:gd name="T1" fmla="*/ 0 h 771"/>
                <a:gd name="T2" fmla="*/ 0 w 157"/>
                <a:gd name="T3" fmla="*/ 0 h 771"/>
                <a:gd name="T4" fmla="*/ 0 w 157"/>
                <a:gd name="T5" fmla="*/ 0 h 771"/>
                <a:gd name="T6" fmla="*/ 0 w 157"/>
                <a:gd name="T7" fmla="*/ 0 h 771"/>
                <a:gd name="T8" fmla="*/ 0 w 157"/>
                <a:gd name="T9" fmla="*/ 0 h 771"/>
                <a:gd name="T10" fmla="*/ 0 w 157"/>
                <a:gd name="T11" fmla="*/ 0 h 771"/>
                <a:gd name="T12" fmla="*/ 0 w 157"/>
                <a:gd name="T13" fmla="*/ 0 h 771"/>
                <a:gd name="T14" fmla="*/ 0 w 157"/>
                <a:gd name="T15" fmla="*/ 0 h 77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7"/>
                <a:gd name="T25" fmla="*/ 0 h 771"/>
                <a:gd name="T26" fmla="*/ 157 w 157"/>
                <a:gd name="T27" fmla="*/ 771 h 77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7" h="771">
                  <a:moveTo>
                    <a:pt x="65" y="116"/>
                  </a:moveTo>
                  <a:lnTo>
                    <a:pt x="90" y="378"/>
                  </a:lnTo>
                  <a:lnTo>
                    <a:pt x="132" y="626"/>
                  </a:lnTo>
                  <a:lnTo>
                    <a:pt x="157" y="771"/>
                  </a:lnTo>
                  <a:lnTo>
                    <a:pt x="24" y="354"/>
                  </a:lnTo>
                  <a:lnTo>
                    <a:pt x="0" y="222"/>
                  </a:lnTo>
                  <a:lnTo>
                    <a:pt x="51" y="0"/>
                  </a:lnTo>
                  <a:lnTo>
                    <a:pt x="65" y="1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34" name="Text Box 234"/>
          <p:cNvSpPr txBox="1">
            <a:spLocks noChangeArrowheads="1"/>
          </p:cNvSpPr>
          <p:nvPr/>
        </p:nvSpPr>
        <p:spPr bwMode="auto">
          <a:xfrm>
            <a:off x="5095797" y="5829082"/>
            <a:ext cx="185737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1800">
                <a:solidFill>
                  <a:srgbClr val="000000"/>
                </a:solidFill>
              </a:rPr>
              <a:t>time de</a:t>
            </a:r>
          </a:p>
          <a:p>
            <a:pPr eaLnBrk="1" hangingPunct="1"/>
            <a:r>
              <a:rPr lang="pt-BR" altLang="pt-BR" sz="1800">
                <a:solidFill>
                  <a:srgbClr val="000000"/>
                </a:solidFill>
              </a:rPr>
              <a:t>desenvolvimento</a:t>
            </a:r>
          </a:p>
        </p:txBody>
      </p:sp>
      <p:sp>
        <p:nvSpPr>
          <p:cNvPr id="235" name="Line 235"/>
          <p:cNvSpPr>
            <a:spLocks noChangeShapeType="1"/>
          </p:cNvSpPr>
          <p:nvPr/>
        </p:nvSpPr>
        <p:spPr bwMode="auto">
          <a:xfrm>
            <a:off x="7659609" y="4651157"/>
            <a:ext cx="0" cy="1887538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72000" tIns="0" rIns="72000" bIns="0" anchor="ctr">
            <a:spAutoFit/>
          </a:bodyPr>
          <a:lstStyle/>
          <a:p>
            <a:endParaRPr lang="pt-BR"/>
          </a:p>
        </p:txBody>
      </p:sp>
      <p:pic>
        <p:nvPicPr>
          <p:cNvPr id="236" name="Picture 236" descr="BS00877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284" y="5278220"/>
            <a:ext cx="658813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7" name="Text Box 237"/>
          <p:cNvSpPr txBox="1">
            <a:spLocks noChangeArrowheads="1"/>
          </p:cNvSpPr>
          <p:nvPr/>
        </p:nvSpPr>
        <p:spPr bwMode="auto">
          <a:xfrm>
            <a:off x="7178597" y="4960720"/>
            <a:ext cx="968375" cy="274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1800">
                <a:solidFill>
                  <a:srgbClr val="000000"/>
                </a:solidFill>
              </a:rPr>
              <a:t>relatório</a:t>
            </a:r>
          </a:p>
        </p:txBody>
      </p:sp>
      <p:grpSp>
        <p:nvGrpSpPr>
          <p:cNvPr id="238" name="Group 238"/>
          <p:cNvGrpSpPr>
            <a:grpSpLocks/>
          </p:cNvGrpSpPr>
          <p:nvPr/>
        </p:nvGrpSpPr>
        <p:grpSpPr bwMode="auto">
          <a:xfrm>
            <a:off x="8516859" y="5749707"/>
            <a:ext cx="1274763" cy="720725"/>
            <a:chOff x="1837" y="1409"/>
            <a:chExt cx="2086" cy="1349"/>
          </a:xfrm>
        </p:grpSpPr>
        <p:sp>
          <p:nvSpPr>
            <p:cNvPr id="239" name="Freeform 239"/>
            <p:cNvSpPr>
              <a:spLocks/>
            </p:cNvSpPr>
            <p:nvPr/>
          </p:nvSpPr>
          <p:spPr bwMode="auto">
            <a:xfrm>
              <a:off x="2396" y="2330"/>
              <a:ext cx="928" cy="250"/>
            </a:xfrm>
            <a:custGeom>
              <a:avLst/>
              <a:gdLst>
                <a:gd name="T0" fmla="*/ 0 w 7426"/>
                <a:gd name="T1" fmla="*/ 0 h 2003"/>
                <a:gd name="T2" fmla="*/ 0 w 7426"/>
                <a:gd name="T3" fmla="*/ 0 h 2003"/>
                <a:gd name="T4" fmla="*/ 0 w 7426"/>
                <a:gd name="T5" fmla="*/ 0 h 2003"/>
                <a:gd name="T6" fmla="*/ 0 w 7426"/>
                <a:gd name="T7" fmla="*/ 0 h 2003"/>
                <a:gd name="T8" fmla="*/ 0 w 7426"/>
                <a:gd name="T9" fmla="*/ 0 h 20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26"/>
                <a:gd name="T16" fmla="*/ 0 h 2003"/>
                <a:gd name="T17" fmla="*/ 7426 w 7426"/>
                <a:gd name="T18" fmla="*/ 2003 h 20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26" h="2003">
                  <a:moveTo>
                    <a:pt x="0" y="0"/>
                  </a:moveTo>
                  <a:lnTo>
                    <a:pt x="7426" y="0"/>
                  </a:lnTo>
                  <a:lnTo>
                    <a:pt x="6050" y="2003"/>
                  </a:lnTo>
                  <a:lnTo>
                    <a:pt x="0" y="20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0" name="Freeform 240"/>
            <p:cNvSpPr>
              <a:spLocks/>
            </p:cNvSpPr>
            <p:nvPr/>
          </p:nvSpPr>
          <p:spPr bwMode="auto">
            <a:xfrm>
              <a:off x="2763" y="2343"/>
              <a:ext cx="566" cy="77"/>
            </a:xfrm>
            <a:custGeom>
              <a:avLst/>
              <a:gdLst>
                <a:gd name="T0" fmla="*/ 0 w 4520"/>
                <a:gd name="T1" fmla="*/ 0 h 620"/>
                <a:gd name="T2" fmla="*/ 0 w 4520"/>
                <a:gd name="T3" fmla="*/ 0 h 620"/>
                <a:gd name="T4" fmla="*/ 0 w 4520"/>
                <a:gd name="T5" fmla="*/ 0 h 620"/>
                <a:gd name="T6" fmla="*/ 0 w 4520"/>
                <a:gd name="T7" fmla="*/ 0 h 620"/>
                <a:gd name="T8" fmla="*/ 0 w 4520"/>
                <a:gd name="T9" fmla="*/ 0 h 620"/>
                <a:gd name="T10" fmla="*/ 0 w 4520"/>
                <a:gd name="T11" fmla="*/ 0 h 6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520"/>
                <a:gd name="T19" fmla="*/ 0 h 620"/>
                <a:gd name="T20" fmla="*/ 4520 w 4520"/>
                <a:gd name="T21" fmla="*/ 620 h 6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520" h="620">
                  <a:moveTo>
                    <a:pt x="541" y="620"/>
                  </a:moveTo>
                  <a:lnTo>
                    <a:pt x="0" y="0"/>
                  </a:lnTo>
                  <a:lnTo>
                    <a:pt x="3269" y="0"/>
                  </a:lnTo>
                  <a:lnTo>
                    <a:pt x="4520" y="362"/>
                  </a:lnTo>
                  <a:lnTo>
                    <a:pt x="4520" y="620"/>
                  </a:lnTo>
                  <a:lnTo>
                    <a:pt x="541" y="6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1" name="Freeform 241"/>
            <p:cNvSpPr>
              <a:spLocks/>
            </p:cNvSpPr>
            <p:nvPr/>
          </p:nvSpPr>
          <p:spPr bwMode="auto">
            <a:xfrm>
              <a:off x="1839" y="1789"/>
              <a:ext cx="826" cy="966"/>
            </a:xfrm>
            <a:custGeom>
              <a:avLst/>
              <a:gdLst>
                <a:gd name="T0" fmla="*/ 0 w 6609"/>
                <a:gd name="T1" fmla="*/ 0 h 7730"/>
                <a:gd name="T2" fmla="*/ 0 w 6609"/>
                <a:gd name="T3" fmla="*/ 0 h 7730"/>
                <a:gd name="T4" fmla="*/ 0 w 6609"/>
                <a:gd name="T5" fmla="*/ 0 h 7730"/>
                <a:gd name="T6" fmla="*/ 0 w 6609"/>
                <a:gd name="T7" fmla="*/ 0 h 7730"/>
                <a:gd name="T8" fmla="*/ 0 w 6609"/>
                <a:gd name="T9" fmla="*/ 0 h 7730"/>
                <a:gd name="T10" fmla="*/ 0 w 6609"/>
                <a:gd name="T11" fmla="*/ 0 h 7730"/>
                <a:gd name="T12" fmla="*/ 0 w 6609"/>
                <a:gd name="T13" fmla="*/ 0 h 7730"/>
                <a:gd name="T14" fmla="*/ 0 w 6609"/>
                <a:gd name="T15" fmla="*/ 0 h 7730"/>
                <a:gd name="T16" fmla="*/ 0 w 6609"/>
                <a:gd name="T17" fmla="*/ 0 h 7730"/>
                <a:gd name="T18" fmla="*/ 0 w 6609"/>
                <a:gd name="T19" fmla="*/ 0 h 7730"/>
                <a:gd name="T20" fmla="*/ 0 w 6609"/>
                <a:gd name="T21" fmla="*/ 0 h 7730"/>
                <a:gd name="T22" fmla="*/ 0 w 6609"/>
                <a:gd name="T23" fmla="*/ 0 h 7730"/>
                <a:gd name="T24" fmla="*/ 0 w 6609"/>
                <a:gd name="T25" fmla="*/ 0 h 7730"/>
                <a:gd name="T26" fmla="*/ 0 w 6609"/>
                <a:gd name="T27" fmla="*/ 0 h 7730"/>
                <a:gd name="T28" fmla="*/ 0 w 6609"/>
                <a:gd name="T29" fmla="*/ 0 h 7730"/>
                <a:gd name="T30" fmla="*/ 0 w 6609"/>
                <a:gd name="T31" fmla="*/ 0 h 7730"/>
                <a:gd name="T32" fmla="*/ 0 w 6609"/>
                <a:gd name="T33" fmla="*/ 0 h 7730"/>
                <a:gd name="T34" fmla="*/ 0 w 6609"/>
                <a:gd name="T35" fmla="*/ 0 h 7730"/>
                <a:gd name="T36" fmla="*/ 0 w 6609"/>
                <a:gd name="T37" fmla="*/ 0 h 7730"/>
                <a:gd name="T38" fmla="*/ 0 w 6609"/>
                <a:gd name="T39" fmla="*/ 0 h 7730"/>
                <a:gd name="T40" fmla="*/ 0 w 6609"/>
                <a:gd name="T41" fmla="*/ 0 h 7730"/>
                <a:gd name="T42" fmla="*/ 0 w 6609"/>
                <a:gd name="T43" fmla="*/ 0 h 7730"/>
                <a:gd name="T44" fmla="*/ 0 w 6609"/>
                <a:gd name="T45" fmla="*/ 0 h 7730"/>
                <a:gd name="T46" fmla="*/ 0 w 6609"/>
                <a:gd name="T47" fmla="*/ 0 h 7730"/>
                <a:gd name="T48" fmla="*/ 0 w 6609"/>
                <a:gd name="T49" fmla="*/ 0 h 7730"/>
                <a:gd name="T50" fmla="*/ 0 w 6609"/>
                <a:gd name="T51" fmla="*/ 0 h 7730"/>
                <a:gd name="T52" fmla="*/ 0 w 6609"/>
                <a:gd name="T53" fmla="*/ 0 h 7730"/>
                <a:gd name="T54" fmla="*/ 0 w 6609"/>
                <a:gd name="T55" fmla="*/ 0 h 7730"/>
                <a:gd name="T56" fmla="*/ 0 w 6609"/>
                <a:gd name="T57" fmla="*/ 0 h 7730"/>
                <a:gd name="T58" fmla="*/ 0 w 6609"/>
                <a:gd name="T59" fmla="*/ 0 h 7730"/>
                <a:gd name="T60" fmla="*/ 0 w 6609"/>
                <a:gd name="T61" fmla="*/ 0 h 7730"/>
                <a:gd name="T62" fmla="*/ 0 w 6609"/>
                <a:gd name="T63" fmla="*/ 0 h 7730"/>
                <a:gd name="T64" fmla="*/ 0 w 6609"/>
                <a:gd name="T65" fmla="*/ 0 h 773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609"/>
                <a:gd name="T100" fmla="*/ 0 h 7730"/>
                <a:gd name="T101" fmla="*/ 6609 w 6609"/>
                <a:gd name="T102" fmla="*/ 7730 h 773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609" h="7730">
                  <a:moveTo>
                    <a:pt x="0" y="1307"/>
                  </a:moveTo>
                  <a:lnTo>
                    <a:pt x="0" y="4054"/>
                  </a:lnTo>
                  <a:lnTo>
                    <a:pt x="524" y="4182"/>
                  </a:lnTo>
                  <a:lnTo>
                    <a:pt x="1012" y="4509"/>
                  </a:lnTo>
                  <a:lnTo>
                    <a:pt x="1421" y="4893"/>
                  </a:lnTo>
                  <a:lnTo>
                    <a:pt x="1881" y="5439"/>
                  </a:lnTo>
                  <a:lnTo>
                    <a:pt x="2204" y="6144"/>
                  </a:lnTo>
                  <a:lnTo>
                    <a:pt x="2513" y="7020"/>
                  </a:lnTo>
                  <a:lnTo>
                    <a:pt x="2737" y="7730"/>
                  </a:lnTo>
                  <a:lnTo>
                    <a:pt x="5123" y="7730"/>
                  </a:lnTo>
                  <a:lnTo>
                    <a:pt x="6609" y="6091"/>
                  </a:lnTo>
                  <a:lnTo>
                    <a:pt x="6609" y="5746"/>
                  </a:lnTo>
                  <a:lnTo>
                    <a:pt x="6480" y="5508"/>
                  </a:lnTo>
                  <a:lnTo>
                    <a:pt x="6185" y="5344"/>
                  </a:lnTo>
                  <a:lnTo>
                    <a:pt x="5416" y="5031"/>
                  </a:lnTo>
                  <a:lnTo>
                    <a:pt x="5365" y="4985"/>
                  </a:lnTo>
                  <a:lnTo>
                    <a:pt x="4911" y="4906"/>
                  </a:lnTo>
                  <a:lnTo>
                    <a:pt x="4746" y="4856"/>
                  </a:lnTo>
                  <a:lnTo>
                    <a:pt x="4581" y="3272"/>
                  </a:lnTo>
                  <a:lnTo>
                    <a:pt x="4468" y="2742"/>
                  </a:lnTo>
                  <a:lnTo>
                    <a:pt x="4434" y="2490"/>
                  </a:lnTo>
                  <a:lnTo>
                    <a:pt x="4212" y="2017"/>
                  </a:lnTo>
                  <a:lnTo>
                    <a:pt x="4117" y="1909"/>
                  </a:lnTo>
                  <a:lnTo>
                    <a:pt x="3959" y="1760"/>
                  </a:lnTo>
                  <a:lnTo>
                    <a:pt x="3610" y="1580"/>
                  </a:lnTo>
                  <a:lnTo>
                    <a:pt x="3115" y="1199"/>
                  </a:lnTo>
                  <a:lnTo>
                    <a:pt x="2333" y="417"/>
                  </a:lnTo>
                  <a:lnTo>
                    <a:pt x="1748" y="125"/>
                  </a:lnTo>
                  <a:lnTo>
                    <a:pt x="1222" y="0"/>
                  </a:lnTo>
                  <a:lnTo>
                    <a:pt x="894" y="399"/>
                  </a:lnTo>
                  <a:lnTo>
                    <a:pt x="599" y="582"/>
                  </a:lnTo>
                  <a:lnTo>
                    <a:pt x="146" y="1142"/>
                  </a:lnTo>
                  <a:lnTo>
                    <a:pt x="0" y="1307"/>
                  </a:lnTo>
                  <a:close/>
                </a:path>
              </a:pathLst>
            </a:custGeom>
            <a:solidFill>
              <a:srgbClr val="5151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2" name="Freeform 242"/>
            <p:cNvSpPr>
              <a:spLocks/>
            </p:cNvSpPr>
            <p:nvPr/>
          </p:nvSpPr>
          <p:spPr bwMode="auto">
            <a:xfrm>
              <a:off x="2849" y="1850"/>
              <a:ext cx="1062" cy="904"/>
            </a:xfrm>
            <a:custGeom>
              <a:avLst/>
              <a:gdLst>
                <a:gd name="T0" fmla="*/ 0 w 8500"/>
                <a:gd name="T1" fmla="*/ 0 h 7234"/>
                <a:gd name="T2" fmla="*/ 0 w 8500"/>
                <a:gd name="T3" fmla="*/ 0 h 7234"/>
                <a:gd name="T4" fmla="*/ 0 w 8500"/>
                <a:gd name="T5" fmla="*/ 0 h 7234"/>
                <a:gd name="T6" fmla="*/ 0 w 8500"/>
                <a:gd name="T7" fmla="*/ 0 h 7234"/>
                <a:gd name="T8" fmla="*/ 0 w 8500"/>
                <a:gd name="T9" fmla="*/ 0 h 7234"/>
                <a:gd name="T10" fmla="*/ 0 w 8500"/>
                <a:gd name="T11" fmla="*/ 0 h 7234"/>
                <a:gd name="T12" fmla="*/ 0 w 8500"/>
                <a:gd name="T13" fmla="*/ 0 h 7234"/>
                <a:gd name="T14" fmla="*/ 0 w 8500"/>
                <a:gd name="T15" fmla="*/ 0 h 7234"/>
                <a:gd name="T16" fmla="*/ 0 w 8500"/>
                <a:gd name="T17" fmla="*/ 0 h 7234"/>
                <a:gd name="T18" fmla="*/ 0 w 8500"/>
                <a:gd name="T19" fmla="*/ 0 h 7234"/>
                <a:gd name="T20" fmla="*/ 0 w 8500"/>
                <a:gd name="T21" fmla="*/ 0 h 7234"/>
                <a:gd name="T22" fmla="*/ 0 w 8500"/>
                <a:gd name="T23" fmla="*/ 0 h 7234"/>
                <a:gd name="T24" fmla="*/ 0 w 8500"/>
                <a:gd name="T25" fmla="*/ 0 h 7234"/>
                <a:gd name="T26" fmla="*/ 0 w 8500"/>
                <a:gd name="T27" fmla="*/ 0 h 7234"/>
                <a:gd name="T28" fmla="*/ 0 w 8500"/>
                <a:gd name="T29" fmla="*/ 0 h 7234"/>
                <a:gd name="T30" fmla="*/ 0 w 8500"/>
                <a:gd name="T31" fmla="*/ 0 h 7234"/>
                <a:gd name="T32" fmla="*/ 0 w 8500"/>
                <a:gd name="T33" fmla="*/ 0 h 7234"/>
                <a:gd name="T34" fmla="*/ 0 w 8500"/>
                <a:gd name="T35" fmla="*/ 0 h 7234"/>
                <a:gd name="T36" fmla="*/ 0 w 8500"/>
                <a:gd name="T37" fmla="*/ 0 h 7234"/>
                <a:gd name="T38" fmla="*/ 0 w 8500"/>
                <a:gd name="T39" fmla="*/ 0 h 7234"/>
                <a:gd name="T40" fmla="*/ 0 w 8500"/>
                <a:gd name="T41" fmla="*/ 0 h 7234"/>
                <a:gd name="T42" fmla="*/ 0 w 8500"/>
                <a:gd name="T43" fmla="*/ 0 h 7234"/>
                <a:gd name="T44" fmla="*/ 0 w 8500"/>
                <a:gd name="T45" fmla="*/ 0 h 7234"/>
                <a:gd name="T46" fmla="*/ 0 w 8500"/>
                <a:gd name="T47" fmla="*/ 0 h 7234"/>
                <a:gd name="T48" fmla="*/ 0 w 8500"/>
                <a:gd name="T49" fmla="*/ 0 h 7234"/>
                <a:gd name="T50" fmla="*/ 0 w 8500"/>
                <a:gd name="T51" fmla="*/ 0 h 7234"/>
                <a:gd name="T52" fmla="*/ 0 w 8500"/>
                <a:gd name="T53" fmla="*/ 0 h 7234"/>
                <a:gd name="T54" fmla="*/ 0 w 8500"/>
                <a:gd name="T55" fmla="*/ 0 h 7234"/>
                <a:gd name="T56" fmla="*/ 0 w 8500"/>
                <a:gd name="T57" fmla="*/ 0 h 7234"/>
                <a:gd name="T58" fmla="*/ 0 w 8500"/>
                <a:gd name="T59" fmla="*/ 0 h 7234"/>
                <a:gd name="T60" fmla="*/ 0 w 8500"/>
                <a:gd name="T61" fmla="*/ 0 h 7234"/>
                <a:gd name="T62" fmla="*/ 0 w 8500"/>
                <a:gd name="T63" fmla="*/ 0 h 7234"/>
                <a:gd name="T64" fmla="*/ 0 w 8500"/>
                <a:gd name="T65" fmla="*/ 0 h 7234"/>
                <a:gd name="T66" fmla="*/ 0 w 8500"/>
                <a:gd name="T67" fmla="*/ 0 h 7234"/>
                <a:gd name="T68" fmla="*/ 0 w 8500"/>
                <a:gd name="T69" fmla="*/ 0 h 7234"/>
                <a:gd name="T70" fmla="*/ 0 w 8500"/>
                <a:gd name="T71" fmla="*/ 0 h 72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8500"/>
                <a:gd name="T109" fmla="*/ 0 h 7234"/>
                <a:gd name="T110" fmla="*/ 8500 w 8500"/>
                <a:gd name="T111" fmla="*/ 7234 h 723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8500" h="7234">
                  <a:moveTo>
                    <a:pt x="1999" y="4964"/>
                  </a:moveTo>
                  <a:lnTo>
                    <a:pt x="2075" y="4850"/>
                  </a:lnTo>
                  <a:lnTo>
                    <a:pt x="2430" y="4721"/>
                  </a:lnTo>
                  <a:lnTo>
                    <a:pt x="2665" y="4593"/>
                  </a:lnTo>
                  <a:lnTo>
                    <a:pt x="2915" y="4406"/>
                  </a:lnTo>
                  <a:lnTo>
                    <a:pt x="3339" y="4350"/>
                  </a:lnTo>
                  <a:lnTo>
                    <a:pt x="3412" y="3980"/>
                  </a:lnTo>
                  <a:lnTo>
                    <a:pt x="3507" y="3739"/>
                  </a:lnTo>
                  <a:lnTo>
                    <a:pt x="3658" y="2910"/>
                  </a:lnTo>
                  <a:lnTo>
                    <a:pt x="3788" y="2312"/>
                  </a:lnTo>
                  <a:lnTo>
                    <a:pt x="3954" y="1906"/>
                  </a:lnTo>
                  <a:lnTo>
                    <a:pt x="4137" y="1651"/>
                  </a:lnTo>
                  <a:lnTo>
                    <a:pt x="4454" y="1540"/>
                  </a:lnTo>
                  <a:lnTo>
                    <a:pt x="4641" y="1356"/>
                  </a:lnTo>
                  <a:lnTo>
                    <a:pt x="4710" y="1277"/>
                  </a:lnTo>
                  <a:lnTo>
                    <a:pt x="4710" y="1116"/>
                  </a:lnTo>
                  <a:lnTo>
                    <a:pt x="4803" y="876"/>
                  </a:lnTo>
                  <a:lnTo>
                    <a:pt x="5123" y="449"/>
                  </a:lnTo>
                  <a:lnTo>
                    <a:pt x="5717" y="76"/>
                  </a:lnTo>
                  <a:lnTo>
                    <a:pt x="6158" y="0"/>
                  </a:lnTo>
                  <a:lnTo>
                    <a:pt x="6737" y="466"/>
                  </a:lnTo>
                  <a:lnTo>
                    <a:pt x="6999" y="648"/>
                  </a:lnTo>
                  <a:lnTo>
                    <a:pt x="7329" y="1042"/>
                  </a:lnTo>
                  <a:lnTo>
                    <a:pt x="7679" y="1589"/>
                  </a:lnTo>
                  <a:lnTo>
                    <a:pt x="8016" y="2312"/>
                  </a:lnTo>
                  <a:lnTo>
                    <a:pt x="8389" y="3147"/>
                  </a:lnTo>
                  <a:lnTo>
                    <a:pt x="8500" y="3499"/>
                  </a:lnTo>
                  <a:lnTo>
                    <a:pt x="7772" y="3776"/>
                  </a:lnTo>
                  <a:lnTo>
                    <a:pt x="7128" y="4350"/>
                  </a:lnTo>
                  <a:lnTo>
                    <a:pt x="6807" y="4795"/>
                  </a:lnTo>
                  <a:lnTo>
                    <a:pt x="6495" y="5330"/>
                  </a:lnTo>
                  <a:lnTo>
                    <a:pt x="6289" y="5980"/>
                  </a:lnTo>
                  <a:lnTo>
                    <a:pt x="6091" y="7234"/>
                  </a:lnTo>
                  <a:lnTo>
                    <a:pt x="0" y="7234"/>
                  </a:lnTo>
                  <a:lnTo>
                    <a:pt x="1355" y="5533"/>
                  </a:lnTo>
                  <a:lnTo>
                    <a:pt x="1999" y="4964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3" name="Freeform 243"/>
            <p:cNvSpPr>
              <a:spLocks/>
            </p:cNvSpPr>
            <p:nvPr/>
          </p:nvSpPr>
          <p:spPr bwMode="auto">
            <a:xfrm>
              <a:off x="3150" y="2394"/>
              <a:ext cx="116" cy="185"/>
            </a:xfrm>
            <a:custGeom>
              <a:avLst/>
              <a:gdLst>
                <a:gd name="T0" fmla="*/ 0 w 927"/>
                <a:gd name="T1" fmla="*/ 0 h 1480"/>
                <a:gd name="T2" fmla="*/ 0 w 927"/>
                <a:gd name="T3" fmla="*/ 0 h 1480"/>
                <a:gd name="T4" fmla="*/ 0 w 927"/>
                <a:gd name="T5" fmla="*/ 0 h 1480"/>
                <a:gd name="T6" fmla="*/ 0 w 927"/>
                <a:gd name="T7" fmla="*/ 0 h 1480"/>
                <a:gd name="T8" fmla="*/ 0 w 927"/>
                <a:gd name="T9" fmla="*/ 0 h 1480"/>
                <a:gd name="T10" fmla="*/ 0 w 927"/>
                <a:gd name="T11" fmla="*/ 0 h 1480"/>
                <a:gd name="T12" fmla="*/ 0 w 927"/>
                <a:gd name="T13" fmla="*/ 0 h 1480"/>
                <a:gd name="T14" fmla="*/ 0 w 927"/>
                <a:gd name="T15" fmla="*/ 0 h 1480"/>
                <a:gd name="T16" fmla="*/ 0 w 927"/>
                <a:gd name="T17" fmla="*/ 0 h 1480"/>
                <a:gd name="T18" fmla="*/ 0 w 927"/>
                <a:gd name="T19" fmla="*/ 0 h 1480"/>
                <a:gd name="T20" fmla="*/ 0 w 927"/>
                <a:gd name="T21" fmla="*/ 0 h 14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927"/>
                <a:gd name="T34" fmla="*/ 0 h 1480"/>
                <a:gd name="T35" fmla="*/ 927 w 927"/>
                <a:gd name="T36" fmla="*/ 1480 h 148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927" h="1480">
                  <a:moveTo>
                    <a:pt x="394" y="113"/>
                  </a:moveTo>
                  <a:lnTo>
                    <a:pt x="670" y="386"/>
                  </a:lnTo>
                  <a:lnTo>
                    <a:pt x="670" y="540"/>
                  </a:lnTo>
                  <a:lnTo>
                    <a:pt x="0" y="851"/>
                  </a:lnTo>
                  <a:lnTo>
                    <a:pt x="112" y="1480"/>
                  </a:lnTo>
                  <a:lnTo>
                    <a:pt x="670" y="1245"/>
                  </a:lnTo>
                  <a:lnTo>
                    <a:pt x="778" y="962"/>
                  </a:lnTo>
                  <a:lnTo>
                    <a:pt x="855" y="243"/>
                  </a:lnTo>
                  <a:lnTo>
                    <a:pt x="927" y="0"/>
                  </a:lnTo>
                  <a:lnTo>
                    <a:pt x="479" y="56"/>
                  </a:lnTo>
                  <a:lnTo>
                    <a:pt x="394" y="113"/>
                  </a:lnTo>
                  <a:close/>
                </a:path>
              </a:pathLst>
            </a:custGeom>
            <a:solidFill>
              <a:srgbClr val="7023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4" name="Freeform 244"/>
            <p:cNvSpPr>
              <a:spLocks/>
            </p:cNvSpPr>
            <p:nvPr/>
          </p:nvSpPr>
          <p:spPr bwMode="auto">
            <a:xfrm>
              <a:off x="3104" y="1927"/>
              <a:ext cx="819" cy="827"/>
            </a:xfrm>
            <a:custGeom>
              <a:avLst/>
              <a:gdLst>
                <a:gd name="T0" fmla="*/ 0 w 6551"/>
                <a:gd name="T1" fmla="*/ 0 h 6616"/>
                <a:gd name="T2" fmla="*/ 0 w 6551"/>
                <a:gd name="T3" fmla="*/ 0 h 6616"/>
                <a:gd name="T4" fmla="*/ 0 w 6551"/>
                <a:gd name="T5" fmla="*/ 0 h 6616"/>
                <a:gd name="T6" fmla="*/ 0 w 6551"/>
                <a:gd name="T7" fmla="*/ 0 h 6616"/>
                <a:gd name="T8" fmla="*/ 0 w 6551"/>
                <a:gd name="T9" fmla="*/ 0 h 6616"/>
                <a:gd name="T10" fmla="*/ 0 w 6551"/>
                <a:gd name="T11" fmla="*/ 0 h 6616"/>
                <a:gd name="T12" fmla="*/ 0 w 6551"/>
                <a:gd name="T13" fmla="*/ 0 h 6616"/>
                <a:gd name="T14" fmla="*/ 0 w 6551"/>
                <a:gd name="T15" fmla="*/ 0 h 6616"/>
                <a:gd name="T16" fmla="*/ 0 w 6551"/>
                <a:gd name="T17" fmla="*/ 0 h 6616"/>
                <a:gd name="T18" fmla="*/ 0 w 6551"/>
                <a:gd name="T19" fmla="*/ 0 h 6616"/>
                <a:gd name="T20" fmla="*/ 0 w 6551"/>
                <a:gd name="T21" fmla="*/ 0 h 6616"/>
                <a:gd name="T22" fmla="*/ 0 w 6551"/>
                <a:gd name="T23" fmla="*/ 0 h 6616"/>
                <a:gd name="T24" fmla="*/ 0 w 6551"/>
                <a:gd name="T25" fmla="*/ 0 h 6616"/>
                <a:gd name="T26" fmla="*/ 0 w 6551"/>
                <a:gd name="T27" fmla="*/ 0 h 6616"/>
                <a:gd name="T28" fmla="*/ 0 w 6551"/>
                <a:gd name="T29" fmla="*/ 0 h 6616"/>
                <a:gd name="T30" fmla="*/ 0 w 6551"/>
                <a:gd name="T31" fmla="*/ 0 h 6616"/>
                <a:gd name="T32" fmla="*/ 0 w 6551"/>
                <a:gd name="T33" fmla="*/ 0 h 6616"/>
                <a:gd name="T34" fmla="*/ 0 w 6551"/>
                <a:gd name="T35" fmla="*/ 0 h 6616"/>
                <a:gd name="T36" fmla="*/ 0 w 6551"/>
                <a:gd name="T37" fmla="*/ 0 h 6616"/>
                <a:gd name="T38" fmla="*/ 0 w 6551"/>
                <a:gd name="T39" fmla="*/ 0 h 6616"/>
                <a:gd name="T40" fmla="*/ 0 w 6551"/>
                <a:gd name="T41" fmla="*/ 0 h 6616"/>
                <a:gd name="T42" fmla="*/ 0 w 6551"/>
                <a:gd name="T43" fmla="*/ 0 h 6616"/>
                <a:gd name="T44" fmla="*/ 0 w 6551"/>
                <a:gd name="T45" fmla="*/ 0 h 6616"/>
                <a:gd name="T46" fmla="*/ 0 w 6551"/>
                <a:gd name="T47" fmla="*/ 0 h 6616"/>
                <a:gd name="T48" fmla="*/ 0 w 6551"/>
                <a:gd name="T49" fmla="*/ 0 h 6616"/>
                <a:gd name="T50" fmla="*/ 0 w 6551"/>
                <a:gd name="T51" fmla="*/ 0 h 6616"/>
                <a:gd name="T52" fmla="*/ 0 w 6551"/>
                <a:gd name="T53" fmla="*/ 0 h 6616"/>
                <a:gd name="T54" fmla="*/ 0 w 6551"/>
                <a:gd name="T55" fmla="*/ 0 h 6616"/>
                <a:gd name="T56" fmla="*/ 0 w 6551"/>
                <a:gd name="T57" fmla="*/ 0 h 6616"/>
                <a:gd name="T58" fmla="*/ 0 w 6551"/>
                <a:gd name="T59" fmla="*/ 0 h 6616"/>
                <a:gd name="T60" fmla="*/ 0 w 6551"/>
                <a:gd name="T61" fmla="*/ 0 h 6616"/>
                <a:gd name="T62" fmla="*/ 0 w 6551"/>
                <a:gd name="T63" fmla="*/ 0 h 6616"/>
                <a:gd name="T64" fmla="*/ 0 w 6551"/>
                <a:gd name="T65" fmla="*/ 0 h 6616"/>
                <a:gd name="T66" fmla="*/ 0 w 6551"/>
                <a:gd name="T67" fmla="*/ 0 h 6616"/>
                <a:gd name="T68" fmla="*/ 0 w 6551"/>
                <a:gd name="T69" fmla="*/ 0 h 6616"/>
                <a:gd name="T70" fmla="*/ 0 w 6551"/>
                <a:gd name="T71" fmla="*/ 0 h 6616"/>
                <a:gd name="T72" fmla="*/ 0 w 6551"/>
                <a:gd name="T73" fmla="*/ 0 h 6616"/>
                <a:gd name="T74" fmla="*/ 0 w 6551"/>
                <a:gd name="T75" fmla="*/ 0 h 6616"/>
                <a:gd name="T76" fmla="*/ 0 w 6551"/>
                <a:gd name="T77" fmla="*/ 0 h 6616"/>
                <a:gd name="T78" fmla="*/ 0 w 6551"/>
                <a:gd name="T79" fmla="*/ 0 h 6616"/>
                <a:gd name="T80" fmla="*/ 0 w 6551"/>
                <a:gd name="T81" fmla="*/ 0 h 6616"/>
                <a:gd name="T82" fmla="*/ 0 w 6551"/>
                <a:gd name="T83" fmla="*/ 0 h 6616"/>
                <a:gd name="T84" fmla="*/ 0 w 6551"/>
                <a:gd name="T85" fmla="*/ 0 h 6616"/>
                <a:gd name="T86" fmla="*/ 0 w 6551"/>
                <a:gd name="T87" fmla="*/ 0 h 661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551"/>
                <a:gd name="T133" fmla="*/ 0 h 6616"/>
                <a:gd name="T134" fmla="*/ 6551 w 6551"/>
                <a:gd name="T135" fmla="*/ 6616 h 661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551" h="6616">
                  <a:moveTo>
                    <a:pt x="6551" y="2921"/>
                  </a:moveTo>
                  <a:lnTo>
                    <a:pt x="6133" y="3048"/>
                  </a:lnTo>
                  <a:lnTo>
                    <a:pt x="5692" y="3252"/>
                  </a:lnTo>
                  <a:lnTo>
                    <a:pt x="5378" y="3432"/>
                  </a:lnTo>
                  <a:lnTo>
                    <a:pt x="5048" y="3801"/>
                  </a:lnTo>
                  <a:lnTo>
                    <a:pt x="4712" y="4252"/>
                  </a:lnTo>
                  <a:lnTo>
                    <a:pt x="4470" y="4694"/>
                  </a:lnTo>
                  <a:lnTo>
                    <a:pt x="3396" y="6547"/>
                  </a:lnTo>
                  <a:lnTo>
                    <a:pt x="2278" y="6616"/>
                  </a:lnTo>
                  <a:lnTo>
                    <a:pt x="0" y="6616"/>
                  </a:lnTo>
                  <a:lnTo>
                    <a:pt x="108" y="6197"/>
                  </a:lnTo>
                  <a:lnTo>
                    <a:pt x="367" y="6485"/>
                  </a:lnTo>
                  <a:lnTo>
                    <a:pt x="606" y="6524"/>
                  </a:lnTo>
                  <a:lnTo>
                    <a:pt x="457" y="6322"/>
                  </a:lnTo>
                  <a:lnTo>
                    <a:pt x="457" y="5971"/>
                  </a:lnTo>
                  <a:lnTo>
                    <a:pt x="870" y="5599"/>
                  </a:lnTo>
                  <a:lnTo>
                    <a:pt x="1145" y="6227"/>
                  </a:lnTo>
                  <a:lnTo>
                    <a:pt x="1332" y="6524"/>
                  </a:lnTo>
                  <a:lnTo>
                    <a:pt x="1909" y="6098"/>
                  </a:lnTo>
                  <a:lnTo>
                    <a:pt x="2466" y="5252"/>
                  </a:lnTo>
                  <a:lnTo>
                    <a:pt x="1481" y="5671"/>
                  </a:lnTo>
                  <a:lnTo>
                    <a:pt x="2134" y="4837"/>
                  </a:lnTo>
                  <a:lnTo>
                    <a:pt x="1462" y="4936"/>
                  </a:lnTo>
                  <a:lnTo>
                    <a:pt x="1446" y="4751"/>
                  </a:lnTo>
                  <a:lnTo>
                    <a:pt x="2206" y="4103"/>
                  </a:lnTo>
                  <a:lnTo>
                    <a:pt x="2241" y="4435"/>
                  </a:lnTo>
                  <a:lnTo>
                    <a:pt x="2448" y="4498"/>
                  </a:lnTo>
                  <a:lnTo>
                    <a:pt x="3188" y="3956"/>
                  </a:lnTo>
                  <a:lnTo>
                    <a:pt x="3465" y="3342"/>
                  </a:lnTo>
                  <a:lnTo>
                    <a:pt x="3558" y="2377"/>
                  </a:lnTo>
                  <a:lnTo>
                    <a:pt x="3211" y="1477"/>
                  </a:lnTo>
                  <a:lnTo>
                    <a:pt x="4212" y="2342"/>
                  </a:lnTo>
                  <a:lnTo>
                    <a:pt x="5378" y="2694"/>
                  </a:lnTo>
                  <a:lnTo>
                    <a:pt x="5766" y="2960"/>
                  </a:lnTo>
                  <a:lnTo>
                    <a:pt x="6254" y="2881"/>
                  </a:lnTo>
                  <a:lnTo>
                    <a:pt x="6087" y="2248"/>
                  </a:lnTo>
                  <a:lnTo>
                    <a:pt x="5582" y="971"/>
                  </a:lnTo>
                  <a:lnTo>
                    <a:pt x="5140" y="258"/>
                  </a:lnTo>
                  <a:lnTo>
                    <a:pt x="4894" y="0"/>
                  </a:lnTo>
                  <a:lnTo>
                    <a:pt x="5250" y="327"/>
                  </a:lnTo>
                  <a:lnTo>
                    <a:pt x="5634" y="940"/>
                  </a:lnTo>
                  <a:lnTo>
                    <a:pt x="6030" y="1810"/>
                  </a:lnTo>
                  <a:lnTo>
                    <a:pt x="6344" y="2513"/>
                  </a:lnTo>
                  <a:lnTo>
                    <a:pt x="6551" y="2921"/>
                  </a:lnTo>
                  <a:close/>
                </a:path>
              </a:pathLst>
            </a:custGeom>
            <a:solidFill>
              <a:srgbClr val="7023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5" name="Freeform 245"/>
            <p:cNvSpPr>
              <a:spLocks/>
            </p:cNvSpPr>
            <p:nvPr/>
          </p:nvSpPr>
          <p:spPr bwMode="auto">
            <a:xfrm>
              <a:off x="3536" y="1853"/>
              <a:ext cx="99" cy="108"/>
            </a:xfrm>
            <a:custGeom>
              <a:avLst/>
              <a:gdLst>
                <a:gd name="T0" fmla="*/ 0 w 791"/>
                <a:gd name="T1" fmla="*/ 0 h 867"/>
                <a:gd name="T2" fmla="*/ 0 w 791"/>
                <a:gd name="T3" fmla="*/ 0 h 867"/>
                <a:gd name="T4" fmla="*/ 0 w 791"/>
                <a:gd name="T5" fmla="*/ 0 h 867"/>
                <a:gd name="T6" fmla="*/ 0 w 791"/>
                <a:gd name="T7" fmla="*/ 0 h 867"/>
                <a:gd name="T8" fmla="*/ 0 w 791"/>
                <a:gd name="T9" fmla="*/ 0 h 867"/>
                <a:gd name="T10" fmla="*/ 0 w 791"/>
                <a:gd name="T11" fmla="*/ 0 h 867"/>
                <a:gd name="T12" fmla="*/ 0 w 791"/>
                <a:gd name="T13" fmla="*/ 0 h 867"/>
                <a:gd name="T14" fmla="*/ 0 w 791"/>
                <a:gd name="T15" fmla="*/ 0 h 867"/>
                <a:gd name="T16" fmla="*/ 0 w 791"/>
                <a:gd name="T17" fmla="*/ 0 h 867"/>
                <a:gd name="T18" fmla="*/ 0 w 791"/>
                <a:gd name="T19" fmla="*/ 0 h 8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91"/>
                <a:gd name="T31" fmla="*/ 0 h 867"/>
                <a:gd name="T32" fmla="*/ 791 w 791"/>
                <a:gd name="T33" fmla="*/ 867 h 8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91" h="867">
                  <a:moveTo>
                    <a:pt x="197" y="120"/>
                  </a:moveTo>
                  <a:lnTo>
                    <a:pt x="307" y="199"/>
                  </a:lnTo>
                  <a:lnTo>
                    <a:pt x="386" y="512"/>
                  </a:lnTo>
                  <a:lnTo>
                    <a:pt x="346" y="625"/>
                  </a:lnTo>
                  <a:lnTo>
                    <a:pt x="0" y="867"/>
                  </a:lnTo>
                  <a:lnTo>
                    <a:pt x="791" y="535"/>
                  </a:lnTo>
                  <a:lnTo>
                    <a:pt x="791" y="298"/>
                  </a:lnTo>
                  <a:lnTo>
                    <a:pt x="573" y="0"/>
                  </a:lnTo>
                  <a:lnTo>
                    <a:pt x="346" y="39"/>
                  </a:lnTo>
                  <a:lnTo>
                    <a:pt x="197" y="120"/>
                  </a:lnTo>
                  <a:close/>
                </a:path>
              </a:pathLst>
            </a:custGeom>
            <a:solidFill>
              <a:srgbClr val="7023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6" name="Freeform 246"/>
            <p:cNvSpPr>
              <a:spLocks/>
            </p:cNvSpPr>
            <p:nvPr/>
          </p:nvSpPr>
          <p:spPr bwMode="auto">
            <a:xfrm>
              <a:off x="2434" y="1708"/>
              <a:ext cx="870" cy="661"/>
            </a:xfrm>
            <a:custGeom>
              <a:avLst/>
              <a:gdLst>
                <a:gd name="T0" fmla="*/ 0 w 6960"/>
                <a:gd name="T1" fmla="*/ 0 h 5288"/>
                <a:gd name="T2" fmla="*/ 0 w 6960"/>
                <a:gd name="T3" fmla="*/ 0 h 5288"/>
                <a:gd name="T4" fmla="*/ 0 w 6960"/>
                <a:gd name="T5" fmla="*/ 0 h 5288"/>
                <a:gd name="T6" fmla="*/ 0 w 6960"/>
                <a:gd name="T7" fmla="*/ 0 h 5288"/>
                <a:gd name="T8" fmla="*/ 0 w 6960"/>
                <a:gd name="T9" fmla="*/ 0 h 5288"/>
                <a:gd name="T10" fmla="*/ 0 w 6960"/>
                <a:gd name="T11" fmla="*/ 0 h 5288"/>
                <a:gd name="T12" fmla="*/ 0 w 6960"/>
                <a:gd name="T13" fmla="*/ 0 h 5288"/>
                <a:gd name="T14" fmla="*/ 0 w 6960"/>
                <a:gd name="T15" fmla="*/ 0 h 5288"/>
                <a:gd name="T16" fmla="*/ 0 w 6960"/>
                <a:gd name="T17" fmla="*/ 0 h 5288"/>
                <a:gd name="T18" fmla="*/ 0 w 6960"/>
                <a:gd name="T19" fmla="*/ 0 h 5288"/>
                <a:gd name="T20" fmla="*/ 0 w 6960"/>
                <a:gd name="T21" fmla="*/ 0 h 5288"/>
                <a:gd name="T22" fmla="*/ 0 w 6960"/>
                <a:gd name="T23" fmla="*/ 0 h 5288"/>
                <a:gd name="T24" fmla="*/ 0 w 6960"/>
                <a:gd name="T25" fmla="*/ 0 h 5288"/>
                <a:gd name="T26" fmla="*/ 0 w 6960"/>
                <a:gd name="T27" fmla="*/ 0 h 5288"/>
                <a:gd name="T28" fmla="*/ 0 w 6960"/>
                <a:gd name="T29" fmla="*/ 0 h 5288"/>
                <a:gd name="T30" fmla="*/ 0 w 6960"/>
                <a:gd name="T31" fmla="*/ 0 h 5288"/>
                <a:gd name="T32" fmla="*/ 0 w 6960"/>
                <a:gd name="T33" fmla="*/ 0 h 5288"/>
                <a:gd name="T34" fmla="*/ 0 w 6960"/>
                <a:gd name="T35" fmla="*/ 0 h 5288"/>
                <a:gd name="T36" fmla="*/ 0 w 6960"/>
                <a:gd name="T37" fmla="*/ 0 h 5288"/>
                <a:gd name="T38" fmla="*/ 0 w 6960"/>
                <a:gd name="T39" fmla="*/ 0 h 5288"/>
                <a:gd name="T40" fmla="*/ 0 w 6960"/>
                <a:gd name="T41" fmla="*/ 0 h 5288"/>
                <a:gd name="T42" fmla="*/ 0 w 6960"/>
                <a:gd name="T43" fmla="*/ 0 h 5288"/>
                <a:gd name="T44" fmla="*/ 0 w 6960"/>
                <a:gd name="T45" fmla="*/ 0 h 5288"/>
                <a:gd name="T46" fmla="*/ 0 w 6960"/>
                <a:gd name="T47" fmla="*/ 0 h 5288"/>
                <a:gd name="T48" fmla="*/ 0 w 6960"/>
                <a:gd name="T49" fmla="*/ 0 h 5288"/>
                <a:gd name="T50" fmla="*/ 0 w 6960"/>
                <a:gd name="T51" fmla="*/ 0 h 5288"/>
                <a:gd name="T52" fmla="*/ 0 w 6960"/>
                <a:gd name="T53" fmla="*/ 0 h 5288"/>
                <a:gd name="T54" fmla="*/ 0 w 6960"/>
                <a:gd name="T55" fmla="*/ 0 h 5288"/>
                <a:gd name="T56" fmla="*/ 0 w 6960"/>
                <a:gd name="T57" fmla="*/ 0 h 5288"/>
                <a:gd name="T58" fmla="*/ 0 w 6960"/>
                <a:gd name="T59" fmla="*/ 0 h 5288"/>
                <a:gd name="T60" fmla="*/ 0 w 6960"/>
                <a:gd name="T61" fmla="*/ 0 h 5288"/>
                <a:gd name="T62" fmla="*/ 0 w 6960"/>
                <a:gd name="T63" fmla="*/ 0 h 5288"/>
                <a:gd name="T64" fmla="*/ 0 w 6960"/>
                <a:gd name="T65" fmla="*/ 0 h 5288"/>
                <a:gd name="T66" fmla="*/ 0 w 6960"/>
                <a:gd name="T67" fmla="*/ 0 h 5288"/>
                <a:gd name="T68" fmla="*/ 0 w 6960"/>
                <a:gd name="T69" fmla="*/ 0 h 5288"/>
                <a:gd name="T70" fmla="*/ 0 w 6960"/>
                <a:gd name="T71" fmla="*/ 0 h 5288"/>
                <a:gd name="T72" fmla="*/ 0 w 6960"/>
                <a:gd name="T73" fmla="*/ 0 h 5288"/>
                <a:gd name="T74" fmla="*/ 0 w 6960"/>
                <a:gd name="T75" fmla="*/ 0 h 5288"/>
                <a:gd name="T76" fmla="*/ 0 w 6960"/>
                <a:gd name="T77" fmla="*/ 0 h 5288"/>
                <a:gd name="T78" fmla="*/ 0 w 6960"/>
                <a:gd name="T79" fmla="*/ 0 h 5288"/>
                <a:gd name="T80" fmla="*/ 0 w 6960"/>
                <a:gd name="T81" fmla="*/ 0 h 5288"/>
                <a:gd name="T82" fmla="*/ 0 w 6960"/>
                <a:gd name="T83" fmla="*/ 0 h 5288"/>
                <a:gd name="T84" fmla="*/ 0 w 6960"/>
                <a:gd name="T85" fmla="*/ 0 h 5288"/>
                <a:gd name="T86" fmla="*/ 0 w 6960"/>
                <a:gd name="T87" fmla="*/ 0 h 5288"/>
                <a:gd name="T88" fmla="*/ 0 w 6960"/>
                <a:gd name="T89" fmla="*/ 0 h 5288"/>
                <a:gd name="T90" fmla="*/ 0 w 6960"/>
                <a:gd name="T91" fmla="*/ 0 h 5288"/>
                <a:gd name="T92" fmla="*/ 0 w 6960"/>
                <a:gd name="T93" fmla="*/ 0 h 5288"/>
                <a:gd name="T94" fmla="*/ 0 w 6960"/>
                <a:gd name="T95" fmla="*/ 0 h 5288"/>
                <a:gd name="T96" fmla="*/ 0 w 6960"/>
                <a:gd name="T97" fmla="*/ 0 h 5288"/>
                <a:gd name="T98" fmla="*/ 0 w 6960"/>
                <a:gd name="T99" fmla="*/ 0 h 528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6960"/>
                <a:gd name="T151" fmla="*/ 0 h 5288"/>
                <a:gd name="T152" fmla="*/ 6960 w 6960"/>
                <a:gd name="T153" fmla="*/ 5288 h 5288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6960" h="5288">
                  <a:moveTo>
                    <a:pt x="2583" y="0"/>
                  </a:moveTo>
                  <a:lnTo>
                    <a:pt x="2425" y="32"/>
                  </a:lnTo>
                  <a:lnTo>
                    <a:pt x="2146" y="173"/>
                  </a:lnTo>
                  <a:lnTo>
                    <a:pt x="1372" y="233"/>
                  </a:lnTo>
                  <a:lnTo>
                    <a:pt x="592" y="498"/>
                  </a:lnTo>
                  <a:lnTo>
                    <a:pt x="229" y="706"/>
                  </a:lnTo>
                  <a:lnTo>
                    <a:pt x="141" y="876"/>
                  </a:lnTo>
                  <a:lnTo>
                    <a:pt x="93" y="1047"/>
                  </a:lnTo>
                  <a:lnTo>
                    <a:pt x="141" y="1374"/>
                  </a:lnTo>
                  <a:lnTo>
                    <a:pt x="229" y="1625"/>
                  </a:lnTo>
                  <a:lnTo>
                    <a:pt x="141" y="2183"/>
                  </a:lnTo>
                  <a:lnTo>
                    <a:pt x="102" y="2308"/>
                  </a:lnTo>
                  <a:lnTo>
                    <a:pt x="32" y="2356"/>
                  </a:lnTo>
                  <a:lnTo>
                    <a:pt x="0" y="2444"/>
                  </a:lnTo>
                  <a:lnTo>
                    <a:pt x="12" y="2620"/>
                  </a:lnTo>
                  <a:lnTo>
                    <a:pt x="155" y="3086"/>
                  </a:lnTo>
                  <a:lnTo>
                    <a:pt x="155" y="3277"/>
                  </a:lnTo>
                  <a:lnTo>
                    <a:pt x="141" y="3525"/>
                  </a:lnTo>
                  <a:lnTo>
                    <a:pt x="126" y="3655"/>
                  </a:lnTo>
                  <a:lnTo>
                    <a:pt x="32" y="3928"/>
                  </a:lnTo>
                  <a:lnTo>
                    <a:pt x="44" y="4198"/>
                  </a:lnTo>
                  <a:lnTo>
                    <a:pt x="556" y="4862"/>
                  </a:lnTo>
                  <a:lnTo>
                    <a:pt x="888" y="4980"/>
                  </a:lnTo>
                  <a:lnTo>
                    <a:pt x="1003" y="5053"/>
                  </a:lnTo>
                  <a:lnTo>
                    <a:pt x="1361" y="5022"/>
                  </a:lnTo>
                  <a:lnTo>
                    <a:pt x="1671" y="5148"/>
                  </a:lnTo>
                  <a:lnTo>
                    <a:pt x="2062" y="5288"/>
                  </a:lnTo>
                  <a:lnTo>
                    <a:pt x="2704" y="4862"/>
                  </a:lnTo>
                  <a:lnTo>
                    <a:pt x="6835" y="4837"/>
                  </a:lnTo>
                  <a:lnTo>
                    <a:pt x="6960" y="4152"/>
                  </a:lnTo>
                  <a:lnTo>
                    <a:pt x="6621" y="4119"/>
                  </a:lnTo>
                  <a:lnTo>
                    <a:pt x="6446" y="3917"/>
                  </a:lnTo>
                  <a:lnTo>
                    <a:pt x="6333" y="3853"/>
                  </a:lnTo>
                  <a:lnTo>
                    <a:pt x="6151" y="3536"/>
                  </a:lnTo>
                  <a:lnTo>
                    <a:pt x="6022" y="3011"/>
                  </a:lnTo>
                  <a:lnTo>
                    <a:pt x="5955" y="2780"/>
                  </a:lnTo>
                  <a:lnTo>
                    <a:pt x="5912" y="2483"/>
                  </a:lnTo>
                  <a:lnTo>
                    <a:pt x="5773" y="2420"/>
                  </a:lnTo>
                  <a:lnTo>
                    <a:pt x="5745" y="2229"/>
                  </a:lnTo>
                  <a:lnTo>
                    <a:pt x="5773" y="1812"/>
                  </a:lnTo>
                  <a:lnTo>
                    <a:pt x="5745" y="1515"/>
                  </a:lnTo>
                  <a:lnTo>
                    <a:pt x="5710" y="1314"/>
                  </a:lnTo>
                  <a:lnTo>
                    <a:pt x="5660" y="1097"/>
                  </a:lnTo>
                  <a:lnTo>
                    <a:pt x="5584" y="998"/>
                  </a:lnTo>
                  <a:lnTo>
                    <a:pt x="5521" y="966"/>
                  </a:lnTo>
                  <a:lnTo>
                    <a:pt x="5424" y="936"/>
                  </a:lnTo>
                  <a:lnTo>
                    <a:pt x="4848" y="717"/>
                  </a:lnTo>
                  <a:lnTo>
                    <a:pt x="4240" y="438"/>
                  </a:lnTo>
                  <a:lnTo>
                    <a:pt x="3850" y="267"/>
                  </a:lnTo>
                  <a:lnTo>
                    <a:pt x="2583" y="0"/>
                  </a:lnTo>
                  <a:close/>
                </a:path>
              </a:pathLst>
            </a:custGeom>
            <a:solidFill>
              <a:srgbClr val="5151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7" name="Freeform 247"/>
            <p:cNvSpPr>
              <a:spLocks/>
            </p:cNvSpPr>
            <p:nvPr/>
          </p:nvSpPr>
          <p:spPr bwMode="auto">
            <a:xfrm>
              <a:off x="2683" y="2251"/>
              <a:ext cx="113" cy="116"/>
            </a:xfrm>
            <a:custGeom>
              <a:avLst/>
              <a:gdLst>
                <a:gd name="T0" fmla="*/ 0 w 904"/>
                <a:gd name="T1" fmla="*/ 0 h 929"/>
                <a:gd name="T2" fmla="*/ 0 w 904"/>
                <a:gd name="T3" fmla="*/ 0 h 929"/>
                <a:gd name="T4" fmla="*/ 0 w 904"/>
                <a:gd name="T5" fmla="*/ 0 h 929"/>
                <a:gd name="T6" fmla="*/ 0 w 904"/>
                <a:gd name="T7" fmla="*/ 0 h 929"/>
                <a:gd name="T8" fmla="*/ 0 w 904"/>
                <a:gd name="T9" fmla="*/ 0 h 929"/>
                <a:gd name="T10" fmla="*/ 0 w 904"/>
                <a:gd name="T11" fmla="*/ 0 h 929"/>
                <a:gd name="T12" fmla="*/ 0 w 904"/>
                <a:gd name="T13" fmla="*/ 0 h 929"/>
                <a:gd name="T14" fmla="*/ 0 w 904"/>
                <a:gd name="T15" fmla="*/ 0 h 929"/>
                <a:gd name="T16" fmla="*/ 0 w 904"/>
                <a:gd name="T17" fmla="*/ 0 h 929"/>
                <a:gd name="T18" fmla="*/ 0 w 904"/>
                <a:gd name="T19" fmla="*/ 0 h 929"/>
                <a:gd name="T20" fmla="*/ 0 w 904"/>
                <a:gd name="T21" fmla="*/ 0 h 92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904"/>
                <a:gd name="T34" fmla="*/ 0 h 929"/>
                <a:gd name="T35" fmla="*/ 904 w 904"/>
                <a:gd name="T36" fmla="*/ 929 h 92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904" h="929">
                  <a:moveTo>
                    <a:pt x="626" y="0"/>
                  </a:moveTo>
                  <a:lnTo>
                    <a:pt x="904" y="74"/>
                  </a:lnTo>
                  <a:lnTo>
                    <a:pt x="720" y="221"/>
                  </a:lnTo>
                  <a:lnTo>
                    <a:pt x="477" y="584"/>
                  </a:lnTo>
                  <a:lnTo>
                    <a:pt x="293" y="929"/>
                  </a:lnTo>
                  <a:lnTo>
                    <a:pt x="0" y="843"/>
                  </a:lnTo>
                  <a:lnTo>
                    <a:pt x="26" y="558"/>
                  </a:lnTo>
                  <a:lnTo>
                    <a:pt x="132" y="378"/>
                  </a:lnTo>
                  <a:lnTo>
                    <a:pt x="277" y="228"/>
                  </a:lnTo>
                  <a:lnTo>
                    <a:pt x="487" y="74"/>
                  </a:lnTo>
                  <a:lnTo>
                    <a:pt x="6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" name="Freeform 248"/>
            <p:cNvSpPr>
              <a:spLocks/>
            </p:cNvSpPr>
            <p:nvPr/>
          </p:nvSpPr>
          <p:spPr bwMode="auto">
            <a:xfrm>
              <a:off x="2682" y="2272"/>
              <a:ext cx="65" cy="95"/>
            </a:xfrm>
            <a:custGeom>
              <a:avLst/>
              <a:gdLst>
                <a:gd name="T0" fmla="*/ 0 w 521"/>
                <a:gd name="T1" fmla="*/ 0 h 763"/>
                <a:gd name="T2" fmla="*/ 0 w 521"/>
                <a:gd name="T3" fmla="*/ 0 h 763"/>
                <a:gd name="T4" fmla="*/ 0 w 521"/>
                <a:gd name="T5" fmla="*/ 0 h 763"/>
                <a:gd name="T6" fmla="*/ 0 w 521"/>
                <a:gd name="T7" fmla="*/ 0 h 763"/>
                <a:gd name="T8" fmla="*/ 0 w 521"/>
                <a:gd name="T9" fmla="*/ 0 h 763"/>
                <a:gd name="T10" fmla="*/ 0 w 521"/>
                <a:gd name="T11" fmla="*/ 0 h 763"/>
                <a:gd name="T12" fmla="*/ 0 w 521"/>
                <a:gd name="T13" fmla="*/ 0 h 763"/>
                <a:gd name="T14" fmla="*/ 0 w 521"/>
                <a:gd name="T15" fmla="*/ 0 h 763"/>
                <a:gd name="T16" fmla="*/ 0 w 521"/>
                <a:gd name="T17" fmla="*/ 0 h 763"/>
                <a:gd name="T18" fmla="*/ 0 w 521"/>
                <a:gd name="T19" fmla="*/ 0 h 763"/>
                <a:gd name="T20" fmla="*/ 0 w 521"/>
                <a:gd name="T21" fmla="*/ 0 h 763"/>
                <a:gd name="T22" fmla="*/ 0 w 521"/>
                <a:gd name="T23" fmla="*/ 0 h 76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521"/>
                <a:gd name="T37" fmla="*/ 0 h 763"/>
                <a:gd name="T38" fmla="*/ 521 w 521"/>
                <a:gd name="T39" fmla="*/ 763 h 76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521" h="763">
                  <a:moveTo>
                    <a:pt x="402" y="0"/>
                  </a:moveTo>
                  <a:lnTo>
                    <a:pt x="249" y="172"/>
                  </a:lnTo>
                  <a:lnTo>
                    <a:pt x="152" y="366"/>
                  </a:lnTo>
                  <a:lnTo>
                    <a:pt x="327" y="378"/>
                  </a:lnTo>
                  <a:lnTo>
                    <a:pt x="521" y="212"/>
                  </a:lnTo>
                  <a:lnTo>
                    <a:pt x="378" y="535"/>
                  </a:lnTo>
                  <a:lnTo>
                    <a:pt x="327" y="763"/>
                  </a:lnTo>
                  <a:lnTo>
                    <a:pt x="0" y="763"/>
                  </a:lnTo>
                  <a:lnTo>
                    <a:pt x="11" y="574"/>
                  </a:lnTo>
                  <a:lnTo>
                    <a:pt x="77" y="322"/>
                  </a:lnTo>
                  <a:lnTo>
                    <a:pt x="207" y="172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9" name="Freeform 249"/>
            <p:cNvSpPr>
              <a:spLocks/>
            </p:cNvSpPr>
            <p:nvPr/>
          </p:nvSpPr>
          <p:spPr bwMode="auto">
            <a:xfrm>
              <a:off x="2738" y="1713"/>
              <a:ext cx="188" cy="486"/>
            </a:xfrm>
            <a:custGeom>
              <a:avLst/>
              <a:gdLst>
                <a:gd name="T0" fmla="*/ 0 w 1500"/>
                <a:gd name="T1" fmla="*/ 0 h 3892"/>
                <a:gd name="T2" fmla="*/ 0 w 1500"/>
                <a:gd name="T3" fmla="*/ 0 h 3892"/>
                <a:gd name="T4" fmla="*/ 0 w 1500"/>
                <a:gd name="T5" fmla="*/ 0 h 3892"/>
                <a:gd name="T6" fmla="*/ 0 w 1500"/>
                <a:gd name="T7" fmla="*/ 0 h 3892"/>
                <a:gd name="T8" fmla="*/ 0 w 1500"/>
                <a:gd name="T9" fmla="*/ 0 h 3892"/>
                <a:gd name="T10" fmla="*/ 0 w 1500"/>
                <a:gd name="T11" fmla="*/ 0 h 3892"/>
                <a:gd name="T12" fmla="*/ 0 w 1500"/>
                <a:gd name="T13" fmla="*/ 0 h 3892"/>
                <a:gd name="T14" fmla="*/ 0 w 1500"/>
                <a:gd name="T15" fmla="*/ 0 h 3892"/>
                <a:gd name="T16" fmla="*/ 0 w 1500"/>
                <a:gd name="T17" fmla="*/ 0 h 3892"/>
                <a:gd name="T18" fmla="*/ 0 w 1500"/>
                <a:gd name="T19" fmla="*/ 0 h 3892"/>
                <a:gd name="T20" fmla="*/ 0 w 1500"/>
                <a:gd name="T21" fmla="*/ 0 h 3892"/>
                <a:gd name="T22" fmla="*/ 0 w 1500"/>
                <a:gd name="T23" fmla="*/ 0 h 3892"/>
                <a:gd name="T24" fmla="*/ 0 w 1500"/>
                <a:gd name="T25" fmla="*/ 0 h 3892"/>
                <a:gd name="T26" fmla="*/ 0 w 1500"/>
                <a:gd name="T27" fmla="*/ 0 h 3892"/>
                <a:gd name="T28" fmla="*/ 0 w 1500"/>
                <a:gd name="T29" fmla="*/ 0 h 3892"/>
                <a:gd name="T30" fmla="*/ 0 w 1500"/>
                <a:gd name="T31" fmla="*/ 0 h 3892"/>
                <a:gd name="T32" fmla="*/ 0 w 1500"/>
                <a:gd name="T33" fmla="*/ 0 h 3892"/>
                <a:gd name="T34" fmla="*/ 0 w 1500"/>
                <a:gd name="T35" fmla="*/ 0 h 3892"/>
                <a:gd name="T36" fmla="*/ 0 w 1500"/>
                <a:gd name="T37" fmla="*/ 0 h 389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500"/>
                <a:gd name="T58" fmla="*/ 0 h 3892"/>
                <a:gd name="T59" fmla="*/ 1500 w 1500"/>
                <a:gd name="T60" fmla="*/ 3892 h 389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500" h="3892">
                  <a:moveTo>
                    <a:pt x="143" y="0"/>
                  </a:moveTo>
                  <a:lnTo>
                    <a:pt x="1500" y="561"/>
                  </a:lnTo>
                  <a:lnTo>
                    <a:pt x="1500" y="1046"/>
                  </a:lnTo>
                  <a:lnTo>
                    <a:pt x="1426" y="1553"/>
                  </a:lnTo>
                  <a:lnTo>
                    <a:pt x="1336" y="2078"/>
                  </a:lnTo>
                  <a:lnTo>
                    <a:pt x="1193" y="2760"/>
                  </a:lnTo>
                  <a:lnTo>
                    <a:pt x="1053" y="3259"/>
                  </a:lnTo>
                  <a:lnTo>
                    <a:pt x="815" y="3892"/>
                  </a:lnTo>
                  <a:lnTo>
                    <a:pt x="774" y="3293"/>
                  </a:lnTo>
                  <a:lnTo>
                    <a:pt x="642" y="2523"/>
                  </a:lnTo>
                  <a:lnTo>
                    <a:pt x="560" y="2041"/>
                  </a:lnTo>
                  <a:lnTo>
                    <a:pt x="488" y="1659"/>
                  </a:lnTo>
                  <a:lnTo>
                    <a:pt x="338" y="1336"/>
                  </a:lnTo>
                  <a:lnTo>
                    <a:pt x="172" y="995"/>
                  </a:lnTo>
                  <a:lnTo>
                    <a:pt x="43" y="705"/>
                  </a:lnTo>
                  <a:lnTo>
                    <a:pt x="0" y="497"/>
                  </a:lnTo>
                  <a:lnTo>
                    <a:pt x="0" y="301"/>
                  </a:lnTo>
                  <a:lnTo>
                    <a:pt x="66" y="121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0" name="Freeform 250"/>
            <p:cNvSpPr>
              <a:spLocks/>
            </p:cNvSpPr>
            <p:nvPr/>
          </p:nvSpPr>
          <p:spPr bwMode="auto">
            <a:xfrm>
              <a:off x="2804" y="1842"/>
              <a:ext cx="61" cy="360"/>
            </a:xfrm>
            <a:custGeom>
              <a:avLst/>
              <a:gdLst>
                <a:gd name="T0" fmla="*/ 0 w 486"/>
                <a:gd name="T1" fmla="*/ 0 h 2874"/>
                <a:gd name="T2" fmla="*/ 0 w 486"/>
                <a:gd name="T3" fmla="*/ 0 h 2874"/>
                <a:gd name="T4" fmla="*/ 0 w 486"/>
                <a:gd name="T5" fmla="*/ 0 h 2874"/>
                <a:gd name="T6" fmla="*/ 0 w 486"/>
                <a:gd name="T7" fmla="*/ 0 h 2874"/>
                <a:gd name="T8" fmla="*/ 0 w 486"/>
                <a:gd name="T9" fmla="*/ 0 h 2874"/>
                <a:gd name="T10" fmla="*/ 0 w 486"/>
                <a:gd name="T11" fmla="*/ 0 h 2874"/>
                <a:gd name="T12" fmla="*/ 0 w 486"/>
                <a:gd name="T13" fmla="*/ 0 h 2874"/>
                <a:gd name="T14" fmla="*/ 0 w 486"/>
                <a:gd name="T15" fmla="*/ 0 h 2874"/>
                <a:gd name="T16" fmla="*/ 0 w 486"/>
                <a:gd name="T17" fmla="*/ 0 h 2874"/>
                <a:gd name="T18" fmla="*/ 0 w 486"/>
                <a:gd name="T19" fmla="*/ 0 h 2874"/>
                <a:gd name="T20" fmla="*/ 0 w 486"/>
                <a:gd name="T21" fmla="*/ 0 h 2874"/>
                <a:gd name="T22" fmla="*/ 0 w 486"/>
                <a:gd name="T23" fmla="*/ 0 h 2874"/>
                <a:gd name="T24" fmla="*/ 0 w 486"/>
                <a:gd name="T25" fmla="*/ 0 h 2874"/>
                <a:gd name="T26" fmla="*/ 0 w 486"/>
                <a:gd name="T27" fmla="*/ 0 h 2874"/>
                <a:gd name="T28" fmla="*/ 0 w 486"/>
                <a:gd name="T29" fmla="*/ 0 h 2874"/>
                <a:gd name="T30" fmla="*/ 0 w 486"/>
                <a:gd name="T31" fmla="*/ 0 h 2874"/>
                <a:gd name="T32" fmla="*/ 0 w 486"/>
                <a:gd name="T33" fmla="*/ 0 h 287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86"/>
                <a:gd name="T52" fmla="*/ 0 h 2874"/>
                <a:gd name="T53" fmla="*/ 486 w 486"/>
                <a:gd name="T54" fmla="*/ 2874 h 287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86" h="2874">
                  <a:moveTo>
                    <a:pt x="194" y="0"/>
                  </a:moveTo>
                  <a:lnTo>
                    <a:pt x="51" y="126"/>
                  </a:lnTo>
                  <a:lnTo>
                    <a:pt x="139" y="455"/>
                  </a:lnTo>
                  <a:lnTo>
                    <a:pt x="0" y="806"/>
                  </a:lnTo>
                  <a:lnTo>
                    <a:pt x="81" y="1235"/>
                  </a:lnTo>
                  <a:lnTo>
                    <a:pt x="178" y="1853"/>
                  </a:lnTo>
                  <a:lnTo>
                    <a:pt x="265" y="2463"/>
                  </a:lnTo>
                  <a:lnTo>
                    <a:pt x="328" y="2874"/>
                  </a:lnTo>
                  <a:lnTo>
                    <a:pt x="486" y="2371"/>
                  </a:lnTo>
                  <a:lnTo>
                    <a:pt x="459" y="1973"/>
                  </a:lnTo>
                  <a:lnTo>
                    <a:pt x="440" y="1265"/>
                  </a:lnTo>
                  <a:lnTo>
                    <a:pt x="436" y="857"/>
                  </a:lnTo>
                  <a:lnTo>
                    <a:pt x="401" y="622"/>
                  </a:lnTo>
                  <a:lnTo>
                    <a:pt x="365" y="477"/>
                  </a:lnTo>
                  <a:lnTo>
                    <a:pt x="440" y="248"/>
                  </a:lnTo>
                  <a:lnTo>
                    <a:pt x="355" y="24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1" name="Freeform 251"/>
            <p:cNvSpPr>
              <a:spLocks/>
            </p:cNvSpPr>
            <p:nvPr/>
          </p:nvSpPr>
          <p:spPr bwMode="auto">
            <a:xfrm>
              <a:off x="2804" y="1844"/>
              <a:ext cx="58" cy="295"/>
            </a:xfrm>
            <a:custGeom>
              <a:avLst/>
              <a:gdLst>
                <a:gd name="T0" fmla="*/ 0 w 459"/>
                <a:gd name="T1" fmla="*/ 0 h 2362"/>
                <a:gd name="T2" fmla="*/ 0 w 459"/>
                <a:gd name="T3" fmla="*/ 0 h 2362"/>
                <a:gd name="T4" fmla="*/ 0 w 459"/>
                <a:gd name="T5" fmla="*/ 0 h 2362"/>
                <a:gd name="T6" fmla="*/ 0 w 459"/>
                <a:gd name="T7" fmla="*/ 0 h 2362"/>
                <a:gd name="T8" fmla="*/ 0 w 459"/>
                <a:gd name="T9" fmla="*/ 0 h 2362"/>
                <a:gd name="T10" fmla="*/ 0 w 459"/>
                <a:gd name="T11" fmla="*/ 0 h 2362"/>
                <a:gd name="T12" fmla="*/ 0 w 459"/>
                <a:gd name="T13" fmla="*/ 0 h 2362"/>
                <a:gd name="T14" fmla="*/ 0 w 459"/>
                <a:gd name="T15" fmla="*/ 0 h 2362"/>
                <a:gd name="T16" fmla="*/ 0 w 459"/>
                <a:gd name="T17" fmla="*/ 0 h 2362"/>
                <a:gd name="T18" fmla="*/ 0 w 459"/>
                <a:gd name="T19" fmla="*/ 0 h 2362"/>
                <a:gd name="T20" fmla="*/ 0 w 459"/>
                <a:gd name="T21" fmla="*/ 0 h 2362"/>
                <a:gd name="T22" fmla="*/ 0 w 459"/>
                <a:gd name="T23" fmla="*/ 0 h 2362"/>
                <a:gd name="T24" fmla="*/ 0 w 459"/>
                <a:gd name="T25" fmla="*/ 0 h 2362"/>
                <a:gd name="T26" fmla="*/ 0 w 459"/>
                <a:gd name="T27" fmla="*/ 0 h 2362"/>
                <a:gd name="T28" fmla="*/ 0 w 459"/>
                <a:gd name="T29" fmla="*/ 0 h 2362"/>
                <a:gd name="T30" fmla="*/ 0 w 459"/>
                <a:gd name="T31" fmla="*/ 0 h 2362"/>
                <a:gd name="T32" fmla="*/ 0 w 459"/>
                <a:gd name="T33" fmla="*/ 0 h 2362"/>
                <a:gd name="T34" fmla="*/ 0 w 459"/>
                <a:gd name="T35" fmla="*/ 0 h 2362"/>
                <a:gd name="T36" fmla="*/ 0 w 459"/>
                <a:gd name="T37" fmla="*/ 0 h 2362"/>
                <a:gd name="T38" fmla="*/ 0 w 459"/>
                <a:gd name="T39" fmla="*/ 0 h 2362"/>
                <a:gd name="T40" fmla="*/ 0 w 459"/>
                <a:gd name="T41" fmla="*/ 0 h 2362"/>
                <a:gd name="T42" fmla="*/ 0 w 459"/>
                <a:gd name="T43" fmla="*/ 0 h 2362"/>
                <a:gd name="T44" fmla="*/ 0 w 459"/>
                <a:gd name="T45" fmla="*/ 0 h 2362"/>
                <a:gd name="T46" fmla="*/ 0 w 459"/>
                <a:gd name="T47" fmla="*/ 0 h 2362"/>
                <a:gd name="T48" fmla="*/ 0 w 459"/>
                <a:gd name="T49" fmla="*/ 0 h 2362"/>
                <a:gd name="T50" fmla="*/ 0 w 459"/>
                <a:gd name="T51" fmla="*/ 0 h 2362"/>
                <a:gd name="T52" fmla="*/ 0 w 459"/>
                <a:gd name="T53" fmla="*/ 0 h 23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59"/>
                <a:gd name="T82" fmla="*/ 0 h 2362"/>
                <a:gd name="T83" fmla="*/ 459 w 459"/>
                <a:gd name="T84" fmla="*/ 2362 h 236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59" h="2362">
                  <a:moveTo>
                    <a:pt x="365" y="94"/>
                  </a:moveTo>
                  <a:lnTo>
                    <a:pt x="288" y="79"/>
                  </a:lnTo>
                  <a:lnTo>
                    <a:pt x="207" y="169"/>
                  </a:lnTo>
                  <a:lnTo>
                    <a:pt x="247" y="433"/>
                  </a:lnTo>
                  <a:lnTo>
                    <a:pt x="288" y="433"/>
                  </a:lnTo>
                  <a:lnTo>
                    <a:pt x="385" y="272"/>
                  </a:lnTo>
                  <a:lnTo>
                    <a:pt x="355" y="523"/>
                  </a:lnTo>
                  <a:lnTo>
                    <a:pt x="440" y="875"/>
                  </a:lnTo>
                  <a:lnTo>
                    <a:pt x="436" y="1701"/>
                  </a:lnTo>
                  <a:lnTo>
                    <a:pt x="459" y="2362"/>
                  </a:lnTo>
                  <a:lnTo>
                    <a:pt x="401" y="2000"/>
                  </a:lnTo>
                  <a:lnTo>
                    <a:pt x="365" y="1542"/>
                  </a:lnTo>
                  <a:lnTo>
                    <a:pt x="355" y="1097"/>
                  </a:lnTo>
                  <a:lnTo>
                    <a:pt x="339" y="848"/>
                  </a:lnTo>
                  <a:lnTo>
                    <a:pt x="265" y="613"/>
                  </a:lnTo>
                  <a:lnTo>
                    <a:pt x="247" y="940"/>
                  </a:lnTo>
                  <a:lnTo>
                    <a:pt x="178" y="1009"/>
                  </a:lnTo>
                  <a:lnTo>
                    <a:pt x="139" y="940"/>
                  </a:lnTo>
                  <a:lnTo>
                    <a:pt x="207" y="606"/>
                  </a:lnTo>
                  <a:lnTo>
                    <a:pt x="104" y="769"/>
                  </a:lnTo>
                  <a:lnTo>
                    <a:pt x="51" y="1085"/>
                  </a:lnTo>
                  <a:lnTo>
                    <a:pt x="0" y="797"/>
                  </a:lnTo>
                  <a:lnTo>
                    <a:pt x="139" y="446"/>
                  </a:lnTo>
                  <a:lnTo>
                    <a:pt x="69" y="117"/>
                  </a:lnTo>
                  <a:lnTo>
                    <a:pt x="171" y="0"/>
                  </a:lnTo>
                  <a:lnTo>
                    <a:pt x="339" y="15"/>
                  </a:lnTo>
                  <a:lnTo>
                    <a:pt x="365" y="94"/>
                  </a:lnTo>
                  <a:close/>
                </a:path>
              </a:pathLst>
            </a:custGeom>
            <a:solidFill>
              <a:srgbClr val="7023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2" name="Freeform 252"/>
            <p:cNvSpPr>
              <a:spLocks/>
            </p:cNvSpPr>
            <p:nvPr/>
          </p:nvSpPr>
          <p:spPr bwMode="auto">
            <a:xfrm>
              <a:off x="2850" y="1788"/>
              <a:ext cx="77" cy="342"/>
            </a:xfrm>
            <a:custGeom>
              <a:avLst/>
              <a:gdLst>
                <a:gd name="T0" fmla="*/ 0 w 620"/>
                <a:gd name="T1" fmla="*/ 0 h 2734"/>
                <a:gd name="T2" fmla="*/ 0 w 620"/>
                <a:gd name="T3" fmla="*/ 0 h 2734"/>
                <a:gd name="T4" fmla="*/ 0 w 620"/>
                <a:gd name="T5" fmla="*/ 0 h 2734"/>
                <a:gd name="T6" fmla="*/ 0 w 620"/>
                <a:gd name="T7" fmla="*/ 0 h 2734"/>
                <a:gd name="T8" fmla="*/ 0 w 620"/>
                <a:gd name="T9" fmla="*/ 0 h 2734"/>
                <a:gd name="T10" fmla="*/ 0 w 620"/>
                <a:gd name="T11" fmla="*/ 0 h 2734"/>
                <a:gd name="T12" fmla="*/ 0 w 620"/>
                <a:gd name="T13" fmla="*/ 0 h 2734"/>
                <a:gd name="T14" fmla="*/ 0 w 620"/>
                <a:gd name="T15" fmla="*/ 0 h 2734"/>
                <a:gd name="T16" fmla="*/ 0 w 620"/>
                <a:gd name="T17" fmla="*/ 0 h 2734"/>
                <a:gd name="T18" fmla="*/ 0 w 620"/>
                <a:gd name="T19" fmla="*/ 0 h 2734"/>
                <a:gd name="T20" fmla="*/ 0 w 620"/>
                <a:gd name="T21" fmla="*/ 0 h 2734"/>
                <a:gd name="T22" fmla="*/ 0 w 620"/>
                <a:gd name="T23" fmla="*/ 0 h 2734"/>
                <a:gd name="T24" fmla="*/ 0 w 620"/>
                <a:gd name="T25" fmla="*/ 0 h 2734"/>
                <a:gd name="T26" fmla="*/ 0 w 620"/>
                <a:gd name="T27" fmla="*/ 0 h 2734"/>
                <a:gd name="T28" fmla="*/ 0 w 620"/>
                <a:gd name="T29" fmla="*/ 0 h 2734"/>
                <a:gd name="T30" fmla="*/ 0 w 620"/>
                <a:gd name="T31" fmla="*/ 0 h 2734"/>
                <a:gd name="T32" fmla="*/ 0 w 620"/>
                <a:gd name="T33" fmla="*/ 0 h 2734"/>
                <a:gd name="T34" fmla="*/ 0 w 620"/>
                <a:gd name="T35" fmla="*/ 0 h 2734"/>
                <a:gd name="T36" fmla="*/ 0 w 620"/>
                <a:gd name="T37" fmla="*/ 0 h 2734"/>
                <a:gd name="T38" fmla="*/ 0 w 620"/>
                <a:gd name="T39" fmla="*/ 0 h 273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20"/>
                <a:gd name="T61" fmla="*/ 0 h 2734"/>
                <a:gd name="T62" fmla="*/ 620 w 620"/>
                <a:gd name="T63" fmla="*/ 2734 h 273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20" h="2734">
                  <a:moveTo>
                    <a:pt x="94" y="1255"/>
                  </a:moveTo>
                  <a:lnTo>
                    <a:pt x="266" y="953"/>
                  </a:lnTo>
                  <a:lnTo>
                    <a:pt x="394" y="758"/>
                  </a:lnTo>
                  <a:lnTo>
                    <a:pt x="354" y="1204"/>
                  </a:lnTo>
                  <a:lnTo>
                    <a:pt x="266" y="1709"/>
                  </a:lnTo>
                  <a:lnTo>
                    <a:pt x="106" y="2410"/>
                  </a:lnTo>
                  <a:lnTo>
                    <a:pt x="130" y="2734"/>
                  </a:lnTo>
                  <a:lnTo>
                    <a:pt x="369" y="1831"/>
                  </a:lnTo>
                  <a:lnTo>
                    <a:pt x="525" y="1125"/>
                  </a:lnTo>
                  <a:lnTo>
                    <a:pt x="589" y="703"/>
                  </a:lnTo>
                  <a:lnTo>
                    <a:pt x="620" y="224"/>
                  </a:lnTo>
                  <a:lnTo>
                    <a:pt x="608" y="0"/>
                  </a:lnTo>
                  <a:lnTo>
                    <a:pt x="477" y="105"/>
                  </a:lnTo>
                  <a:lnTo>
                    <a:pt x="477" y="277"/>
                  </a:lnTo>
                  <a:lnTo>
                    <a:pt x="428" y="540"/>
                  </a:lnTo>
                  <a:lnTo>
                    <a:pt x="233" y="899"/>
                  </a:lnTo>
                  <a:lnTo>
                    <a:pt x="75" y="639"/>
                  </a:lnTo>
                  <a:lnTo>
                    <a:pt x="0" y="945"/>
                  </a:lnTo>
                  <a:lnTo>
                    <a:pt x="71" y="1140"/>
                  </a:lnTo>
                  <a:lnTo>
                    <a:pt x="94" y="1255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3" name="Freeform 253"/>
            <p:cNvSpPr>
              <a:spLocks/>
            </p:cNvSpPr>
            <p:nvPr/>
          </p:nvSpPr>
          <p:spPr bwMode="auto">
            <a:xfrm>
              <a:off x="2788" y="1858"/>
              <a:ext cx="34" cy="79"/>
            </a:xfrm>
            <a:custGeom>
              <a:avLst/>
              <a:gdLst>
                <a:gd name="T0" fmla="*/ 0 w 268"/>
                <a:gd name="T1" fmla="*/ 0 h 627"/>
                <a:gd name="T2" fmla="*/ 0 w 268"/>
                <a:gd name="T3" fmla="*/ 0 h 627"/>
                <a:gd name="T4" fmla="*/ 0 w 268"/>
                <a:gd name="T5" fmla="*/ 0 h 627"/>
                <a:gd name="T6" fmla="*/ 0 w 268"/>
                <a:gd name="T7" fmla="*/ 0 h 627"/>
                <a:gd name="T8" fmla="*/ 0 w 268"/>
                <a:gd name="T9" fmla="*/ 0 h 627"/>
                <a:gd name="T10" fmla="*/ 0 w 268"/>
                <a:gd name="T11" fmla="*/ 0 h 6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68"/>
                <a:gd name="T19" fmla="*/ 0 h 627"/>
                <a:gd name="T20" fmla="*/ 268 w 268"/>
                <a:gd name="T21" fmla="*/ 627 h 62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68" h="627">
                  <a:moveTo>
                    <a:pt x="108" y="627"/>
                  </a:moveTo>
                  <a:lnTo>
                    <a:pt x="0" y="249"/>
                  </a:lnTo>
                  <a:lnTo>
                    <a:pt x="159" y="0"/>
                  </a:lnTo>
                  <a:lnTo>
                    <a:pt x="268" y="329"/>
                  </a:lnTo>
                  <a:lnTo>
                    <a:pt x="198" y="512"/>
                  </a:lnTo>
                  <a:lnTo>
                    <a:pt x="108" y="627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4" name="Freeform 254"/>
            <p:cNvSpPr>
              <a:spLocks/>
            </p:cNvSpPr>
            <p:nvPr/>
          </p:nvSpPr>
          <p:spPr bwMode="auto">
            <a:xfrm>
              <a:off x="2738" y="1713"/>
              <a:ext cx="27" cy="112"/>
            </a:xfrm>
            <a:custGeom>
              <a:avLst/>
              <a:gdLst>
                <a:gd name="T0" fmla="*/ 0 w 211"/>
                <a:gd name="T1" fmla="*/ 0 h 900"/>
                <a:gd name="T2" fmla="*/ 0 w 211"/>
                <a:gd name="T3" fmla="*/ 0 h 900"/>
                <a:gd name="T4" fmla="*/ 0 w 211"/>
                <a:gd name="T5" fmla="*/ 0 h 900"/>
                <a:gd name="T6" fmla="*/ 0 w 211"/>
                <a:gd name="T7" fmla="*/ 0 h 900"/>
                <a:gd name="T8" fmla="*/ 0 w 211"/>
                <a:gd name="T9" fmla="*/ 0 h 900"/>
                <a:gd name="T10" fmla="*/ 0 w 211"/>
                <a:gd name="T11" fmla="*/ 0 h 900"/>
                <a:gd name="T12" fmla="*/ 0 w 211"/>
                <a:gd name="T13" fmla="*/ 0 h 900"/>
                <a:gd name="T14" fmla="*/ 0 w 211"/>
                <a:gd name="T15" fmla="*/ 0 h 900"/>
                <a:gd name="T16" fmla="*/ 0 w 211"/>
                <a:gd name="T17" fmla="*/ 0 h 900"/>
                <a:gd name="T18" fmla="*/ 0 w 211"/>
                <a:gd name="T19" fmla="*/ 0 h 900"/>
                <a:gd name="T20" fmla="*/ 0 w 211"/>
                <a:gd name="T21" fmla="*/ 0 h 900"/>
                <a:gd name="T22" fmla="*/ 0 w 211"/>
                <a:gd name="T23" fmla="*/ 0 h 9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11"/>
                <a:gd name="T37" fmla="*/ 0 h 900"/>
                <a:gd name="T38" fmla="*/ 211 w 211"/>
                <a:gd name="T39" fmla="*/ 900 h 90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11" h="900">
                  <a:moveTo>
                    <a:pt x="211" y="549"/>
                  </a:moveTo>
                  <a:lnTo>
                    <a:pt x="161" y="681"/>
                  </a:lnTo>
                  <a:lnTo>
                    <a:pt x="132" y="780"/>
                  </a:lnTo>
                  <a:lnTo>
                    <a:pt x="119" y="900"/>
                  </a:lnTo>
                  <a:lnTo>
                    <a:pt x="50" y="705"/>
                  </a:lnTo>
                  <a:lnTo>
                    <a:pt x="0" y="561"/>
                  </a:lnTo>
                  <a:lnTo>
                    <a:pt x="0" y="354"/>
                  </a:lnTo>
                  <a:lnTo>
                    <a:pt x="43" y="209"/>
                  </a:lnTo>
                  <a:lnTo>
                    <a:pt x="96" y="66"/>
                  </a:lnTo>
                  <a:lnTo>
                    <a:pt x="143" y="0"/>
                  </a:lnTo>
                  <a:lnTo>
                    <a:pt x="182" y="323"/>
                  </a:lnTo>
                  <a:lnTo>
                    <a:pt x="211" y="549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" name="Freeform 255"/>
            <p:cNvSpPr>
              <a:spLocks/>
            </p:cNvSpPr>
            <p:nvPr/>
          </p:nvSpPr>
          <p:spPr bwMode="auto">
            <a:xfrm>
              <a:off x="2729" y="2472"/>
              <a:ext cx="425" cy="240"/>
            </a:xfrm>
            <a:custGeom>
              <a:avLst/>
              <a:gdLst>
                <a:gd name="T0" fmla="*/ 0 w 3405"/>
                <a:gd name="T1" fmla="*/ 0 h 1922"/>
                <a:gd name="T2" fmla="*/ 0 w 3405"/>
                <a:gd name="T3" fmla="*/ 0 h 1922"/>
                <a:gd name="T4" fmla="*/ 0 w 3405"/>
                <a:gd name="T5" fmla="*/ 0 h 1922"/>
                <a:gd name="T6" fmla="*/ 0 w 3405"/>
                <a:gd name="T7" fmla="*/ 0 h 1922"/>
                <a:gd name="T8" fmla="*/ 0 w 3405"/>
                <a:gd name="T9" fmla="*/ 0 h 1922"/>
                <a:gd name="T10" fmla="*/ 0 w 3405"/>
                <a:gd name="T11" fmla="*/ 0 h 1922"/>
                <a:gd name="T12" fmla="*/ 0 w 3405"/>
                <a:gd name="T13" fmla="*/ 0 h 1922"/>
                <a:gd name="T14" fmla="*/ 0 w 3405"/>
                <a:gd name="T15" fmla="*/ 0 h 1922"/>
                <a:gd name="T16" fmla="*/ 0 w 3405"/>
                <a:gd name="T17" fmla="*/ 0 h 1922"/>
                <a:gd name="T18" fmla="*/ 0 w 3405"/>
                <a:gd name="T19" fmla="*/ 0 h 1922"/>
                <a:gd name="T20" fmla="*/ 0 w 3405"/>
                <a:gd name="T21" fmla="*/ 0 h 1922"/>
                <a:gd name="T22" fmla="*/ 0 w 3405"/>
                <a:gd name="T23" fmla="*/ 0 h 1922"/>
                <a:gd name="T24" fmla="*/ 0 w 3405"/>
                <a:gd name="T25" fmla="*/ 0 h 1922"/>
                <a:gd name="T26" fmla="*/ 0 w 3405"/>
                <a:gd name="T27" fmla="*/ 0 h 1922"/>
                <a:gd name="T28" fmla="*/ 0 w 3405"/>
                <a:gd name="T29" fmla="*/ 0 h 19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405"/>
                <a:gd name="T46" fmla="*/ 0 h 1922"/>
                <a:gd name="T47" fmla="*/ 3405 w 3405"/>
                <a:gd name="T48" fmla="*/ 1922 h 192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405" h="1922">
                  <a:moveTo>
                    <a:pt x="2938" y="0"/>
                  </a:moveTo>
                  <a:lnTo>
                    <a:pt x="2852" y="59"/>
                  </a:lnTo>
                  <a:lnTo>
                    <a:pt x="2017" y="375"/>
                  </a:lnTo>
                  <a:lnTo>
                    <a:pt x="1040" y="587"/>
                  </a:lnTo>
                  <a:lnTo>
                    <a:pt x="581" y="949"/>
                  </a:lnTo>
                  <a:lnTo>
                    <a:pt x="565" y="1028"/>
                  </a:lnTo>
                  <a:lnTo>
                    <a:pt x="191" y="1074"/>
                  </a:lnTo>
                  <a:lnTo>
                    <a:pt x="0" y="1173"/>
                  </a:lnTo>
                  <a:lnTo>
                    <a:pt x="0" y="1274"/>
                  </a:lnTo>
                  <a:lnTo>
                    <a:pt x="1980" y="1922"/>
                  </a:lnTo>
                  <a:lnTo>
                    <a:pt x="2246" y="1371"/>
                  </a:lnTo>
                  <a:lnTo>
                    <a:pt x="3405" y="501"/>
                  </a:lnTo>
                  <a:lnTo>
                    <a:pt x="3331" y="241"/>
                  </a:lnTo>
                  <a:lnTo>
                    <a:pt x="3094" y="0"/>
                  </a:lnTo>
                  <a:lnTo>
                    <a:pt x="2938" y="0"/>
                  </a:lnTo>
                  <a:close/>
                </a:path>
              </a:pathLst>
            </a:custGeom>
            <a:solidFill>
              <a:srgbClr val="FFC9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6" name="Freeform 256"/>
            <p:cNvSpPr>
              <a:spLocks/>
            </p:cNvSpPr>
            <p:nvPr/>
          </p:nvSpPr>
          <p:spPr bwMode="auto">
            <a:xfrm>
              <a:off x="2804" y="2602"/>
              <a:ext cx="38" cy="21"/>
            </a:xfrm>
            <a:custGeom>
              <a:avLst/>
              <a:gdLst>
                <a:gd name="T0" fmla="*/ 0 w 308"/>
                <a:gd name="T1" fmla="*/ 0 h 163"/>
                <a:gd name="T2" fmla="*/ 0 w 308"/>
                <a:gd name="T3" fmla="*/ 0 h 163"/>
                <a:gd name="T4" fmla="*/ 0 w 308"/>
                <a:gd name="T5" fmla="*/ 0 h 163"/>
                <a:gd name="T6" fmla="*/ 0 w 308"/>
                <a:gd name="T7" fmla="*/ 0 h 163"/>
                <a:gd name="T8" fmla="*/ 0 w 308"/>
                <a:gd name="T9" fmla="*/ 0 h 163"/>
                <a:gd name="T10" fmla="*/ 0 w 308"/>
                <a:gd name="T11" fmla="*/ 0 h 163"/>
                <a:gd name="T12" fmla="*/ 0 w 308"/>
                <a:gd name="T13" fmla="*/ 0 h 163"/>
                <a:gd name="T14" fmla="*/ 0 w 308"/>
                <a:gd name="T15" fmla="*/ 0 h 163"/>
                <a:gd name="T16" fmla="*/ 0 w 308"/>
                <a:gd name="T17" fmla="*/ 0 h 163"/>
                <a:gd name="T18" fmla="*/ 0 w 308"/>
                <a:gd name="T19" fmla="*/ 0 h 1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8"/>
                <a:gd name="T31" fmla="*/ 0 h 163"/>
                <a:gd name="T32" fmla="*/ 308 w 308"/>
                <a:gd name="T33" fmla="*/ 163 h 16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8" h="163">
                  <a:moveTo>
                    <a:pt x="34" y="51"/>
                  </a:moveTo>
                  <a:lnTo>
                    <a:pt x="0" y="81"/>
                  </a:lnTo>
                  <a:lnTo>
                    <a:pt x="4" y="123"/>
                  </a:lnTo>
                  <a:lnTo>
                    <a:pt x="31" y="143"/>
                  </a:lnTo>
                  <a:lnTo>
                    <a:pt x="244" y="163"/>
                  </a:lnTo>
                  <a:lnTo>
                    <a:pt x="297" y="132"/>
                  </a:lnTo>
                  <a:lnTo>
                    <a:pt x="308" y="77"/>
                  </a:lnTo>
                  <a:lnTo>
                    <a:pt x="279" y="18"/>
                  </a:lnTo>
                  <a:lnTo>
                    <a:pt x="226" y="0"/>
                  </a:lnTo>
                  <a:lnTo>
                    <a:pt x="34" y="5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7" name="Freeform 257"/>
            <p:cNvSpPr>
              <a:spLocks/>
            </p:cNvSpPr>
            <p:nvPr/>
          </p:nvSpPr>
          <p:spPr bwMode="auto">
            <a:xfrm>
              <a:off x="2730" y="2615"/>
              <a:ext cx="40" cy="18"/>
            </a:xfrm>
            <a:custGeom>
              <a:avLst/>
              <a:gdLst>
                <a:gd name="T0" fmla="*/ 0 w 319"/>
                <a:gd name="T1" fmla="*/ 0 h 145"/>
                <a:gd name="T2" fmla="*/ 0 w 319"/>
                <a:gd name="T3" fmla="*/ 0 h 145"/>
                <a:gd name="T4" fmla="*/ 0 w 319"/>
                <a:gd name="T5" fmla="*/ 0 h 145"/>
                <a:gd name="T6" fmla="*/ 0 w 319"/>
                <a:gd name="T7" fmla="*/ 0 h 145"/>
                <a:gd name="T8" fmla="*/ 0 w 319"/>
                <a:gd name="T9" fmla="*/ 0 h 145"/>
                <a:gd name="T10" fmla="*/ 0 w 319"/>
                <a:gd name="T11" fmla="*/ 0 h 145"/>
                <a:gd name="T12" fmla="*/ 0 w 319"/>
                <a:gd name="T13" fmla="*/ 0 h 145"/>
                <a:gd name="T14" fmla="*/ 0 w 319"/>
                <a:gd name="T15" fmla="*/ 0 h 145"/>
                <a:gd name="T16" fmla="*/ 0 w 319"/>
                <a:gd name="T17" fmla="*/ 0 h 1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9"/>
                <a:gd name="T28" fmla="*/ 0 h 145"/>
                <a:gd name="T29" fmla="*/ 319 w 319"/>
                <a:gd name="T30" fmla="*/ 145 h 14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9" h="145">
                  <a:moveTo>
                    <a:pt x="0" y="111"/>
                  </a:moveTo>
                  <a:lnTo>
                    <a:pt x="13" y="40"/>
                  </a:lnTo>
                  <a:lnTo>
                    <a:pt x="109" y="0"/>
                  </a:lnTo>
                  <a:lnTo>
                    <a:pt x="209" y="0"/>
                  </a:lnTo>
                  <a:lnTo>
                    <a:pt x="294" y="33"/>
                  </a:lnTo>
                  <a:lnTo>
                    <a:pt x="319" y="99"/>
                  </a:lnTo>
                  <a:lnTo>
                    <a:pt x="308" y="134"/>
                  </a:lnTo>
                  <a:lnTo>
                    <a:pt x="282" y="145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8" name="Freeform 258"/>
            <p:cNvSpPr>
              <a:spLocks/>
            </p:cNvSpPr>
            <p:nvPr/>
          </p:nvSpPr>
          <p:spPr bwMode="auto">
            <a:xfrm>
              <a:off x="2573" y="2348"/>
              <a:ext cx="221" cy="149"/>
            </a:xfrm>
            <a:custGeom>
              <a:avLst/>
              <a:gdLst>
                <a:gd name="T0" fmla="*/ 0 w 1763"/>
                <a:gd name="T1" fmla="*/ 0 h 1187"/>
                <a:gd name="T2" fmla="*/ 0 w 1763"/>
                <a:gd name="T3" fmla="*/ 0 h 1187"/>
                <a:gd name="T4" fmla="*/ 0 w 1763"/>
                <a:gd name="T5" fmla="*/ 0 h 1187"/>
                <a:gd name="T6" fmla="*/ 0 w 1763"/>
                <a:gd name="T7" fmla="*/ 0 h 1187"/>
                <a:gd name="T8" fmla="*/ 0 w 1763"/>
                <a:gd name="T9" fmla="*/ 0 h 1187"/>
                <a:gd name="T10" fmla="*/ 0 w 1763"/>
                <a:gd name="T11" fmla="*/ 0 h 1187"/>
                <a:gd name="T12" fmla="*/ 0 w 1763"/>
                <a:gd name="T13" fmla="*/ 0 h 1187"/>
                <a:gd name="T14" fmla="*/ 0 w 1763"/>
                <a:gd name="T15" fmla="*/ 0 h 1187"/>
                <a:gd name="T16" fmla="*/ 0 w 1763"/>
                <a:gd name="T17" fmla="*/ 0 h 1187"/>
                <a:gd name="T18" fmla="*/ 0 w 1763"/>
                <a:gd name="T19" fmla="*/ 0 h 1187"/>
                <a:gd name="T20" fmla="*/ 0 w 1763"/>
                <a:gd name="T21" fmla="*/ 0 h 1187"/>
                <a:gd name="T22" fmla="*/ 0 w 1763"/>
                <a:gd name="T23" fmla="*/ 0 h 1187"/>
                <a:gd name="T24" fmla="*/ 0 w 1763"/>
                <a:gd name="T25" fmla="*/ 0 h 1187"/>
                <a:gd name="T26" fmla="*/ 0 w 1763"/>
                <a:gd name="T27" fmla="*/ 0 h 1187"/>
                <a:gd name="T28" fmla="*/ 0 w 1763"/>
                <a:gd name="T29" fmla="*/ 0 h 1187"/>
                <a:gd name="T30" fmla="*/ 0 w 1763"/>
                <a:gd name="T31" fmla="*/ 0 h 1187"/>
                <a:gd name="T32" fmla="*/ 0 w 1763"/>
                <a:gd name="T33" fmla="*/ 0 h 1187"/>
                <a:gd name="T34" fmla="*/ 0 w 1763"/>
                <a:gd name="T35" fmla="*/ 0 h 1187"/>
                <a:gd name="T36" fmla="*/ 0 w 1763"/>
                <a:gd name="T37" fmla="*/ 0 h 118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763"/>
                <a:gd name="T58" fmla="*/ 0 h 1187"/>
                <a:gd name="T59" fmla="*/ 1763 w 1763"/>
                <a:gd name="T60" fmla="*/ 1187 h 118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763" h="1187">
                  <a:moveTo>
                    <a:pt x="0" y="653"/>
                  </a:moveTo>
                  <a:lnTo>
                    <a:pt x="115" y="226"/>
                  </a:lnTo>
                  <a:lnTo>
                    <a:pt x="569" y="0"/>
                  </a:lnTo>
                  <a:lnTo>
                    <a:pt x="827" y="131"/>
                  </a:lnTo>
                  <a:lnTo>
                    <a:pt x="1193" y="157"/>
                  </a:lnTo>
                  <a:lnTo>
                    <a:pt x="1268" y="226"/>
                  </a:lnTo>
                  <a:lnTo>
                    <a:pt x="1290" y="291"/>
                  </a:lnTo>
                  <a:lnTo>
                    <a:pt x="1464" y="376"/>
                  </a:lnTo>
                  <a:lnTo>
                    <a:pt x="1572" y="458"/>
                  </a:lnTo>
                  <a:lnTo>
                    <a:pt x="1624" y="466"/>
                  </a:lnTo>
                  <a:lnTo>
                    <a:pt x="1763" y="553"/>
                  </a:lnTo>
                  <a:lnTo>
                    <a:pt x="1756" y="629"/>
                  </a:lnTo>
                  <a:lnTo>
                    <a:pt x="1585" y="783"/>
                  </a:lnTo>
                  <a:lnTo>
                    <a:pt x="1597" y="911"/>
                  </a:lnTo>
                  <a:lnTo>
                    <a:pt x="1657" y="917"/>
                  </a:lnTo>
                  <a:lnTo>
                    <a:pt x="1659" y="1035"/>
                  </a:lnTo>
                  <a:lnTo>
                    <a:pt x="1488" y="1176"/>
                  </a:lnTo>
                  <a:lnTo>
                    <a:pt x="1027" y="1187"/>
                  </a:lnTo>
                  <a:lnTo>
                    <a:pt x="0" y="653"/>
                  </a:lnTo>
                  <a:close/>
                </a:path>
              </a:pathLst>
            </a:custGeom>
            <a:solidFill>
              <a:srgbClr val="FFC9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9" name="Freeform 259"/>
            <p:cNvSpPr>
              <a:spLocks/>
            </p:cNvSpPr>
            <p:nvPr/>
          </p:nvSpPr>
          <p:spPr bwMode="auto">
            <a:xfrm>
              <a:off x="2510" y="2417"/>
              <a:ext cx="169" cy="122"/>
            </a:xfrm>
            <a:custGeom>
              <a:avLst/>
              <a:gdLst>
                <a:gd name="T0" fmla="*/ 0 w 1351"/>
                <a:gd name="T1" fmla="*/ 0 h 980"/>
                <a:gd name="T2" fmla="*/ 0 w 1351"/>
                <a:gd name="T3" fmla="*/ 0 h 980"/>
                <a:gd name="T4" fmla="*/ 0 w 1351"/>
                <a:gd name="T5" fmla="*/ 0 h 980"/>
                <a:gd name="T6" fmla="*/ 0 w 1351"/>
                <a:gd name="T7" fmla="*/ 0 h 980"/>
                <a:gd name="T8" fmla="*/ 0 w 1351"/>
                <a:gd name="T9" fmla="*/ 0 h 980"/>
                <a:gd name="T10" fmla="*/ 0 w 1351"/>
                <a:gd name="T11" fmla="*/ 0 h 980"/>
                <a:gd name="T12" fmla="*/ 0 w 1351"/>
                <a:gd name="T13" fmla="*/ 0 h 980"/>
                <a:gd name="T14" fmla="*/ 0 w 1351"/>
                <a:gd name="T15" fmla="*/ 0 h 980"/>
                <a:gd name="T16" fmla="*/ 0 w 1351"/>
                <a:gd name="T17" fmla="*/ 0 h 980"/>
                <a:gd name="T18" fmla="*/ 0 w 1351"/>
                <a:gd name="T19" fmla="*/ 0 h 980"/>
                <a:gd name="T20" fmla="*/ 0 w 1351"/>
                <a:gd name="T21" fmla="*/ 0 h 980"/>
                <a:gd name="T22" fmla="*/ 0 w 1351"/>
                <a:gd name="T23" fmla="*/ 0 h 980"/>
                <a:gd name="T24" fmla="*/ 0 w 1351"/>
                <a:gd name="T25" fmla="*/ 0 h 980"/>
                <a:gd name="T26" fmla="*/ 0 w 1351"/>
                <a:gd name="T27" fmla="*/ 0 h 980"/>
                <a:gd name="T28" fmla="*/ 0 w 1351"/>
                <a:gd name="T29" fmla="*/ 0 h 980"/>
                <a:gd name="T30" fmla="*/ 0 w 1351"/>
                <a:gd name="T31" fmla="*/ 0 h 980"/>
                <a:gd name="T32" fmla="*/ 0 w 1351"/>
                <a:gd name="T33" fmla="*/ 0 h 980"/>
                <a:gd name="T34" fmla="*/ 0 w 1351"/>
                <a:gd name="T35" fmla="*/ 0 h 980"/>
                <a:gd name="T36" fmla="*/ 0 w 1351"/>
                <a:gd name="T37" fmla="*/ 0 h 980"/>
                <a:gd name="T38" fmla="*/ 0 w 1351"/>
                <a:gd name="T39" fmla="*/ 0 h 980"/>
                <a:gd name="T40" fmla="*/ 0 w 1351"/>
                <a:gd name="T41" fmla="*/ 0 h 980"/>
                <a:gd name="T42" fmla="*/ 0 w 1351"/>
                <a:gd name="T43" fmla="*/ 0 h 980"/>
                <a:gd name="T44" fmla="*/ 0 w 1351"/>
                <a:gd name="T45" fmla="*/ 0 h 9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351"/>
                <a:gd name="T70" fmla="*/ 0 h 980"/>
                <a:gd name="T71" fmla="*/ 1351 w 1351"/>
                <a:gd name="T72" fmla="*/ 980 h 980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351" h="980">
                  <a:moveTo>
                    <a:pt x="0" y="393"/>
                  </a:moveTo>
                  <a:lnTo>
                    <a:pt x="4" y="296"/>
                  </a:lnTo>
                  <a:lnTo>
                    <a:pt x="16" y="176"/>
                  </a:lnTo>
                  <a:lnTo>
                    <a:pt x="66" y="17"/>
                  </a:lnTo>
                  <a:lnTo>
                    <a:pt x="389" y="5"/>
                  </a:lnTo>
                  <a:lnTo>
                    <a:pt x="514" y="0"/>
                  </a:lnTo>
                  <a:lnTo>
                    <a:pt x="837" y="31"/>
                  </a:lnTo>
                  <a:lnTo>
                    <a:pt x="998" y="81"/>
                  </a:lnTo>
                  <a:lnTo>
                    <a:pt x="1095" y="145"/>
                  </a:lnTo>
                  <a:lnTo>
                    <a:pt x="1249" y="259"/>
                  </a:lnTo>
                  <a:lnTo>
                    <a:pt x="1330" y="409"/>
                  </a:lnTo>
                  <a:lnTo>
                    <a:pt x="1351" y="563"/>
                  </a:lnTo>
                  <a:lnTo>
                    <a:pt x="1351" y="708"/>
                  </a:lnTo>
                  <a:lnTo>
                    <a:pt x="1330" y="846"/>
                  </a:lnTo>
                  <a:lnTo>
                    <a:pt x="1270" y="980"/>
                  </a:lnTo>
                  <a:lnTo>
                    <a:pt x="1240" y="773"/>
                  </a:lnTo>
                  <a:lnTo>
                    <a:pt x="1185" y="628"/>
                  </a:lnTo>
                  <a:lnTo>
                    <a:pt x="1072" y="487"/>
                  </a:lnTo>
                  <a:lnTo>
                    <a:pt x="945" y="369"/>
                  </a:lnTo>
                  <a:lnTo>
                    <a:pt x="756" y="316"/>
                  </a:lnTo>
                  <a:lnTo>
                    <a:pt x="589" y="294"/>
                  </a:lnTo>
                  <a:lnTo>
                    <a:pt x="362" y="296"/>
                  </a:lnTo>
                  <a:lnTo>
                    <a:pt x="0" y="3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0" name="Freeform 260"/>
            <p:cNvSpPr>
              <a:spLocks/>
            </p:cNvSpPr>
            <p:nvPr/>
          </p:nvSpPr>
          <p:spPr bwMode="auto">
            <a:xfrm>
              <a:off x="3201" y="1418"/>
              <a:ext cx="489" cy="404"/>
            </a:xfrm>
            <a:custGeom>
              <a:avLst/>
              <a:gdLst>
                <a:gd name="T0" fmla="*/ 0 w 3911"/>
                <a:gd name="T1" fmla="*/ 0 h 3232"/>
                <a:gd name="T2" fmla="*/ 0 w 3911"/>
                <a:gd name="T3" fmla="*/ 0 h 3232"/>
                <a:gd name="T4" fmla="*/ 0 w 3911"/>
                <a:gd name="T5" fmla="*/ 0 h 3232"/>
                <a:gd name="T6" fmla="*/ 0 w 3911"/>
                <a:gd name="T7" fmla="*/ 0 h 3232"/>
                <a:gd name="T8" fmla="*/ 0 w 3911"/>
                <a:gd name="T9" fmla="*/ 0 h 3232"/>
                <a:gd name="T10" fmla="*/ 0 w 3911"/>
                <a:gd name="T11" fmla="*/ 0 h 3232"/>
                <a:gd name="T12" fmla="*/ 0 w 3911"/>
                <a:gd name="T13" fmla="*/ 0 h 3232"/>
                <a:gd name="T14" fmla="*/ 0 w 3911"/>
                <a:gd name="T15" fmla="*/ 0 h 3232"/>
                <a:gd name="T16" fmla="*/ 0 w 3911"/>
                <a:gd name="T17" fmla="*/ 0 h 3232"/>
                <a:gd name="T18" fmla="*/ 0 w 3911"/>
                <a:gd name="T19" fmla="*/ 0 h 3232"/>
                <a:gd name="T20" fmla="*/ 0 w 3911"/>
                <a:gd name="T21" fmla="*/ 0 h 3232"/>
                <a:gd name="T22" fmla="*/ 0 w 3911"/>
                <a:gd name="T23" fmla="*/ 0 h 3232"/>
                <a:gd name="T24" fmla="*/ 0 w 3911"/>
                <a:gd name="T25" fmla="*/ 0 h 3232"/>
                <a:gd name="T26" fmla="*/ 0 w 3911"/>
                <a:gd name="T27" fmla="*/ 0 h 3232"/>
                <a:gd name="T28" fmla="*/ 0 w 3911"/>
                <a:gd name="T29" fmla="*/ 0 h 3232"/>
                <a:gd name="T30" fmla="*/ 0 w 3911"/>
                <a:gd name="T31" fmla="*/ 0 h 3232"/>
                <a:gd name="T32" fmla="*/ 0 w 3911"/>
                <a:gd name="T33" fmla="*/ 0 h 3232"/>
                <a:gd name="T34" fmla="*/ 0 w 3911"/>
                <a:gd name="T35" fmla="*/ 0 h 3232"/>
                <a:gd name="T36" fmla="*/ 0 w 3911"/>
                <a:gd name="T37" fmla="*/ 0 h 3232"/>
                <a:gd name="T38" fmla="*/ 0 w 3911"/>
                <a:gd name="T39" fmla="*/ 0 h 3232"/>
                <a:gd name="T40" fmla="*/ 0 w 3911"/>
                <a:gd name="T41" fmla="*/ 0 h 3232"/>
                <a:gd name="T42" fmla="*/ 0 w 3911"/>
                <a:gd name="T43" fmla="*/ 0 h 3232"/>
                <a:gd name="T44" fmla="*/ 0 w 3911"/>
                <a:gd name="T45" fmla="*/ 0 h 3232"/>
                <a:gd name="T46" fmla="*/ 0 w 3911"/>
                <a:gd name="T47" fmla="*/ 0 h 3232"/>
                <a:gd name="T48" fmla="*/ 0 w 3911"/>
                <a:gd name="T49" fmla="*/ 0 h 3232"/>
                <a:gd name="T50" fmla="*/ 0 w 3911"/>
                <a:gd name="T51" fmla="*/ 0 h 3232"/>
                <a:gd name="T52" fmla="*/ 0 w 3911"/>
                <a:gd name="T53" fmla="*/ 0 h 3232"/>
                <a:gd name="T54" fmla="*/ 0 w 3911"/>
                <a:gd name="T55" fmla="*/ 0 h 3232"/>
                <a:gd name="T56" fmla="*/ 0 w 3911"/>
                <a:gd name="T57" fmla="*/ 0 h 3232"/>
                <a:gd name="T58" fmla="*/ 0 w 3911"/>
                <a:gd name="T59" fmla="*/ 0 h 3232"/>
                <a:gd name="T60" fmla="*/ 0 w 3911"/>
                <a:gd name="T61" fmla="*/ 0 h 3232"/>
                <a:gd name="T62" fmla="*/ 0 w 3911"/>
                <a:gd name="T63" fmla="*/ 0 h 3232"/>
                <a:gd name="T64" fmla="*/ 0 w 3911"/>
                <a:gd name="T65" fmla="*/ 0 h 3232"/>
                <a:gd name="T66" fmla="*/ 0 w 3911"/>
                <a:gd name="T67" fmla="*/ 0 h 3232"/>
                <a:gd name="T68" fmla="*/ 0 w 3911"/>
                <a:gd name="T69" fmla="*/ 0 h 3232"/>
                <a:gd name="T70" fmla="*/ 0 w 3911"/>
                <a:gd name="T71" fmla="*/ 0 h 323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911"/>
                <a:gd name="T109" fmla="*/ 0 h 3232"/>
                <a:gd name="T110" fmla="*/ 3911 w 3911"/>
                <a:gd name="T111" fmla="*/ 3232 h 323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911" h="3232">
                  <a:moveTo>
                    <a:pt x="426" y="1795"/>
                  </a:moveTo>
                  <a:lnTo>
                    <a:pt x="180" y="1718"/>
                  </a:lnTo>
                  <a:lnTo>
                    <a:pt x="37" y="1609"/>
                  </a:lnTo>
                  <a:lnTo>
                    <a:pt x="0" y="1478"/>
                  </a:lnTo>
                  <a:lnTo>
                    <a:pt x="26" y="1333"/>
                  </a:lnTo>
                  <a:lnTo>
                    <a:pt x="37" y="1160"/>
                  </a:lnTo>
                  <a:lnTo>
                    <a:pt x="120" y="995"/>
                  </a:lnTo>
                  <a:lnTo>
                    <a:pt x="237" y="905"/>
                  </a:lnTo>
                  <a:lnTo>
                    <a:pt x="346" y="850"/>
                  </a:lnTo>
                  <a:lnTo>
                    <a:pt x="386" y="749"/>
                  </a:lnTo>
                  <a:lnTo>
                    <a:pt x="459" y="689"/>
                  </a:lnTo>
                  <a:lnTo>
                    <a:pt x="614" y="659"/>
                  </a:lnTo>
                  <a:lnTo>
                    <a:pt x="777" y="433"/>
                  </a:lnTo>
                  <a:lnTo>
                    <a:pt x="1035" y="292"/>
                  </a:lnTo>
                  <a:lnTo>
                    <a:pt x="1300" y="268"/>
                  </a:lnTo>
                  <a:lnTo>
                    <a:pt x="1515" y="90"/>
                  </a:lnTo>
                  <a:lnTo>
                    <a:pt x="1707" y="57"/>
                  </a:lnTo>
                  <a:lnTo>
                    <a:pt x="1914" y="65"/>
                  </a:lnTo>
                  <a:lnTo>
                    <a:pt x="2221" y="0"/>
                  </a:lnTo>
                  <a:lnTo>
                    <a:pt x="2474" y="39"/>
                  </a:lnTo>
                  <a:lnTo>
                    <a:pt x="2624" y="79"/>
                  </a:lnTo>
                  <a:lnTo>
                    <a:pt x="2795" y="90"/>
                  </a:lnTo>
                  <a:lnTo>
                    <a:pt x="2933" y="178"/>
                  </a:lnTo>
                  <a:lnTo>
                    <a:pt x="3048" y="281"/>
                  </a:lnTo>
                  <a:lnTo>
                    <a:pt x="3254" y="332"/>
                  </a:lnTo>
                  <a:lnTo>
                    <a:pt x="3440" y="468"/>
                  </a:lnTo>
                  <a:lnTo>
                    <a:pt x="3659" y="714"/>
                  </a:lnTo>
                  <a:lnTo>
                    <a:pt x="3788" y="943"/>
                  </a:lnTo>
                  <a:lnTo>
                    <a:pt x="3880" y="1259"/>
                  </a:lnTo>
                  <a:lnTo>
                    <a:pt x="3911" y="1609"/>
                  </a:lnTo>
                  <a:lnTo>
                    <a:pt x="3850" y="1936"/>
                  </a:lnTo>
                  <a:lnTo>
                    <a:pt x="3647" y="2254"/>
                  </a:lnTo>
                  <a:lnTo>
                    <a:pt x="3331" y="2704"/>
                  </a:lnTo>
                  <a:lnTo>
                    <a:pt x="2819" y="3232"/>
                  </a:lnTo>
                  <a:lnTo>
                    <a:pt x="1349" y="2428"/>
                  </a:lnTo>
                  <a:lnTo>
                    <a:pt x="426" y="1795"/>
                  </a:lnTo>
                  <a:close/>
                </a:path>
              </a:pathLst>
            </a:custGeom>
            <a:solidFill>
              <a:srgbClr val="7023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1" name="Freeform 261"/>
            <p:cNvSpPr>
              <a:spLocks/>
            </p:cNvSpPr>
            <p:nvPr/>
          </p:nvSpPr>
          <p:spPr bwMode="auto">
            <a:xfrm>
              <a:off x="3230" y="1619"/>
              <a:ext cx="314" cy="355"/>
            </a:xfrm>
            <a:custGeom>
              <a:avLst/>
              <a:gdLst>
                <a:gd name="T0" fmla="*/ 0 w 2514"/>
                <a:gd name="T1" fmla="*/ 0 h 2843"/>
                <a:gd name="T2" fmla="*/ 0 w 2514"/>
                <a:gd name="T3" fmla="*/ 0 h 2843"/>
                <a:gd name="T4" fmla="*/ 0 w 2514"/>
                <a:gd name="T5" fmla="*/ 0 h 2843"/>
                <a:gd name="T6" fmla="*/ 0 w 2514"/>
                <a:gd name="T7" fmla="*/ 0 h 2843"/>
                <a:gd name="T8" fmla="*/ 0 w 2514"/>
                <a:gd name="T9" fmla="*/ 0 h 2843"/>
                <a:gd name="T10" fmla="*/ 0 w 2514"/>
                <a:gd name="T11" fmla="*/ 0 h 2843"/>
                <a:gd name="T12" fmla="*/ 0 w 2514"/>
                <a:gd name="T13" fmla="*/ 0 h 2843"/>
                <a:gd name="T14" fmla="*/ 0 w 2514"/>
                <a:gd name="T15" fmla="*/ 0 h 2843"/>
                <a:gd name="T16" fmla="*/ 0 w 2514"/>
                <a:gd name="T17" fmla="*/ 0 h 2843"/>
                <a:gd name="T18" fmla="*/ 0 w 2514"/>
                <a:gd name="T19" fmla="*/ 0 h 2843"/>
                <a:gd name="T20" fmla="*/ 0 w 2514"/>
                <a:gd name="T21" fmla="*/ 0 h 2843"/>
                <a:gd name="T22" fmla="*/ 0 w 2514"/>
                <a:gd name="T23" fmla="*/ 0 h 2843"/>
                <a:gd name="T24" fmla="*/ 0 w 2514"/>
                <a:gd name="T25" fmla="*/ 0 h 2843"/>
                <a:gd name="T26" fmla="*/ 0 w 2514"/>
                <a:gd name="T27" fmla="*/ 0 h 2843"/>
                <a:gd name="T28" fmla="*/ 0 w 2514"/>
                <a:gd name="T29" fmla="*/ 0 h 2843"/>
                <a:gd name="T30" fmla="*/ 0 w 2514"/>
                <a:gd name="T31" fmla="*/ 0 h 2843"/>
                <a:gd name="T32" fmla="*/ 0 w 2514"/>
                <a:gd name="T33" fmla="*/ 0 h 2843"/>
                <a:gd name="T34" fmla="*/ 0 w 2514"/>
                <a:gd name="T35" fmla="*/ 0 h 2843"/>
                <a:gd name="T36" fmla="*/ 0 w 2514"/>
                <a:gd name="T37" fmla="*/ 0 h 2843"/>
                <a:gd name="T38" fmla="*/ 0 w 2514"/>
                <a:gd name="T39" fmla="*/ 0 h 2843"/>
                <a:gd name="T40" fmla="*/ 0 w 2514"/>
                <a:gd name="T41" fmla="*/ 0 h 2843"/>
                <a:gd name="T42" fmla="*/ 0 w 2514"/>
                <a:gd name="T43" fmla="*/ 0 h 2843"/>
                <a:gd name="T44" fmla="*/ 0 w 2514"/>
                <a:gd name="T45" fmla="*/ 0 h 2843"/>
                <a:gd name="T46" fmla="*/ 0 w 2514"/>
                <a:gd name="T47" fmla="*/ 0 h 2843"/>
                <a:gd name="T48" fmla="*/ 0 w 2514"/>
                <a:gd name="T49" fmla="*/ 0 h 2843"/>
                <a:gd name="T50" fmla="*/ 0 w 2514"/>
                <a:gd name="T51" fmla="*/ 0 h 2843"/>
                <a:gd name="T52" fmla="*/ 0 w 2514"/>
                <a:gd name="T53" fmla="*/ 0 h 2843"/>
                <a:gd name="T54" fmla="*/ 0 w 2514"/>
                <a:gd name="T55" fmla="*/ 0 h 2843"/>
                <a:gd name="T56" fmla="*/ 0 w 2514"/>
                <a:gd name="T57" fmla="*/ 0 h 2843"/>
                <a:gd name="T58" fmla="*/ 0 w 2514"/>
                <a:gd name="T59" fmla="*/ 0 h 2843"/>
                <a:gd name="T60" fmla="*/ 0 w 2514"/>
                <a:gd name="T61" fmla="*/ 0 h 2843"/>
                <a:gd name="T62" fmla="*/ 0 w 2514"/>
                <a:gd name="T63" fmla="*/ 0 h 2843"/>
                <a:gd name="T64" fmla="*/ 0 w 2514"/>
                <a:gd name="T65" fmla="*/ 0 h 2843"/>
                <a:gd name="T66" fmla="*/ 0 w 2514"/>
                <a:gd name="T67" fmla="*/ 0 h 2843"/>
                <a:gd name="T68" fmla="*/ 0 w 2514"/>
                <a:gd name="T69" fmla="*/ 0 h 2843"/>
                <a:gd name="T70" fmla="*/ 0 w 2514"/>
                <a:gd name="T71" fmla="*/ 0 h 2843"/>
                <a:gd name="T72" fmla="*/ 0 w 2514"/>
                <a:gd name="T73" fmla="*/ 0 h 2843"/>
                <a:gd name="T74" fmla="*/ 0 w 2514"/>
                <a:gd name="T75" fmla="*/ 0 h 2843"/>
                <a:gd name="T76" fmla="*/ 0 w 2514"/>
                <a:gd name="T77" fmla="*/ 0 h 2843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2514"/>
                <a:gd name="T118" fmla="*/ 0 h 2843"/>
                <a:gd name="T119" fmla="*/ 2514 w 2514"/>
                <a:gd name="T120" fmla="*/ 2843 h 2843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2514" h="2843">
                  <a:moveTo>
                    <a:pt x="1734" y="570"/>
                  </a:moveTo>
                  <a:lnTo>
                    <a:pt x="1644" y="621"/>
                  </a:lnTo>
                  <a:lnTo>
                    <a:pt x="1556" y="744"/>
                  </a:lnTo>
                  <a:lnTo>
                    <a:pt x="1262" y="645"/>
                  </a:lnTo>
                  <a:lnTo>
                    <a:pt x="840" y="232"/>
                  </a:lnTo>
                  <a:lnTo>
                    <a:pt x="524" y="146"/>
                  </a:lnTo>
                  <a:lnTo>
                    <a:pt x="409" y="0"/>
                  </a:lnTo>
                  <a:lnTo>
                    <a:pt x="330" y="41"/>
                  </a:lnTo>
                  <a:lnTo>
                    <a:pt x="242" y="159"/>
                  </a:lnTo>
                  <a:lnTo>
                    <a:pt x="156" y="645"/>
                  </a:lnTo>
                  <a:lnTo>
                    <a:pt x="178" y="744"/>
                  </a:lnTo>
                  <a:lnTo>
                    <a:pt x="242" y="854"/>
                  </a:lnTo>
                  <a:lnTo>
                    <a:pt x="264" y="984"/>
                  </a:lnTo>
                  <a:lnTo>
                    <a:pt x="264" y="1125"/>
                  </a:lnTo>
                  <a:lnTo>
                    <a:pt x="229" y="1252"/>
                  </a:lnTo>
                  <a:lnTo>
                    <a:pt x="0" y="1713"/>
                  </a:lnTo>
                  <a:lnTo>
                    <a:pt x="24" y="1790"/>
                  </a:lnTo>
                  <a:lnTo>
                    <a:pt x="303" y="1773"/>
                  </a:lnTo>
                  <a:lnTo>
                    <a:pt x="384" y="1979"/>
                  </a:lnTo>
                  <a:lnTo>
                    <a:pt x="460" y="2003"/>
                  </a:lnTo>
                  <a:lnTo>
                    <a:pt x="547" y="2170"/>
                  </a:lnTo>
                  <a:lnTo>
                    <a:pt x="483" y="2267"/>
                  </a:lnTo>
                  <a:lnTo>
                    <a:pt x="483" y="2298"/>
                  </a:lnTo>
                  <a:lnTo>
                    <a:pt x="596" y="2419"/>
                  </a:lnTo>
                  <a:lnTo>
                    <a:pt x="596" y="2504"/>
                  </a:lnTo>
                  <a:lnTo>
                    <a:pt x="561" y="2579"/>
                  </a:lnTo>
                  <a:lnTo>
                    <a:pt x="572" y="2698"/>
                  </a:lnTo>
                  <a:lnTo>
                    <a:pt x="622" y="2735"/>
                  </a:lnTo>
                  <a:lnTo>
                    <a:pt x="723" y="2764"/>
                  </a:lnTo>
                  <a:lnTo>
                    <a:pt x="1402" y="2698"/>
                  </a:lnTo>
                  <a:lnTo>
                    <a:pt x="1684" y="2843"/>
                  </a:lnTo>
                  <a:lnTo>
                    <a:pt x="1824" y="2612"/>
                  </a:lnTo>
                  <a:lnTo>
                    <a:pt x="1963" y="2483"/>
                  </a:lnTo>
                  <a:lnTo>
                    <a:pt x="2209" y="2232"/>
                  </a:lnTo>
                  <a:lnTo>
                    <a:pt x="2514" y="1979"/>
                  </a:lnTo>
                  <a:lnTo>
                    <a:pt x="2260" y="1162"/>
                  </a:lnTo>
                  <a:lnTo>
                    <a:pt x="2165" y="667"/>
                  </a:lnTo>
                  <a:lnTo>
                    <a:pt x="1951" y="524"/>
                  </a:lnTo>
                  <a:lnTo>
                    <a:pt x="1734" y="570"/>
                  </a:lnTo>
                  <a:close/>
                </a:path>
              </a:pathLst>
            </a:custGeom>
            <a:solidFill>
              <a:srgbClr val="FFC9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2" name="Freeform 262"/>
            <p:cNvSpPr>
              <a:spLocks/>
            </p:cNvSpPr>
            <p:nvPr/>
          </p:nvSpPr>
          <p:spPr bwMode="auto">
            <a:xfrm>
              <a:off x="3418" y="1793"/>
              <a:ext cx="41" cy="41"/>
            </a:xfrm>
            <a:custGeom>
              <a:avLst/>
              <a:gdLst>
                <a:gd name="T0" fmla="*/ 0 w 334"/>
                <a:gd name="T1" fmla="*/ 0 h 330"/>
                <a:gd name="T2" fmla="*/ 0 w 334"/>
                <a:gd name="T3" fmla="*/ 0 h 330"/>
                <a:gd name="T4" fmla="*/ 0 w 334"/>
                <a:gd name="T5" fmla="*/ 0 h 330"/>
                <a:gd name="T6" fmla="*/ 0 w 334"/>
                <a:gd name="T7" fmla="*/ 0 h 330"/>
                <a:gd name="T8" fmla="*/ 0 w 334"/>
                <a:gd name="T9" fmla="*/ 0 h 330"/>
                <a:gd name="T10" fmla="*/ 0 w 334"/>
                <a:gd name="T11" fmla="*/ 0 h 330"/>
                <a:gd name="T12" fmla="*/ 0 w 334"/>
                <a:gd name="T13" fmla="*/ 0 h 330"/>
                <a:gd name="T14" fmla="*/ 0 w 334"/>
                <a:gd name="T15" fmla="*/ 0 h 330"/>
                <a:gd name="T16" fmla="*/ 0 w 334"/>
                <a:gd name="T17" fmla="*/ 0 h 330"/>
                <a:gd name="T18" fmla="*/ 0 w 334"/>
                <a:gd name="T19" fmla="*/ 0 h 330"/>
                <a:gd name="T20" fmla="*/ 0 w 334"/>
                <a:gd name="T21" fmla="*/ 0 h 330"/>
                <a:gd name="T22" fmla="*/ 0 w 334"/>
                <a:gd name="T23" fmla="*/ 0 h 3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34"/>
                <a:gd name="T37" fmla="*/ 0 h 330"/>
                <a:gd name="T38" fmla="*/ 334 w 334"/>
                <a:gd name="T39" fmla="*/ 330 h 33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34" h="330">
                  <a:moveTo>
                    <a:pt x="230" y="0"/>
                  </a:moveTo>
                  <a:lnTo>
                    <a:pt x="155" y="20"/>
                  </a:lnTo>
                  <a:lnTo>
                    <a:pt x="65" y="47"/>
                  </a:lnTo>
                  <a:lnTo>
                    <a:pt x="0" y="130"/>
                  </a:lnTo>
                  <a:lnTo>
                    <a:pt x="0" y="231"/>
                  </a:lnTo>
                  <a:lnTo>
                    <a:pt x="52" y="321"/>
                  </a:lnTo>
                  <a:lnTo>
                    <a:pt x="155" y="330"/>
                  </a:lnTo>
                  <a:lnTo>
                    <a:pt x="281" y="291"/>
                  </a:lnTo>
                  <a:lnTo>
                    <a:pt x="334" y="215"/>
                  </a:lnTo>
                  <a:lnTo>
                    <a:pt x="334" y="104"/>
                  </a:lnTo>
                  <a:lnTo>
                    <a:pt x="291" y="47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FFE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3" name="Freeform 263"/>
            <p:cNvSpPr>
              <a:spLocks/>
            </p:cNvSpPr>
            <p:nvPr/>
          </p:nvSpPr>
          <p:spPr bwMode="auto">
            <a:xfrm>
              <a:off x="3290" y="1874"/>
              <a:ext cx="22" cy="28"/>
            </a:xfrm>
            <a:custGeom>
              <a:avLst/>
              <a:gdLst>
                <a:gd name="T0" fmla="*/ 0 w 179"/>
                <a:gd name="T1" fmla="*/ 0 h 227"/>
                <a:gd name="T2" fmla="*/ 0 w 179"/>
                <a:gd name="T3" fmla="*/ 0 h 227"/>
                <a:gd name="T4" fmla="*/ 0 w 179"/>
                <a:gd name="T5" fmla="*/ 0 h 227"/>
                <a:gd name="T6" fmla="*/ 0 w 179"/>
                <a:gd name="T7" fmla="*/ 0 h 227"/>
                <a:gd name="T8" fmla="*/ 0 w 179"/>
                <a:gd name="T9" fmla="*/ 0 h 227"/>
                <a:gd name="T10" fmla="*/ 0 w 179"/>
                <a:gd name="T11" fmla="*/ 0 h 2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9"/>
                <a:gd name="T19" fmla="*/ 0 h 227"/>
                <a:gd name="T20" fmla="*/ 179 w 179"/>
                <a:gd name="T21" fmla="*/ 227 h 22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9" h="227">
                  <a:moveTo>
                    <a:pt x="0" y="137"/>
                  </a:moveTo>
                  <a:lnTo>
                    <a:pt x="0" y="227"/>
                  </a:lnTo>
                  <a:lnTo>
                    <a:pt x="168" y="130"/>
                  </a:lnTo>
                  <a:lnTo>
                    <a:pt x="179" y="0"/>
                  </a:lnTo>
                  <a:lnTo>
                    <a:pt x="51" y="84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4" name="Freeform 264"/>
            <p:cNvSpPr>
              <a:spLocks/>
            </p:cNvSpPr>
            <p:nvPr/>
          </p:nvSpPr>
          <p:spPr bwMode="auto">
            <a:xfrm>
              <a:off x="3286" y="1864"/>
              <a:ext cx="30" cy="27"/>
            </a:xfrm>
            <a:custGeom>
              <a:avLst/>
              <a:gdLst>
                <a:gd name="T0" fmla="*/ 0 w 242"/>
                <a:gd name="T1" fmla="*/ 0 h 213"/>
                <a:gd name="T2" fmla="*/ 0 w 242"/>
                <a:gd name="T3" fmla="*/ 0 h 213"/>
                <a:gd name="T4" fmla="*/ 0 w 242"/>
                <a:gd name="T5" fmla="*/ 0 h 213"/>
                <a:gd name="T6" fmla="*/ 0 w 242"/>
                <a:gd name="T7" fmla="*/ 0 h 213"/>
                <a:gd name="T8" fmla="*/ 0 w 242"/>
                <a:gd name="T9" fmla="*/ 0 h 213"/>
                <a:gd name="T10" fmla="*/ 0 w 242"/>
                <a:gd name="T11" fmla="*/ 0 h 2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2"/>
                <a:gd name="T19" fmla="*/ 0 h 213"/>
                <a:gd name="T20" fmla="*/ 242 w 242"/>
                <a:gd name="T21" fmla="*/ 213 h 21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2" h="213">
                  <a:moveTo>
                    <a:pt x="0" y="51"/>
                  </a:moveTo>
                  <a:lnTo>
                    <a:pt x="64" y="213"/>
                  </a:lnTo>
                  <a:lnTo>
                    <a:pt x="203" y="152"/>
                  </a:lnTo>
                  <a:lnTo>
                    <a:pt x="242" y="39"/>
                  </a:lnTo>
                  <a:lnTo>
                    <a:pt x="124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5" name="Freeform 265"/>
            <p:cNvSpPr>
              <a:spLocks/>
            </p:cNvSpPr>
            <p:nvPr/>
          </p:nvSpPr>
          <p:spPr bwMode="auto">
            <a:xfrm>
              <a:off x="3258" y="1716"/>
              <a:ext cx="34" cy="30"/>
            </a:xfrm>
            <a:custGeom>
              <a:avLst/>
              <a:gdLst>
                <a:gd name="T0" fmla="*/ 0 w 270"/>
                <a:gd name="T1" fmla="*/ 0 h 242"/>
                <a:gd name="T2" fmla="*/ 0 w 270"/>
                <a:gd name="T3" fmla="*/ 0 h 242"/>
                <a:gd name="T4" fmla="*/ 0 w 270"/>
                <a:gd name="T5" fmla="*/ 0 h 242"/>
                <a:gd name="T6" fmla="*/ 0 w 270"/>
                <a:gd name="T7" fmla="*/ 0 h 242"/>
                <a:gd name="T8" fmla="*/ 0 w 270"/>
                <a:gd name="T9" fmla="*/ 0 h 242"/>
                <a:gd name="T10" fmla="*/ 0 w 270"/>
                <a:gd name="T11" fmla="*/ 0 h 2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0"/>
                <a:gd name="T19" fmla="*/ 0 h 242"/>
                <a:gd name="T20" fmla="*/ 270 w 270"/>
                <a:gd name="T21" fmla="*/ 242 h 24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0" h="242">
                  <a:moveTo>
                    <a:pt x="136" y="40"/>
                  </a:moveTo>
                  <a:lnTo>
                    <a:pt x="270" y="242"/>
                  </a:lnTo>
                  <a:lnTo>
                    <a:pt x="28" y="102"/>
                  </a:lnTo>
                  <a:lnTo>
                    <a:pt x="0" y="28"/>
                  </a:lnTo>
                  <a:lnTo>
                    <a:pt x="55" y="0"/>
                  </a:lnTo>
                  <a:lnTo>
                    <a:pt x="136" y="40"/>
                  </a:lnTo>
                  <a:close/>
                </a:path>
              </a:pathLst>
            </a:custGeom>
            <a:solidFill>
              <a:srgbClr val="0CC1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6" name="Freeform 266"/>
            <p:cNvSpPr>
              <a:spLocks/>
            </p:cNvSpPr>
            <p:nvPr/>
          </p:nvSpPr>
          <p:spPr bwMode="auto">
            <a:xfrm>
              <a:off x="2021" y="1465"/>
              <a:ext cx="409" cy="280"/>
            </a:xfrm>
            <a:custGeom>
              <a:avLst/>
              <a:gdLst>
                <a:gd name="T0" fmla="*/ 0 w 3274"/>
                <a:gd name="T1" fmla="*/ 0 h 2237"/>
                <a:gd name="T2" fmla="*/ 0 w 3274"/>
                <a:gd name="T3" fmla="*/ 0 h 2237"/>
                <a:gd name="T4" fmla="*/ 0 w 3274"/>
                <a:gd name="T5" fmla="*/ 0 h 2237"/>
                <a:gd name="T6" fmla="*/ 0 w 3274"/>
                <a:gd name="T7" fmla="*/ 0 h 2237"/>
                <a:gd name="T8" fmla="*/ 0 w 3274"/>
                <a:gd name="T9" fmla="*/ 0 h 2237"/>
                <a:gd name="T10" fmla="*/ 0 w 3274"/>
                <a:gd name="T11" fmla="*/ 0 h 2237"/>
                <a:gd name="T12" fmla="*/ 0 w 3274"/>
                <a:gd name="T13" fmla="*/ 0 h 2237"/>
                <a:gd name="T14" fmla="*/ 0 w 3274"/>
                <a:gd name="T15" fmla="*/ 0 h 2237"/>
                <a:gd name="T16" fmla="*/ 0 w 3274"/>
                <a:gd name="T17" fmla="*/ 0 h 2237"/>
                <a:gd name="T18" fmla="*/ 0 w 3274"/>
                <a:gd name="T19" fmla="*/ 0 h 2237"/>
                <a:gd name="T20" fmla="*/ 0 w 3274"/>
                <a:gd name="T21" fmla="*/ 0 h 2237"/>
                <a:gd name="T22" fmla="*/ 0 w 3274"/>
                <a:gd name="T23" fmla="*/ 0 h 2237"/>
                <a:gd name="T24" fmla="*/ 0 w 3274"/>
                <a:gd name="T25" fmla="*/ 0 h 2237"/>
                <a:gd name="T26" fmla="*/ 0 w 3274"/>
                <a:gd name="T27" fmla="*/ 0 h 2237"/>
                <a:gd name="T28" fmla="*/ 0 w 3274"/>
                <a:gd name="T29" fmla="*/ 0 h 2237"/>
                <a:gd name="T30" fmla="*/ 0 w 3274"/>
                <a:gd name="T31" fmla="*/ 0 h 2237"/>
                <a:gd name="T32" fmla="*/ 0 w 3274"/>
                <a:gd name="T33" fmla="*/ 0 h 2237"/>
                <a:gd name="T34" fmla="*/ 0 w 3274"/>
                <a:gd name="T35" fmla="*/ 0 h 2237"/>
                <a:gd name="T36" fmla="*/ 0 w 3274"/>
                <a:gd name="T37" fmla="*/ 0 h 2237"/>
                <a:gd name="T38" fmla="*/ 0 w 3274"/>
                <a:gd name="T39" fmla="*/ 0 h 223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274"/>
                <a:gd name="T61" fmla="*/ 0 h 2237"/>
                <a:gd name="T62" fmla="*/ 3274 w 3274"/>
                <a:gd name="T63" fmla="*/ 2237 h 2237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274" h="2237">
                  <a:moveTo>
                    <a:pt x="19" y="2140"/>
                  </a:moveTo>
                  <a:lnTo>
                    <a:pt x="35" y="1930"/>
                  </a:lnTo>
                  <a:lnTo>
                    <a:pt x="0" y="1342"/>
                  </a:lnTo>
                  <a:lnTo>
                    <a:pt x="61" y="1035"/>
                  </a:lnTo>
                  <a:lnTo>
                    <a:pt x="229" y="760"/>
                  </a:lnTo>
                  <a:lnTo>
                    <a:pt x="397" y="468"/>
                  </a:lnTo>
                  <a:lnTo>
                    <a:pt x="740" y="226"/>
                  </a:lnTo>
                  <a:lnTo>
                    <a:pt x="1169" y="77"/>
                  </a:lnTo>
                  <a:lnTo>
                    <a:pt x="1511" y="7"/>
                  </a:lnTo>
                  <a:lnTo>
                    <a:pt x="1894" y="0"/>
                  </a:lnTo>
                  <a:lnTo>
                    <a:pt x="2338" y="127"/>
                  </a:lnTo>
                  <a:lnTo>
                    <a:pt x="2654" y="296"/>
                  </a:lnTo>
                  <a:lnTo>
                    <a:pt x="2922" y="487"/>
                  </a:lnTo>
                  <a:lnTo>
                    <a:pt x="3103" y="549"/>
                  </a:lnTo>
                  <a:lnTo>
                    <a:pt x="3252" y="694"/>
                  </a:lnTo>
                  <a:lnTo>
                    <a:pt x="3274" y="844"/>
                  </a:lnTo>
                  <a:lnTo>
                    <a:pt x="3223" y="945"/>
                  </a:lnTo>
                  <a:lnTo>
                    <a:pt x="3078" y="973"/>
                  </a:lnTo>
                  <a:lnTo>
                    <a:pt x="136" y="2237"/>
                  </a:lnTo>
                  <a:lnTo>
                    <a:pt x="19" y="2140"/>
                  </a:lnTo>
                  <a:close/>
                </a:path>
              </a:pathLst>
            </a:custGeom>
            <a:solidFill>
              <a:srgbClr val="5151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7" name="Freeform 267"/>
            <p:cNvSpPr>
              <a:spLocks/>
            </p:cNvSpPr>
            <p:nvPr/>
          </p:nvSpPr>
          <p:spPr bwMode="auto">
            <a:xfrm>
              <a:off x="2007" y="1558"/>
              <a:ext cx="438" cy="387"/>
            </a:xfrm>
            <a:custGeom>
              <a:avLst/>
              <a:gdLst>
                <a:gd name="T0" fmla="*/ 0 w 3504"/>
                <a:gd name="T1" fmla="*/ 0 h 3096"/>
                <a:gd name="T2" fmla="*/ 0 w 3504"/>
                <a:gd name="T3" fmla="*/ 0 h 3096"/>
                <a:gd name="T4" fmla="*/ 0 w 3504"/>
                <a:gd name="T5" fmla="*/ 0 h 3096"/>
                <a:gd name="T6" fmla="*/ 0 w 3504"/>
                <a:gd name="T7" fmla="*/ 0 h 3096"/>
                <a:gd name="T8" fmla="*/ 0 w 3504"/>
                <a:gd name="T9" fmla="*/ 0 h 3096"/>
                <a:gd name="T10" fmla="*/ 0 w 3504"/>
                <a:gd name="T11" fmla="*/ 0 h 3096"/>
                <a:gd name="T12" fmla="*/ 0 w 3504"/>
                <a:gd name="T13" fmla="*/ 0 h 3096"/>
                <a:gd name="T14" fmla="*/ 0 w 3504"/>
                <a:gd name="T15" fmla="*/ 0 h 3096"/>
                <a:gd name="T16" fmla="*/ 0 w 3504"/>
                <a:gd name="T17" fmla="*/ 0 h 3096"/>
                <a:gd name="T18" fmla="*/ 0 w 3504"/>
                <a:gd name="T19" fmla="*/ 0 h 3096"/>
                <a:gd name="T20" fmla="*/ 0 w 3504"/>
                <a:gd name="T21" fmla="*/ 0 h 3096"/>
                <a:gd name="T22" fmla="*/ 0 w 3504"/>
                <a:gd name="T23" fmla="*/ 0 h 3096"/>
                <a:gd name="T24" fmla="*/ 0 w 3504"/>
                <a:gd name="T25" fmla="*/ 0 h 3096"/>
                <a:gd name="T26" fmla="*/ 0 w 3504"/>
                <a:gd name="T27" fmla="*/ 0 h 3096"/>
                <a:gd name="T28" fmla="*/ 0 w 3504"/>
                <a:gd name="T29" fmla="*/ 0 h 3096"/>
                <a:gd name="T30" fmla="*/ 0 w 3504"/>
                <a:gd name="T31" fmla="*/ 0 h 3096"/>
                <a:gd name="T32" fmla="*/ 0 w 3504"/>
                <a:gd name="T33" fmla="*/ 0 h 3096"/>
                <a:gd name="T34" fmla="*/ 0 w 3504"/>
                <a:gd name="T35" fmla="*/ 0 h 3096"/>
                <a:gd name="T36" fmla="*/ 0 w 3504"/>
                <a:gd name="T37" fmla="*/ 0 h 3096"/>
                <a:gd name="T38" fmla="*/ 0 w 3504"/>
                <a:gd name="T39" fmla="*/ 0 h 3096"/>
                <a:gd name="T40" fmla="*/ 0 w 3504"/>
                <a:gd name="T41" fmla="*/ 0 h 3096"/>
                <a:gd name="T42" fmla="*/ 0 w 3504"/>
                <a:gd name="T43" fmla="*/ 0 h 3096"/>
                <a:gd name="T44" fmla="*/ 0 w 3504"/>
                <a:gd name="T45" fmla="*/ 0 h 3096"/>
                <a:gd name="T46" fmla="*/ 0 w 3504"/>
                <a:gd name="T47" fmla="*/ 0 h 3096"/>
                <a:gd name="T48" fmla="*/ 0 w 3504"/>
                <a:gd name="T49" fmla="*/ 0 h 3096"/>
                <a:gd name="T50" fmla="*/ 0 w 3504"/>
                <a:gd name="T51" fmla="*/ 0 h 3096"/>
                <a:gd name="T52" fmla="*/ 0 w 3504"/>
                <a:gd name="T53" fmla="*/ 0 h 3096"/>
                <a:gd name="T54" fmla="*/ 0 w 3504"/>
                <a:gd name="T55" fmla="*/ 0 h 3096"/>
                <a:gd name="T56" fmla="*/ 0 w 3504"/>
                <a:gd name="T57" fmla="*/ 0 h 309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3504"/>
                <a:gd name="T88" fmla="*/ 0 h 3096"/>
                <a:gd name="T89" fmla="*/ 3504 w 3504"/>
                <a:gd name="T90" fmla="*/ 3096 h 309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3504" h="3096">
                  <a:moveTo>
                    <a:pt x="0" y="1865"/>
                  </a:moveTo>
                  <a:lnTo>
                    <a:pt x="345" y="1955"/>
                  </a:lnTo>
                  <a:lnTo>
                    <a:pt x="710" y="2087"/>
                  </a:lnTo>
                  <a:lnTo>
                    <a:pt x="1097" y="2344"/>
                  </a:lnTo>
                  <a:lnTo>
                    <a:pt x="1365" y="2591"/>
                  </a:lnTo>
                  <a:lnTo>
                    <a:pt x="1696" y="2953"/>
                  </a:lnTo>
                  <a:lnTo>
                    <a:pt x="2865" y="3096"/>
                  </a:lnTo>
                  <a:lnTo>
                    <a:pt x="2921" y="3023"/>
                  </a:lnTo>
                  <a:lnTo>
                    <a:pt x="2921" y="2889"/>
                  </a:lnTo>
                  <a:lnTo>
                    <a:pt x="2949" y="2817"/>
                  </a:lnTo>
                  <a:lnTo>
                    <a:pt x="3024" y="2740"/>
                  </a:lnTo>
                  <a:lnTo>
                    <a:pt x="3017" y="2600"/>
                  </a:lnTo>
                  <a:lnTo>
                    <a:pt x="2826" y="2469"/>
                  </a:lnTo>
                  <a:lnTo>
                    <a:pt x="3032" y="2419"/>
                  </a:lnTo>
                  <a:lnTo>
                    <a:pt x="3098" y="2213"/>
                  </a:lnTo>
                  <a:lnTo>
                    <a:pt x="3173" y="2167"/>
                  </a:lnTo>
                  <a:lnTo>
                    <a:pt x="3362" y="2177"/>
                  </a:lnTo>
                  <a:lnTo>
                    <a:pt x="3472" y="2158"/>
                  </a:lnTo>
                  <a:lnTo>
                    <a:pt x="3504" y="2118"/>
                  </a:lnTo>
                  <a:lnTo>
                    <a:pt x="3494" y="2068"/>
                  </a:lnTo>
                  <a:lnTo>
                    <a:pt x="3223" y="1378"/>
                  </a:lnTo>
                  <a:lnTo>
                    <a:pt x="3248" y="1303"/>
                  </a:lnTo>
                  <a:lnTo>
                    <a:pt x="3310" y="1222"/>
                  </a:lnTo>
                  <a:lnTo>
                    <a:pt x="3278" y="826"/>
                  </a:lnTo>
                  <a:lnTo>
                    <a:pt x="3239" y="538"/>
                  </a:lnTo>
                  <a:lnTo>
                    <a:pt x="3149" y="242"/>
                  </a:lnTo>
                  <a:lnTo>
                    <a:pt x="2296" y="0"/>
                  </a:lnTo>
                  <a:lnTo>
                    <a:pt x="83" y="1630"/>
                  </a:lnTo>
                  <a:lnTo>
                    <a:pt x="0" y="1865"/>
                  </a:lnTo>
                  <a:close/>
                </a:path>
              </a:pathLst>
            </a:custGeom>
            <a:solidFill>
              <a:srgbClr val="FFC9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8" name="Freeform 268"/>
            <p:cNvSpPr>
              <a:spLocks/>
            </p:cNvSpPr>
            <p:nvPr/>
          </p:nvSpPr>
          <p:spPr bwMode="auto">
            <a:xfrm>
              <a:off x="2381" y="1745"/>
              <a:ext cx="16" cy="16"/>
            </a:xfrm>
            <a:custGeom>
              <a:avLst/>
              <a:gdLst>
                <a:gd name="T0" fmla="*/ 0 w 122"/>
                <a:gd name="T1" fmla="*/ 0 h 129"/>
                <a:gd name="T2" fmla="*/ 0 w 122"/>
                <a:gd name="T3" fmla="*/ 0 h 129"/>
                <a:gd name="T4" fmla="*/ 0 w 122"/>
                <a:gd name="T5" fmla="*/ 0 h 129"/>
                <a:gd name="T6" fmla="*/ 0 w 122"/>
                <a:gd name="T7" fmla="*/ 0 h 1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2"/>
                <a:gd name="T13" fmla="*/ 0 h 129"/>
                <a:gd name="T14" fmla="*/ 122 w 122"/>
                <a:gd name="T15" fmla="*/ 129 h 1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2" h="129">
                  <a:moveTo>
                    <a:pt x="122" y="0"/>
                  </a:moveTo>
                  <a:lnTo>
                    <a:pt x="71" y="129"/>
                  </a:lnTo>
                  <a:lnTo>
                    <a:pt x="0" y="26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9" name="Freeform 269"/>
            <p:cNvSpPr>
              <a:spLocks/>
            </p:cNvSpPr>
            <p:nvPr/>
          </p:nvSpPr>
          <p:spPr bwMode="auto">
            <a:xfrm>
              <a:off x="2847" y="2219"/>
              <a:ext cx="213" cy="93"/>
            </a:xfrm>
            <a:custGeom>
              <a:avLst/>
              <a:gdLst>
                <a:gd name="T0" fmla="*/ 0 w 1699"/>
                <a:gd name="T1" fmla="*/ 0 h 744"/>
                <a:gd name="T2" fmla="*/ 0 w 1699"/>
                <a:gd name="T3" fmla="*/ 0 h 744"/>
                <a:gd name="T4" fmla="*/ 0 w 1699"/>
                <a:gd name="T5" fmla="*/ 0 h 744"/>
                <a:gd name="T6" fmla="*/ 0 w 1699"/>
                <a:gd name="T7" fmla="*/ 0 h 744"/>
                <a:gd name="T8" fmla="*/ 0 w 1699"/>
                <a:gd name="T9" fmla="*/ 0 h 744"/>
                <a:gd name="T10" fmla="*/ 0 w 1699"/>
                <a:gd name="T11" fmla="*/ 0 h 744"/>
                <a:gd name="T12" fmla="*/ 0 w 1699"/>
                <a:gd name="T13" fmla="*/ 0 h 744"/>
                <a:gd name="T14" fmla="*/ 0 w 1699"/>
                <a:gd name="T15" fmla="*/ 0 h 7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699"/>
                <a:gd name="T25" fmla="*/ 0 h 744"/>
                <a:gd name="T26" fmla="*/ 1699 w 1699"/>
                <a:gd name="T27" fmla="*/ 744 h 7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699" h="744">
                  <a:moveTo>
                    <a:pt x="0" y="80"/>
                  </a:moveTo>
                  <a:lnTo>
                    <a:pt x="42" y="0"/>
                  </a:lnTo>
                  <a:lnTo>
                    <a:pt x="814" y="300"/>
                  </a:lnTo>
                  <a:lnTo>
                    <a:pt x="1517" y="616"/>
                  </a:lnTo>
                  <a:lnTo>
                    <a:pt x="1699" y="744"/>
                  </a:lnTo>
                  <a:lnTo>
                    <a:pt x="1460" y="708"/>
                  </a:lnTo>
                  <a:lnTo>
                    <a:pt x="206" y="157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0" name="Freeform 270"/>
            <p:cNvSpPr>
              <a:spLocks/>
            </p:cNvSpPr>
            <p:nvPr/>
          </p:nvSpPr>
          <p:spPr bwMode="auto">
            <a:xfrm>
              <a:off x="2767" y="2236"/>
              <a:ext cx="250" cy="154"/>
            </a:xfrm>
            <a:custGeom>
              <a:avLst/>
              <a:gdLst>
                <a:gd name="T0" fmla="*/ 0 w 2003"/>
                <a:gd name="T1" fmla="*/ 0 h 1230"/>
                <a:gd name="T2" fmla="*/ 0 w 2003"/>
                <a:gd name="T3" fmla="*/ 0 h 1230"/>
                <a:gd name="T4" fmla="*/ 0 w 2003"/>
                <a:gd name="T5" fmla="*/ 0 h 1230"/>
                <a:gd name="T6" fmla="*/ 0 w 2003"/>
                <a:gd name="T7" fmla="*/ 0 h 1230"/>
                <a:gd name="T8" fmla="*/ 0 w 2003"/>
                <a:gd name="T9" fmla="*/ 0 h 1230"/>
                <a:gd name="T10" fmla="*/ 0 w 2003"/>
                <a:gd name="T11" fmla="*/ 0 h 1230"/>
                <a:gd name="T12" fmla="*/ 0 w 2003"/>
                <a:gd name="T13" fmla="*/ 0 h 1230"/>
                <a:gd name="T14" fmla="*/ 0 w 2003"/>
                <a:gd name="T15" fmla="*/ 0 h 1230"/>
                <a:gd name="T16" fmla="*/ 0 w 2003"/>
                <a:gd name="T17" fmla="*/ 0 h 1230"/>
                <a:gd name="T18" fmla="*/ 0 w 2003"/>
                <a:gd name="T19" fmla="*/ 0 h 1230"/>
                <a:gd name="T20" fmla="*/ 0 w 2003"/>
                <a:gd name="T21" fmla="*/ 0 h 1230"/>
                <a:gd name="T22" fmla="*/ 0 w 2003"/>
                <a:gd name="T23" fmla="*/ 0 h 1230"/>
                <a:gd name="T24" fmla="*/ 0 w 2003"/>
                <a:gd name="T25" fmla="*/ 0 h 1230"/>
                <a:gd name="T26" fmla="*/ 0 w 2003"/>
                <a:gd name="T27" fmla="*/ 0 h 1230"/>
                <a:gd name="T28" fmla="*/ 0 w 2003"/>
                <a:gd name="T29" fmla="*/ 0 h 1230"/>
                <a:gd name="T30" fmla="*/ 0 w 2003"/>
                <a:gd name="T31" fmla="*/ 0 h 1230"/>
                <a:gd name="T32" fmla="*/ 0 w 2003"/>
                <a:gd name="T33" fmla="*/ 0 h 1230"/>
                <a:gd name="T34" fmla="*/ 0 w 2003"/>
                <a:gd name="T35" fmla="*/ 0 h 1230"/>
                <a:gd name="T36" fmla="*/ 0 w 2003"/>
                <a:gd name="T37" fmla="*/ 0 h 1230"/>
                <a:gd name="T38" fmla="*/ 0 w 2003"/>
                <a:gd name="T39" fmla="*/ 0 h 1230"/>
                <a:gd name="T40" fmla="*/ 0 w 2003"/>
                <a:gd name="T41" fmla="*/ 0 h 123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003"/>
                <a:gd name="T64" fmla="*/ 0 h 1230"/>
                <a:gd name="T65" fmla="*/ 2003 w 2003"/>
                <a:gd name="T66" fmla="*/ 1230 h 123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003" h="1230">
                  <a:moveTo>
                    <a:pt x="80" y="253"/>
                  </a:moveTo>
                  <a:lnTo>
                    <a:pt x="278" y="218"/>
                  </a:lnTo>
                  <a:lnTo>
                    <a:pt x="477" y="195"/>
                  </a:lnTo>
                  <a:lnTo>
                    <a:pt x="945" y="11"/>
                  </a:lnTo>
                  <a:lnTo>
                    <a:pt x="1262" y="11"/>
                  </a:lnTo>
                  <a:lnTo>
                    <a:pt x="1646" y="0"/>
                  </a:lnTo>
                  <a:lnTo>
                    <a:pt x="2003" y="345"/>
                  </a:lnTo>
                  <a:lnTo>
                    <a:pt x="1973" y="393"/>
                  </a:lnTo>
                  <a:lnTo>
                    <a:pt x="1941" y="380"/>
                  </a:lnTo>
                  <a:lnTo>
                    <a:pt x="1927" y="472"/>
                  </a:lnTo>
                  <a:lnTo>
                    <a:pt x="1869" y="534"/>
                  </a:lnTo>
                  <a:lnTo>
                    <a:pt x="1578" y="725"/>
                  </a:lnTo>
                  <a:lnTo>
                    <a:pt x="1491" y="861"/>
                  </a:lnTo>
                  <a:lnTo>
                    <a:pt x="1297" y="991"/>
                  </a:lnTo>
                  <a:lnTo>
                    <a:pt x="1229" y="1112"/>
                  </a:lnTo>
                  <a:lnTo>
                    <a:pt x="926" y="1221"/>
                  </a:lnTo>
                  <a:lnTo>
                    <a:pt x="848" y="1230"/>
                  </a:lnTo>
                  <a:lnTo>
                    <a:pt x="539" y="1158"/>
                  </a:lnTo>
                  <a:lnTo>
                    <a:pt x="34" y="855"/>
                  </a:lnTo>
                  <a:lnTo>
                    <a:pt x="0" y="419"/>
                  </a:lnTo>
                  <a:lnTo>
                    <a:pt x="80" y="253"/>
                  </a:lnTo>
                  <a:close/>
                </a:path>
              </a:pathLst>
            </a:custGeom>
            <a:solidFill>
              <a:srgbClr val="FFC9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1" name="Freeform 271"/>
            <p:cNvSpPr>
              <a:spLocks/>
            </p:cNvSpPr>
            <p:nvPr/>
          </p:nvSpPr>
          <p:spPr bwMode="auto">
            <a:xfrm>
              <a:off x="2738" y="1507"/>
              <a:ext cx="285" cy="337"/>
            </a:xfrm>
            <a:custGeom>
              <a:avLst/>
              <a:gdLst>
                <a:gd name="T0" fmla="*/ 0 w 2284"/>
                <a:gd name="T1" fmla="*/ 0 h 2689"/>
                <a:gd name="T2" fmla="*/ 0 w 2284"/>
                <a:gd name="T3" fmla="*/ 0 h 2689"/>
                <a:gd name="T4" fmla="*/ 0 w 2284"/>
                <a:gd name="T5" fmla="*/ 0 h 2689"/>
                <a:gd name="T6" fmla="*/ 0 w 2284"/>
                <a:gd name="T7" fmla="*/ 0 h 2689"/>
                <a:gd name="T8" fmla="*/ 0 w 2284"/>
                <a:gd name="T9" fmla="*/ 0 h 2689"/>
                <a:gd name="T10" fmla="*/ 0 w 2284"/>
                <a:gd name="T11" fmla="*/ 0 h 2689"/>
                <a:gd name="T12" fmla="*/ 0 w 2284"/>
                <a:gd name="T13" fmla="*/ 0 h 2689"/>
                <a:gd name="T14" fmla="*/ 0 w 2284"/>
                <a:gd name="T15" fmla="*/ 0 h 2689"/>
                <a:gd name="T16" fmla="*/ 0 w 2284"/>
                <a:gd name="T17" fmla="*/ 0 h 2689"/>
                <a:gd name="T18" fmla="*/ 0 w 2284"/>
                <a:gd name="T19" fmla="*/ 0 h 2689"/>
                <a:gd name="T20" fmla="*/ 0 w 2284"/>
                <a:gd name="T21" fmla="*/ 0 h 2689"/>
                <a:gd name="T22" fmla="*/ 0 w 2284"/>
                <a:gd name="T23" fmla="*/ 0 h 2689"/>
                <a:gd name="T24" fmla="*/ 0 w 2284"/>
                <a:gd name="T25" fmla="*/ 0 h 2689"/>
                <a:gd name="T26" fmla="*/ 0 w 2284"/>
                <a:gd name="T27" fmla="*/ 0 h 2689"/>
                <a:gd name="T28" fmla="*/ 0 w 2284"/>
                <a:gd name="T29" fmla="*/ 0 h 2689"/>
                <a:gd name="T30" fmla="*/ 0 w 2284"/>
                <a:gd name="T31" fmla="*/ 0 h 2689"/>
                <a:gd name="T32" fmla="*/ 0 w 2284"/>
                <a:gd name="T33" fmla="*/ 0 h 2689"/>
                <a:gd name="T34" fmla="*/ 0 w 2284"/>
                <a:gd name="T35" fmla="*/ 0 h 2689"/>
                <a:gd name="T36" fmla="*/ 0 w 2284"/>
                <a:gd name="T37" fmla="*/ 0 h 2689"/>
                <a:gd name="T38" fmla="*/ 0 w 2284"/>
                <a:gd name="T39" fmla="*/ 0 h 2689"/>
                <a:gd name="T40" fmla="*/ 0 w 2284"/>
                <a:gd name="T41" fmla="*/ 0 h 2689"/>
                <a:gd name="T42" fmla="*/ 0 w 2284"/>
                <a:gd name="T43" fmla="*/ 0 h 2689"/>
                <a:gd name="T44" fmla="*/ 0 w 2284"/>
                <a:gd name="T45" fmla="*/ 0 h 2689"/>
                <a:gd name="T46" fmla="*/ 0 w 2284"/>
                <a:gd name="T47" fmla="*/ 0 h 2689"/>
                <a:gd name="T48" fmla="*/ 0 w 2284"/>
                <a:gd name="T49" fmla="*/ 0 h 2689"/>
                <a:gd name="T50" fmla="*/ 0 w 2284"/>
                <a:gd name="T51" fmla="*/ 0 h 2689"/>
                <a:gd name="T52" fmla="*/ 0 w 2284"/>
                <a:gd name="T53" fmla="*/ 0 h 2689"/>
                <a:gd name="T54" fmla="*/ 0 w 2284"/>
                <a:gd name="T55" fmla="*/ 0 h 2689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2284"/>
                <a:gd name="T85" fmla="*/ 0 h 2689"/>
                <a:gd name="T86" fmla="*/ 2284 w 2284"/>
                <a:gd name="T87" fmla="*/ 2689 h 2689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2284" h="2689">
                  <a:moveTo>
                    <a:pt x="166" y="357"/>
                  </a:moveTo>
                  <a:lnTo>
                    <a:pt x="55" y="468"/>
                  </a:lnTo>
                  <a:lnTo>
                    <a:pt x="0" y="597"/>
                  </a:lnTo>
                  <a:lnTo>
                    <a:pt x="0" y="740"/>
                  </a:lnTo>
                  <a:lnTo>
                    <a:pt x="14" y="869"/>
                  </a:lnTo>
                  <a:lnTo>
                    <a:pt x="75" y="1095"/>
                  </a:lnTo>
                  <a:lnTo>
                    <a:pt x="187" y="1190"/>
                  </a:lnTo>
                  <a:lnTo>
                    <a:pt x="148" y="1552"/>
                  </a:lnTo>
                  <a:lnTo>
                    <a:pt x="172" y="1731"/>
                  </a:lnTo>
                  <a:lnTo>
                    <a:pt x="247" y="2225"/>
                  </a:lnTo>
                  <a:lnTo>
                    <a:pt x="326" y="2329"/>
                  </a:lnTo>
                  <a:lnTo>
                    <a:pt x="479" y="2513"/>
                  </a:lnTo>
                  <a:lnTo>
                    <a:pt x="715" y="2689"/>
                  </a:lnTo>
                  <a:lnTo>
                    <a:pt x="1117" y="2548"/>
                  </a:lnTo>
                  <a:lnTo>
                    <a:pt x="1238" y="2467"/>
                  </a:lnTo>
                  <a:lnTo>
                    <a:pt x="1399" y="2357"/>
                  </a:lnTo>
                  <a:lnTo>
                    <a:pt x="1473" y="2252"/>
                  </a:lnTo>
                  <a:lnTo>
                    <a:pt x="1567" y="2201"/>
                  </a:lnTo>
                  <a:lnTo>
                    <a:pt x="1858" y="1681"/>
                  </a:lnTo>
                  <a:lnTo>
                    <a:pt x="1971" y="1690"/>
                  </a:lnTo>
                  <a:lnTo>
                    <a:pt x="2040" y="1607"/>
                  </a:lnTo>
                  <a:lnTo>
                    <a:pt x="2157" y="1439"/>
                  </a:lnTo>
                  <a:lnTo>
                    <a:pt x="2199" y="1298"/>
                  </a:lnTo>
                  <a:lnTo>
                    <a:pt x="2199" y="1190"/>
                  </a:lnTo>
                  <a:lnTo>
                    <a:pt x="2284" y="423"/>
                  </a:lnTo>
                  <a:lnTo>
                    <a:pt x="987" y="0"/>
                  </a:lnTo>
                  <a:lnTo>
                    <a:pt x="341" y="263"/>
                  </a:lnTo>
                  <a:lnTo>
                    <a:pt x="166" y="357"/>
                  </a:lnTo>
                  <a:close/>
                </a:path>
              </a:pathLst>
            </a:custGeom>
            <a:solidFill>
              <a:srgbClr val="FFC9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2" name="Freeform 272"/>
            <p:cNvSpPr>
              <a:spLocks/>
            </p:cNvSpPr>
            <p:nvPr/>
          </p:nvSpPr>
          <p:spPr bwMode="auto">
            <a:xfrm>
              <a:off x="2817" y="1602"/>
              <a:ext cx="65" cy="74"/>
            </a:xfrm>
            <a:custGeom>
              <a:avLst/>
              <a:gdLst>
                <a:gd name="T0" fmla="*/ 0 w 516"/>
                <a:gd name="T1" fmla="*/ 0 h 592"/>
                <a:gd name="T2" fmla="*/ 0 w 516"/>
                <a:gd name="T3" fmla="*/ 0 h 592"/>
                <a:gd name="T4" fmla="*/ 0 w 516"/>
                <a:gd name="T5" fmla="*/ 0 h 592"/>
                <a:gd name="T6" fmla="*/ 0 w 516"/>
                <a:gd name="T7" fmla="*/ 0 h 592"/>
                <a:gd name="T8" fmla="*/ 0 w 516"/>
                <a:gd name="T9" fmla="*/ 0 h 592"/>
                <a:gd name="T10" fmla="*/ 0 w 516"/>
                <a:gd name="T11" fmla="*/ 0 h 592"/>
                <a:gd name="T12" fmla="*/ 0 w 516"/>
                <a:gd name="T13" fmla="*/ 0 h 592"/>
                <a:gd name="T14" fmla="*/ 0 w 516"/>
                <a:gd name="T15" fmla="*/ 0 h 592"/>
                <a:gd name="T16" fmla="*/ 0 w 516"/>
                <a:gd name="T17" fmla="*/ 0 h 592"/>
                <a:gd name="T18" fmla="*/ 0 w 516"/>
                <a:gd name="T19" fmla="*/ 0 h 5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16"/>
                <a:gd name="T31" fmla="*/ 0 h 592"/>
                <a:gd name="T32" fmla="*/ 516 w 516"/>
                <a:gd name="T33" fmla="*/ 592 h 59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16" h="592">
                  <a:moveTo>
                    <a:pt x="0" y="0"/>
                  </a:moveTo>
                  <a:lnTo>
                    <a:pt x="230" y="592"/>
                  </a:lnTo>
                  <a:lnTo>
                    <a:pt x="351" y="521"/>
                  </a:lnTo>
                  <a:lnTo>
                    <a:pt x="424" y="449"/>
                  </a:lnTo>
                  <a:lnTo>
                    <a:pt x="481" y="357"/>
                  </a:lnTo>
                  <a:lnTo>
                    <a:pt x="516" y="246"/>
                  </a:lnTo>
                  <a:lnTo>
                    <a:pt x="445" y="145"/>
                  </a:lnTo>
                  <a:lnTo>
                    <a:pt x="288" y="46"/>
                  </a:lnTo>
                  <a:lnTo>
                    <a:pt x="131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3" name="Freeform 273"/>
            <p:cNvSpPr>
              <a:spLocks/>
            </p:cNvSpPr>
            <p:nvPr/>
          </p:nvSpPr>
          <p:spPr bwMode="auto">
            <a:xfrm>
              <a:off x="2931" y="1643"/>
              <a:ext cx="50" cy="59"/>
            </a:xfrm>
            <a:custGeom>
              <a:avLst/>
              <a:gdLst>
                <a:gd name="T0" fmla="*/ 0 w 404"/>
                <a:gd name="T1" fmla="*/ 0 h 473"/>
                <a:gd name="T2" fmla="*/ 0 w 404"/>
                <a:gd name="T3" fmla="*/ 0 h 473"/>
                <a:gd name="T4" fmla="*/ 0 w 404"/>
                <a:gd name="T5" fmla="*/ 0 h 473"/>
                <a:gd name="T6" fmla="*/ 0 w 404"/>
                <a:gd name="T7" fmla="*/ 0 h 473"/>
                <a:gd name="T8" fmla="*/ 0 w 404"/>
                <a:gd name="T9" fmla="*/ 0 h 473"/>
                <a:gd name="T10" fmla="*/ 0 w 404"/>
                <a:gd name="T11" fmla="*/ 0 h 473"/>
                <a:gd name="T12" fmla="*/ 0 w 404"/>
                <a:gd name="T13" fmla="*/ 0 h 4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4"/>
                <a:gd name="T22" fmla="*/ 0 h 473"/>
                <a:gd name="T23" fmla="*/ 404 w 404"/>
                <a:gd name="T24" fmla="*/ 473 h 4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4" h="473">
                  <a:moveTo>
                    <a:pt x="0" y="0"/>
                  </a:moveTo>
                  <a:lnTo>
                    <a:pt x="231" y="473"/>
                  </a:lnTo>
                  <a:lnTo>
                    <a:pt x="303" y="376"/>
                  </a:lnTo>
                  <a:lnTo>
                    <a:pt x="393" y="242"/>
                  </a:lnTo>
                  <a:lnTo>
                    <a:pt x="404" y="146"/>
                  </a:lnTo>
                  <a:lnTo>
                    <a:pt x="171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4" name="Freeform 274"/>
            <p:cNvSpPr>
              <a:spLocks/>
            </p:cNvSpPr>
            <p:nvPr/>
          </p:nvSpPr>
          <p:spPr bwMode="auto">
            <a:xfrm>
              <a:off x="2784" y="1616"/>
              <a:ext cx="26" cy="55"/>
            </a:xfrm>
            <a:custGeom>
              <a:avLst/>
              <a:gdLst>
                <a:gd name="T0" fmla="*/ 0 w 210"/>
                <a:gd name="T1" fmla="*/ 0 h 443"/>
                <a:gd name="T2" fmla="*/ 0 w 210"/>
                <a:gd name="T3" fmla="*/ 0 h 443"/>
                <a:gd name="T4" fmla="*/ 0 w 210"/>
                <a:gd name="T5" fmla="*/ 0 h 443"/>
                <a:gd name="T6" fmla="*/ 0 w 210"/>
                <a:gd name="T7" fmla="*/ 0 h 443"/>
                <a:gd name="T8" fmla="*/ 0 w 210"/>
                <a:gd name="T9" fmla="*/ 0 h 443"/>
                <a:gd name="T10" fmla="*/ 0 w 210"/>
                <a:gd name="T11" fmla="*/ 0 h 443"/>
                <a:gd name="T12" fmla="*/ 0 w 210"/>
                <a:gd name="T13" fmla="*/ 0 h 4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0"/>
                <a:gd name="T22" fmla="*/ 0 h 443"/>
                <a:gd name="T23" fmla="*/ 210 w 210"/>
                <a:gd name="T24" fmla="*/ 443 h 44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0" h="443">
                  <a:moveTo>
                    <a:pt x="39" y="0"/>
                  </a:moveTo>
                  <a:lnTo>
                    <a:pt x="210" y="443"/>
                  </a:lnTo>
                  <a:lnTo>
                    <a:pt x="97" y="374"/>
                  </a:lnTo>
                  <a:lnTo>
                    <a:pt x="39" y="302"/>
                  </a:lnTo>
                  <a:lnTo>
                    <a:pt x="10" y="226"/>
                  </a:lnTo>
                  <a:lnTo>
                    <a:pt x="0" y="97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00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5" name="Freeform 275"/>
            <p:cNvSpPr>
              <a:spLocks/>
            </p:cNvSpPr>
            <p:nvPr/>
          </p:nvSpPr>
          <p:spPr bwMode="auto">
            <a:xfrm>
              <a:off x="2899" y="1648"/>
              <a:ext cx="37" cy="60"/>
            </a:xfrm>
            <a:custGeom>
              <a:avLst/>
              <a:gdLst>
                <a:gd name="T0" fmla="*/ 0 w 292"/>
                <a:gd name="T1" fmla="*/ 0 h 480"/>
                <a:gd name="T2" fmla="*/ 0 w 292"/>
                <a:gd name="T3" fmla="*/ 0 h 480"/>
                <a:gd name="T4" fmla="*/ 0 w 292"/>
                <a:gd name="T5" fmla="*/ 0 h 480"/>
                <a:gd name="T6" fmla="*/ 0 w 292"/>
                <a:gd name="T7" fmla="*/ 0 h 480"/>
                <a:gd name="T8" fmla="*/ 0 w 292"/>
                <a:gd name="T9" fmla="*/ 0 h 480"/>
                <a:gd name="T10" fmla="*/ 0 w 292"/>
                <a:gd name="T11" fmla="*/ 0 h 4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2"/>
                <a:gd name="T19" fmla="*/ 0 h 480"/>
                <a:gd name="T20" fmla="*/ 292 w 292"/>
                <a:gd name="T21" fmla="*/ 480 h 48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2" h="480">
                  <a:moveTo>
                    <a:pt x="32" y="0"/>
                  </a:moveTo>
                  <a:lnTo>
                    <a:pt x="292" y="480"/>
                  </a:lnTo>
                  <a:lnTo>
                    <a:pt x="131" y="432"/>
                  </a:lnTo>
                  <a:lnTo>
                    <a:pt x="32" y="386"/>
                  </a:lnTo>
                  <a:lnTo>
                    <a:pt x="0" y="224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0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6" name="Freeform 276"/>
            <p:cNvSpPr>
              <a:spLocks/>
            </p:cNvSpPr>
            <p:nvPr/>
          </p:nvSpPr>
          <p:spPr bwMode="auto">
            <a:xfrm>
              <a:off x="2789" y="1608"/>
              <a:ext cx="28" cy="66"/>
            </a:xfrm>
            <a:custGeom>
              <a:avLst/>
              <a:gdLst>
                <a:gd name="T0" fmla="*/ 0 w 222"/>
                <a:gd name="T1" fmla="*/ 0 h 523"/>
                <a:gd name="T2" fmla="*/ 0 w 222"/>
                <a:gd name="T3" fmla="*/ 0 h 523"/>
                <a:gd name="T4" fmla="*/ 0 w 222"/>
                <a:gd name="T5" fmla="*/ 0 h 523"/>
                <a:gd name="T6" fmla="*/ 0 w 222"/>
                <a:gd name="T7" fmla="*/ 0 h 523"/>
                <a:gd name="T8" fmla="*/ 0 w 222"/>
                <a:gd name="T9" fmla="*/ 0 h 5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2"/>
                <a:gd name="T16" fmla="*/ 0 h 523"/>
                <a:gd name="T17" fmla="*/ 222 w 222"/>
                <a:gd name="T18" fmla="*/ 523 h 5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2" h="523">
                  <a:moveTo>
                    <a:pt x="0" y="119"/>
                  </a:moveTo>
                  <a:lnTo>
                    <a:pt x="150" y="493"/>
                  </a:lnTo>
                  <a:lnTo>
                    <a:pt x="222" y="523"/>
                  </a:lnTo>
                  <a:lnTo>
                    <a:pt x="17" y="0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7" name="Freeform 277"/>
            <p:cNvSpPr>
              <a:spLocks/>
            </p:cNvSpPr>
            <p:nvPr/>
          </p:nvSpPr>
          <p:spPr bwMode="auto">
            <a:xfrm>
              <a:off x="2903" y="1647"/>
              <a:ext cx="36" cy="62"/>
            </a:xfrm>
            <a:custGeom>
              <a:avLst/>
              <a:gdLst>
                <a:gd name="T0" fmla="*/ 0 w 288"/>
                <a:gd name="T1" fmla="*/ 0 h 498"/>
                <a:gd name="T2" fmla="*/ 0 w 288"/>
                <a:gd name="T3" fmla="*/ 0 h 498"/>
                <a:gd name="T4" fmla="*/ 0 w 288"/>
                <a:gd name="T5" fmla="*/ 0 h 498"/>
                <a:gd name="T6" fmla="*/ 0 w 288"/>
                <a:gd name="T7" fmla="*/ 0 h 498"/>
                <a:gd name="T8" fmla="*/ 0 w 288"/>
                <a:gd name="T9" fmla="*/ 0 h 4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8"/>
                <a:gd name="T16" fmla="*/ 0 h 498"/>
                <a:gd name="T17" fmla="*/ 288 w 288"/>
                <a:gd name="T18" fmla="*/ 498 h 49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8" h="498">
                  <a:moveTo>
                    <a:pt x="0" y="35"/>
                  </a:moveTo>
                  <a:lnTo>
                    <a:pt x="224" y="498"/>
                  </a:lnTo>
                  <a:lnTo>
                    <a:pt x="288" y="477"/>
                  </a:lnTo>
                  <a:lnTo>
                    <a:pt x="36" y="0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8" name="Freeform 278"/>
            <p:cNvSpPr>
              <a:spLocks/>
            </p:cNvSpPr>
            <p:nvPr/>
          </p:nvSpPr>
          <p:spPr bwMode="auto">
            <a:xfrm>
              <a:off x="2761" y="1427"/>
              <a:ext cx="306" cy="232"/>
            </a:xfrm>
            <a:custGeom>
              <a:avLst/>
              <a:gdLst>
                <a:gd name="T0" fmla="*/ 0 w 2454"/>
                <a:gd name="T1" fmla="*/ 0 h 1848"/>
                <a:gd name="T2" fmla="*/ 0 w 2454"/>
                <a:gd name="T3" fmla="*/ 0 h 1848"/>
                <a:gd name="T4" fmla="*/ 0 w 2454"/>
                <a:gd name="T5" fmla="*/ 0 h 1848"/>
                <a:gd name="T6" fmla="*/ 0 w 2454"/>
                <a:gd name="T7" fmla="*/ 0 h 1848"/>
                <a:gd name="T8" fmla="*/ 0 w 2454"/>
                <a:gd name="T9" fmla="*/ 0 h 1848"/>
                <a:gd name="T10" fmla="*/ 0 w 2454"/>
                <a:gd name="T11" fmla="*/ 0 h 1848"/>
                <a:gd name="T12" fmla="*/ 0 w 2454"/>
                <a:gd name="T13" fmla="*/ 0 h 1848"/>
                <a:gd name="T14" fmla="*/ 0 w 2454"/>
                <a:gd name="T15" fmla="*/ 0 h 1848"/>
                <a:gd name="T16" fmla="*/ 0 w 2454"/>
                <a:gd name="T17" fmla="*/ 0 h 1848"/>
                <a:gd name="T18" fmla="*/ 0 w 2454"/>
                <a:gd name="T19" fmla="*/ 0 h 1848"/>
                <a:gd name="T20" fmla="*/ 0 w 2454"/>
                <a:gd name="T21" fmla="*/ 0 h 1848"/>
                <a:gd name="T22" fmla="*/ 0 w 2454"/>
                <a:gd name="T23" fmla="*/ 0 h 1848"/>
                <a:gd name="T24" fmla="*/ 0 w 2454"/>
                <a:gd name="T25" fmla="*/ 0 h 1848"/>
                <a:gd name="T26" fmla="*/ 0 w 2454"/>
                <a:gd name="T27" fmla="*/ 0 h 1848"/>
                <a:gd name="T28" fmla="*/ 0 w 2454"/>
                <a:gd name="T29" fmla="*/ 0 h 1848"/>
                <a:gd name="T30" fmla="*/ 0 w 2454"/>
                <a:gd name="T31" fmla="*/ 0 h 1848"/>
                <a:gd name="T32" fmla="*/ 0 w 2454"/>
                <a:gd name="T33" fmla="*/ 0 h 1848"/>
                <a:gd name="T34" fmla="*/ 0 w 2454"/>
                <a:gd name="T35" fmla="*/ 0 h 1848"/>
                <a:gd name="T36" fmla="*/ 0 w 2454"/>
                <a:gd name="T37" fmla="*/ 0 h 1848"/>
                <a:gd name="T38" fmla="*/ 0 w 2454"/>
                <a:gd name="T39" fmla="*/ 0 h 1848"/>
                <a:gd name="T40" fmla="*/ 0 w 2454"/>
                <a:gd name="T41" fmla="*/ 0 h 1848"/>
                <a:gd name="T42" fmla="*/ 0 w 2454"/>
                <a:gd name="T43" fmla="*/ 0 h 1848"/>
                <a:gd name="T44" fmla="*/ 0 w 2454"/>
                <a:gd name="T45" fmla="*/ 0 h 1848"/>
                <a:gd name="T46" fmla="*/ 0 w 2454"/>
                <a:gd name="T47" fmla="*/ 0 h 1848"/>
                <a:gd name="T48" fmla="*/ 0 w 2454"/>
                <a:gd name="T49" fmla="*/ 0 h 1848"/>
                <a:gd name="T50" fmla="*/ 0 w 2454"/>
                <a:gd name="T51" fmla="*/ 0 h 1848"/>
                <a:gd name="T52" fmla="*/ 0 w 2454"/>
                <a:gd name="T53" fmla="*/ 0 h 184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454"/>
                <a:gd name="T82" fmla="*/ 0 h 1848"/>
                <a:gd name="T83" fmla="*/ 2454 w 2454"/>
                <a:gd name="T84" fmla="*/ 1848 h 1848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454" h="1848">
                  <a:moveTo>
                    <a:pt x="226" y="1063"/>
                  </a:moveTo>
                  <a:lnTo>
                    <a:pt x="323" y="1046"/>
                  </a:lnTo>
                  <a:lnTo>
                    <a:pt x="672" y="790"/>
                  </a:lnTo>
                  <a:lnTo>
                    <a:pt x="943" y="817"/>
                  </a:lnTo>
                  <a:lnTo>
                    <a:pt x="1804" y="960"/>
                  </a:lnTo>
                  <a:lnTo>
                    <a:pt x="2092" y="1063"/>
                  </a:lnTo>
                  <a:lnTo>
                    <a:pt x="1965" y="1735"/>
                  </a:lnTo>
                  <a:lnTo>
                    <a:pt x="2037" y="1848"/>
                  </a:lnTo>
                  <a:lnTo>
                    <a:pt x="2297" y="1666"/>
                  </a:lnTo>
                  <a:lnTo>
                    <a:pt x="2357" y="1544"/>
                  </a:lnTo>
                  <a:lnTo>
                    <a:pt x="2419" y="1364"/>
                  </a:lnTo>
                  <a:lnTo>
                    <a:pt x="2454" y="1248"/>
                  </a:lnTo>
                  <a:lnTo>
                    <a:pt x="2444" y="1122"/>
                  </a:lnTo>
                  <a:lnTo>
                    <a:pt x="2403" y="1059"/>
                  </a:lnTo>
                  <a:lnTo>
                    <a:pt x="2223" y="1009"/>
                  </a:lnTo>
                  <a:lnTo>
                    <a:pt x="2025" y="380"/>
                  </a:lnTo>
                  <a:lnTo>
                    <a:pt x="1848" y="173"/>
                  </a:lnTo>
                  <a:lnTo>
                    <a:pt x="1472" y="11"/>
                  </a:lnTo>
                  <a:lnTo>
                    <a:pt x="1264" y="0"/>
                  </a:lnTo>
                  <a:lnTo>
                    <a:pt x="1004" y="27"/>
                  </a:lnTo>
                  <a:lnTo>
                    <a:pt x="760" y="76"/>
                  </a:lnTo>
                  <a:lnTo>
                    <a:pt x="554" y="207"/>
                  </a:lnTo>
                  <a:lnTo>
                    <a:pt x="202" y="633"/>
                  </a:lnTo>
                  <a:lnTo>
                    <a:pt x="0" y="982"/>
                  </a:lnTo>
                  <a:lnTo>
                    <a:pt x="88" y="1035"/>
                  </a:lnTo>
                  <a:lnTo>
                    <a:pt x="127" y="1162"/>
                  </a:lnTo>
                  <a:lnTo>
                    <a:pt x="226" y="1063"/>
                  </a:lnTo>
                  <a:close/>
                </a:path>
              </a:pathLst>
            </a:custGeom>
            <a:solidFill>
              <a:srgbClr val="7023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9" name="Freeform 279"/>
            <p:cNvSpPr>
              <a:spLocks/>
            </p:cNvSpPr>
            <p:nvPr/>
          </p:nvSpPr>
          <p:spPr bwMode="auto">
            <a:xfrm>
              <a:off x="2918" y="1648"/>
              <a:ext cx="22" cy="16"/>
            </a:xfrm>
            <a:custGeom>
              <a:avLst/>
              <a:gdLst>
                <a:gd name="T0" fmla="*/ 0 w 171"/>
                <a:gd name="T1" fmla="*/ 0 h 132"/>
                <a:gd name="T2" fmla="*/ 0 w 171"/>
                <a:gd name="T3" fmla="*/ 0 h 132"/>
                <a:gd name="T4" fmla="*/ 0 w 171"/>
                <a:gd name="T5" fmla="*/ 0 h 132"/>
                <a:gd name="T6" fmla="*/ 0 w 171"/>
                <a:gd name="T7" fmla="*/ 0 h 132"/>
                <a:gd name="T8" fmla="*/ 0 w 171"/>
                <a:gd name="T9" fmla="*/ 0 h 132"/>
                <a:gd name="T10" fmla="*/ 0 w 171"/>
                <a:gd name="T11" fmla="*/ 0 h 1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1"/>
                <a:gd name="T19" fmla="*/ 0 h 132"/>
                <a:gd name="T20" fmla="*/ 171 w 171"/>
                <a:gd name="T21" fmla="*/ 132 h 1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1" h="132">
                  <a:moveTo>
                    <a:pt x="0" y="51"/>
                  </a:moveTo>
                  <a:lnTo>
                    <a:pt x="72" y="132"/>
                  </a:lnTo>
                  <a:lnTo>
                    <a:pt x="171" y="40"/>
                  </a:lnTo>
                  <a:lnTo>
                    <a:pt x="102" y="0"/>
                  </a:lnTo>
                  <a:lnTo>
                    <a:pt x="17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0" name="Freeform 280"/>
            <p:cNvSpPr>
              <a:spLocks/>
            </p:cNvSpPr>
            <p:nvPr/>
          </p:nvSpPr>
          <p:spPr bwMode="auto">
            <a:xfrm>
              <a:off x="2822" y="1617"/>
              <a:ext cx="31" cy="19"/>
            </a:xfrm>
            <a:custGeom>
              <a:avLst/>
              <a:gdLst>
                <a:gd name="T0" fmla="*/ 0 w 251"/>
                <a:gd name="T1" fmla="*/ 0 h 148"/>
                <a:gd name="T2" fmla="*/ 0 w 251"/>
                <a:gd name="T3" fmla="*/ 0 h 148"/>
                <a:gd name="T4" fmla="*/ 0 w 251"/>
                <a:gd name="T5" fmla="*/ 0 h 148"/>
                <a:gd name="T6" fmla="*/ 0 w 251"/>
                <a:gd name="T7" fmla="*/ 0 h 148"/>
                <a:gd name="T8" fmla="*/ 0 w 251"/>
                <a:gd name="T9" fmla="*/ 0 h 148"/>
                <a:gd name="T10" fmla="*/ 0 w 251"/>
                <a:gd name="T11" fmla="*/ 0 h 148"/>
                <a:gd name="T12" fmla="*/ 0 w 251"/>
                <a:gd name="T13" fmla="*/ 0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51"/>
                <a:gd name="T22" fmla="*/ 0 h 148"/>
                <a:gd name="T23" fmla="*/ 251 w 251"/>
                <a:gd name="T24" fmla="*/ 148 h 1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51" h="148">
                  <a:moveTo>
                    <a:pt x="0" y="46"/>
                  </a:moveTo>
                  <a:lnTo>
                    <a:pt x="83" y="127"/>
                  </a:lnTo>
                  <a:lnTo>
                    <a:pt x="182" y="148"/>
                  </a:lnTo>
                  <a:lnTo>
                    <a:pt x="251" y="35"/>
                  </a:lnTo>
                  <a:lnTo>
                    <a:pt x="140" y="0"/>
                  </a:lnTo>
                  <a:lnTo>
                    <a:pt x="24" y="1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1" name="Freeform 281"/>
            <p:cNvSpPr>
              <a:spLocks/>
            </p:cNvSpPr>
            <p:nvPr/>
          </p:nvSpPr>
          <p:spPr bwMode="auto">
            <a:xfrm>
              <a:off x="3202" y="1627"/>
              <a:ext cx="73" cy="117"/>
            </a:xfrm>
            <a:custGeom>
              <a:avLst/>
              <a:gdLst>
                <a:gd name="T0" fmla="*/ 0 w 585"/>
                <a:gd name="T1" fmla="*/ 0 h 936"/>
                <a:gd name="T2" fmla="*/ 0 w 585"/>
                <a:gd name="T3" fmla="*/ 0 h 936"/>
                <a:gd name="T4" fmla="*/ 0 w 585"/>
                <a:gd name="T5" fmla="*/ 0 h 936"/>
                <a:gd name="T6" fmla="*/ 0 w 585"/>
                <a:gd name="T7" fmla="*/ 0 h 936"/>
                <a:gd name="T8" fmla="*/ 0 w 585"/>
                <a:gd name="T9" fmla="*/ 0 h 936"/>
                <a:gd name="T10" fmla="*/ 0 w 585"/>
                <a:gd name="T11" fmla="*/ 0 h 936"/>
                <a:gd name="T12" fmla="*/ 0 w 585"/>
                <a:gd name="T13" fmla="*/ 0 h 936"/>
                <a:gd name="T14" fmla="*/ 0 w 585"/>
                <a:gd name="T15" fmla="*/ 0 h 936"/>
                <a:gd name="T16" fmla="*/ 0 w 585"/>
                <a:gd name="T17" fmla="*/ 0 h 936"/>
                <a:gd name="T18" fmla="*/ 0 w 585"/>
                <a:gd name="T19" fmla="*/ 0 h 936"/>
                <a:gd name="T20" fmla="*/ 0 w 585"/>
                <a:gd name="T21" fmla="*/ 0 h 936"/>
                <a:gd name="T22" fmla="*/ 0 w 585"/>
                <a:gd name="T23" fmla="*/ 0 h 936"/>
                <a:gd name="T24" fmla="*/ 0 w 585"/>
                <a:gd name="T25" fmla="*/ 0 h 936"/>
                <a:gd name="T26" fmla="*/ 0 w 585"/>
                <a:gd name="T27" fmla="*/ 0 h 936"/>
                <a:gd name="T28" fmla="*/ 0 w 585"/>
                <a:gd name="T29" fmla="*/ 0 h 936"/>
                <a:gd name="T30" fmla="*/ 0 w 585"/>
                <a:gd name="T31" fmla="*/ 0 h 936"/>
                <a:gd name="T32" fmla="*/ 0 w 585"/>
                <a:gd name="T33" fmla="*/ 0 h 936"/>
                <a:gd name="T34" fmla="*/ 0 w 585"/>
                <a:gd name="T35" fmla="*/ 0 h 936"/>
                <a:gd name="T36" fmla="*/ 0 w 585"/>
                <a:gd name="T37" fmla="*/ 0 h 936"/>
                <a:gd name="T38" fmla="*/ 0 w 585"/>
                <a:gd name="T39" fmla="*/ 0 h 936"/>
                <a:gd name="T40" fmla="*/ 0 w 585"/>
                <a:gd name="T41" fmla="*/ 0 h 936"/>
                <a:gd name="T42" fmla="*/ 0 w 585"/>
                <a:gd name="T43" fmla="*/ 0 h 936"/>
                <a:gd name="T44" fmla="*/ 0 w 585"/>
                <a:gd name="T45" fmla="*/ 0 h 936"/>
                <a:gd name="T46" fmla="*/ 0 w 585"/>
                <a:gd name="T47" fmla="*/ 0 h 936"/>
                <a:gd name="T48" fmla="*/ 0 w 585"/>
                <a:gd name="T49" fmla="*/ 0 h 936"/>
                <a:gd name="T50" fmla="*/ 0 w 585"/>
                <a:gd name="T51" fmla="*/ 0 h 936"/>
                <a:gd name="T52" fmla="*/ 0 w 585"/>
                <a:gd name="T53" fmla="*/ 0 h 936"/>
                <a:gd name="T54" fmla="*/ 0 w 585"/>
                <a:gd name="T55" fmla="*/ 0 h 936"/>
                <a:gd name="T56" fmla="*/ 0 w 585"/>
                <a:gd name="T57" fmla="*/ 0 h 936"/>
                <a:gd name="T58" fmla="*/ 0 w 585"/>
                <a:gd name="T59" fmla="*/ 0 h 936"/>
                <a:gd name="T60" fmla="*/ 0 w 585"/>
                <a:gd name="T61" fmla="*/ 0 h 936"/>
                <a:gd name="T62" fmla="*/ 0 w 585"/>
                <a:gd name="T63" fmla="*/ 0 h 936"/>
                <a:gd name="T64" fmla="*/ 0 w 585"/>
                <a:gd name="T65" fmla="*/ 0 h 936"/>
                <a:gd name="T66" fmla="*/ 0 w 585"/>
                <a:gd name="T67" fmla="*/ 0 h 9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85"/>
                <a:gd name="T103" fmla="*/ 0 h 936"/>
                <a:gd name="T104" fmla="*/ 585 w 585"/>
                <a:gd name="T105" fmla="*/ 936 h 9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85" h="936">
                  <a:moveTo>
                    <a:pt x="532" y="0"/>
                  </a:moveTo>
                  <a:lnTo>
                    <a:pt x="464" y="79"/>
                  </a:lnTo>
                  <a:lnTo>
                    <a:pt x="407" y="22"/>
                  </a:lnTo>
                  <a:lnTo>
                    <a:pt x="315" y="22"/>
                  </a:lnTo>
                  <a:lnTo>
                    <a:pt x="137" y="129"/>
                  </a:lnTo>
                  <a:lnTo>
                    <a:pt x="18" y="277"/>
                  </a:lnTo>
                  <a:lnTo>
                    <a:pt x="0" y="398"/>
                  </a:lnTo>
                  <a:lnTo>
                    <a:pt x="18" y="532"/>
                  </a:lnTo>
                  <a:lnTo>
                    <a:pt x="62" y="592"/>
                  </a:lnTo>
                  <a:lnTo>
                    <a:pt x="112" y="620"/>
                  </a:lnTo>
                  <a:lnTo>
                    <a:pt x="62" y="562"/>
                  </a:lnTo>
                  <a:lnTo>
                    <a:pt x="53" y="484"/>
                  </a:lnTo>
                  <a:lnTo>
                    <a:pt x="77" y="407"/>
                  </a:lnTo>
                  <a:lnTo>
                    <a:pt x="143" y="301"/>
                  </a:lnTo>
                  <a:lnTo>
                    <a:pt x="222" y="262"/>
                  </a:lnTo>
                  <a:lnTo>
                    <a:pt x="264" y="235"/>
                  </a:lnTo>
                  <a:lnTo>
                    <a:pt x="222" y="301"/>
                  </a:lnTo>
                  <a:lnTo>
                    <a:pt x="200" y="407"/>
                  </a:lnTo>
                  <a:lnTo>
                    <a:pt x="213" y="484"/>
                  </a:lnTo>
                  <a:lnTo>
                    <a:pt x="235" y="558"/>
                  </a:lnTo>
                  <a:lnTo>
                    <a:pt x="283" y="613"/>
                  </a:lnTo>
                  <a:lnTo>
                    <a:pt x="350" y="659"/>
                  </a:lnTo>
                  <a:lnTo>
                    <a:pt x="350" y="688"/>
                  </a:lnTo>
                  <a:lnTo>
                    <a:pt x="378" y="735"/>
                  </a:lnTo>
                  <a:lnTo>
                    <a:pt x="435" y="776"/>
                  </a:lnTo>
                  <a:lnTo>
                    <a:pt x="486" y="936"/>
                  </a:lnTo>
                  <a:lnTo>
                    <a:pt x="479" y="754"/>
                  </a:lnTo>
                  <a:lnTo>
                    <a:pt x="506" y="730"/>
                  </a:lnTo>
                  <a:lnTo>
                    <a:pt x="585" y="747"/>
                  </a:lnTo>
                  <a:lnTo>
                    <a:pt x="474" y="688"/>
                  </a:lnTo>
                  <a:lnTo>
                    <a:pt x="382" y="652"/>
                  </a:lnTo>
                  <a:lnTo>
                    <a:pt x="389" y="507"/>
                  </a:lnTo>
                  <a:lnTo>
                    <a:pt x="455" y="228"/>
                  </a:lnTo>
                  <a:lnTo>
                    <a:pt x="53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2" name="Freeform 282"/>
            <p:cNvSpPr>
              <a:spLocks/>
            </p:cNvSpPr>
            <p:nvPr/>
          </p:nvSpPr>
          <p:spPr bwMode="auto">
            <a:xfrm>
              <a:off x="3255" y="1722"/>
              <a:ext cx="39" cy="52"/>
            </a:xfrm>
            <a:custGeom>
              <a:avLst/>
              <a:gdLst>
                <a:gd name="T0" fmla="*/ 0 w 310"/>
                <a:gd name="T1" fmla="*/ 0 h 417"/>
                <a:gd name="T2" fmla="*/ 0 w 310"/>
                <a:gd name="T3" fmla="*/ 0 h 417"/>
                <a:gd name="T4" fmla="*/ 0 w 310"/>
                <a:gd name="T5" fmla="*/ 0 h 417"/>
                <a:gd name="T6" fmla="*/ 0 w 310"/>
                <a:gd name="T7" fmla="*/ 0 h 417"/>
                <a:gd name="T8" fmla="*/ 0 w 310"/>
                <a:gd name="T9" fmla="*/ 0 h 417"/>
                <a:gd name="T10" fmla="*/ 0 w 310"/>
                <a:gd name="T11" fmla="*/ 0 h 417"/>
                <a:gd name="T12" fmla="*/ 0 w 310"/>
                <a:gd name="T13" fmla="*/ 0 h 417"/>
                <a:gd name="T14" fmla="*/ 0 w 310"/>
                <a:gd name="T15" fmla="*/ 0 h 417"/>
                <a:gd name="T16" fmla="*/ 0 w 310"/>
                <a:gd name="T17" fmla="*/ 0 h 417"/>
                <a:gd name="T18" fmla="*/ 0 w 310"/>
                <a:gd name="T19" fmla="*/ 0 h 417"/>
                <a:gd name="T20" fmla="*/ 0 w 310"/>
                <a:gd name="T21" fmla="*/ 0 h 417"/>
                <a:gd name="T22" fmla="*/ 0 w 310"/>
                <a:gd name="T23" fmla="*/ 0 h 417"/>
                <a:gd name="T24" fmla="*/ 0 w 310"/>
                <a:gd name="T25" fmla="*/ 0 h 417"/>
                <a:gd name="T26" fmla="*/ 0 w 310"/>
                <a:gd name="T27" fmla="*/ 0 h 41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10"/>
                <a:gd name="T43" fmla="*/ 0 h 417"/>
                <a:gd name="T44" fmla="*/ 310 w 310"/>
                <a:gd name="T45" fmla="*/ 417 h 417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10" h="417">
                  <a:moveTo>
                    <a:pt x="0" y="0"/>
                  </a:moveTo>
                  <a:lnTo>
                    <a:pt x="126" y="96"/>
                  </a:lnTo>
                  <a:lnTo>
                    <a:pt x="310" y="202"/>
                  </a:lnTo>
                  <a:lnTo>
                    <a:pt x="297" y="237"/>
                  </a:lnTo>
                  <a:lnTo>
                    <a:pt x="310" y="248"/>
                  </a:lnTo>
                  <a:lnTo>
                    <a:pt x="126" y="417"/>
                  </a:lnTo>
                  <a:lnTo>
                    <a:pt x="115" y="387"/>
                  </a:lnTo>
                  <a:lnTo>
                    <a:pt x="163" y="302"/>
                  </a:lnTo>
                  <a:lnTo>
                    <a:pt x="143" y="242"/>
                  </a:lnTo>
                  <a:lnTo>
                    <a:pt x="27" y="248"/>
                  </a:lnTo>
                  <a:lnTo>
                    <a:pt x="80" y="202"/>
                  </a:lnTo>
                  <a:lnTo>
                    <a:pt x="108" y="173"/>
                  </a:lnTo>
                  <a:lnTo>
                    <a:pt x="55" y="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3" name="Freeform 283"/>
            <p:cNvSpPr>
              <a:spLocks/>
            </p:cNvSpPr>
            <p:nvPr/>
          </p:nvSpPr>
          <p:spPr bwMode="auto">
            <a:xfrm>
              <a:off x="3230" y="1757"/>
              <a:ext cx="51" cy="106"/>
            </a:xfrm>
            <a:custGeom>
              <a:avLst/>
              <a:gdLst>
                <a:gd name="T0" fmla="*/ 0 w 409"/>
                <a:gd name="T1" fmla="*/ 0 h 848"/>
                <a:gd name="T2" fmla="*/ 0 w 409"/>
                <a:gd name="T3" fmla="*/ 0 h 848"/>
                <a:gd name="T4" fmla="*/ 0 w 409"/>
                <a:gd name="T5" fmla="*/ 0 h 848"/>
                <a:gd name="T6" fmla="*/ 0 w 409"/>
                <a:gd name="T7" fmla="*/ 0 h 848"/>
                <a:gd name="T8" fmla="*/ 0 w 409"/>
                <a:gd name="T9" fmla="*/ 0 h 848"/>
                <a:gd name="T10" fmla="*/ 0 w 409"/>
                <a:gd name="T11" fmla="*/ 0 h 848"/>
                <a:gd name="T12" fmla="*/ 0 w 409"/>
                <a:gd name="T13" fmla="*/ 0 h 848"/>
                <a:gd name="T14" fmla="*/ 0 w 409"/>
                <a:gd name="T15" fmla="*/ 0 h 848"/>
                <a:gd name="T16" fmla="*/ 0 w 409"/>
                <a:gd name="T17" fmla="*/ 0 h 848"/>
                <a:gd name="T18" fmla="*/ 0 w 409"/>
                <a:gd name="T19" fmla="*/ 0 h 848"/>
                <a:gd name="T20" fmla="*/ 0 w 409"/>
                <a:gd name="T21" fmla="*/ 0 h 848"/>
                <a:gd name="T22" fmla="*/ 0 w 409"/>
                <a:gd name="T23" fmla="*/ 0 h 848"/>
                <a:gd name="T24" fmla="*/ 0 w 409"/>
                <a:gd name="T25" fmla="*/ 0 h 848"/>
                <a:gd name="T26" fmla="*/ 0 w 409"/>
                <a:gd name="T27" fmla="*/ 0 h 848"/>
                <a:gd name="T28" fmla="*/ 0 w 409"/>
                <a:gd name="T29" fmla="*/ 0 h 848"/>
                <a:gd name="T30" fmla="*/ 0 w 409"/>
                <a:gd name="T31" fmla="*/ 0 h 848"/>
                <a:gd name="T32" fmla="*/ 0 w 409"/>
                <a:gd name="T33" fmla="*/ 0 h 848"/>
                <a:gd name="T34" fmla="*/ 0 w 409"/>
                <a:gd name="T35" fmla="*/ 0 h 848"/>
                <a:gd name="T36" fmla="*/ 0 w 409"/>
                <a:gd name="T37" fmla="*/ 0 h 848"/>
                <a:gd name="T38" fmla="*/ 0 w 409"/>
                <a:gd name="T39" fmla="*/ 0 h 848"/>
                <a:gd name="T40" fmla="*/ 0 w 409"/>
                <a:gd name="T41" fmla="*/ 0 h 848"/>
                <a:gd name="T42" fmla="*/ 0 w 409"/>
                <a:gd name="T43" fmla="*/ 0 h 848"/>
                <a:gd name="T44" fmla="*/ 0 w 409"/>
                <a:gd name="T45" fmla="*/ 0 h 848"/>
                <a:gd name="T46" fmla="*/ 0 w 409"/>
                <a:gd name="T47" fmla="*/ 0 h 848"/>
                <a:gd name="T48" fmla="*/ 0 w 409"/>
                <a:gd name="T49" fmla="*/ 0 h 848"/>
                <a:gd name="T50" fmla="*/ 0 w 409"/>
                <a:gd name="T51" fmla="*/ 0 h 84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409"/>
                <a:gd name="T79" fmla="*/ 0 h 848"/>
                <a:gd name="T80" fmla="*/ 409 w 409"/>
                <a:gd name="T81" fmla="*/ 848 h 84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409" h="848">
                  <a:moveTo>
                    <a:pt x="264" y="0"/>
                  </a:moveTo>
                  <a:lnTo>
                    <a:pt x="252" y="55"/>
                  </a:lnTo>
                  <a:lnTo>
                    <a:pt x="202" y="200"/>
                  </a:lnTo>
                  <a:lnTo>
                    <a:pt x="97" y="401"/>
                  </a:lnTo>
                  <a:lnTo>
                    <a:pt x="0" y="606"/>
                  </a:lnTo>
                  <a:lnTo>
                    <a:pt x="0" y="661"/>
                  </a:lnTo>
                  <a:lnTo>
                    <a:pt x="61" y="696"/>
                  </a:lnTo>
                  <a:lnTo>
                    <a:pt x="220" y="719"/>
                  </a:lnTo>
                  <a:lnTo>
                    <a:pt x="317" y="740"/>
                  </a:lnTo>
                  <a:lnTo>
                    <a:pt x="338" y="753"/>
                  </a:lnTo>
                  <a:lnTo>
                    <a:pt x="354" y="809"/>
                  </a:lnTo>
                  <a:lnTo>
                    <a:pt x="365" y="848"/>
                  </a:lnTo>
                  <a:lnTo>
                    <a:pt x="354" y="740"/>
                  </a:lnTo>
                  <a:lnTo>
                    <a:pt x="328" y="696"/>
                  </a:lnTo>
                  <a:lnTo>
                    <a:pt x="354" y="666"/>
                  </a:lnTo>
                  <a:lnTo>
                    <a:pt x="409" y="633"/>
                  </a:lnTo>
                  <a:lnTo>
                    <a:pt x="391" y="615"/>
                  </a:lnTo>
                  <a:lnTo>
                    <a:pt x="338" y="615"/>
                  </a:lnTo>
                  <a:lnTo>
                    <a:pt x="202" y="641"/>
                  </a:lnTo>
                  <a:lnTo>
                    <a:pt x="97" y="666"/>
                  </a:lnTo>
                  <a:lnTo>
                    <a:pt x="35" y="661"/>
                  </a:lnTo>
                  <a:lnTo>
                    <a:pt x="13" y="626"/>
                  </a:lnTo>
                  <a:lnTo>
                    <a:pt x="13" y="590"/>
                  </a:lnTo>
                  <a:lnTo>
                    <a:pt x="218" y="200"/>
                  </a:lnTo>
                  <a:lnTo>
                    <a:pt x="233" y="120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4" name="Freeform 284"/>
            <p:cNvSpPr>
              <a:spLocks/>
            </p:cNvSpPr>
            <p:nvPr/>
          </p:nvSpPr>
          <p:spPr bwMode="auto">
            <a:xfrm>
              <a:off x="3275" y="1809"/>
              <a:ext cx="57" cy="85"/>
            </a:xfrm>
            <a:custGeom>
              <a:avLst/>
              <a:gdLst>
                <a:gd name="T0" fmla="*/ 0 w 452"/>
                <a:gd name="T1" fmla="*/ 0 h 679"/>
                <a:gd name="T2" fmla="*/ 0 w 452"/>
                <a:gd name="T3" fmla="*/ 0 h 679"/>
                <a:gd name="T4" fmla="*/ 0 w 452"/>
                <a:gd name="T5" fmla="*/ 0 h 679"/>
                <a:gd name="T6" fmla="*/ 0 w 452"/>
                <a:gd name="T7" fmla="*/ 0 h 679"/>
                <a:gd name="T8" fmla="*/ 0 w 452"/>
                <a:gd name="T9" fmla="*/ 0 h 679"/>
                <a:gd name="T10" fmla="*/ 0 w 452"/>
                <a:gd name="T11" fmla="*/ 0 h 679"/>
                <a:gd name="T12" fmla="*/ 0 w 452"/>
                <a:gd name="T13" fmla="*/ 0 h 679"/>
                <a:gd name="T14" fmla="*/ 0 w 452"/>
                <a:gd name="T15" fmla="*/ 0 h 679"/>
                <a:gd name="T16" fmla="*/ 0 w 452"/>
                <a:gd name="T17" fmla="*/ 0 h 679"/>
                <a:gd name="T18" fmla="*/ 0 w 452"/>
                <a:gd name="T19" fmla="*/ 0 h 679"/>
                <a:gd name="T20" fmla="*/ 0 w 452"/>
                <a:gd name="T21" fmla="*/ 0 h 679"/>
                <a:gd name="T22" fmla="*/ 0 w 452"/>
                <a:gd name="T23" fmla="*/ 0 h 679"/>
                <a:gd name="T24" fmla="*/ 0 w 452"/>
                <a:gd name="T25" fmla="*/ 0 h 679"/>
                <a:gd name="T26" fmla="*/ 0 w 452"/>
                <a:gd name="T27" fmla="*/ 0 h 679"/>
                <a:gd name="T28" fmla="*/ 0 w 452"/>
                <a:gd name="T29" fmla="*/ 0 h 679"/>
                <a:gd name="T30" fmla="*/ 0 w 452"/>
                <a:gd name="T31" fmla="*/ 0 h 679"/>
                <a:gd name="T32" fmla="*/ 0 w 452"/>
                <a:gd name="T33" fmla="*/ 0 h 679"/>
                <a:gd name="T34" fmla="*/ 0 w 452"/>
                <a:gd name="T35" fmla="*/ 0 h 679"/>
                <a:gd name="T36" fmla="*/ 0 w 452"/>
                <a:gd name="T37" fmla="*/ 0 h 67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52"/>
                <a:gd name="T58" fmla="*/ 0 h 679"/>
                <a:gd name="T59" fmla="*/ 452 w 452"/>
                <a:gd name="T60" fmla="*/ 679 h 679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52" h="679">
                  <a:moveTo>
                    <a:pt x="0" y="0"/>
                  </a:moveTo>
                  <a:lnTo>
                    <a:pt x="28" y="101"/>
                  </a:lnTo>
                  <a:lnTo>
                    <a:pt x="72" y="180"/>
                  </a:lnTo>
                  <a:lnTo>
                    <a:pt x="154" y="277"/>
                  </a:lnTo>
                  <a:lnTo>
                    <a:pt x="283" y="338"/>
                  </a:lnTo>
                  <a:lnTo>
                    <a:pt x="404" y="433"/>
                  </a:lnTo>
                  <a:lnTo>
                    <a:pt x="424" y="484"/>
                  </a:lnTo>
                  <a:lnTo>
                    <a:pt x="452" y="679"/>
                  </a:lnTo>
                  <a:lnTo>
                    <a:pt x="404" y="574"/>
                  </a:lnTo>
                  <a:lnTo>
                    <a:pt x="283" y="463"/>
                  </a:lnTo>
                  <a:lnTo>
                    <a:pt x="184" y="457"/>
                  </a:lnTo>
                  <a:lnTo>
                    <a:pt x="53" y="495"/>
                  </a:lnTo>
                  <a:lnTo>
                    <a:pt x="0" y="457"/>
                  </a:lnTo>
                  <a:lnTo>
                    <a:pt x="72" y="413"/>
                  </a:lnTo>
                  <a:lnTo>
                    <a:pt x="166" y="403"/>
                  </a:lnTo>
                  <a:lnTo>
                    <a:pt x="256" y="394"/>
                  </a:lnTo>
                  <a:lnTo>
                    <a:pt x="120" y="281"/>
                  </a:lnTo>
                  <a:lnTo>
                    <a:pt x="53" y="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5" name="Freeform 285"/>
            <p:cNvSpPr>
              <a:spLocks/>
            </p:cNvSpPr>
            <p:nvPr/>
          </p:nvSpPr>
          <p:spPr bwMode="auto">
            <a:xfrm>
              <a:off x="3292" y="1873"/>
              <a:ext cx="23" cy="21"/>
            </a:xfrm>
            <a:custGeom>
              <a:avLst/>
              <a:gdLst>
                <a:gd name="T0" fmla="*/ 0 w 182"/>
                <a:gd name="T1" fmla="*/ 0 h 170"/>
                <a:gd name="T2" fmla="*/ 0 w 182"/>
                <a:gd name="T3" fmla="*/ 0 h 170"/>
                <a:gd name="T4" fmla="*/ 0 w 182"/>
                <a:gd name="T5" fmla="*/ 0 h 170"/>
                <a:gd name="T6" fmla="*/ 0 w 182"/>
                <a:gd name="T7" fmla="*/ 0 h 170"/>
                <a:gd name="T8" fmla="*/ 0 w 182"/>
                <a:gd name="T9" fmla="*/ 0 h 170"/>
                <a:gd name="T10" fmla="*/ 0 w 182"/>
                <a:gd name="T11" fmla="*/ 0 h 170"/>
                <a:gd name="T12" fmla="*/ 0 w 182"/>
                <a:gd name="T13" fmla="*/ 0 h 170"/>
                <a:gd name="T14" fmla="*/ 0 w 182"/>
                <a:gd name="T15" fmla="*/ 0 h 170"/>
                <a:gd name="T16" fmla="*/ 0 w 182"/>
                <a:gd name="T17" fmla="*/ 0 h 17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82"/>
                <a:gd name="T28" fmla="*/ 0 h 170"/>
                <a:gd name="T29" fmla="*/ 182 w 182"/>
                <a:gd name="T30" fmla="*/ 170 h 17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82" h="170">
                  <a:moveTo>
                    <a:pt x="182" y="0"/>
                  </a:moveTo>
                  <a:lnTo>
                    <a:pt x="123" y="85"/>
                  </a:lnTo>
                  <a:lnTo>
                    <a:pt x="62" y="111"/>
                  </a:lnTo>
                  <a:lnTo>
                    <a:pt x="0" y="146"/>
                  </a:lnTo>
                  <a:lnTo>
                    <a:pt x="0" y="170"/>
                  </a:lnTo>
                  <a:lnTo>
                    <a:pt x="92" y="115"/>
                  </a:lnTo>
                  <a:lnTo>
                    <a:pt x="147" y="99"/>
                  </a:lnTo>
                  <a:lnTo>
                    <a:pt x="173" y="30"/>
                  </a:lnTo>
                  <a:lnTo>
                    <a:pt x="1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6" name="Freeform 286"/>
            <p:cNvSpPr>
              <a:spLocks/>
            </p:cNvSpPr>
            <p:nvPr/>
          </p:nvSpPr>
          <p:spPr bwMode="auto">
            <a:xfrm>
              <a:off x="3292" y="1848"/>
              <a:ext cx="169" cy="145"/>
            </a:xfrm>
            <a:custGeom>
              <a:avLst/>
              <a:gdLst>
                <a:gd name="T0" fmla="*/ 0 w 1349"/>
                <a:gd name="T1" fmla="*/ 0 h 1162"/>
                <a:gd name="T2" fmla="*/ 0 w 1349"/>
                <a:gd name="T3" fmla="*/ 0 h 1162"/>
                <a:gd name="T4" fmla="*/ 0 w 1349"/>
                <a:gd name="T5" fmla="*/ 0 h 1162"/>
                <a:gd name="T6" fmla="*/ 0 w 1349"/>
                <a:gd name="T7" fmla="*/ 0 h 1162"/>
                <a:gd name="T8" fmla="*/ 0 w 1349"/>
                <a:gd name="T9" fmla="*/ 0 h 1162"/>
                <a:gd name="T10" fmla="*/ 0 w 1349"/>
                <a:gd name="T11" fmla="*/ 0 h 1162"/>
                <a:gd name="T12" fmla="*/ 0 w 1349"/>
                <a:gd name="T13" fmla="*/ 0 h 1162"/>
                <a:gd name="T14" fmla="*/ 0 w 1349"/>
                <a:gd name="T15" fmla="*/ 0 h 1162"/>
                <a:gd name="T16" fmla="*/ 0 w 1349"/>
                <a:gd name="T17" fmla="*/ 0 h 1162"/>
                <a:gd name="T18" fmla="*/ 0 w 1349"/>
                <a:gd name="T19" fmla="*/ 0 h 1162"/>
                <a:gd name="T20" fmla="*/ 0 w 1349"/>
                <a:gd name="T21" fmla="*/ 0 h 1162"/>
                <a:gd name="T22" fmla="*/ 0 w 1349"/>
                <a:gd name="T23" fmla="*/ 0 h 1162"/>
                <a:gd name="T24" fmla="*/ 0 w 1349"/>
                <a:gd name="T25" fmla="*/ 0 h 1162"/>
                <a:gd name="T26" fmla="*/ 0 w 1349"/>
                <a:gd name="T27" fmla="*/ 0 h 1162"/>
                <a:gd name="T28" fmla="*/ 0 w 1349"/>
                <a:gd name="T29" fmla="*/ 0 h 1162"/>
                <a:gd name="T30" fmla="*/ 0 w 1349"/>
                <a:gd name="T31" fmla="*/ 0 h 1162"/>
                <a:gd name="T32" fmla="*/ 0 w 1349"/>
                <a:gd name="T33" fmla="*/ 0 h 1162"/>
                <a:gd name="T34" fmla="*/ 0 w 1349"/>
                <a:gd name="T35" fmla="*/ 0 h 1162"/>
                <a:gd name="T36" fmla="*/ 0 w 1349"/>
                <a:gd name="T37" fmla="*/ 0 h 1162"/>
                <a:gd name="T38" fmla="*/ 0 w 1349"/>
                <a:gd name="T39" fmla="*/ 0 h 1162"/>
                <a:gd name="T40" fmla="*/ 0 w 1349"/>
                <a:gd name="T41" fmla="*/ 0 h 1162"/>
                <a:gd name="T42" fmla="*/ 0 w 1349"/>
                <a:gd name="T43" fmla="*/ 0 h 1162"/>
                <a:gd name="T44" fmla="*/ 0 w 1349"/>
                <a:gd name="T45" fmla="*/ 0 h 1162"/>
                <a:gd name="T46" fmla="*/ 0 w 1349"/>
                <a:gd name="T47" fmla="*/ 0 h 1162"/>
                <a:gd name="T48" fmla="*/ 0 w 1349"/>
                <a:gd name="T49" fmla="*/ 0 h 1162"/>
                <a:gd name="T50" fmla="*/ 0 w 1349"/>
                <a:gd name="T51" fmla="*/ 0 h 1162"/>
                <a:gd name="T52" fmla="*/ 0 w 1349"/>
                <a:gd name="T53" fmla="*/ 0 h 1162"/>
                <a:gd name="T54" fmla="*/ 0 w 1349"/>
                <a:gd name="T55" fmla="*/ 0 h 1162"/>
                <a:gd name="T56" fmla="*/ 0 w 1349"/>
                <a:gd name="T57" fmla="*/ 0 h 1162"/>
                <a:gd name="T58" fmla="*/ 0 w 1349"/>
                <a:gd name="T59" fmla="*/ 0 h 1162"/>
                <a:gd name="T60" fmla="*/ 0 w 1349"/>
                <a:gd name="T61" fmla="*/ 0 h 1162"/>
                <a:gd name="T62" fmla="*/ 0 w 1349"/>
                <a:gd name="T63" fmla="*/ 0 h 1162"/>
                <a:gd name="T64" fmla="*/ 0 w 1349"/>
                <a:gd name="T65" fmla="*/ 0 h 1162"/>
                <a:gd name="T66" fmla="*/ 0 w 1349"/>
                <a:gd name="T67" fmla="*/ 0 h 1162"/>
                <a:gd name="T68" fmla="*/ 0 w 1349"/>
                <a:gd name="T69" fmla="*/ 0 h 1162"/>
                <a:gd name="T70" fmla="*/ 0 w 1349"/>
                <a:gd name="T71" fmla="*/ 0 h 1162"/>
                <a:gd name="T72" fmla="*/ 0 w 1349"/>
                <a:gd name="T73" fmla="*/ 0 h 1162"/>
                <a:gd name="T74" fmla="*/ 0 w 1349"/>
                <a:gd name="T75" fmla="*/ 0 h 1162"/>
                <a:gd name="T76" fmla="*/ 0 w 1349"/>
                <a:gd name="T77" fmla="*/ 0 h 1162"/>
                <a:gd name="T78" fmla="*/ 0 w 1349"/>
                <a:gd name="T79" fmla="*/ 0 h 1162"/>
                <a:gd name="T80" fmla="*/ 0 w 1349"/>
                <a:gd name="T81" fmla="*/ 0 h 1162"/>
                <a:gd name="T82" fmla="*/ 0 w 1349"/>
                <a:gd name="T83" fmla="*/ 0 h 1162"/>
                <a:gd name="T84" fmla="*/ 0 w 1349"/>
                <a:gd name="T85" fmla="*/ 0 h 1162"/>
                <a:gd name="T86" fmla="*/ 0 w 1349"/>
                <a:gd name="T87" fmla="*/ 0 h 1162"/>
                <a:gd name="T88" fmla="*/ 0 w 1349"/>
                <a:gd name="T89" fmla="*/ 0 h 1162"/>
                <a:gd name="T90" fmla="*/ 0 w 1349"/>
                <a:gd name="T91" fmla="*/ 0 h 1162"/>
                <a:gd name="T92" fmla="*/ 0 w 1349"/>
                <a:gd name="T93" fmla="*/ 0 h 1162"/>
                <a:gd name="T94" fmla="*/ 0 w 1349"/>
                <a:gd name="T95" fmla="*/ 0 h 1162"/>
                <a:gd name="T96" fmla="*/ 0 w 1349"/>
                <a:gd name="T97" fmla="*/ 0 h 1162"/>
                <a:gd name="T98" fmla="*/ 0 w 1349"/>
                <a:gd name="T99" fmla="*/ 0 h 1162"/>
                <a:gd name="T100" fmla="*/ 0 w 1349"/>
                <a:gd name="T101" fmla="*/ 0 h 1162"/>
                <a:gd name="T102" fmla="*/ 0 w 1349"/>
                <a:gd name="T103" fmla="*/ 0 h 1162"/>
                <a:gd name="T104" fmla="*/ 0 w 1349"/>
                <a:gd name="T105" fmla="*/ 0 h 1162"/>
                <a:gd name="T106" fmla="*/ 0 w 1349"/>
                <a:gd name="T107" fmla="*/ 0 h 1162"/>
                <a:gd name="T108" fmla="*/ 0 w 1349"/>
                <a:gd name="T109" fmla="*/ 0 h 116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349"/>
                <a:gd name="T166" fmla="*/ 0 h 1162"/>
                <a:gd name="T167" fmla="*/ 1349 w 1349"/>
                <a:gd name="T168" fmla="*/ 1162 h 1162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349" h="1162">
                  <a:moveTo>
                    <a:pt x="0" y="465"/>
                  </a:moveTo>
                  <a:lnTo>
                    <a:pt x="97" y="579"/>
                  </a:lnTo>
                  <a:lnTo>
                    <a:pt x="117" y="634"/>
                  </a:lnTo>
                  <a:lnTo>
                    <a:pt x="117" y="664"/>
                  </a:lnTo>
                  <a:lnTo>
                    <a:pt x="92" y="724"/>
                  </a:lnTo>
                  <a:lnTo>
                    <a:pt x="81" y="770"/>
                  </a:lnTo>
                  <a:lnTo>
                    <a:pt x="81" y="827"/>
                  </a:lnTo>
                  <a:lnTo>
                    <a:pt x="97" y="880"/>
                  </a:lnTo>
                  <a:lnTo>
                    <a:pt x="120" y="899"/>
                  </a:lnTo>
                  <a:lnTo>
                    <a:pt x="198" y="860"/>
                  </a:lnTo>
                  <a:lnTo>
                    <a:pt x="268" y="814"/>
                  </a:lnTo>
                  <a:lnTo>
                    <a:pt x="327" y="728"/>
                  </a:lnTo>
                  <a:lnTo>
                    <a:pt x="345" y="634"/>
                  </a:lnTo>
                  <a:lnTo>
                    <a:pt x="345" y="564"/>
                  </a:lnTo>
                  <a:lnTo>
                    <a:pt x="394" y="814"/>
                  </a:lnTo>
                  <a:lnTo>
                    <a:pt x="505" y="786"/>
                  </a:lnTo>
                  <a:lnTo>
                    <a:pt x="646" y="724"/>
                  </a:lnTo>
                  <a:lnTo>
                    <a:pt x="730" y="643"/>
                  </a:lnTo>
                  <a:lnTo>
                    <a:pt x="802" y="568"/>
                  </a:lnTo>
                  <a:lnTo>
                    <a:pt x="897" y="454"/>
                  </a:lnTo>
                  <a:lnTo>
                    <a:pt x="958" y="408"/>
                  </a:lnTo>
                  <a:lnTo>
                    <a:pt x="1051" y="368"/>
                  </a:lnTo>
                  <a:lnTo>
                    <a:pt x="1125" y="309"/>
                  </a:lnTo>
                  <a:lnTo>
                    <a:pt x="1176" y="238"/>
                  </a:lnTo>
                  <a:lnTo>
                    <a:pt x="1224" y="152"/>
                  </a:lnTo>
                  <a:lnTo>
                    <a:pt x="1257" y="0"/>
                  </a:lnTo>
                  <a:lnTo>
                    <a:pt x="1242" y="223"/>
                  </a:lnTo>
                  <a:lnTo>
                    <a:pt x="1219" y="376"/>
                  </a:lnTo>
                  <a:lnTo>
                    <a:pt x="1164" y="482"/>
                  </a:lnTo>
                  <a:lnTo>
                    <a:pt x="1120" y="568"/>
                  </a:lnTo>
                  <a:lnTo>
                    <a:pt x="1120" y="634"/>
                  </a:lnTo>
                  <a:lnTo>
                    <a:pt x="1153" y="705"/>
                  </a:lnTo>
                  <a:lnTo>
                    <a:pt x="1196" y="790"/>
                  </a:lnTo>
                  <a:lnTo>
                    <a:pt x="1219" y="851"/>
                  </a:lnTo>
                  <a:lnTo>
                    <a:pt x="1226" y="920"/>
                  </a:lnTo>
                  <a:lnTo>
                    <a:pt x="1349" y="746"/>
                  </a:lnTo>
                  <a:lnTo>
                    <a:pt x="1219" y="992"/>
                  </a:lnTo>
                  <a:lnTo>
                    <a:pt x="1160" y="1132"/>
                  </a:lnTo>
                  <a:lnTo>
                    <a:pt x="1160" y="1162"/>
                  </a:lnTo>
                  <a:lnTo>
                    <a:pt x="1090" y="1091"/>
                  </a:lnTo>
                  <a:lnTo>
                    <a:pt x="1000" y="987"/>
                  </a:lnTo>
                  <a:lnTo>
                    <a:pt x="922" y="959"/>
                  </a:lnTo>
                  <a:lnTo>
                    <a:pt x="844" y="926"/>
                  </a:lnTo>
                  <a:lnTo>
                    <a:pt x="712" y="926"/>
                  </a:lnTo>
                  <a:lnTo>
                    <a:pt x="277" y="1021"/>
                  </a:lnTo>
                  <a:lnTo>
                    <a:pt x="173" y="1012"/>
                  </a:lnTo>
                  <a:lnTo>
                    <a:pt x="112" y="986"/>
                  </a:lnTo>
                  <a:lnTo>
                    <a:pt x="48" y="920"/>
                  </a:lnTo>
                  <a:lnTo>
                    <a:pt x="30" y="851"/>
                  </a:lnTo>
                  <a:lnTo>
                    <a:pt x="35" y="786"/>
                  </a:lnTo>
                  <a:lnTo>
                    <a:pt x="62" y="724"/>
                  </a:lnTo>
                  <a:lnTo>
                    <a:pt x="81" y="664"/>
                  </a:lnTo>
                  <a:lnTo>
                    <a:pt x="81" y="610"/>
                  </a:lnTo>
                  <a:lnTo>
                    <a:pt x="48" y="548"/>
                  </a:lnTo>
                  <a:lnTo>
                    <a:pt x="0" y="4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" name="Freeform 287"/>
            <p:cNvSpPr>
              <a:spLocks/>
            </p:cNvSpPr>
            <p:nvPr/>
          </p:nvSpPr>
          <p:spPr bwMode="auto">
            <a:xfrm>
              <a:off x="3278" y="1454"/>
              <a:ext cx="417" cy="517"/>
            </a:xfrm>
            <a:custGeom>
              <a:avLst/>
              <a:gdLst>
                <a:gd name="T0" fmla="*/ 0 w 3329"/>
                <a:gd name="T1" fmla="*/ 0 h 4141"/>
                <a:gd name="T2" fmla="*/ 0 w 3329"/>
                <a:gd name="T3" fmla="*/ 0 h 4141"/>
                <a:gd name="T4" fmla="*/ 0 w 3329"/>
                <a:gd name="T5" fmla="*/ 0 h 4141"/>
                <a:gd name="T6" fmla="*/ 0 w 3329"/>
                <a:gd name="T7" fmla="*/ 0 h 4141"/>
                <a:gd name="T8" fmla="*/ 0 w 3329"/>
                <a:gd name="T9" fmla="*/ 0 h 4141"/>
                <a:gd name="T10" fmla="*/ 0 w 3329"/>
                <a:gd name="T11" fmla="*/ 0 h 4141"/>
                <a:gd name="T12" fmla="*/ 0 w 3329"/>
                <a:gd name="T13" fmla="*/ 0 h 4141"/>
                <a:gd name="T14" fmla="*/ 0 w 3329"/>
                <a:gd name="T15" fmla="*/ 0 h 4141"/>
                <a:gd name="T16" fmla="*/ 0 w 3329"/>
                <a:gd name="T17" fmla="*/ 0 h 4141"/>
                <a:gd name="T18" fmla="*/ 0 w 3329"/>
                <a:gd name="T19" fmla="*/ 0 h 4141"/>
                <a:gd name="T20" fmla="*/ 0 w 3329"/>
                <a:gd name="T21" fmla="*/ 0 h 4141"/>
                <a:gd name="T22" fmla="*/ 0 w 3329"/>
                <a:gd name="T23" fmla="*/ 0 h 4141"/>
                <a:gd name="T24" fmla="*/ 0 w 3329"/>
                <a:gd name="T25" fmla="*/ 0 h 4141"/>
                <a:gd name="T26" fmla="*/ 0 w 3329"/>
                <a:gd name="T27" fmla="*/ 0 h 4141"/>
                <a:gd name="T28" fmla="*/ 0 w 3329"/>
                <a:gd name="T29" fmla="*/ 0 h 4141"/>
                <a:gd name="T30" fmla="*/ 0 w 3329"/>
                <a:gd name="T31" fmla="*/ 0 h 4141"/>
                <a:gd name="T32" fmla="*/ 0 w 3329"/>
                <a:gd name="T33" fmla="*/ 0 h 4141"/>
                <a:gd name="T34" fmla="*/ 0 w 3329"/>
                <a:gd name="T35" fmla="*/ 0 h 4141"/>
                <a:gd name="T36" fmla="*/ 0 w 3329"/>
                <a:gd name="T37" fmla="*/ 0 h 4141"/>
                <a:gd name="T38" fmla="*/ 0 w 3329"/>
                <a:gd name="T39" fmla="*/ 0 h 4141"/>
                <a:gd name="T40" fmla="*/ 0 w 3329"/>
                <a:gd name="T41" fmla="*/ 0 h 4141"/>
                <a:gd name="T42" fmla="*/ 0 w 3329"/>
                <a:gd name="T43" fmla="*/ 0 h 4141"/>
                <a:gd name="T44" fmla="*/ 0 w 3329"/>
                <a:gd name="T45" fmla="*/ 0 h 4141"/>
                <a:gd name="T46" fmla="*/ 0 w 3329"/>
                <a:gd name="T47" fmla="*/ 0 h 4141"/>
                <a:gd name="T48" fmla="*/ 0 w 3329"/>
                <a:gd name="T49" fmla="*/ 0 h 4141"/>
                <a:gd name="T50" fmla="*/ 0 w 3329"/>
                <a:gd name="T51" fmla="*/ 0 h 4141"/>
                <a:gd name="T52" fmla="*/ 0 w 3329"/>
                <a:gd name="T53" fmla="*/ 0 h 4141"/>
                <a:gd name="T54" fmla="*/ 0 w 3329"/>
                <a:gd name="T55" fmla="*/ 0 h 4141"/>
                <a:gd name="T56" fmla="*/ 0 w 3329"/>
                <a:gd name="T57" fmla="*/ 0 h 4141"/>
                <a:gd name="T58" fmla="*/ 0 w 3329"/>
                <a:gd name="T59" fmla="*/ 0 h 4141"/>
                <a:gd name="T60" fmla="*/ 0 w 3329"/>
                <a:gd name="T61" fmla="*/ 0 h 4141"/>
                <a:gd name="T62" fmla="*/ 0 w 3329"/>
                <a:gd name="T63" fmla="*/ 0 h 4141"/>
                <a:gd name="T64" fmla="*/ 0 w 3329"/>
                <a:gd name="T65" fmla="*/ 0 h 4141"/>
                <a:gd name="T66" fmla="*/ 0 w 3329"/>
                <a:gd name="T67" fmla="*/ 0 h 4141"/>
                <a:gd name="T68" fmla="*/ 0 w 3329"/>
                <a:gd name="T69" fmla="*/ 0 h 4141"/>
                <a:gd name="T70" fmla="*/ 0 w 3329"/>
                <a:gd name="T71" fmla="*/ 0 h 4141"/>
                <a:gd name="T72" fmla="*/ 0 w 3329"/>
                <a:gd name="T73" fmla="*/ 0 h 4141"/>
                <a:gd name="T74" fmla="*/ 0 w 3329"/>
                <a:gd name="T75" fmla="*/ 0 h 4141"/>
                <a:gd name="T76" fmla="*/ 0 w 3329"/>
                <a:gd name="T77" fmla="*/ 0 h 4141"/>
                <a:gd name="T78" fmla="*/ 0 w 3329"/>
                <a:gd name="T79" fmla="*/ 0 h 4141"/>
                <a:gd name="T80" fmla="*/ 0 w 3329"/>
                <a:gd name="T81" fmla="*/ 0 h 4141"/>
                <a:gd name="T82" fmla="*/ 0 w 3329"/>
                <a:gd name="T83" fmla="*/ 0 h 4141"/>
                <a:gd name="T84" fmla="*/ 0 w 3329"/>
                <a:gd name="T85" fmla="*/ 0 h 4141"/>
                <a:gd name="T86" fmla="*/ 0 w 3329"/>
                <a:gd name="T87" fmla="*/ 0 h 4141"/>
                <a:gd name="T88" fmla="*/ 0 w 3329"/>
                <a:gd name="T89" fmla="*/ 0 h 4141"/>
                <a:gd name="T90" fmla="*/ 0 w 3329"/>
                <a:gd name="T91" fmla="*/ 0 h 4141"/>
                <a:gd name="T92" fmla="*/ 0 w 3329"/>
                <a:gd name="T93" fmla="*/ 0 h 4141"/>
                <a:gd name="T94" fmla="*/ 0 w 3329"/>
                <a:gd name="T95" fmla="*/ 0 h 4141"/>
                <a:gd name="T96" fmla="*/ 0 w 3329"/>
                <a:gd name="T97" fmla="*/ 0 h 4141"/>
                <a:gd name="T98" fmla="*/ 0 w 3329"/>
                <a:gd name="T99" fmla="*/ 0 h 4141"/>
                <a:gd name="T100" fmla="*/ 0 w 3329"/>
                <a:gd name="T101" fmla="*/ 0 h 4141"/>
                <a:gd name="T102" fmla="*/ 0 w 3329"/>
                <a:gd name="T103" fmla="*/ 0 h 4141"/>
                <a:gd name="T104" fmla="*/ 0 w 3329"/>
                <a:gd name="T105" fmla="*/ 0 h 4141"/>
                <a:gd name="T106" fmla="*/ 0 w 3329"/>
                <a:gd name="T107" fmla="*/ 0 h 4141"/>
                <a:gd name="T108" fmla="*/ 0 w 3329"/>
                <a:gd name="T109" fmla="*/ 0 h 4141"/>
                <a:gd name="T110" fmla="*/ 0 w 3329"/>
                <a:gd name="T111" fmla="*/ 0 h 4141"/>
                <a:gd name="T112" fmla="*/ 0 w 3329"/>
                <a:gd name="T113" fmla="*/ 0 h 4141"/>
                <a:gd name="T114" fmla="*/ 0 w 3329"/>
                <a:gd name="T115" fmla="*/ 0 h 4141"/>
                <a:gd name="T116" fmla="*/ 0 w 3329"/>
                <a:gd name="T117" fmla="*/ 0 h 4141"/>
                <a:gd name="T118" fmla="*/ 0 w 3329"/>
                <a:gd name="T119" fmla="*/ 0 h 4141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3329"/>
                <a:gd name="T181" fmla="*/ 0 h 4141"/>
                <a:gd name="T182" fmla="*/ 3329 w 3329"/>
                <a:gd name="T183" fmla="*/ 4141 h 4141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3329" h="4141">
                  <a:moveTo>
                    <a:pt x="64" y="1229"/>
                  </a:moveTo>
                  <a:lnTo>
                    <a:pt x="103" y="1344"/>
                  </a:lnTo>
                  <a:lnTo>
                    <a:pt x="174" y="1418"/>
                  </a:lnTo>
                  <a:lnTo>
                    <a:pt x="271" y="1457"/>
                  </a:lnTo>
                  <a:lnTo>
                    <a:pt x="462" y="1480"/>
                  </a:lnTo>
                  <a:lnTo>
                    <a:pt x="618" y="1457"/>
                  </a:lnTo>
                  <a:lnTo>
                    <a:pt x="774" y="1395"/>
                  </a:lnTo>
                  <a:lnTo>
                    <a:pt x="521" y="1406"/>
                  </a:lnTo>
                  <a:lnTo>
                    <a:pt x="361" y="1367"/>
                  </a:lnTo>
                  <a:lnTo>
                    <a:pt x="271" y="1291"/>
                  </a:lnTo>
                  <a:lnTo>
                    <a:pt x="214" y="1199"/>
                  </a:lnTo>
                  <a:lnTo>
                    <a:pt x="361" y="1261"/>
                  </a:lnTo>
                  <a:lnTo>
                    <a:pt x="488" y="1280"/>
                  </a:lnTo>
                  <a:lnTo>
                    <a:pt x="679" y="1261"/>
                  </a:lnTo>
                  <a:lnTo>
                    <a:pt x="850" y="1206"/>
                  </a:lnTo>
                  <a:lnTo>
                    <a:pt x="1030" y="1081"/>
                  </a:lnTo>
                  <a:lnTo>
                    <a:pt x="926" y="1241"/>
                  </a:lnTo>
                  <a:lnTo>
                    <a:pt x="1104" y="1137"/>
                  </a:lnTo>
                  <a:lnTo>
                    <a:pt x="1263" y="1081"/>
                  </a:lnTo>
                  <a:lnTo>
                    <a:pt x="1413" y="1081"/>
                  </a:lnTo>
                  <a:lnTo>
                    <a:pt x="1572" y="1137"/>
                  </a:lnTo>
                  <a:lnTo>
                    <a:pt x="1401" y="1137"/>
                  </a:lnTo>
                  <a:lnTo>
                    <a:pt x="1275" y="1160"/>
                  </a:lnTo>
                  <a:lnTo>
                    <a:pt x="1168" y="1229"/>
                  </a:lnTo>
                  <a:lnTo>
                    <a:pt x="1327" y="1241"/>
                  </a:lnTo>
                  <a:lnTo>
                    <a:pt x="1539" y="1199"/>
                  </a:lnTo>
                  <a:lnTo>
                    <a:pt x="1685" y="1137"/>
                  </a:lnTo>
                  <a:lnTo>
                    <a:pt x="1611" y="1229"/>
                  </a:lnTo>
                  <a:lnTo>
                    <a:pt x="1389" y="1375"/>
                  </a:lnTo>
                  <a:lnTo>
                    <a:pt x="1203" y="1430"/>
                  </a:lnTo>
                  <a:lnTo>
                    <a:pt x="1039" y="1443"/>
                  </a:lnTo>
                  <a:lnTo>
                    <a:pt x="1113" y="1344"/>
                  </a:lnTo>
                  <a:lnTo>
                    <a:pt x="926" y="1367"/>
                  </a:lnTo>
                  <a:lnTo>
                    <a:pt x="745" y="1480"/>
                  </a:lnTo>
                  <a:lnTo>
                    <a:pt x="850" y="1517"/>
                  </a:lnTo>
                  <a:lnTo>
                    <a:pt x="754" y="1591"/>
                  </a:lnTo>
                  <a:lnTo>
                    <a:pt x="906" y="1591"/>
                  </a:lnTo>
                  <a:lnTo>
                    <a:pt x="1141" y="1526"/>
                  </a:lnTo>
                  <a:lnTo>
                    <a:pt x="1275" y="1465"/>
                  </a:lnTo>
                  <a:lnTo>
                    <a:pt x="1141" y="1639"/>
                  </a:lnTo>
                  <a:lnTo>
                    <a:pt x="1214" y="1702"/>
                  </a:lnTo>
                  <a:lnTo>
                    <a:pt x="1401" y="1711"/>
                  </a:lnTo>
                  <a:lnTo>
                    <a:pt x="1636" y="1687"/>
                  </a:lnTo>
                  <a:lnTo>
                    <a:pt x="1807" y="1711"/>
                  </a:lnTo>
                  <a:lnTo>
                    <a:pt x="1947" y="1784"/>
                  </a:lnTo>
                  <a:lnTo>
                    <a:pt x="2066" y="1905"/>
                  </a:lnTo>
                  <a:lnTo>
                    <a:pt x="2145" y="2019"/>
                  </a:lnTo>
                  <a:lnTo>
                    <a:pt x="1967" y="1905"/>
                  </a:lnTo>
                  <a:lnTo>
                    <a:pt x="2095" y="2045"/>
                  </a:lnTo>
                  <a:lnTo>
                    <a:pt x="2153" y="2215"/>
                  </a:lnTo>
                  <a:lnTo>
                    <a:pt x="2153" y="2379"/>
                  </a:lnTo>
                  <a:lnTo>
                    <a:pt x="2125" y="2511"/>
                  </a:lnTo>
                  <a:lnTo>
                    <a:pt x="2084" y="2340"/>
                  </a:lnTo>
                  <a:lnTo>
                    <a:pt x="2066" y="2599"/>
                  </a:lnTo>
                  <a:lnTo>
                    <a:pt x="2003" y="2817"/>
                  </a:lnTo>
                  <a:lnTo>
                    <a:pt x="2145" y="2573"/>
                  </a:lnTo>
                  <a:lnTo>
                    <a:pt x="2153" y="2698"/>
                  </a:lnTo>
                  <a:lnTo>
                    <a:pt x="2215" y="2502"/>
                  </a:lnTo>
                  <a:lnTo>
                    <a:pt x="2247" y="2315"/>
                  </a:lnTo>
                  <a:lnTo>
                    <a:pt x="2330" y="2416"/>
                  </a:lnTo>
                  <a:lnTo>
                    <a:pt x="2365" y="2259"/>
                  </a:lnTo>
                  <a:lnTo>
                    <a:pt x="2365" y="2085"/>
                  </a:lnTo>
                  <a:lnTo>
                    <a:pt x="2316" y="1978"/>
                  </a:lnTo>
                  <a:lnTo>
                    <a:pt x="2215" y="1824"/>
                  </a:lnTo>
                  <a:lnTo>
                    <a:pt x="2406" y="1942"/>
                  </a:lnTo>
                  <a:lnTo>
                    <a:pt x="2391" y="1817"/>
                  </a:lnTo>
                  <a:lnTo>
                    <a:pt x="2567" y="1944"/>
                  </a:lnTo>
                  <a:lnTo>
                    <a:pt x="2624" y="2109"/>
                  </a:lnTo>
                  <a:lnTo>
                    <a:pt x="2674" y="1920"/>
                  </a:lnTo>
                  <a:lnTo>
                    <a:pt x="2635" y="1711"/>
                  </a:lnTo>
                  <a:lnTo>
                    <a:pt x="2778" y="1839"/>
                  </a:lnTo>
                  <a:lnTo>
                    <a:pt x="2881" y="1874"/>
                  </a:lnTo>
                  <a:lnTo>
                    <a:pt x="2960" y="1748"/>
                  </a:lnTo>
                  <a:lnTo>
                    <a:pt x="3006" y="1540"/>
                  </a:lnTo>
                  <a:lnTo>
                    <a:pt x="3035" y="1663"/>
                  </a:lnTo>
                  <a:lnTo>
                    <a:pt x="3142" y="1526"/>
                  </a:lnTo>
                  <a:lnTo>
                    <a:pt x="3178" y="1344"/>
                  </a:lnTo>
                  <a:lnTo>
                    <a:pt x="3237" y="1206"/>
                  </a:lnTo>
                  <a:lnTo>
                    <a:pt x="3237" y="1045"/>
                  </a:lnTo>
                  <a:lnTo>
                    <a:pt x="3204" y="839"/>
                  </a:lnTo>
                  <a:lnTo>
                    <a:pt x="3112" y="581"/>
                  </a:lnTo>
                  <a:lnTo>
                    <a:pt x="2925" y="305"/>
                  </a:lnTo>
                  <a:lnTo>
                    <a:pt x="2669" y="72"/>
                  </a:lnTo>
                  <a:lnTo>
                    <a:pt x="2503" y="0"/>
                  </a:lnTo>
                  <a:lnTo>
                    <a:pt x="2778" y="109"/>
                  </a:lnTo>
                  <a:lnTo>
                    <a:pt x="3112" y="491"/>
                  </a:lnTo>
                  <a:lnTo>
                    <a:pt x="3266" y="867"/>
                  </a:lnTo>
                  <a:lnTo>
                    <a:pt x="3319" y="1241"/>
                  </a:lnTo>
                  <a:lnTo>
                    <a:pt x="3319" y="1591"/>
                  </a:lnTo>
                  <a:lnTo>
                    <a:pt x="3266" y="1893"/>
                  </a:lnTo>
                  <a:lnTo>
                    <a:pt x="3197" y="2121"/>
                  </a:lnTo>
                  <a:lnTo>
                    <a:pt x="3096" y="2315"/>
                  </a:lnTo>
                  <a:lnTo>
                    <a:pt x="2971" y="2502"/>
                  </a:lnTo>
                  <a:lnTo>
                    <a:pt x="2863" y="2599"/>
                  </a:lnTo>
                  <a:lnTo>
                    <a:pt x="2807" y="2713"/>
                  </a:lnTo>
                  <a:lnTo>
                    <a:pt x="2784" y="2817"/>
                  </a:lnTo>
                  <a:lnTo>
                    <a:pt x="2784" y="2928"/>
                  </a:lnTo>
                  <a:lnTo>
                    <a:pt x="2807" y="3050"/>
                  </a:lnTo>
                  <a:lnTo>
                    <a:pt x="2846" y="3120"/>
                  </a:lnTo>
                  <a:lnTo>
                    <a:pt x="3006" y="3124"/>
                  </a:lnTo>
                  <a:lnTo>
                    <a:pt x="3112" y="3256"/>
                  </a:lnTo>
                  <a:lnTo>
                    <a:pt x="3142" y="3428"/>
                  </a:lnTo>
                  <a:lnTo>
                    <a:pt x="3290" y="3562"/>
                  </a:lnTo>
                  <a:lnTo>
                    <a:pt x="3329" y="3663"/>
                  </a:lnTo>
                  <a:lnTo>
                    <a:pt x="3096" y="3670"/>
                  </a:lnTo>
                  <a:lnTo>
                    <a:pt x="2710" y="3812"/>
                  </a:lnTo>
                  <a:lnTo>
                    <a:pt x="2255" y="3981"/>
                  </a:lnTo>
                  <a:lnTo>
                    <a:pt x="1912" y="4141"/>
                  </a:lnTo>
                  <a:lnTo>
                    <a:pt x="2381" y="3894"/>
                  </a:lnTo>
                  <a:lnTo>
                    <a:pt x="2710" y="3733"/>
                  </a:lnTo>
                  <a:lnTo>
                    <a:pt x="2778" y="3663"/>
                  </a:lnTo>
                  <a:lnTo>
                    <a:pt x="2750" y="3491"/>
                  </a:lnTo>
                  <a:lnTo>
                    <a:pt x="2653" y="3327"/>
                  </a:lnTo>
                  <a:lnTo>
                    <a:pt x="2549" y="3256"/>
                  </a:lnTo>
                  <a:lnTo>
                    <a:pt x="2187" y="3352"/>
                  </a:lnTo>
                  <a:lnTo>
                    <a:pt x="1848" y="3537"/>
                  </a:lnTo>
                  <a:lnTo>
                    <a:pt x="1560" y="3830"/>
                  </a:lnTo>
                  <a:lnTo>
                    <a:pt x="1795" y="3537"/>
                  </a:lnTo>
                  <a:lnTo>
                    <a:pt x="2084" y="3289"/>
                  </a:lnTo>
                  <a:lnTo>
                    <a:pt x="1980" y="3111"/>
                  </a:lnTo>
                  <a:lnTo>
                    <a:pt x="1894" y="2949"/>
                  </a:lnTo>
                  <a:lnTo>
                    <a:pt x="1857" y="2778"/>
                  </a:lnTo>
                  <a:lnTo>
                    <a:pt x="1830" y="2573"/>
                  </a:lnTo>
                  <a:lnTo>
                    <a:pt x="1772" y="2722"/>
                  </a:lnTo>
                  <a:lnTo>
                    <a:pt x="1685" y="2873"/>
                  </a:lnTo>
                  <a:lnTo>
                    <a:pt x="1646" y="2979"/>
                  </a:lnTo>
                  <a:lnTo>
                    <a:pt x="1624" y="3094"/>
                  </a:lnTo>
                  <a:lnTo>
                    <a:pt x="1545" y="3168"/>
                  </a:lnTo>
                  <a:lnTo>
                    <a:pt x="1503" y="3181"/>
                  </a:lnTo>
                  <a:lnTo>
                    <a:pt x="1389" y="3181"/>
                  </a:lnTo>
                  <a:lnTo>
                    <a:pt x="1350" y="3181"/>
                  </a:lnTo>
                  <a:lnTo>
                    <a:pt x="1309" y="3054"/>
                  </a:lnTo>
                  <a:lnTo>
                    <a:pt x="1203" y="3050"/>
                  </a:lnTo>
                  <a:lnTo>
                    <a:pt x="1350" y="3034"/>
                  </a:lnTo>
                  <a:lnTo>
                    <a:pt x="1429" y="2972"/>
                  </a:lnTo>
                  <a:lnTo>
                    <a:pt x="1452" y="2893"/>
                  </a:lnTo>
                  <a:lnTo>
                    <a:pt x="1452" y="2817"/>
                  </a:lnTo>
                  <a:lnTo>
                    <a:pt x="1401" y="2748"/>
                  </a:lnTo>
                  <a:lnTo>
                    <a:pt x="1309" y="2722"/>
                  </a:lnTo>
                  <a:lnTo>
                    <a:pt x="1429" y="2733"/>
                  </a:lnTo>
                  <a:lnTo>
                    <a:pt x="1475" y="2760"/>
                  </a:lnTo>
                  <a:lnTo>
                    <a:pt x="1585" y="2698"/>
                  </a:lnTo>
                  <a:lnTo>
                    <a:pt x="1659" y="2573"/>
                  </a:lnTo>
                  <a:lnTo>
                    <a:pt x="1723" y="2416"/>
                  </a:lnTo>
                  <a:lnTo>
                    <a:pt x="1747" y="2259"/>
                  </a:lnTo>
                  <a:lnTo>
                    <a:pt x="1747" y="2133"/>
                  </a:lnTo>
                  <a:lnTo>
                    <a:pt x="1723" y="2019"/>
                  </a:lnTo>
                  <a:lnTo>
                    <a:pt x="1646" y="1920"/>
                  </a:lnTo>
                  <a:lnTo>
                    <a:pt x="1560" y="1874"/>
                  </a:lnTo>
                  <a:lnTo>
                    <a:pt x="1475" y="1874"/>
                  </a:lnTo>
                  <a:lnTo>
                    <a:pt x="1334" y="1891"/>
                  </a:lnTo>
                  <a:lnTo>
                    <a:pt x="1214" y="1858"/>
                  </a:lnTo>
                  <a:lnTo>
                    <a:pt x="1066" y="1784"/>
                  </a:lnTo>
                  <a:lnTo>
                    <a:pt x="976" y="1711"/>
                  </a:lnTo>
                  <a:lnTo>
                    <a:pt x="1090" y="1920"/>
                  </a:lnTo>
                  <a:lnTo>
                    <a:pt x="1182" y="2006"/>
                  </a:lnTo>
                  <a:lnTo>
                    <a:pt x="1327" y="2059"/>
                  </a:lnTo>
                  <a:lnTo>
                    <a:pt x="1182" y="2094"/>
                  </a:lnTo>
                  <a:lnTo>
                    <a:pt x="1077" y="2085"/>
                  </a:lnTo>
                  <a:lnTo>
                    <a:pt x="1113" y="2195"/>
                  </a:lnTo>
                  <a:lnTo>
                    <a:pt x="1168" y="2269"/>
                  </a:lnTo>
                  <a:lnTo>
                    <a:pt x="1228" y="2305"/>
                  </a:lnTo>
                  <a:lnTo>
                    <a:pt x="1113" y="2305"/>
                  </a:lnTo>
                  <a:lnTo>
                    <a:pt x="945" y="2305"/>
                  </a:lnTo>
                  <a:lnTo>
                    <a:pt x="844" y="2241"/>
                  </a:lnTo>
                  <a:lnTo>
                    <a:pt x="776" y="2144"/>
                  </a:lnTo>
                  <a:lnTo>
                    <a:pt x="774" y="2094"/>
                  </a:lnTo>
                  <a:lnTo>
                    <a:pt x="645" y="2038"/>
                  </a:lnTo>
                  <a:lnTo>
                    <a:pt x="548" y="1944"/>
                  </a:lnTo>
                  <a:lnTo>
                    <a:pt x="502" y="1824"/>
                  </a:lnTo>
                  <a:lnTo>
                    <a:pt x="470" y="1711"/>
                  </a:lnTo>
                  <a:lnTo>
                    <a:pt x="350" y="1678"/>
                  </a:lnTo>
                  <a:lnTo>
                    <a:pt x="299" y="1628"/>
                  </a:lnTo>
                  <a:lnTo>
                    <a:pt x="231" y="1566"/>
                  </a:lnTo>
                  <a:lnTo>
                    <a:pt x="121" y="1526"/>
                  </a:lnTo>
                  <a:lnTo>
                    <a:pt x="36" y="1443"/>
                  </a:lnTo>
                  <a:lnTo>
                    <a:pt x="0" y="1344"/>
                  </a:lnTo>
                  <a:lnTo>
                    <a:pt x="0" y="1261"/>
                  </a:lnTo>
                  <a:lnTo>
                    <a:pt x="64" y="1160"/>
                  </a:lnTo>
                  <a:lnTo>
                    <a:pt x="64" y="12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8" name="Freeform 288"/>
            <p:cNvSpPr>
              <a:spLocks/>
            </p:cNvSpPr>
            <p:nvPr/>
          </p:nvSpPr>
          <p:spPr bwMode="auto">
            <a:xfrm>
              <a:off x="3442" y="1597"/>
              <a:ext cx="132" cy="62"/>
            </a:xfrm>
            <a:custGeom>
              <a:avLst/>
              <a:gdLst>
                <a:gd name="T0" fmla="*/ 0 w 1056"/>
                <a:gd name="T1" fmla="*/ 0 h 495"/>
                <a:gd name="T2" fmla="*/ 0 w 1056"/>
                <a:gd name="T3" fmla="*/ 0 h 495"/>
                <a:gd name="T4" fmla="*/ 0 w 1056"/>
                <a:gd name="T5" fmla="*/ 0 h 495"/>
                <a:gd name="T6" fmla="*/ 0 w 1056"/>
                <a:gd name="T7" fmla="*/ 0 h 495"/>
                <a:gd name="T8" fmla="*/ 0 w 1056"/>
                <a:gd name="T9" fmla="*/ 0 h 495"/>
                <a:gd name="T10" fmla="*/ 0 w 1056"/>
                <a:gd name="T11" fmla="*/ 0 h 495"/>
                <a:gd name="T12" fmla="*/ 0 w 1056"/>
                <a:gd name="T13" fmla="*/ 0 h 495"/>
                <a:gd name="T14" fmla="*/ 0 w 1056"/>
                <a:gd name="T15" fmla="*/ 0 h 495"/>
                <a:gd name="T16" fmla="*/ 0 w 1056"/>
                <a:gd name="T17" fmla="*/ 0 h 495"/>
                <a:gd name="T18" fmla="*/ 0 w 1056"/>
                <a:gd name="T19" fmla="*/ 0 h 495"/>
                <a:gd name="T20" fmla="*/ 0 w 1056"/>
                <a:gd name="T21" fmla="*/ 0 h 495"/>
                <a:gd name="T22" fmla="*/ 0 w 1056"/>
                <a:gd name="T23" fmla="*/ 0 h 495"/>
                <a:gd name="T24" fmla="*/ 0 w 1056"/>
                <a:gd name="T25" fmla="*/ 0 h 495"/>
                <a:gd name="T26" fmla="*/ 0 w 1056"/>
                <a:gd name="T27" fmla="*/ 0 h 495"/>
                <a:gd name="T28" fmla="*/ 0 w 1056"/>
                <a:gd name="T29" fmla="*/ 0 h 495"/>
                <a:gd name="T30" fmla="*/ 0 w 1056"/>
                <a:gd name="T31" fmla="*/ 0 h 495"/>
                <a:gd name="T32" fmla="*/ 0 w 1056"/>
                <a:gd name="T33" fmla="*/ 0 h 495"/>
                <a:gd name="T34" fmla="*/ 0 w 1056"/>
                <a:gd name="T35" fmla="*/ 0 h 495"/>
                <a:gd name="T36" fmla="*/ 0 w 1056"/>
                <a:gd name="T37" fmla="*/ 0 h 495"/>
                <a:gd name="T38" fmla="*/ 0 w 1056"/>
                <a:gd name="T39" fmla="*/ 0 h 495"/>
                <a:gd name="T40" fmla="*/ 0 w 1056"/>
                <a:gd name="T41" fmla="*/ 0 h 495"/>
                <a:gd name="T42" fmla="*/ 0 w 1056"/>
                <a:gd name="T43" fmla="*/ 0 h 495"/>
                <a:gd name="T44" fmla="*/ 0 w 1056"/>
                <a:gd name="T45" fmla="*/ 0 h 495"/>
                <a:gd name="T46" fmla="*/ 0 w 1056"/>
                <a:gd name="T47" fmla="*/ 0 h 495"/>
                <a:gd name="T48" fmla="*/ 0 w 1056"/>
                <a:gd name="T49" fmla="*/ 0 h 495"/>
                <a:gd name="T50" fmla="*/ 0 w 1056"/>
                <a:gd name="T51" fmla="*/ 0 h 495"/>
                <a:gd name="T52" fmla="*/ 0 w 1056"/>
                <a:gd name="T53" fmla="*/ 0 h 495"/>
                <a:gd name="T54" fmla="*/ 0 w 1056"/>
                <a:gd name="T55" fmla="*/ 0 h 495"/>
                <a:gd name="T56" fmla="*/ 0 w 1056"/>
                <a:gd name="T57" fmla="*/ 0 h 49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056"/>
                <a:gd name="T88" fmla="*/ 0 h 495"/>
                <a:gd name="T89" fmla="*/ 1056 w 1056"/>
                <a:gd name="T90" fmla="*/ 495 h 495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056" h="495">
                  <a:moveTo>
                    <a:pt x="41" y="274"/>
                  </a:moveTo>
                  <a:lnTo>
                    <a:pt x="166" y="286"/>
                  </a:lnTo>
                  <a:lnTo>
                    <a:pt x="327" y="251"/>
                  </a:lnTo>
                  <a:lnTo>
                    <a:pt x="438" y="177"/>
                  </a:lnTo>
                  <a:lnTo>
                    <a:pt x="560" y="80"/>
                  </a:lnTo>
                  <a:lnTo>
                    <a:pt x="650" y="0"/>
                  </a:lnTo>
                  <a:lnTo>
                    <a:pt x="585" y="136"/>
                  </a:lnTo>
                  <a:lnTo>
                    <a:pt x="477" y="262"/>
                  </a:lnTo>
                  <a:lnTo>
                    <a:pt x="658" y="200"/>
                  </a:lnTo>
                  <a:lnTo>
                    <a:pt x="800" y="200"/>
                  </a:lnTo>
                  <a:lnTo>
                    <a:pt x="922" y="231"/>
                  </a:lnTo>
                  <a:lnTo>
                    <a:pt x="996" y="313"/>
                  </a:lnTo>
                  <a:lnTo>
                    <a:pt x="1056" y="409"/>
                  </a:lnTo>
                  <a:lnTo>
                    <a:pt x="970" y="348"/>
                  </a:lnTo>
                  <a:lnTo>
                    <a:pt x="878" y="321"/>
                  </a:lnTo>
                  <a:lnTo>
                    <a:pt x="775" y="321"/>
                  </a:lnTo>
                  <a:lnTo>
                    <a:pt x="671" y="348"/>
                  </a:lnTo>
                  <a:lnTo>
                    <a:pt x="800" y="409"/>
                  </a:lnTo>
                  <a:lnTo>
                    <a:pt x="618" y="396"/>
                  </a:lnTo>
                  <a:lnTo>
                    <a:pt x="486" y="447"/>
                  </a:lnTo>
                  <a:lnTo>
                    <a:pt x="350" y="484"/>
                  </a:lnTo>
                  <a:lnTo>
                    <a:pt x="201" y="495"/>
                  </a:lnTo>
                  <a:lnTo>
                    <a:pt x="65" y="458"/>
                  </a:lnTo>
                  <a:lnTo>
                    <a:pt x="0" y="396"/>
                  </a:lnTo>
                  <a:lnTo>
                    <a:pt x="150" y="396"/>
                  </a:lnTo>
                  <a:lnTo>
                    <a:pt x="315" y="336"/>
                  </a:lnTo>
                  <a:lnTo>
                    <a:pt x="166" y="336"/>
                  </a:lnTo>
                  <a:lnTo>
                    <a:pt x="65" y="299"/>
                  </a:lnTo>
                  <a:lnTo>
                    <a:pt x="41" y="27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9" name="Freeform 289"/>
            <p:cNvSpPr>
              <a:spLocks/>
            </p:cNvSpPr>
            <p:nvPr/>
          </p:nvSpPr>
          <p:spPr bwMode="auto">
            <a:xfrm>
              <a:off x="3433" y="1704"/>
              <a:ext cx="49" cy="76"/>
            </a:xfrm>
            <a:custGeom>
              <a:avLst/>
              <a:gdLst>
                <a:gd name="T0" fmla="*/ 0 w 387"/>
                <a:gd name="T1" fmla="*/ 0 h 613"/>
                <a:gd name="T2" fmla="*/ 0 w 387"/>
                <a:gd name="T3" fmla="*/ 0 h 613"/>
                <a:gd name="T4" fmla="*/ 0 w 387"/>
                <a:gd name="T5" fmla="*/ 0 h 613"/>
                <a:gd name="T6" fmla="*/ 0 w 387"/>
                <a:gd name="T7" fmla="*/ 0 h 613"/>
                <a:gd name="T8" fmla="*/ 0 w 387"/>
                <a:gd name="T9" fmla="*/ 0 h 613"/>
                <a:gd name="T10" fmla="*/ 0 w 387"/>
                <a:gd name="T11" fmla="*/ 0 h 613"/>
                <a:gd name="T12" fmla="*/ 0 w 387"/>
                <a:gd name="T13" fmla="*/ 0 h 613"/>
                <a:gd name="T14" fmla="*/ 0 w 387"/>
                <a:gd name="T15" fmla="*/ 0 h 613"/>
                <a:gd name="T16" fmla="*/ 0 w 387"/>
                <a:gd name="T17" fmla="*/ 0 h 613"/>
                <a:gd name="T18" fmla="*/ 0 w 387"/>
                <a:gd name="T19" fmla="*/ 0 h 613"/>
                <a:gd name="T20" fmla="*/ 0 w 387"/>
                <a:gd name="T21" fmla="*/ 0 h 613"/>
                <a:gd name="T22" fmla="*/ 0 w 387"/>
                <a:gd name="T23" fmla="*/ 0 h 613"/>
                <a:gd name="T24" fmla="*/ 0 w 387"/>
                <a:gd name="T25" fmla="*/ 0 h 613"/>
                <a:gd name="T26" fmla="*/ 0 w 387"/>
                <a:gd name="T27" fmla="*/ 0 h 613"/>
                <a:gd name="T28" fmla="*/ 0 w 387"/>
                <a:gd name="T29" fmla="*/ 0 h 613"/>
                <a:gd name="T30" fmla="*/ 0 w 387"/>
                <a:gd name="T31" fmla="*/ 0 h 613"/>
                <a:gd name="T32" fmla="*/ 0 w 387"/>
                <a:gd name="T33" fmla="*/ 0 h 613"/>
                <a:gd name="T34" fmla="*/ 0 w 387"/>
                <a:gd name="T35" fmla="*/ 0 h 613"/>
                <a:gd name="T36" fmla="*/ 0 w 387"/>
                <a:gd name="T37" fmla="*/ 0 h 613"/>
                <a:gd name="T38" fmla="*/ 0 w 387"/>
                <a:gd name="T39" fmla="*/ 0 h 61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87"/>
                <a:gd name="T61" fmla="*/ 0 h 613"/>
                <a:gd name="T62" fmla="*/ 387 w 387"/>
                <a:gd name="T63" fmla="*/ 613 h 61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87" h="613">
                  <a:moveTo>
                    <a:pt x="67" y="60"/>
                  </a:moveTo>
                  <a:lnTo>
                    <a:pt x="152" y="0"/>
                  </a:lnTo>
                  <a:lnTo>
                    <a:pt x="266" y="0"/>
                  </a:lnTo>
                  <a:lnTo>
                    <a:pt x="348" y="46"/>
                  </a:lnTo>
                  <a:lnTo>
                    <a:pt x="387" y="152"/>
                  </a:lnTo>
                  <a:lnTo>
                    <a:pt x="335" y="86"/>
                  </a:lnTo>
                  <a:lnTo>
                    <a:pt x="266" y="60"/>
                  </a:lnTo>
                  <a:lnTo>
                    <a:pt x="164" y="152"/>
                  </a:lnTo>
                  <a:lnTo>
                    <a:pt x="266" y="270"/>
                  </a:lnTo>
                  <a:lnTo>
                    <a:pt x="266" y="429"/>
                  </a:lnTo>
                  <a:lnTo>
                    <a:pt x="90" y="528"/>
                  </a:lnTo>
                  <a:lnTo>
                    <a:pt x="38" y="613"/>
                  </a:lnTo>
                  <a:lnTo>
                    <a:pt x="0" y="613"/>
                  </a:lnTo>
                  <a:lnTo>
                    <a:pt x="14" y="440"/>
                  </a:lnTo>
                  <a:lnTo>
                    <a:pt x="113" y="367"/>
                  </a:lnTo>
                  <a:lnTo>
                    <a:pt x="113" y="306"/>
                  </a:lnTo>
                  <a:lnTo>
                    <a:pt x="38" y="260"/>
                  </a:lnTo>
                  <a:lnTo>
                    <a:pt x="72" y="152"/>
                  </a:lnTo>
                  <a:lnTo>
                    <a:pt x="0" y="71"/>
                  </a:lnTo>
                  <a:lnTo>
                    <a:pt x="67" y="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0" name="Freeform 290"/>
            <p:cNvSpPr>
              <a:spLocks/>
            </p:cNvSpPr>
            <p:nvPr/>
          </p:nvSpPr>
          <p:spPr bwMode="auto">
            <a:xfrm>
              <a:off x="3461" y="1730"/>
              <a:ext cx="21" cy="53"/>
            </a:xfrm>
            <a:custGeom>
              <a:avLst/>
              <a:gdLst>
                <a:gd name="T0" fmla="*/ 0 w 165"/>
                <a:gd name="T1" fmla="*/ 0 h 424"/>
                <a:gd name="T2" fmla="*/ 0 w 165"/>
                <a:gd name="T3" fmla="*/ 0 h 424"/>
                <a:gd name="T4" fmla="*/ 0 w 165"/>
                <a:gd name="T5" fmla="*/ 0 h 424"/>
                <a:gd name="T6" fmla="*/ 0 w 165"/>
                <a:gd name="T7" fmla="*/ 0 h 424"/>
                <a:gd name="T8" fmla="*/ 0 w 165"/>
                <a:gd name="T9" fmla="*/ 0 h 424"/>
                <a:gd name="T10" fmla="*/ 0 w 165"/>
                <a:gd name="T11" fmla="*/ 0 h 424"/>
                <a:gd name="T12" fmla="*/ 0 w 165"/>
                <a:gd name="T13" fmla="*/ 0 h 424"/>
                <a:gd name="T14" fmla="*/ 0 w 165"/>
                <a:gd name="T15" fmla="*/ 0 h 4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65"/>
                <a:gd name="T25" fmla="*/ 0 h 424"/>
                <a:gd name="T26" fmla="*/ 165 w 165"/>
                <a:gd name="T27" fmla="*/ 424 h 42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65" h="424">
                  <a:moveTo>
                    <a:pt x="152" y="0"/>
                  </a:moveTo>
                  <a:lnTo>
                    <a:pt x="152" y="120"/>
                  </a:lnTo>
                  <a:lnTo>
                    <a:pt x="101" y="240"/>
                  </a:lnTo>
                  <a:lnTo>
                    <a:pt x="0" y="362"/>
                  </a:lnTo>
                  <a:lnTo>
                    <a:pt x="0" y="424"/>
                  </a:lnTo>
                  <a:lnTo>
                    <a:pt x="66" y="401"/>
                  </a:lnTo>
                  <a:lnTo>
                    <a:pt x="165" y="129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1" name="Freeform 291"/>
            <p:cNvSpPr>
              <a:spLocks/>
            </p:cNvSpPr>
            <p:nvPr/>
          </p:nvSpPr>
          <p:spPr bwMode="auto">
            <a:xfrm>
              <a:off x="3250" y="1455"/>
              <a:ext cx="286" cy="154"/>
            </a:xfrm>
            <a:custGeom>
              <a:avLst/>
              <a:gdLst>
                <a:gd name="T0" fmla="*/ 0 w 2291"/>
                <a:gd name="T1" fmla="*/ 0 h 1231"/>
                <a:gd name="T2" fmla="*/ 0 w 2291"/>
                <a:gd name="T3" fmla="*/ 0 h 1231"/>
                <a:gd name="T4" fmla="*/ 0 w 2291"/>
                <a:gd name="T5" fmla="*/ 0 h 1231"/>
                <a:gd name="T6" fmla="*/ 0 w 2291"/>
                <a:gd name="T7" fmla="*/ 0 h 1231"/>
                <a:gd name="T8" fmla="*/ 0 w 2291"/>
                <a:gd name="T9" fmla="*/ 0 h 1231"/>
                <a:gd name="T10" fmla="*/ 0 w 2291"/>
                <a:gd name="T11" fmla="*/ 0 h 1231"/>
                <a:gd name="T12" fmla="*/ 0 w 2291"/>
                <a:gd name="T13" fmla="*/ 0 h 1231"/>
                <a:gd name="T14" fmla="*/ 0 w 2291"/>
                <a:gd name="T15" fmla="*/ 0 h 1231"/>
                <a:gd name="T16" fmla="*/ 0 w 2291"/>
                <a:gd name="T17" fmla="*/ 0 h 1231"/>
                <a:gd name="T18" fmla="*/ 0 w 2291"/>
                <a:gd name="T19" fmla="*/ 0 h 1231"/>
                <a:gd name="T20" fmla="*/ 0 w 2291"/>
                <a:gd name="T21" fmla="*/ 0 h 1231"/>
                <a:gd name="T22" fmla="*/ 0 w 2291"/>
                <a:gd name="T23" fmla="*/ 0 h 1231"/>
                <a:gd name="T24" fmla="*/ 0 w 2291"/>
                <a:gd name="T25" fmla="*/ 0 h 1231"/>
                <a:gd name="T26" fmla="*/ 0 w 2291"/>
                <a:gd name="T27" fmla="*/ 0 h 1231"/>
                <a:gd name="T28" fmla="*/ 0 w 2291"/>
                <a:gd name="T29" fmla="*/ 0 h 1231"/>
                <a:gd name="T30" fmla="*/ 0 w 2291"/>
                <a:gd name="T31" fmla="*/ 0 h 1231"/>
                <a:gd name="T32" fmla="*/ 0 w 2291"/>
                <a:gd name="T33" fmla="*/ 0 h 1231"/>
                <a:gd name="T34" fmla="*/ 0 w 2291"/>
                <a:gd name="T35" fmla="*/ 0 h 1231"/>
                <a:gd name="T36" fmla="*/ 0 w 2291"/>
                <a:gd name="T37" fmla="*/ 0 h 1231"/>
                <a:gd name="T38" fmla="*/ 0 w 2291"/>
                <a:gd name="T39" fmla="*/ 0 h 1231"/>
                <a:gd name="T40" fmla="*/ 0 w 2291"/>
                <a:gd name="T41" fmla="*/ 0 h 1231"/>
                <a:gd name="T42" fmla="*/ 0 w 2291"/>
                <a:gd name="T43" fmla="*/ 0 h 1231"/>
                <a:gd name="T44" fmla="*/ 0 w 2291"/>
                <a:gd name="T45" fmla="*/ 0 h 1231"/>
                <a:gd name="T46" fmla="*/ 0 w 2291"/>
                <a:gd name="T47" fmla="*/ 0 h 1231"/>
                <a:gd name="T48" fmla="*/ 0 w 2291"/>
                <a:gd name="T49" fmla="*/ 0 h 1231"/>
                <a:gd name="T50" fmla="*/ 0 w 2291"/>
                <a:gd name="T51" fmla="*/ 0 h 1231"/>
                <a:gd name="T52" fmla="*/ 0 w 2291"/>
                <a:gd name="T53" fmla="*/ 0 h 1231"/>
                <a:gd name="T54" fmla="*/ 0 w 2291"/>
                <a:gd name="T55" fmla="*/ 0 h 1231"/>
                <a:gd name="T56" fmla="*/ 0 w 2291"/>
                <a:gd name="T57" fmla="*/ 0 h 1231"/>
                <a:gd name="T58" fmla="*/ 0 w 2291"/>
                <a:gd name="T59" fmla="*/ 0 h 1231"/>
                <a:gd name="T60" fmla="*/ 0 w 2291"/>
                <a:gd name="T61" fmla="*/ 0 h 1231"/>
                <a:gd name="T62" fmla="*/ 0 w 2291"/>
                <a:gd name="T63" fmla="*/ 0 h 1231"/>
                <a:gd name="T64" fmla="*/ 0 w 2291"/>
                <a:gd name="T65" fmla="*/ 0 h 1231"/>
                <a:gd name="T66" fmla="*/ 0 w 2291"/>
                <a:gd name="T67" fmla="*/ 0 h 1231"/>
                <a:gd name="T68" fmla="*/ 0 w 2291"/>
                <a:gd name="T69" fmla="*/ 0 h 1231"/>
                <a:gd name="T70" fmla="*/ 0 w 2291"/>
                <a:gd name="T71" fmla="*/ 0 h 1231"/>
                <a:gd name="T72" fmla="*/ 0 w 2291"/>
                <a:gd name="T73" fmla="*/ 0 h 1231"/>
                <a:gd name="T74" fmla="*/ 0 w 2291"/>
                <a:gd name="T75" fmla="*/ 0 h 1231"/>
                <a:gd name="T76" fmla="*/ 0 w 2291"/>
                <a:gd name="T77" fmla="*/ 0 h 1231"/>
                <a:gd name="T78" fmla="*/ 0 w 2291"/>
                <a:gd name="T79" fmla="*/ 0 h 1231"/>
                <a:gd name="T80" fmla="*/ 0 w 2291"/>
                <a:gd name="T81" fmla="*/ 0 h 1231"/>
                <a:gd name="T82" fmla="*/ 0 w 2291"/>
                <a:gd name="T83" fmla="*/ 0 h 123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291"/>
                <a:gd name="T127" fmla="*/ 0 h 1231"/>
                <a:gd name="T128" fmla="*/ 2291 w 2291"/>
                <a:gd name="T129" fmla="*/ 1231 h 1231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291" h="1231">
                  <a:moveTo>
                    <a:pt x="231" y="1231"/>
                  </a:moveTo>
                  <a:lnTo>
                    <a:pt x="124" y="1231"/>
                  </a:lnTo>
                  <a:lnTo>
                    <a:pt x="46" y="1170"/>
                  </a:lnTo>
                  <a:lnTo>
                    <a:pt x="0" y="1071"/>
                  </a:lnTo>
                  <a:lnTo>
                    <a:pt x="0" y="984"/>
                  </a:lnTo>
                  <a:lnTo>
                    <a:pt x="23" y="880"/>
                  </a:lnTo>
                  <a:lnTo>
                    <a:pt x="69" y="829"/>
                  </a:lnTo>
                  <a:lnTo>
                    <a:pt x="132" y="728"/>
                  </a:lnTo>
                  <a:lnTo>
                    <a:pt x="205" y="580"/>
                  </a:lnTo>
                  <a:lnTo>
                    <a:pt x="185" y="682"/>
                  </a:lnTo>
                  <a:lnTo>
                    <a:pt x="124" y="804"/>
                  </a:lnTo>
                  <a:lnTo>
                    <a:pt x="124" y="892"/>
                  </a:lnTo>
                  <a:lnTo>
                    <a:pt x="157" y="974"/>
                  </a:lnTo>
                  <a:lnTo>
                    <a:pt x="221" y="1035"/>
                  </a:lnTo>
                  <a:lnTo>
                    <a:pt x="221" y="912"/>
                  </a:lnTo>
                  <a:lnTo>
                    <a:pt x="304" y="937"/>
                  </a:lnTo>
                  <a:lnTo>
                    <a:pt x="284" y="840"/>
                  </a:lnTo>
                  <a:lnTo>
                    <a:pt x="295" y="728"/>
                  </a:lnTo>
                  <a:lnTo>
                    <a:pt x="352" y="668"/>
                  </a:lnTo>
                  <a:lnTo>
                    <a:pt x="405" y="596"/>
                  </a:lnTo>
                  <a:lnTo>
                    <a:pt x="462" y="513"/>
                  </a:lnTo>
                  <a:lnTo>
                    <a:pt x="521" y="456"/>
                  </a:lnTo>
                  <a:lnTo>
                    <a:pt x="631" y="414"/>
                  </a:lnTo>
                  <a:lnTo>
                    <a:pt x="779" y="380"/>
                  </a:lnTo>
                  <a:lnTo>
                    <a:pt x="950" y="286"/>
                  </a:lnTo>
                  <a:lnTo>
                    <a:pt x="1007" y="179"/>
                  </a:lnTo>
                  <a:lnTo>
                    <a:pt x="985" y="310"/>
                  </a:lnTo>
                  <a:lnTo>
                    <a:pt x="943" y="361"/>
                  </a:lnTo>
                  <a:lnTo>
                    <a:pt x="825" y="481"/>
                  </a:lnTo>
                  <a:lnTo>
                    <a:pt x="1005" y="396"/>
                  </a:lnTo>
                  <a:lnTo>
                    <a:pt x="1097" y="373"/>
                  </a:lnTo>
                  <a:lnTo>
                    <a:pt x="1176" y="276"/>
                  </a:lnTo>
                  <a:lnTo>
                    <a:pt x="1236" y="135"/>
                  </a:lnTo>
                  <a:lnTo>
                    <a:pt x="1236" y="225"/>
                  </a:lnTo>
                  <a:lnTo>
                    <a:pt x="1201" y="373"/>
                  </a:lnTo>
                  <a:lnTo>
                    <a:pt x="1372" y="246"/>
                  </a:lnTo>
                  <a:lnTo>
                    <a:pt x="1468" y="218"/>
                  </a:lnTo>
                  <a:lnTo>
                    <a:pt x="1581" y="232"/>
                  </a:lnTo>
                  <a:lnTo>
                    <a:pt x="1683" y="225"/>
                  </a:lnTo>
                  <a:lnTo>
                    <a:pt x="1776" y="179"/>
                  </a:lnTo>
                  <a:lnTo>
                    <a:pt x="1890" y="80"/>
                  </a:lnTo>
                  <a:lnTo>
                    <a:pt x="1978" y="51"/>
                  </a:lnTo>
                  <a:lnTo>
                    <a:pt x="2088" y="0"/>
                  </a:lnTo>
                  <a:lnTo>
                    <a:pt x="1941" y="87"/>
                  </a:lnTo>
                  <a:lnTo>
                    <a:pt x="2061" y="99"/>
                  </a:lnTo>
                  <a:lnTo>
                    <a:pt x="2291" y="51"/>
                  </a:lnTo>
                  <a:lnTo>
                    <a:pt x="2150" y="150"/>
                  </a:lnTo>
                  <a:lnTo>
                    <a:pt x="1994" y="200"/>
                  </a:lnTo>
                  <a:lnTo>
                    <a:pt x="1855" y="186"/>
                  </a:lnTo>
                  <a:lnTo>
                    <a:pt x="1776" y="225"/>
                  </a:lnTo>
                  <a:lnTo>
                    <a:pt x="1713" y="286"/>
                  </a:lnTo>
                  <a:lnTo>
                    <a:pt x="1683" y="361"/>
                  </a:lnTo>
                  <a:lnTo>
                    <a:pt x="1581" y="421"/>
                  </a:lnTo>
                  <a:lnTo>
                    <a:pt x="1434" y="451"/>
                  </a:lnTo>
                  <a:lnTo>
                    <a:pt x="1321" y="481"/>
                  </a:lnTo>
                  <a:lnTo>
                    <a:pt x="1247" y="571"/>
                  </a:lnTo>
                  <a:lnTo>
                    <a:pt x="1201" y="657"/>
                  </a:lnTo>
                  <a:lnTo>
                    <a:pt x="1183" y="717"/>
                  </a:lnTo>
                  <a:lnTo>
                    <a:pt x="1183" y="557"/>
                  </a:lnTo>
                  <a:lnTo>
                    <a:pt x="1207" y="475"/>
                  </a:lnTo>
                  <a:lnTo>
                    <a:pt x="1069" y="481"/>
                  </a:lnTo>
                  <a:lnTo>
                    <a:pt x="910" y="557"/>
                  </a:lnTo>
                  <a:lnTo>
                    <a:pt x="849" y="633"/>
                  </a:lnTo>
                  <a:lnTo>
                    <a:pt x="809" y="754"/>
                  </a:lnTo>
                  <a:lnTo>
                    <a:pt x="752" y="633"/>
                  </a:lnTo>
                  <a:lnTo>
                    <a:pt x="680" y="717"/>
                  </a:lnTo>
                  <a:lnTo>
                    <a:pt x="631" y="880"/>
                  </a:lnTo>
                  <a:lnTo>
                    <a:pt x="592" y="790"/>
                  </a:lnTo>
                  <a:lnTo>
                    <a:pt x="616" y="682"/>
                  </a:lnTo>
                  <a:lnTo>
                    <a:pt x="680" y="633"/>
                  </a:lnTo>
                  <a:lnTo>
                    <a:pt x="701" y="557"/>
                  </a:lnTo>
                  <a:lnTo>
                    <a:pt x="655" y="528"/>
                  </a:lnTo>
                  <a:lnTo>
                    <a:pt x="548" y="580"/>
                  </a:lnTo>
                  <a:lnTo>
                    <a:pt x="502" y="645"/>
                  </a:lnTo>
                  <a:lnTo>
                    <a:pt x="521" y="717"/>
                  </a:lnTo>
                  <a:lnTo>
                    <a:pt x="491" y="880"/>
                  </a:lnTo>
                  <a:lnTo>
                    <a:pt x="456" y="954"/>
                  </a:lnTo>
                  <a:lnTo>
                    <a:pt x="456" y="1025"/>
                  </a:lnTo>
                  <a:lnTo>
                    <a:pt x="456" y="1048"/>
                  </a:lnTo>
                  <a:lnTo>
                    <a:pt x="385" y="1000"/>
                  </a:lnTo>
                  <a:lnTo>
                    <a:pt x="387" y="1127"/>
                  </a:lnTo>
                  <a:lnTo>
                    <a:pt x="284" y="1048"/>
                  </a:lnTo>
                  <a:lnTo>
                    <a:pt x="284" y="1196"/>
                  </a:lnTo>
                  <a:lnTo>
                    <a:pt x="231" y="12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2" name="Freeform 292"/>
            <p:cNvSpPr>
              <a:spLocks/>
            </p:cNvSpPr>
            <p:nvPr/>
          </p:nvSpPr>
          <p:spPr bwMode="auto">
            <a:xfrm>
              <a:off x="3189" y="1625"/>
              <a:ext cx="27" cy="35"/>
            </a:xfrm>
            <a:custGeom>
              <a:avLst/>
              <a:gdLst>
                <a:gd name="T0" fmla="*/ 0 w 217"/>
                <a:gd name="T1" fmla="*/ 0 h 276"/>
                <a:gd name="T2" fmla="*/ 0 w 217"/>
                <a:gd name="T3" fmla="*/ 0 h 276"/>
                <a:gd name="T4" fmla="*/ 0 w 217"/>
                <a:gd name="T5" fmla="*/ 0 h 276"/>
                <a:gd name="T6" fmla="*/ 0 w 217"/>
                <a:gd name="T7" fmla="*/ 0 h 276"/>
                <a:gd name="T8" fmla="*/ 0 w 217"/>
                <a:gd name="T9" fmla="*/ 0 h 276"/>
                <a:gd name="T10" fmla="*/ 0 w 217"/>
                <a:gd name="T11" fmla="*/ 0 h 276"/>
                <a:gd name="T12" fmla="*/ 0 w 217"/>
                <a:gd name="T13" fmla="*/ 0 h 276"/>
                <a:gd name="T14" fmla="*/ 0 w 217"/>
                <a:gd name="T15" fmla="*/ 0 h 2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7"/>
                <a:gd name="T25" fmla="*/ 0 h 276"/>
                <a:gd name="T26" fmla="*/ 217 w 217"/>
                <a:gd name="T27" fmla="*/ 276 h 27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7" h="276">
                  <a:moveTo>
                    <a:pt x="0" y="0"/>
                  </a:moveTo>
                  <a:lnTo>
                    <a:pt x="51" y="117"/>
                  </a:lnTo>
                  <a:lnTo>
                    <a:pt x="125" y="165"/>
                  </a:lnTo>
                  <a:lnTo>
                    <a:pt x="217" y="191"/>
                  </a:lnTo>
                  <a:lnTo>
                    <a:pt x="153" y="276"/>
                  </a:lnTo>
                  <a:lnTo>
                    <a:pt x="72" y="239"/>
                  </a:lnTo>
                  <a:lnTo>
                    <a:pt x="8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3" name="Freeform 293"/>
            <p:cNvSpPr>
              <a:spLocks/>
            </p:cNvSpPr>
            <p:nvPr/>
          </p:nvSpPr>
          <p:spPr bwMode="auto">
            <a:xfrm>
              <a:off x="3190" y="1409"/>
              <a:ext cx="386" cy="239"/>
            </a:xfrm>
            <a:custGeom>
              <a:avLst/>
              <a:gdLst>
                <a:gd name="T0" fmla="*/ 0 w 3089"/>
                <a:gd name="T1" fmla="*/ 0 h 1908"/>
                <a:gd name="T2" fmla="*/ 0 w 3089"/>
                <a:gd name="T3" fmla="*/ 0 h 1908"/>
                <a:gd name="T4" fmla="*/ 0 w 3089"/>
                <a:gd name="T5" fmla="*/ 0 h 1908"/>
                <a:gd name="T6" fmla="*/ 0 w 3089"/>
                <a:gd name="T7" fmla="*/ 0 h 1908"/>
                <a:gd name="T8" fmla="*/ 0 w 3089"/>
                <a:gd name="T9" fmla="*/ 0 h 1908"/>
                <a:gd name="T10" fmla="*/ 0 w 3089"/>
                <a:gd name="T11" fmla="*/ 0 h 1908"/>
                <a:gd name="T12" fmla="*/ 0 w 3089"/>
                <a:gd name="T13" fmla="*/ 0 h 1908"/>
                <a:gd name="T14" fmla="*/ 0 w 3089"/>
                <a:gd name="T15" fmla="*/ 0 h 1908"/>
                <a:gd name="T16" fmla="*/ 0 w 3089"/>
                <a:gd name="T17" fmla="*/ 0 h 1908"/>
                <a:gd name="T18" fmla="*/ 0 w 3089"/>
                <a:gd name="T19" fmla="*/ 0 h 1908"/>
                <a:gd name="T20" fmla="*/ 0 w 3089"/>
                <a:gd name="T21" fmla="*/ 0 h 1908"/>
                <a:gd name="T22" fmla="*/ 0 w 3089"/>
                <a:gd name="T23" fmla="*/ 0 h 1908"/>
                <a:gd name="T24" fmla="*/ 0 w 3089"/>
                <a:gd name="T25" fmla="*/ 0 h 1908"/>
                <a:gd name="T26" fmla="*/ 0 w 3089"/>
                <a:gd name="T27" fmla="*/ 0 h 1908"/>
                <a:gd name="T28" fmla="*/ 0 w 3089"/>
                <a:gd name="T29" fmla="*/ 0 h 1908"/>
                <a:gd name="T30" fmla="*/ 0 w 3089"/>
                <a:gd name="T31" fmla="*/ 0 h 1908"/>
                <a:gd name="T32" fmla="*/ 0 w 3089"/>
                <a:gd name="T33" fmla="*/ 0 h 1908"/>
                <a:gd name="T34" fmla="*/ 0 w 3089"/>
                <a:gd name="T35" fmla="*/ 0 h 1908"/>
                <a:gd name="T36" fmla="*/ 0 w 3089"/>
                <a:gd name="T37" fmla="*/ 0 h 1908"/>
                <a:gd name="T38" fmla="*/ 0 w 3089"/>
                <a:gd name="T39" fmla="*/ 0 h 1908"/>
                <a:gd name="T40" fmla="*/ 0 w 3089"/>
                <a:gd name="T41" fmla="*/ 0 h 1908"/>
                <a:gd name="T42" fmla="*/ 0 w 3089"/>
                <a:gd name="T43" fmla="*/ 0 h 1908"/>
                <a:gd name="T44" fmla="*/ 0 w 3089"/>
                <a:gd name="T45" fmla="*/ 0 h 1908"/>
                <a:gd name="T46" fmla="*/ 0 w 3089"/>
                <a:gd name="T47" fmla="*/ 0 h 1908"/>
                <a:gd name="T48" fmla="*/ 0 w 3089"/>
                <a:gd name="T49" fmla="*/ 0 h 1908"/>
                <a:gd name="T50" fmla="*/ 0 w 3089"/>
                <a:gd name="T51" fmla="*/ 0 h 1908"/>
                <a:gd name="T52" fmla="*/ 0 w 3089"/>
                <a:gd name="T53" fmla="*/ 0 h 1908"/>
                <a:gd name="T54" fmla="*/ 0 w 3089"/>
                <a:gd name="T55" fmla="*/ 0 h 1908"/>
                <a:gd name="T56" fmla="*/ 0 w 3089"/>
                <a:gd name="T57" fmla="*/ 0 h 1908"/>
                <a:gd name="T58" fmla="*/ 0 w 3089"/>
                <a:gd name="T59" fmla="*/ 0 h 1908"/>
                <a:gd name="T60" fmla="*/ 0 w 3089"/>
                <a:gd name="T61" fmla="*/ 0 h 1908"/>
                <a:gd name="T62" fmla="*/ 0 w 3089"/>
                <a:gd name="T63" fmla="*/ 0 h 1908"/>
                <a:gd name="T64" fmla="*/ 0 w 3089"/>
                <a:gd name="T65" fmla="*/ 0 h 1908"/>
                <a:gd name="T66" fmla="*/ 0 w 3089"/>
                <a:gd name="T67" fmla="*/ 0 h 1908"/>
                <a:gd name="T68" fmla="*/ 0 w 3089"/>
                <a:gd name="T69" fmla="*/ 0 h 1908"/>
                <a:gd name="T70" fmla="*/ 0 w 3089"/>
                <a:gd name="T71" fmla="*/ 0 h 1908"/>
                <a:gd name="T72" fmla="*/ 0 w 3089"/>
                <a:gd name="T73" fmla="*/ 0 h 190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3089"/>
                <a:gd name="T112" fmla="*/ 0 h 1908"/>
                <a:gd name="T113" fmla="*/ 3089 w 3089"/>
                <a:gd name="T114" fmla="*/ 1908 h 1908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3089" h="1908">
                  <a:moveTo>
                    <a:pt x="267" y="1860"/>
                  </a:moveTo>
                  <a:lnTo>
                    <a:pt x="145" y="1812"/>
                  </a:lnTo>
                  <a:lnTo>
                    <a:pt x="55" y="1722"/>
                  </a:lnTo>
                  <a:lnTo>
                    <a:pt x="16" y="1584"/>
                  </a:lnTo>
                  <a:lnTo>
                    <a:pt x="0" y="1492"/>
                  </a:lnTo>
                  <a:lnTo>
                    <a:pt x="27" y="1429"/>
                  </a:lnTo>
                  <a:lnTo>
                    <a:pt x="78" y="1374"/>
                  </a:lnTo>
                  <a:lnTo>
                    <a:pt x="64" y="1302"/>
                  </a:lnTo>
                  <a:lnTo>
                    <a:pt x="87" y="1155"/>
                  </a:lnTo>
                  <a:lnTo>
                    <a:pt x="152" y="1058"/>
                  </a:lnTo>
                  <a:lnTo>
                    <a:pt x="249" y="985"/>
                  </a:lnTo>
                  <a:lnTo>
                    <a:pt x="359" y="936"/>
                  </a:lnTo>
                  <a:lnTo>
                    <a:pt x="420" y="846"/>
                  </a:lnTo>
                  <a:lnTo>
                    <a:pt x="523" y="745"/>
                  </a:lnTo>
                  <a:lnTo>
                    <a:pt x="609" y="738"/>
                  </a:lnTo>
                  <a:lnTo>
                    <a:pt x="514" y="800"/>
                  </a:lnTo>
                  <a:lnTo>
                    <a:pt x="460" y="860"/>
                  </a:lnTo>
                  <a:lnTo>
                    <a:pt x="460" y="886"/>
                  </a:lnTo>
                  <a:lnTo>
                    <a:pt x="560" y="860"/>
                  </a:lnTo>
                  <a:lnTo>
                    <a:pt x="671" y="745"/>
                  </a:lnTo>
                  <a:lnTo>
                    <a:pt x="733" y="641"/>
                  </a:lnTo>
                  <a:lnTo>
                    <a:pt x="816" y="489"/>
                  </a:lnTo>
                  <a:lnTo>
                    <a:pt x="922" y="416"/>
                  </a:lnTo>
                  <a:lnTo>
                    <a:pt x="1040" y="339"/>
                  </a:lnTo>
                  <a:lnTo>
                    <a:pt x="1196" y="319"/>
                  </a:lnTo>
                  <a:lnTo>
                    <a:pt x="1326" y="302"/>
                  </a:lnTo>
                  <a:lnTo>
                    <a:pt x="1387" y="293"/>
                  </a:lnTo>
                  <a:lnTo>
                    <a:pt x="1453" y="183"/>
                  </a:lnTo>
                  <a:lnTo>
                    <a:pt x="1546" y="106"/>
                  </a:lnTo>
                  <a:lnTo>
                    <a:pt x="1724" y="42"/>
                  </a:lnTo>
                  <a:lnTo>
                    <a:pt x="1862" y="62"/>
                  </a:lnTo>
                  <a:lnTo>
                    <a:pt x="1945" y="81"/>
                  </a:lnTo>
                  <a:lnTo>
                    <a:pt x="2058" y="0"/>
                  </a:lnTo>
                  <a:lnTo>
                    <a:pt x="2344" y="0"/>
                  </a:lnTo>
                  <a:lnTo>
                    <a:pt x="2526" y="27"/>
                  </a:lnTo>
                  <a:lnTo>
                    <a:pt x="2655" y="67"/>
                  </a:lnTo>
                  <a:lnTo>
                    <a:pt x="2734" y="132"/>
                  </a:lnTo>
                  <a:lnTo>
                    <a:pt x="2873" y="132"/>
                  </a:lnTo>
                  <a:lnTo>
                    <a:pt x="3013" y="196"/>
                  </a:lnTo>
                  <a:lnTo>
                    <a:pt x="3089" y="293"/>
                  </a:lnTo>
                  <a:lnTo>
                    <a:pt x="3013" y="231"/>
                  </a:lnTo>
                  <a:lnTo>
                    <a:pt x="2895" y="173"/>
                  </a:lnTo>
                  <a:lnTo>
                    <a:pt x="2774" y="183"/>
                  </a:lnTo>
                  <a:lnTo>
                    <a:pt x="2577" y="132"/>
                  </a:lnTo>
                  <a:lnTo>
                    <a:pt x="2367" y="132"/>
                  </a:lnTo>
                  <a:lnTo>
                    <a:pt x="2190" y="173"/>
                  </a:lnTo>
                  <a:lnTo>
                    <a:pt x="2017" y="245"/>
                  </a:lnTo>
                  <a:lnTo>
                    <a:pt x="1922" y="319"/>
                  </a:lnTo>
                  <a:lnTo>
                    <a:pt x="1862" y="330"/>
                  </a:lnTo>
                  <a:lnTo>
                    <a:pt x="1890" y="157"/>
                  </a:lnTo>
                  <a:lnTo>
                    <a:pt x="1763" y="132"/>
                  </a:lnTo>
                  <a:lnTo>
                    <a:pt x="1653" y="207"/>
                  </a:lnTo>
                  <a:lnTo>
                    <a:pt x="1592" y="330"/>
                  </a:lnTo>
                  <a:lnTo>
                    <a:pt x="1339" y="339"/>
                  </a:lnTo>
                  <a:lnTo>
                    <a:pt x="1093" y="416"/>
                  </a:lnTo>
                  <a:lnTo>
                    <a:pt x="882" y="583"/>
                  </a:lnTo>
                  <a:lnTo>
                    <a:pt x="772" y="779"/>
                  </a:lnTo>
                  <a:lnTo>
                    <a:pt x="647" y="860"/>
                  </a:lnTo>
                  <a:lnTo>
                    <a:pt x="477" y="936"/>
                  </a:lnTo>
                  <a:lnTo>
                    <a:pt x="317" y="985"/>
                  </a:lnTo>
                  <a:lnTo>
                    <a:pt x="227" y="1082"/>
                  </a:lnTo>
                  <a:lnTo>
                    <a:pt x="209" y="1245"/>
                  </a:lnTo>
                  <a:lnTo>
                    <a:pt x="267" y="1390"/>
                  </a:lnTo>
                  <a:lnTo>
                    <a:pt x="359" y="1471"/>
                  </a:lnTo>
                  <a:lnTo>
                    <a:pt x="460" y="1535"/>
                  </a:lnTo>
                  <a:lnTo>
                    <a:pt x="278" y="1499"/>
                  </a:lnTo>
                  <a:lnTo>
                    <a:pt x="145" y="1429"/>
                  </a:lnTo>
                  <a:lnTo>
                    <a:pt x="124" y="1554"/>
                  </a:lnTo>
                  <a:lnTo>
                    <a:pt x="209" y="1676"/>
                  </a:lnTo>
                  <a:lnTo>
                    <a:pt x="359" y="1730"/>
                  </a:lnTo>
                  <a:lnTo>
                    <a:pt x="477" y="1730"/>
                  </a:lnTo>
                  <a:lnTo>
                    <a:pt x="647" y="1710"/>
                  </a:lnTo>
                  <a:lnTo>
                    <a:pt x="574" y="1835"/>
                  </a:lnTo>
                  <a:lnTo>
                    <a:pt x="449" y="1908"/>
                  </a:lnTo>
                  <a:lnTo>
                    <a:pt x="267" y="18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4" name="Freeform 294"/>
            <p:cNvSpPr>
              <a:spLocks/>
            </p:cNvSpPr>
            <p:nvPr/>
          </p:nvSpPr>
          <p:spPr bwMode="auto">
            <a:xfrm>
              <a:off x="3487" y="1794"/>
              <a:ext cx="39" cy="122"/>
            </a:xfrm>
            <a:custGeom>
              <a:avLst/>
              <a:gdLst>
                <a:gd name="T0" fmla="*/ 0 w 309"/>
                <a:gd name="T1" fmla="*/ 0 h 976"/>
                <a:gd name="T2" fmla="*/ 0 w 309"/>
                <a:gd name="T3" fmla="*/ 0 h 976"/>
                <a:gd name="T4" fmla="*/ 0 w 309"/>
                <a:gd name="T5" fmla="*/ 0 h 976"/>
                <a:gd name="T6" fmla="*/ 0 w 309"/>
                <a:gd name="T7" fmla="*/ 0 h 976"/>
                <a:gd name="T8" fmla="*/ 0 w 309"/>
                <a:gd name="T9" fmla="*/ 0 h 976"/>
                <a:gd name="T10" fmla="*/ 0 w 309"/>
                <a:gd name="T11" fmla="*/ 0 h 976"/>
                <a:gd name="T12" fmla="*/ 0 w 309"/>
                <a:gd name="T13" fmla="*/ 0 h 976"/>
                <a:gd name="T14" fmla="*/ 0 w 309"/>
                <a:gd name="T15" fmla="*/ 0 h 976"/>
                <a:gd name="T16" fmla="*/ 0 w 309"/>
                <a:gd name="T17" fmla="*/ 0 h 976"/>
                <a:gd name="T18" fmla="*/ 0 w 309"/>
                <a:gd name="T19" fmla="*/ 0 h 97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9"/>
                <a:gd name="T31" fmla="*/ 0 h 976"/>
                <a:gd name="T32" fmla="*/ 309 w 309"/>
                <a:gd name="T33" fmla="*/ 976 h 97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9" h="976">
                  <a:moveTo>
                    <a:pt x="186" y="0"/>
                  </a:moveTo>
                  <a:lnTo>
                    <a:pt x="186" y="187"/>
                  </a:lnTo>
                  <a:lnTo>
                    <a:pt x="147" y="459"/>
                  </a:lnTo>
                  <a:lnTo>
                    <a:pt x="101" y="666"/>
                  </a:lnTo>
                  <a:lnTo>
                    <a:pt x="0" y="976"/>
                  </a:lnTo>
                  <a:lnTo>
                    <a:pt x="136" y="831"/>
                  </a:lnTo>
                  <a:lnTo>
                    <a:pt x="241" y="605"/>
                  </a:lnTo>
                  <a:lnTo>
                    <a:pt x="288" y="446"/>
                  </a:lnTo>
                  <a:lnTo>
                    <a:pt x="309" y="296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5" name="Freeform 295"/>
            <p:cNvSpPr>
              <a:spLocks/>
            </p:cNvSpPr>
            <p:nvPr/>
          </p:nvSpPr>
          <p:spPr bwMode="auto">
            <a:xfrm>
              <a:off x="3324" y="2121"/>
              <a:ext cx="559" cy="634"/>
            </a:xfrm>
            <a:custGeom>
              <a:avLst/>
              <a:gdLst>
                <a:gd name="T0" fmla="*/ 0 w 4469"/>
                <a:gd name="T1" fmla="*/ 0 h 5071"/>
                <a:gd name="T2" fmla="*/ 0 w 4469"/>
                <a:gd name="T3" fmla="*/ 0 h 5071"/>
                <a:gd name="T4" fmla="*/ 0 w 4469"/>
                <a:gd name="T5" fmla="*/ 0 h 5071"/>
                <a:gd name="T6" fmla="*/ 0 w 4469"/>
                <a:gd name="T7" fmla="*/ 0 h 5071"/>
                <a:gd name="T8" fmla="*/ 0 w 4469"/>
                <a:gd name="T9" fmla="*/ 0 h 5071"/>
                <a:gd name="T10" fmla="*/ 0 w 4469"/>
                <a:gd name="T11" fmla="*/ 0 h 5071"/>
                <a:gd name="T12" fmla="*/ 0 w 4469"/>
                <a:gd name="T13" fmla="*/ 0 h 5071"/>
                <a:gd name="T14" fmla="*/ 0 w 4469"/>
                <a:gd name="T15" fmla="*/ 0 h 5071"/>
                <a:gd name="T16" fmla="*/ 0 w 4469"/>
                <a:gd name="T17" fmla="*/ 0 h 5071"/>
                <a:gd name="T18" fmla="*/ 0 w 4469"/>
                <a:gd name="T19" fmla="*/ 0 h 5071"/>
                <a:gd name="T20" fmla="*/ 0 w 4469"/>
                <a:gd name="T21" fmla="*/ 0 h 5071"/>
                <a:gd name="T22" fmla="*/ 0 w 4469"/>
                <a:gd name="T23" fmla="*/ 0 h 5071"/>
                <a:gd name="T24" fmla="*/ 0 w 4469"/>
                <a:gd name="T25" fmla="*/ 0 h 5071"/>
                <a:gd name="T26" fmla="*/ 0 w 4469"/>
                <a:gd name="T27" fmla="*/ 0 h 5071"/>
                <a:gd name="T28" fmla="*/ 0 w 4469"/>
                <a:gd name="T29" fmla="*/ 0 h 5071"/>
                <a:gd name="T30" fmla="*/ 0 w 4469"/>
                <a:gd name="T31" fmla="*/ 0 h 5071"/>
                <a:gd name="T32" fmla="*/ 0 w 4469"/>
                <a:gd name="T33" fmla="*/ 0 h 5071"/>
                <a:gd name="T34" fmla="*/ 0 w 4469"/>
                <a:gd name="T35" fmla="*/ 0 h 5071"/>
                <a:gd name="T36" fmla="*/ 0 w 4469"/>
                <a:gd name="T37" fmla="*/ 0 h 5071"/>
                <a:gd name="T38" fmla="*/ 0 w 4469"/>
                <a:gd name="T39" fmla="*/ 0 h 5071"/>
                <a:gd name="T40" fmla="*/ 0 w 4469"/>
                <a:gd name="T41" fmla="*/ 0 h 5071"/>
                <a:gd name="T42" fmla="*/ 0 w 4469"/>
                <a:gd name="T43" fmla="*/ 0 h 5071"/>
                <a:gd name="T44" fmla="*/ 0 w 4469"/>
                <a:gd name="T45" fmla="*/ 0 h 5071"/>
                <a:gd name="T46" fmla="*/ 0 w 4469"/>
                <a:gd name="T47" fmla="*/ 0 h 5071"/>
                <a:gd name="T48" fmla="*/ 0 w 4469"/>
                <a:gd name="T49" fmla="*/ 0 h 5071"/>
                <a:gd name="T50" fmla="*/ 0 w 4469"/>
                <a:gd name="T51" fmla="*/ 0 h 5071"/>
                <a:gd name="T52" fmla="*/ 0 w 4469"/>
                <a:gd name="T53" fmla="*/ 0 h 5071"/>
                <a:gd name="T54" fmla="*/ 0 w 4469"/>
                <a:gd name="T55" fmla="*/ 0 h 5071"/>
                <a:gd name="T56" fmla="*/ 0 w 4469"/>
                <a:gd name="T57" fmla="*/ 0 h 5071"/>
                <a:gd name="T58" fmla="*/ 0 w 4469"/>
                <a:gd name="T59" fmla="*/ 0 h 5071"/>
                <a:gd name="T60" fmla="*/ 0 w 4469"/>
                <a:gd name="T61" fmla="*/ 0 h 5071"/>
                <a:gd name="T62" fmla="*/ 0 w 4469"/>
                <a:gd name="T63" fmla="*/ 0 h 5071"/>
                <a:gd name="T64" fmla="*/ 0 w 4469"/>
                <a:gd name="T65" fmla="*/ 0 h 5071"/>
                <a:gd name="T66" fmla="*/ 0 w 4469"/>
                <a:gd name="T67" fmla="*/ 0 h 5071"/>
                <a:gd name="T68" fmla="*/ 0 w 4469"/>
                <a:gd name="T69" fmla="*/ 0 h 5071"/>
                <a:gd name="T70" fmla="*/ 0 w 4469"/>
                <a:gd name="T71" fmla="*/ 0 h 5071"/>
                <a:gd name="T72" fmla="*/ 0 w 4469"/>
                <a:gd name="T73" fmla="*/ 0 h 5071"/>
                <a:gd name="T74" fmla="*/ 0 w 4469"/>
                <a:gd name="T75" fmla="*/ 0 h 5071"/>
                <a:gd name="T76" fmla="*/ 0 w 4469"/>
                <a:gd name="T77" fmla="*/ 0 h 5071"/>
                <a:gd name="T78" fmla="*/ 0 w 4469"/>
                <a:gd name="T79" fmla="*/ 0 h 5071"/>
                <a:gd name="T80" fmla="*/ 0 w 4469"/>
                <a:gd name="T81" fmla="*/ 0 h 5071"/>
                <a:gd name="T82" fmla="*/ 0 w 4469"/>
                <a:gd name="T83" fmla="*/ 0 h 5071"/>
                <a:gd name="T84" fmla="*/ 0 w 4469"/>
                <a:gd name="T85" fmla="*/ 0 h 5071"/>
                <a:gd name="T86" fmla="*/ 0 w 4469"/>
                <a:gd name="T87" fmla="*/ 0 h 5071"/>
                <a:gd name="T88" fmla="*/ 0 w 4469"/>
                <a:gd name="T89" fmla="*/ 0 h 5071"/>
                <a:gd name="T90" fmla="*/ 0 w 4469"/>
                <a:gd name="T91" fmla="*/ 0 h 5071"/>
                <a:gd name="T92" fmla="*/ 0 w 4469"/>
                <a:gd name="T93" fmla="*/ 0 h 5071"/>
                <a:gd name="T94" fmla="*/ 0 w 4469"/>
                <a:gd name="T95" fmla="*/ 0 h 5071"/>
                <a:gd name="T96" fmla="*/ 0 w 4469"/>
                <a:gd name="T97" fmla="*/ 0 h 5071"/>
                <a:gd name="T98" fmla="*/ 0 w 4469"/>
                <a:gd name="T99" fmla="*/ 0 h 5071"/>
                <a:gd name="T100" fmla="*/ 0 w 4469"/>
                <a:gd name="T101" fmla="*/ 0 h 5071"/>
                <a:gd name="T102" fmla="*/ 0 w 4469"/>
                <a:gd name="T103" fmla="*/ 0 h 5071"/>
                <a:gd name="T104" fmla="*/ 0 w 4469"/>
                <a:gd name="T105" fmla="*/ 0 h 507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4469"/>
                <a:gd name="T160" fmla="*/ 0 h 5071"/>
                <a:gd name="T161" fmla="*/ 4469 w 4469"/>
                <a:gd name="T162" fmla="*/ 5071 h 507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4469" h="5071">
                  <a:moveTo>
                    <a:pt x="4469" y="1452"/>
                  </a:moveTo>
                  <a:lnTo>
                    <a:pt x="3878" y="1759"/>
                  </a:lnTo>
                  <a:lnTo>
                    <a:pt x="3544" y="2040"/>
                  </a:lnTo>
                  <a:lnTo>
                    <a:pt x="3228" y="2346"/>
                  </a:lnTo>
                  <a:lnTo>
                    <a:pt x="2956" y="2784"/>
                  </a:lnTo>
                  <a:lnTo>
                    <a:pt x="2733" y="3276"/>
                  </a:lnTo>
                  <a:lnTo>
                    <a:pt x="2578" y="3865"/>
                  </a:lnTo>
                  <a:lnTo>
                    <a:pt x="2483" y="4482"/>
                  </a:lnTo>
                  <a:lnTo>
                    <a:pt x="2421" y="5071"/>
                  </a:lnTo>
                  <a:lnTo>
                    <a:pt x="0" y="5071"/>
                  </a:lnTo>
                  <a:lnTo>
                    <a:pt x="282" y="4821"/>
                  </a:lnTo>
                  <a:lnTo>
                    <a:pt x="499" y="4544"/>
                  </a:lnTo>
                  <a:lnTo>
                    <a:pt x="657" y="4297"/>
                  </a:lnTo>
                  <a:lnTo>
                    <a:pt x="900" y="4080"/>
                  </a:lnTo>
                  <a:lnTo>
                    <a:pt x="1182" y="3924"/>
                  </a:lnTo>
                  <a:lnTo>
                    <a:pt x="1525" y="3087"/>
                  </a:lnTo>
                  <a:lnTo>
                    <a:pt x="1089" y="3243"/>
                  </a:lnTo>
                  <a:lnTo>
                    <a:pt x="99" y="3801"/>
                  </a:lnTo>
                  <a:lnTo>
                    <a:pt x="900" y="3214"/>
                  </a:lnTo>
                  <a:lnTo>
                    <a:pt x="1525" y="2784"/>
                  </a:lnTo>
                  <a:lnTo>
                    <a:pt x="1835" y="2443"/>
                  </a:lnTo>
                  <a:lnTo>
                    <a:pt x="2055" y="2100"/>
                  </a:lnTo>
                  <a:lnTo>
                    <a:pt x="2209" y="1698"/>
                  </a:lnTo>
                  <a:lnTo>
                    <a:pt x="2306" y="1362"/>
                  </a:lnTo>
                  <a:lnTo>
                    <a:pt x="2145" y="894"/>
                  </a:lnTo>
                  <a:lnTo>
                    <a:pt x="1771" y="307"/>
                  </a:lnTo>
                  <a:lnTo>
                    <a:pt x="1459" y="0"/>
                  </a:lnTo>
                  <a:lnTo>
                    <a:pt x="1894" y="341"/>
                  </a:lnTo>
                  <a:lnTo>
                    <a:pt x="2306" y="894"/>
                  </a:lnTo>
                  <a:lnTo>
                    <a:pt x="2456" y="1298"/>
                  </a:lnTo>
                  <a:lnTo>
                    <a:pt x="2610" y="1698"/>
                  </a:lnTo>
                  <a:lnTo>
                    <a:pt x="2707" y="2135"/>
                  </a:lnTo>
                  <a:lnTo>
                    <a:pt x="3076" y="1913"/>
                  </a:lnTo>
                  <a:lnTo>
                    <a:pt x="2578" y="2346"/>
                  </a:lnTo>
                  <a:lnTo>
                    <a:pt x="2209" y="2784"/>
                  </a:lnTo>
                  <a:lnTo>
                    <a:pt x="2020" y="3119"/>
                  </a:lnTo>
                  <a:lnTo>
                    <a:pt x="1894" y="3463"/>
                  </a:lnTo>
                  <a:lnTo>
                    <a:pt x="1802" y="3801"/>
                  </a:lnTo>
                  <a:lnTo>
                    <a:pt x="1617" y="4177"/>
                  </a:lnTo>
                  <a:lnTo>
                    <a:pt x="1459" y="4423"/>
                  </a:lnTo>
                  <a:lnTo>
                    <a:pt x="1432" y="4669"/>
                  </a:lnTo>
                  <a:lnTo>
                    <a:pt x="1432" y="4857"/>
                  </a:lnTo>
                  <a:lnTo>
                    <a:pt x="1556" y="4509"/>
                  </a:lnTo>
                  <a:lnTo>
                    <a:pt x="1736" y="4177"/>
                  </a:lnTo>
                  <a:lnTo>
                    <a:pt x="1958" y="3865"/>
                  </a:lnTo>
                  <a:lnTo>
                    <a:pt x="2055" y="3619"/>
                  </a:lnTo>
                  <a:lnTo>
                    <a:pt x="2270" y="3340"/>
                  </a:lnTo>
                  <a:lnTo>
                    <a:pt x="2639" y="3054"/>
                  </a:lnTo>
                  <a:lnTo>
                    <a:pt x="2920" y="2658"/>
                  </a:lnTo>
                  <a:lnTo>
                    <a:pt x="3228" y="2226"/>
                  </a:lnTo>
                  <a:lnTo>
                    <a:pt x="3602" y="1883"/>
                  </a:lnTo>
                  <a:lnTo>
                    <a:pt x="3943" y="1637"/>
                  </a:lnTo>
                  <a:lnTo>
                    <a:pt x="4469" y="14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6" name="Freeform 296"/>
            <p:cNvSpPr>
              <a:spLocks/>
            </p:cNvSpPr>
            <p:nvPr/>
          </p:nvSpPr>
          <p:spPr bwMode="auto">
            <a:xfrm>
              <a:off x="3286" y="2256"/>
              <a:ext cx="220" cy="267"/>
            </a:xfrm>
            <a:custGeom>
              <a:avLst/>
              <a:gdLst>
                <a:gd name="T0" fmla="*/ 0 w 1765"/>
                <a:gd name="T1" fmla="*/ 0 h 2135"/>
                <a:gd name="T2" fmla="*/ 0 w 1765"/>
                <a:gd name="T3" fmla="*/ 0 h 2135"/>
                <a:gd name="T4" fmla="*/ 0 w 1765"/>
                <a:gd name="T5" fmla="*/ 0 h 2135"/>
                <a:gd name="T6" fmla="*/ 0 w 1765"/>
                <a:gd name="T7" fmla="*/ 0 h 2135"/>
                <a:gd name="T8" fmla="*/ 0 w 1765"/>
                <a:gd name="T9" fmla="*/ 0 h 2135"/>
                <a:gd name="T10" fmla="*/ 0 w 1765"/>
                <a:gd name="T11" fmla="*/ 0 h 2135"/>
                <a:gd name="T12" fmla="*/ 0 w 1765"/>
                <a:gd name="T13" fmla="*/ 0 h 2135"/>
                <a:gd name="T14" fmla="*/ 0 w 1765"/>
                <a:gd name="T15" fmla="*/ 0 h 2135"/>
                <a:gd name="T16" fmla="*/ 0 w 1765"/>
                <a:gd name="T17" fmla="*/ 0 h 2135"/>
                <a:gd name="T18" fmla="*/ 0 w 1765"/>
                <a:gd name="T19" fmla="*/ 0 h 21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765"/>
                <a:gd name="T31" fmla="*/ 0 h 2135"/>
                <a:gd name="T32" fmla="*/ 1765 w 1765"/>
                <a:gd name="T33" fmla="*/ 2135 h 213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765" h="2135">
                  <a:moveTo>
                    <a:pt x="1710" y="0"/>
                  </a:moveTo>
                  <a:lnTo>
                    <a:pt x="1765" y="61"/>
                  </a:lnTo>
                  <a:lnTo>
                    <a:pt x="1425" y="744"/>
                  </a:lnTo>
                  <a:lnTo>
                    <a:pt x="994" y="1147"/>
                  </a:lnTo>
                  <a:lnTo>
                    <a:pt x="743" y="1579"/>
                  </a:lnTo>
                  <a:lnTo>
                    <a:pt x="0" y="2135"/>
                  </a:lnTo>
                  <a:lnTo>
                    <a:pt x="306" y="1482"/>
                  </a:lnTo>
                  <a:lnTo>
                    <a:pt x="1020" y="645"/>
                  </a:lnTo>
                  <a:lnTo>
                    <a:pt x="1579" y="248"/>
                  </a:lnTo>
                  <a:lnTo>
                    <a:pt x="171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7" name="Freeform 297"/>
            <p:cNvSpPr>
              <a:spLocks/>
            </p:cNvSpPr>
            <p:nvPr/>
          </p:nvSpPr>
          <p:spPr bwMode="auto">
            <a:xfrm>
              <a:off x="3712" y="1920"/>
              <a:ext cx="179" cy="305"/>
            </a:xfrm>
            <a:custGeom>
              <a:avLst/>
              <a:gdLst>
                <a:gd name="T0" fmla="*/ 0 w 1430"/>
                <a:gd name="T1" fmla="*/ 0 h 2441"/>
                <a:gd name="T2" fmla="*/ 0 w 1430"/>
                <a:gd name="T3" fmla="*/ 0 h 2441"/>
                <a:gd name="T4" fmla="*/ 0 w 1430"/>
                <a:gd name="T5" fmla="*/ 0 h 2441"/>
                <a:gd name="T6" fmla="*/ 0 w 1430"/>
                <a:gd name="T7" fmla="*/ 0 h 2441"/>
                <a:gd name="T8" fmla="*/ 0 w 1430"/>
                <a:gd name="T9" fmla="*/ 0 h 2441"/>
                <a:gd name="T10" fmla="*/ 0 w 1430"/>
                <a:gd name="T11" fmla="*/ 0 h 2441"/>
                <a:gd name="T12" fmla="*/ 0 w 1430"/>
                <a:gd name="T13" fmla="*/ 0 h 24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30"/>
                <a:gd name="T22" fmla="*/ 0 h 2441"/>
                <a:gd name="T23" fmla="*/ 1430 w 1430"/>
                <a:gd name="T24" fmla="*/ 2441 h 24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30" h="2441">
                  <a:moveTo>
                    <a:pt x="0" y="0"/>
                  </a:moveTo>
                  <a:lnTo>
                    <a:pt x="374" y="373"/>
                  </a:lnTo>
                  <a:lnTo>
                    <a:pt x="745" y="929"/>
                  </a:lnTo>
                  <a:lnTo>
                    <a:pt x="1430" y="2441"/>
                  </a:lnTo>
                  <a:lnTo>
                    <a:pt x="718" y="961"/>
                  </a:lnTo>
                  <a:lnTo>
                    <a:pt x="347" y="4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8" name="Freeform 298"/>
            <p:cNvSpPr>
              <a:spLocks/>
            </p:cNvSpPr>
            <p:nvPr/>
          </p:nvSpPr>
          <p:spPr bwMode="auto">
            <a:xfrm>
              <a:off x="3216" y="1975"/>
              <a:ext cx="286" cy="604"/>
            </a:xfrm>
            <a:custGeom>
              <a:avLst/>
              <a:gdLst>
                <a:gd name="T0" fmla="*/ 0 w 2285"/>
                <a:gd name="T1" fmla="*/ 0 h 4830"/>
                <a:gd name="T2" fmla="*/ 0 w 2285"/>
                <a:gd name="T3" fmla="*/ 0 h 4830"/>
                <a:gd name="T4" fmla="*/ 0 w 2285"/>
                <a:gd name="T5" fmla="*/ 0 h 4830"/>
                <a:gd name="T6" fmla="*/ 0 w 2285"/>
                <a:gd name="T7" fmla="*/ 0 h 4830"/>
                <a:gd name="T8" fmla="*/ 0 w 2285"/>
                <a:gd name="T9" fmla="*/ 0 h 4830"/>
                <a:gd name="T10" fmla="*/ 0 w 2285"/>
                <a:gd name="T11" fmla="*/ 0 h 4830"/>
                <a:gd name="T12" fmla="*/ 0 w 2285"/>
                <a:gd name="T13" fmla="*/ 0 h 4830"/>
                <a:gd name="T14" fmla="*/ 0 w 2285"/>
                <a:gd name="T15" fmla="*/ 0 h 4830"/>
                <a:gd name="T16" fmla="*/ 0 w 2285"/>
                <a:gd name="T17" fmla="*/ 0 h 4830"/>
                <a:gd name="T18" fmla="*/ 0 w 2285"/>
                <a:gd name="T19" fmla="*/ 0 h 4830"/>
                <a:gd name="T20" fmla="*/ 0 w 2285"/>
                <a:gd name="T21" fmla="*/ 0 h 4830"/>
                <a:gd name="T22" fmla="*/ 0 w 2285"/>
                <a:gd name="T23" fmla="*/ 0 h 4830"/>
                <a:gd name="T24" fmla="*/ 0 w 2285"/>
                <a:gd name="T25" fmla="*/ 0 h 4830"/>
                <a:gd name="T26" fmla="*/ 0 w 2285"/>
                <a:gd name="T27" fmla="*/ 0 h 4830"/>
                <a:gd name="T28" fmla="*/ 0 w 2285"/>
                <a:gd name="T29" fmla="*/ 0 h 4830"/>
                <a:gd name="T30" fmla="*/ 0 w 2285"/>
                <a:gd name="T31" fmla="*/ 0 h 4830"/>
                <a:gd name="T32" fmla="*/ 0 w 2285"/>
                <a:gd name="T33" fmla="*/ 0 h 4830"/>
                <a:gd name="T34" fmla="*/ 0 w 2285"/>
                <a:gd name="T35" fmla="*/ 0 h 4830"/>
                <a:gd name="T36" fmla="*/ 0 w 2285"/>
                <a:gd name="T37" fmla="*/ 0 h 4830"/>
                <a:gd name="T38" fmla="*/ 0 w 2285"/>
                <a:gd name="T39" fmla="*/ 0 h 4830"/>
                <a:gd name="T40" fmla="*/ 0 w 2285"/>
                <a:gd name="T41" fmla="*/ 0 h 4830"/>
                <a:gd name="T42" fmla="*/ 0 w 2285"/>
                <a:gd name="T43" fmla="*/ 0 h 4830"/>
                <a:gd name="T44" fmla="*/ 0 w 2285"/>
                <a:gd name="T45" fmla="*/ 0 h 4830"/>
                <a:gd name="T46" fmla="*/ 0 w 2285"/>
                <a:gd name="T47" fmla="*/ 0 h 4830"/>
                <a:gd name="T48" fmla="*/ 0 w 2285"/>
                <a:gd name="T49" fmla="*/ 0 h 4830"/>
                <a:gd name="T50" fmla="*/ 0 w 2285"/>
                <a:gd name="T51" fmla="*/ 0 h 4830"/>
                <a:gd name="T52" fmla="*/ 0 w 2285"/>
                <a:gd name="T53" fmla="*/ 0 h 4830"/>
                <a:gd name="T54" fmla="*/ 0 w 2285"/>
                <a:gd name="T55" fmla="*/ 0 h 4830"/>
                <a:gd name="T56" fmla="*/ 0 w 2285"/>
                <a:gd name="T57" fmla="*/ 0 h 4830"/>
                <a:gd name="T58" fmla="*/ 0 w 2285"/>
                <a:gd name="T59" fmla="*/ 0 h 4830"/>
                <a:gd name="T60" fmla="*/ 0 w 2285"/>
                <a:gd name="T61" fmla="*/ 0 h 4830"/>
                <a:gd name="T62" fmla="*/ 0 w 2285"/>
                <a:gd name="T63" fmla="*/ 0 h 4830"/>
                <a:gd name="T64" fmla="*/ 0 w 2285"/>
                <a:gd name="T65" fmla="*/ 0 h 4830"/>
                <a:gd name="T66" fmla="*/ 0 w 2285"/>
                <a:gd name="T67" fmla="*/ 0 h 4830"/>
                <a:gd name="T68" fmla="*/ 0 w 2285"/>
                <a:gd name="T69" fmla="*/ 0 h 483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285"/>
                <a:gd name="T106" fmla="*/ 0 h 4830"/>
                <a:gd name="T107" fmla="*/ 2285 w 2285"/>
                <a:gd name="T108" fmla="*/ 4830 h 4830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285" h="4830">
                  <a:moveTo>
                    <a:pt x="2285" y="0"/>
                  </a:moveTo>
                  <a:lnTo>
                    <a:pt x="1736" y="296"/>
                  </a:lnTo>
                  <a:lnTo>
                    <a:pt x="1471" y="507"/>
                  </a:lnTo>
                  <a:lnTo>
                    <a:pt x="1198" y="646"/>
                  </a:lnTo>
                  <a:lnTo>
                    <a:pt x="862" y="1140"/>
                  </a:lnTo>
                  <a:lnTo>
                    <a:pt x="688" y="1755"/>
                  </a:lnTo>
                  <a:lnTo>
                    <a:pt x="620" y="2283"/>
                  </a:lnTo>
                  <a:lnTo>
                    <a:pt x="559" y="2690"/>
                  </a:lnTo>
                  <a:lnTo>
                    <a:pt x="446" y="3017"/>
                  </a:lnTo>
                  <a:lnTo>
                    <a:pt x="365" y="3412"/>
                  </a:lnTo>
                  <a:lnTo>
                    <a:pt x="286" y="3753"/>
                  </a:lnTo>
                  <a:lnTo>
                    <a:pt x="270" y="4021"/>
                  </a:lnTo>
                  <a:lnTo>
                    <a:pt x="224" y="4254"/>
                  </a:lnTo>
                  <a:lnTo>
                    <a:pt x="207" y="4383"/>
                  </a:lnTo>
                  <a:lnTo>
                    <a:pt x="132" y="4577"/>
                  </a:lnTo>
                  <a:lnTo>
                    <a:pt x="0" y="4830"/>
                  </a:lnTo>
                  <a:lnTo>
                    <a:pt x="240" y="4421"/>
                  </a:lnTo>
                  <a:lnTo>
                    <a:pt x="381" y="4104"/>
                  </a:lnTo>
                  <a:lnTo>
                    <a:pt x="574" y="3689"/>
                  </a:lnTo>
                  <a:lnTo>
                    <a:pt x="688" y="3368"/>
                  </a:lnTo>
                  <a:lnTo>
                    <a:pt x="780" y="2986"/>
                  </a:lnTo>
                  <a:lnTo>
                    <a:pt x="826" y="2430"/>
                  </a:lnTo>
                  <a:lnTo>
                    <a:pt x="766" y="3006"/>
                  </a:lnTo>
                  <a:lnTo>
                    <a:pt x="574" y="3592"/>
                  </a:lnTo>
                  <a:lnTo>
                    <a:pt x="305" y="4083"/>
                  </a:lnTo>
                  <a:lnTo>
                    <a:pt x="365" y="3592"/>
                  </a:lnTo>
                  <a:lnTo>
                    <a:pt x="497" y="3006"/>
                  </a:lnTo>
                  <a:lnTo>
                    <a:pt x="607" y="2718"/>
                  </a:lnTo>
                  <a:lnTo>
                    <a:pt x="730" y="1920"/>
                  </a:lnTo>
                  <a:lnTo>
                    <a:pt x="862" y="1377"/>
                  </a:lnTo>
                  <a:lnTo>
                    <a:pt x="1022" y="973"/>
                  </a:lnTo>
                  <a:lnTo>
                    <a:pt x="1229" y="692"/>
                  </a:lnTo>
                  <a:lnTo>
                    <a:pt x="1532" y="523"/>
                  </a:lnTo>
                  <a:lnTo>
                    <a:pt x="1833" y="268"/>
                  </a:lnTo>
                  <a:lnTo>
                    <a:pt x="22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9" name="Freeform 299"/>
            <p:cNvSpPr>
              <a:spLocks/>
            </p:cNvSpPr>
            <p:nvPr/>
          </p:nvSpPr>
          <p:spPr bwMode="auto">
            <a:xfrm>
              <a:off x="2817" y="2393"/>
              <a:ext cx="457" cy="365"/>
            </a:xfrm>
            <a:custGeom>
              <a:avLst/>
              <a:gdLst>
                <a:gd name="T0" fmla="*/ 0 w 3654"/>
                <a:gd name="T1" fmla="*/ 0 h 2924"/>
                <a:gd name="T2" fmla="*/ 0 w 3654"/>
                <a:gd name="T3" fmla="*/ 0 h 2924"/>
                <a:gd name="T4" fmla="*/ 0 w 3654"/>
                <a:gd name="T5" fmla="*/ 0 h 2924"/>
                <a:gd name="T6" fmla="*/ 0 w 3654"/>
                <a:gd name="T7" fmla="*/ 0 h 2924"/>
                <a:gd name="T8" fmla="*/ 0 w 3654"/>
                <a:gd name="T9" fmla="*/ 0 h 2924"/>
                <a:gd name="T10" fmla="*/ 0 w 3654"/>
                <a:gd name="T11" fmla="*/ 0 h 2924"/>
                <a:gd name="T12" fmla="*/ 0 w 3654"/>
                <a:gd name="T13" fmla="*/ 0 h 2924"/>
                <a:gd name="T14" fmla="*/ 0 w 3654"/>
                <a:gd name="T15" fmla="*/ 0 h 2924"/>
                <a:gd name="T16" fmla="*/ 0 w 3654"/>
                <a:gd name="T17" fmla="*/ 0 h 2924"/>
                <a:gd name="T18" fmla="*/ 0 w 3654"/>
                <a:gd name="T19" fmla="*/ 0 h 2924"/>
                <a:gd name="T20" fmla="*/ 0 w 3654"/>
                <a:gd name="T21" fmla="*/ 0 h 2924"/>
                <a:gd name="T22" fmla="*/ 0 w 3654"/>
                <a:gd name="T23" fmla="*/ 0 h 2924"/>
                <a:gd name="T24" fmla="*/ 0 w 3654"/>
                <a:gd name="T25" fmla="*/ 0 h 2924"/>
                <a:gd name="T26" fmla="*/ 0 w 3654"/>
                <a:gd name="T27" fmla="*/ 0 h 2924"/>
                <a:gd name="T28" fmla="*/ 0 w 3654"/>
                <a:gd name="T29" fmla="*/ 0 h 2924"/>
                <a:gd name="T30" fmla="*/ 0 w 3654"/>
                <a:gd name="T31" fmla="*/ 0 h 2924"/>
                <a:gd name="T32" fmla="*/ 0 w 3654"/>
                <a:gd name="T33" fmla="*/ 0 h 2924"/>
                <a:gd name="T34" fmla="*/ 0 w 3654"/>
                <a:gd name="T35" fmla="*/ 0 h 2924"/>
                <a:gd name="T36" fmla="*/ 0 w 3654"/>
                <a:gd name="T37" fmla="*/ 0 h 2924"/>
                <a:gd name="T38" fmla="*/ 0 w 3654"/>
                <a:gd name="T39" fmla="*/ 0 h 2924"/>
                <a:gd name="T40" fmla="*/ 0 w 3654"/>
                <a:gd name="T41" fmla="*/ 0 h 2924"/>
                <a:gd name="T42" fmla="*/ 0 w 3654"/>
                <a:gd name="T43" fmla="*/ 0 h 2924"/>
                <a:gd name="T44" fmla="*/ 0 w 3654"/>
                <a:gd name="T45" fmla="*/ 0 h 2924"/>
                <a:gd name="T46" fmla="*/ 0 w 3654"/>
                <a:gd name="T47" fmla="*/ 0 h 2924"/>
                <a:gd name="T48" fmla="*/ 0 w 3654"/>
                <a:gd name="T49" fmla="*/ 0 h 2924"/>
                <a:gd name="T50" fmla="*/ 0 w 3654"/>
                <a:gd name="T51" fmla="*/ 0 h 2924"/>
                <a:gd name="T52" fmla="*/ 0 w 3654"/>
                <a:gd name="T53" fmla="*/ 0 h 2924"/>
                <a:gd name="T54" fmla="*/ 0 w 3654"/>
                <a:gd name="T55" fmla="*/ 0 h 2924"/>
                <a:gd name="T56" fmla="*/ 0 w 3654"/>
                <a:gd name="T57" fmla="*/ 0 h 2924"/>
                <a:gd name="T58" fmla="*/ 0 w 3654"/>
                <a:gd name="T59" fmla="*/ 0 h 2924"/>
                <a:gd name="T60" fmla="*/ 0 w 3654"/>
                <a:gd name="T61" fmla="*/ 0 h 2924"/>
                <a:gd name="T62" fmla="*/ 0 w 3654"/>
                <a:gd name="T63" fmla="*/ 0 h 2924"/>
                <a:gd name="T64" fmla="*/ 0 w 3654"/>
                <a:gd name="T65" fmla="*/ 0 h 2924"/>
                <a:gd name="T66" fmla="*/ 0 w 3654"/>
                <a:gd name="T67" fmla="*/ 0 h 2924"/>
                <a:gd name="T68" fmla="*/ 0 w 3654"/>
                <a:gd name="T69" fmla="*/ 0 h 2924"/>
                <a:gd name="T70" fmla="*/ 0 w 3654"/>
                <a:gd name="T71" fmla="*/ 0 h 292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654"/>
                <a:gd name="T109" fmla="*/ 0 h 2924"/>
                <a:gd name="T110" fmla="*/ 3654 w 3654"/>
                <a:gd name="T111" fmla="*/ 2924 h 292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654" h="2924">
                  <a:moveTo>
                    <a:pt x="3236" y="1418"/>
                  </a:moveTo>
                  <a:lnTo>
                    <a:pt x="3179" y="1729"/>
                  </a:lnTo>
                  <a:lnTo>
                    <a:pt x="3291" y="2195"/>
                  </a:lnTo>
                  <a:lnTo>
                    <a:pt x="3543" y="2562"/>
                  </a:lnTo>
                  <a:lnTo>
                    <a:pt x="3654" y="2845"/>
                  </a:lnTo>
                  <a:lnTo>
                    <a:pt x="3432" y="2654"/>
                  </a:lnTo>
                  <a:lnTo>
                    <a:pt x="3261" y="2237"/>
                  </a:lnTo>
                  <a:lnTo>
                    <a:pt x="3192" y="1925"/>
                  </a:lnTo>
                  <a:lnTo>
                    <a:pt x="2796" y="2272"/>
                  </a:lnTo>
                  <a:lnTo>
                    <a:pt x="2796" y="2592"/>
                  </a:lnTo>
                  <a:lnTo>
                    <a:pt x="3015" y="2924"/>
                  </a:lnTo>
                  <a:lnTo>
                    <a:pt x="2777" y="2668"/>
                  </a:lnTo>
                  <a:lnTo>
                    <a:pt x="2715" y="2527"/>
                  </a:lnTo>
                  <a:lnTo>
                    <a:pt x="2683" y="2356"/>
                  </a:lnTo>
                  <a:lnTo>
                    <a:pt x="2683" y="2237"/>
                  </a:lnTo>
                  <a:lnTo>
                    <a:pt x="2733" y="2114"/>
                  </a:lnTo>
                  <a:lnTo>
                    <a:pt x="2937" y="1815"/>
                  </a:lnTo>
                  <a:lnTo>
                    <a:pt x="2983" y="1775"/>
                  </a:lnTo>
                  <a:lnTo>
                    <a:pt x="3131" y="1753"/>
                  </a:lnTo>
                  <a:lnTo>
                    <a:pt x="3131" y="1683"/>
                  </a:lnTo>
                  <a:lnTo>
                    <a:pt x="2904" y="1608"/>
                  </a:lnTo>
                  <a:lnTo>
                    <a:pt x="2808" y="1619"/>
                  </a:lnTo>
                  <a:lnTo>
                    <a:pt x="2427" y="2068"/>
                  </a:lnTo>
                  <a:lnTo>
                    <a:pt x="2505" y="1826"/>
                  </a:lnTo>
                  <a:lnTo>
                    <a:pt x="2268" y="1826"/>
                  </a:lnTo>
                  <a:lnTo>
                    <a:pt x="1579" y="2045"/>
                  </a:lnTo>
                  <a:lnTo>
                    <a:pt x="1401" y="2356"/>
                  </a:lnTo>
                  <a:lnTo>
                    <a:pt x="1309" y="2578"/>
                  </a:lnTo>
                  <a:lnTo>
                    <a:pt x="1296" y="2832"/>
                  </a:lnTo>
                  <a:lnTo>
                    <a:pt x="1265" y="2608"/>
                  </a:lnTo>
                  <a:lnTo>
                    <a:pt x="1276" y="2452"/>
                  </a:lnTo>
                  <a:lnTo>
                    <a:pt x="1447" y="2015"/>
                  </a:lnTo>
                  <a:lnTo>
                    <a:pt x="1039" y="1889"/>
                  </a:lnTo>
                  <a:lnTo>
                    <a:pt x="797" y="1859"/>
                  </a:lnTo>
                  <a:lnTo>
                    <a:pt x="493" y="1909"/>
                  </a:lnTo>
                  <a:lnTo>
                    <a:pt x="219" y="1925"/>
                  </a:lnTo>
                  <a:lnTo>
                    <a:pt x="0" y="1874"/>
                  </a:lnTo>
                  <a:lnTo>
                    <a:pt x="255" y="1889"/>
                  </a:lnTo>
                  <a:lnTo>
                    <a:pt x="529" y="1859"/>
                  </a:lnTo>
                  <a:lnTo>
                    <a:pt x="828" y="1799"/>
                  </a:lnTo>
                  <a:lnTo>
                    <a:pt x="973" y="1775"/>
                  </a:lnTo>
                  <a:lnTo>
                    <a:pt x="1199" y="1826"/>
                  </a:lnTo>
                  <a:lnTo>
                    <a:pt x="1436" y="1826"/>
                  </a:lnTo>
                  <a:lnTo>
                    <a:pt x="1639" y="1753"/>
                  </a:lnTo>
                  <a:lnTo>
                    <a:pt x="1821" y="1619"/>
                  </a:lnTo>
                  <a:lnTo>
                    <a:pt x="1982" y="1481"/>
                  </a:lnTo>
                  <a:lnTo>
                    <a:pt x="2091" y="1367"/>
                  </a:lnTo>
                  <a:lnTo>
                    <a:pt x="2224" y="1176"/>
                  </a:lnTo>
                  <a:lnTo>
                    <a:pt x="2224" y="1257"/>
                  </a:lnTo>
                  <a:lnTo>
                    <a:pt x="2634" y="1107"/>
                  </a:lnTo>
                  <a:lnTo>
                    <a:pt x="2591" y="955"/>
                  </a:lnTo>
                  <a:lnTo>
                    <a:pt x="2476" y="777"/>
                  </a:lnTo>
                  <a:lnTo>
                    <a:pt x="2314" y="648"/>
                  </a:lnTo>
                  <a:lnTo>
                    <a:pt x="2188" y="648"/>
                  </a:lnTo>
                  <a:lnTo>
                    <a:pt x="2268" y="527"/>
                  </a:lnTo>
                  <a:lnTo>
                    <a:pt x="2556" y="393"/>
                  </a:lnTo>
                  <a:lnTo>
                    <a:pt x="2746" y="316"/>
                  </a:lnTo>
                  <a:lnTo>
                    <a:pt x="2983" y="141"/>
                  </a:lnTo>
                  <a:lnTo>
                    <a:pt x="3131" y="30"/>
                  </a:lnTo>
                  <a:lnTo>
                    <a:pt x="3592" y="0"/>
                  </a:lnTo>
                  <a:lnTo>
                    <a:pt x="3573" y="30"/>
                  </a:lnTo>
                  <a:lnTo>
                    <a:pt x="3140" y="74"/>
                  </a:lnTo>
                  <a:lnTo>
                    <a:pt x="2886" y="316"/>
                  </a:lnTo>
                  <a:lnTo>
                    <a:pt x="2591" y="461"/>
                  </a:lnTo>
                  <a:lnTo>
                    <a:pt x="2492" y="478"/>
                  </a:lnTo>
                  <a:lnTo>
                    <a:pt x="2314" y="558"/>
                  </a:lnTo>
                  <a:lnTo>
                    <a:pt x="2476" y="635"/>
                  </a:lnTo>
                  <a:lnTo>
                    <a:pt x="2634" y="777"/>
                  </a:lnTo>
                  <a:lnTo>
                    <a:pt x="2733" y="916"/>
                  </a:lnTo>
                  <a:lnTo>
                    <a:pt x="2796" y="1107"/>
                  </a:lnTo>
                  <a:lnTo>
                    <a:pt x="2832" y="1386"/>
                  </a:lnTo>
                  <a:lnTo>
                    <a:pt x="3370" y="1176"/>
                  </a:lnTo>
                  <a:lnTo>
                    <a:pt x="3236" y="14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0" name="Freeform 300"/>
            <p:cNvSpPr>
              <a:spLocks/>
            </p:cNvSpPr>
            <p:nvPr/>
          </p:nvSpPr>
          <p:spPr bwMode="auto">
            <a:xfrm>
              <a:off x="2360" y="1588"/>
              <a:ext cx="77" cy="144"/>
            </a:xfrm>
            <a:custGeom>
              <a:avLst/>
              <a:gdLst>
                <a:gd name="T0" fmla="*/ 0 w 620"/>
                <a:gd name="T1" fmla="*/ 0 h 1156"/>
                <a:gd name="T2" fmla="*/ 0 w 620"/>
                <a:gd name="T3" fmla="*/ 0 h 1156"/>
                <a:gd name="T4" fmla="*/ 0 w 620"/>
                <a:gd name="T5" fmla="*/ 0 h 1156"/>
                <a:gd name="T6" fmla="*/ 0 w 620"/>
                <a:gd name="T7" fmla="*/ 0 h 1156"/>
                <a:gd name="T8" fmla="*/ 0 w 620"/>
                <a:gd name="T9" fmla="*/ 0 h 1156"/>
                <a:gd name="T10" fmla="*/ 0 w 620"/>
                <a:gd name="T11" fmla="*/ 0 h 1156"/>
                <a:gd name="T12" fmla="*/ 0 w 620"/>
                <a:gd name="T13" fmla="*/ 0 h 1156"/>
                <a:gd name="T14" fmla="*/ 0 w 620"/>
                <a:gd name="T15" fmla="*/ 0 h 1156"/>
                <a:gd name="T16" fmla="*/ 0 w 620"/>
                <a:gd name="T17" fmla="*/ 0 h 1156"/>
                <a:gd name="T18" fmla="*/ 0 w 620"/>
                <a:gd name="T19" fmla="*/ 0 h 1156"/>
                <a:gd name="T20" fmla="*/ 0 w 620"/>
                <a:gd name="T21" fmla="*/ 0 h 1156"/>
                <a:gd name="T22" fmla="*/ 0 w 620"/>
                <a:gd name="T23" fmla="*/ 0 h 1156"/>
                <a:gd name="T24" fmla="*/ 0 w 620"/>
                <a:gd name="T25" fmla="*/ 0 h 1156"/>
                <a:gd name="T26" fmla="*/ 0 w 620"/>
                <a:gd name="T27" fmla="*/ 0 h 1156"/>
                <a:gd name="T28" fmla="*/ 0 w 620"/>
                <a:gd name="T29" fmla="*/ 0 h 1156"/>
                <a:gd name="T30" fmla="*/ 0 w 620"/>
                <a:gd name="T31" fmla="*/ 0 h 1156"/>
                <a:gd name="T32" fmla="*/ 0 w 620"/>
                <a:gd name="T33" fmla="*/ 0 h 1156"/>
                <a:gd name="T34" fmla="*/ 0 w 620"/>
                <a:gd name="T35" fmla="*/ 0 h 1156"/>
                <a:gd name="T36" fmla="*/ 0 w 620"/>
                <a:gd name="T37" fmla="*/ 0 h 1156"/>
                <a:gd name="T38" fmla="*/ 0 w 620"/>
                <a:gd name="T39" fmla="*/ 0 h 1156"/>
                <a:gd name="T40" fmla="*/ 0 w 620"/>
                <a:gd name="T41" fmla="*/ 0 h 115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620"/>
                <a:gd name="T64" fmla="*/ 0 h 1156"/>
                <a:gd name="T65" fmla="*/ 620 w 620"/>
                <a:gd name="T66" fmla="*/ 1156 h 115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620" h="1156">
                  <a:moveTo>
                    <a:pt x="519" y="950"/>
                  </a:moveTo>
                  <a:lnTo>
                    <a:pt x="620" y="971"/>
                  </a:lnTo>
                  <a:lnTo>
                    <a:pt x="620" y="1059"/>
                  </a:lnTo>
                  <a:lnTo>
                    <a:pt x="547" y="1088"/>
                  </a:lnTo>
                  <a:lnTo>
                    <a:pt x="341" y="1098"/>
                  </a:lnTo>
                  <a:lnTo>
                    <a:pt x="242" y="1059"/>
                  </a:lnTo>
                  <a:lnTo>
                    <a:pt x="169" y="1075"/>
                  </a:lnTo>
                  <a:lnTo>
                    <a:pt x="0" y="1156"/>
                  </a:lnTo>
                  <a:lnTo>
                    <a:pt x="116" y="1015"/>
                  </a:lnTo>
                  <a:lnTo>
                    <a:pt x="305" y="909"/>
                  </a:lnTo>
                  <a:lnTo>
                    <a:pt x="429" y="978"/>
                  </a:lnTo>
                  <a:lnTo>
                    <a:pt x="464" y="964"/>
                  </a:lnTo>
                  <a:lnTo>
                    <a:pt x="452" y="782"/>
                  </a:lnTo>
                  <a:lnTo>
                    <a:pt x="429" y="540"/>
                  </a:lnTo>
                  <a:lnTo>
                    <a:pt x="393" y="293"/>
                  </a:lnTo>
                  <a:lnTo>
                    <a:pt x="305" y="24"/>
                  </a:lnTo>
                  <a:lnTo>
                    <a:pt x="351" y="0"/>
                  </a:lnTo>
                  <a:lnTo>
                    <a:pt x="413" y="202"/>
                  </a:lnTo>
                  <a:lnTo>
                    <a:pt x="464" y="540"/>
                  </a:lnTo>
                  <a:lnTo>
                    <a:pt x="489" y="941"/>
                  </a:lnTo>
                  <a:lnTo>
                    <a:pt x="519" y="9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1" name="Freeform 301"/>
            <p:cNvSpPr>
              <a:spLocks/>
            </p:cNvSpPr>
            <p:nvPr/>
          </p:nvSpPr>
          <p:spPr bwMode="auto">
            <a:xfrm>
              <a:off x="2372" y="1724"/>
              <a:ext cx="38" cy="66"/>
            </a:xfrm>
            <a:custGeom>
              <a:avLst/>
              <a:gdLst>
                <a:gd name="T0" fmla="*/ 0 w 298"/>
                <a:gd name="T1" fmla="*/ 0 h 529"/>
                <a:gd name="T2" fmla="*/ 0 w 298"/>
                <a:gd name="T3" fmla="*/ 0 h 529"/>
                <a:gd name="T4" fmla="*/ 0 w 298"/>
                <a:gd name="T5" fmla="*/ 0 h 529"/>
                <a:gd name="T6" fmla="*/ 0 w 298"/>
                <a:gd name="T7" fmla="*/ 0 h 529"/>
                <a:gd name="T8" fmla="*/ 0 w 298"/>
                <a:gd name="T9" fmla="*/ 0 h 529"/>
                <a:gd name="T10" fmla="*/ 0 w 298"/>
                <a:gd name="T11" fmla="*/ 0 h 529"/>
                <a:gd name="T12" fmla="*/ 0 w 298"/>
                <a:gd name="T13" fmla="*/ 0 h 529"/>
                <a:gd name="T14" fmla="*/ 0 w 298"/>
                <a:gd name="T15" fmla="*/ 0 h 529"/>
                <a:gd name="T16" fmla="*/ 0 w 298"/>
                <a:gd name="T17" fmla="*/ 0 h 529"/>
                <a:gd name="T18" fmla="*/ 0 w 298"/>
                <a:gd name="T19" fmla="*/ 0 h 529"/>
                <a:gd name="T20" fmla="*/ 0 w 298"/>
                <a:gd name="T21" fmla="*/ 0 h 529"/>
                <a:gd name="T22" fmla="*/ 0 w 298"/>
                <a:gd name="T23" fmla="*/ 0 h 529"/>
                <a:gd name="T24" fmla="*/ 0 w 298"/>
                <a:gd name="T25" fmla="*/ 0 h 529"/>
                <a:gd name="T26" fmla="*/ 0 w 298"/>
                <a:gd name="T27" fmla="*/ 0 h 529"/>
                <a:gd name="T28" fmla="*/ 0 w 298"/>
                <a:gd name="T29" fmla="*/ 0 h 529"/>
                <a:gd name="T30" fmla="*/ 0 w 298"/>
                <a:gd name="T31" fmla="*/ 0 h 52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8"/>
                <a:gd name="T49" fmla="*/ 0 h 529"/>
                <a:gd name="T50" fmla="*/ 298 w 298"/>
                <a:gd name="T51" fmla="*/ 529 h 52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8" h="529">
                  <a:moveTo>
                    <a:pt x="298" y="0"/>
                  </a:moveTo>
                  <a:lnTo>
                    <a:pt x="263" y="99"/>
                  </a:lnTo>
                  <a:lnTo>
                    <a:pt x="37" y="169"/>
                  </a:lnTo>
                  <a:lnTo>
                    <a:pt x="77" y="266"/>
                  </a:lnTo>
                  <a:lnTo>
                    <a:pt x="167" y="344"/>
                  </a:lnTo>
                  <a:lnTo>
                    <a:pt x="0" y="494"/>
                  </a:lnTo>
                  <a:lnTo>
                    <a:pt x="7" y="529"/>
                  </a:lnTo>
                  <a:lnTo>
                    <a:pt x="107" y="501"/>
                  </a:lnTo>
                  <a:lnTo>
                    <a:pt x="206" y="400"/>
                  </a:lnTo>
                  <a:lnTo>
                    <a:pt x="206" y="330"/>
                  </a:lnTo>
                  <a:lnTo>
                    <a:pt x="99" y="213"/>
                  </a:lnTo>
                  <a:lnTo>
                    <a:pt x="198" y="160"/>
                  </a:lnTo>
                  <a:lnTo>
                    <a:pt x="173" y="213"/>
                  </a:lnTo>
                  <a:lnTo>
                    <a:pt x="263" y="160"/>
                  </a:lnTo>
                  <a:lnTo>
                    <a:pt x="294" y="83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2" name="Freeform 302"/>
            <p:cNvSpPr>
              <a:spLocks/>
            </p:cNvSpPr>
            <p:nvPr/>
          </p:nvSpPr>
          <p:spPr bwMode="auto">
            <a:xfrm>
              <a:off x="2359" y="1725"/>
              <a:ext cx="90" cy="146"/>
            </a:xfrm>
            <a:custGeom>
              <a:avLst/>
              <a:gdLst>
                <a:gd name="T0" fmla="*/ 0 w 721"/>
                <a:gd name="T1" fmla="*/ 0 h 1164"/>
                <a:gd name="T2" fmla="*/ 0 w 721"/>
                <a:gd name="T3" fmla="*/ 0 h 1164"/>
                <a:gd name="T4" fmla="*/ 0 w 721"/>
                <a:gd name="T5" fmla="*/ 0 h 1164"/>
                <a:gd name="T6" fmla="*/ 0 w 721"/>
                <a:gd name="T7" fmla="*/ 0 h 1164"/>
                <a:gd name="T8" fmla="*/ 0 w 721"/>
                <a:gd name="T9" fmla="*/ 0 h 1164"/>
                <a:gd name="T10" fmla="*/ 0 w 721"/>
                <a:gd name="T11" fmla="*/ 0 h 1164"/>
                <a:gd name="T12" fmla="*/ 0 w 721"/>
                <a:gd name="T13" fmla="*/ 0 h 1164"/>
                <a:gd name="T14" fmla="*/ 0 w 721"/>
                <a:gd name="T15" fmla="*/ 0 h 1164"/>
                <a:gd name="T16" fmla="*/ 0 w 721"/>
                <a:gd name="T17" fmla="*/ 0 h 1164"/>
                <a:gd name="T18" fmla="*/ 0 w 721"/>
                <a:gd name="T19" fmla="*/ 0 h 1164"/>
                <a:gd name="T20" fmla="*/ 0 w 721"/>
                <a:gd name="T21" fmla="*/ 0 h 1164"/>
                <a:gd name="T22" fmla="*/ 0 w 721"/>
                <a:gd name="T23" fmla="*/ 0 h 1164"/>
                <a:gd name="T24" fmla="*/ 0 w 721"/>
                <a:gd name="T25" fmla="*/ 0 h 1164"/>
                <a:gd name="T26" fmla="*/ 0 w 721"/>
                <a:gd name="T27" fmla="*/ 0 h 1164"/>
                <a:gd name="T28" fmla="*/ 0 w 721"/>
                <a:gd name="T29" fmla="*/ 0 h 1164"/>
                <a:gd name="T30" fmla="*/ 0 w 721"/>
                <a:gd name="T31" fmla="*/ 0 h 1164"/>
                <a:gd name="T32" fmla="*/ 0 w 721"/>
                <a:gd name="T33" fmla="*/ 0 h 1164"/>
                <a:gd name="T34" fmla="*/ 0 w 721"/>
                <a:gd name="T35" fmla="*/ 0 h 1164"/>
                <a:gd name="T36" fmla="*/ 0 w 721"/>
                <a:gd name="T37" fmla="*/ 0 h 1164"/>
                <a:gd name="T38" fmla="*/ 0 w 721"/>
                <a:gd name="T39" fmla="*/ 0 h 1164"/>
                <a:gd name="T40" fmla="*/ 0 w 721"/>
                <a:gd name="T41" fmla="*/ 0 h 1164"/>
                <a:gd name="T42" fmla="*/ 0 w 721"/>
                <a:gd name="T43" fmla="*/ 0 h 116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721"/>
                <a:gd name="T67" fmla="*/ 0 h 1164"/>
                <a:gd name="T68" fmla="*/ 721 w 721"/>
                <a:gd name="T69" fmla="*/ 1164 h 116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721" h="1164">
                  <a:moveTo>
                    <a:pt x="433" y="0"/>
                  </a:moveTo>
                  <a:lnTo>
                    <a:pt x="440" y="73"/>
                  </a:lnTo>
                  <a:lnTo>
                    <a:pt x="721" y="779"/>
                  </a:lnTo>
                  <a:lnTo>
                    <a:pt x="679" y="846"/>
                  </a:lnTo>
                  <a:lnTo>
                    <a:pt x="599" y="878"/>
                  </a:lnTo>
                  <a:lnTo>
                    <a:pt x="373" y="864"/>
                  </a:lnTo>
                  <a:lnTo>
                    <a:pt x="295" y="899"/>
                  </a:lnTo>
                  <a:lnTo>
                    <a:pt x="242" y="1095"/>
                  </a:lnTo>
                  <a:lnTo>
                    <a:pt x="0" y="1164"/>
                  </a:lnTo>
                  <a:lnTo>
                    <a:pt x="11" y="1084"/>
                  </a:lnTo>
                  <a:lnTo>
                    <a:pt x="76" y="1095"/>
                  </a:lnTo>
                  <a:lnTo>
                    <a:pt x="217" y="1065"/>
                  </a:lnTo>
                  <a:lnTo>
                    <a:pt x="265" y="882"/>
                  </a:lnTo>
                  <a:lnTo>
                    <a:pt x="202" y="832"/>
                  </a:lnTo>
                  <a:lnTo>
                    <a:pt x="217" y="814"/>
                  </a:lnTo>
                  <a:lnTo>
                    <a:pt x="362" y="779"/>
                  </a:lnTo>
                  <a:lnTo>
                    <a:pt x="518" y="814"/>
                  </a:lnTo>
                  <a:lnTo>
                    <a:pt x="606" y="802"/>
                  </a:lnTo>
                  <a:lnTo>
                    <a:pt x="679" y="756"/>
                  </a:lnTo>
                  <a:lnTo>
                    <a:pt x="449" y="194"/>
                  </a:lnTo>
                  <a:lnTo>
                    <a:pt x="373" y="97"/>
                  </a:lnTo>
                  <a:lnTo>
                    <a:pt x="43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3" name="Freeform 303"/>
            <p:cNvSpPr>
              <a:spLocks/>
            </p:cNvSpPr>
            <p:nvPr/>
          </p:nvSpPr>
          <p:spPr bwMode="auto">
            <a:xfrm>
              <a:off x="2348" y="1798"/>
              <a:ext cx="42" cy="98"/>
            </a:xfrm>
            <a:custGeom>
              <a:avLst/>
              <a:gdLst>
                <a:gd name="T0" fmla="*/ 0 w 339"/>
                <a:gd name="T1" fmla="*/ 0 h 788"/>
                <a:gd name="T2" fmla="*/ 0 w 339"/>
                <a:gd name="T3" fmla="*/ 0 h 788"/>
                <a:gd name="T4" fmla="*/ 0 w 339"/>
                <a:gd name="T5" fmla="*/ 0 h 788"/>
                <a:gd name="T6" fmla="*/ 0 w 339"/>
                <a:gd name="T7" fmla="*/ 0 h 788"/>
                <a:gd name="T8" fmla="*/ 0 w 339"/>
                <a:gd name="T9" fmla="*/ 0 h 788"/>
                <a:gd name="T10" fmla="*/ 0 w 339"/>
                <a:gd name="T11" fmla="*/ 0 h 788"/>
                <a:gd name="T12" fmla="*/ 0 w 339"/>
                <a:gd name="T13" fmla="*/ 0 h 788"/>
                <a:gd name="T14" fmla="*/ 0 w 339"/>
                <a:gd name="T15" fmla="*/ 0 h 788"/>
                <a:gd name="T16" fmla="*/ 0 w 339"/>
                <a:gd name="T17" fmla="*/ 0 h 788"/>
                <a:gd name="T18" fmla="*/ 0 w 339"/>
                <a:gd name="T19" fmla="*/ 0 h 788"/>
                <a:gd name="T20" fmla="*/ 0 w 339"/>
                <a:gd name="T21" fmla="*/ 0 h 788"/>
                <a:gd name="T22" fmla="*/ 0 w 339"/>
                <a:gd name="T23" fmla="*/ 0 h 788"/>
                <a:gd name="T24" fmla="*/ 0 w 339"/>
                <a:gd name="T25" fmla="*/ 0 h 788"/>
                <a:gd name="T26" fmla="*/ 0 w 339"/>
                <a:gd name="T27" fmla="*/ 0 h 788"/>
                <a:gd name="T28" fmla="*/ 0 w 339"/>
                <a:gd name="T29" fmla="*/ 0 h 78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39"/>
                <a:gd name="T46" fmla="*/ 0 h 788"/>
                <a:gd name="T47" fmla="*/ 339 w 339"/>
                <a:gd name="T48" fmla="*/ 788 h 78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39" h="788">
                  <a:moveTo>
                    <a:pt x="339" y="0"/>
                  </a:moveTo>
                  <a:lnTo>
                    <a:pt x="319" y="120"/>
                  </a:lnTo>
                  <a:lnTo>
                    <a:pt x="288" y="209"/>
                  </a:lnTo>
                  <a:lnTo>
                    <a:pt x="233" y="283"/>
                  </a:lnTo>
                  <a:lnTo>
                    <a:pt x="152" y="382"/>
                  </a:lnTo>
                  <a:lnTo>
                    <a:pt x="97" y="428"/>
                  </a:lnTo>
                  <a:lnTo>
                    <a:pt x="72" y="391"/>
                  </a:lnTo>
                  <a:lnTo>
                    <a:pt x="42" y="583"/>
                  </a:lnTo>
                  <a:lnTo>
                    <a:pt x="0" y="788"/>
                  </a:lnTo>
                  <a:lnTo>
                    <a:pt x="97" y="599"/>
                  </a:lnTo>
                  <a:lnTo>
                    <a:pt x="127" y="463"/>
                  </a:lnTo>
                  <a:lnTo>
                    <a:pt x="266" y="329"/>
                  </a:lnTo>
                  <a:lnTo>
                    <a:pt x="319" y="221"/>
                  </a:lnTo>
                  <a:lnTo>
                    <a:pt x="339" y="101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4" name="Freeform 304"/>
            <p:cNvSpPr>
              <a:spLocks/>
            </p:cNvSpPr>
            <p:nvPr/>
          </p:nvSpPr>
          <p:spPr bwMode="auto">
            <a:xfrm>
              <a:off x="2357" y="1866"/>
              <a:ext cx="27" cy="17"/>
            </a:xfrm>
            <a:custGeom>
              <a:avLst/>
              <a:gdLst>
                <a:gd name="T0" fmla="*/ 0 w 216"/>
                <a:gd name="T1" fmla="*/ 0 h 137"/>
                <a:gd name="T2" fmla="*/ 0 w 216"/>
                <a:gd name="T3" fmla="*/ 0 h 137"/>
                <a:gd name="T4" fmla="*/ 0 w 216"/>
                <a:gd name="T5" fmla="*/ 0 h 137"/>
                <a:gd name="T6" fmla="*/ 0 w 216"/>
                <a:gd name="T7" fmla="*/ 0 h 137"/>
                <a:gd name="T8" fmla="*/ 0 w 216"/>
                <a:gd name="T9" fmla="*/ 0 h 137"/>
                <a:gd name="T10" fmla="*/ 0 w 216"/>
                <a:gd name="T11" fmla="*/ 0 h 1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"/>
                <a:gd name="T19" fmla="*/ 0 h 137"/>
                <a:gd name="T20" fmla="*/ 216 w 216"/>
                <a:gd name="T21" fmla="*/ 137 h 13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" h="137">
                  <a:moveTo>
                    <a:pt x="49" y="0"/>
                  </a:moveTo>
                  <a:lnTo>
                    <a:pt x="216" y="117"/>
                  </a:lnTo>
                  <a:lnTo>
                    <a:pt x="216" y="137"/>
                  </a:lnTo>
                  <a:lnTo>
                    <a:pt x="0" y="61"/>
                  </a:lnTo>
                  <a:lnTo>
                    <a:pt x="0" y="6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5" name="Freeform 305"/>
            <p:cNvSpPr>
              <a:spLocks/>
            </p:cNvSpPr>
            <p:nvPr/>
          </p:nvSpPr>
          <p:spPr bwMode="auto">
            <a:xfrm>
              <a:off x="2365" y="1899"/>
              <a:ext cx="20" cy="17"/>
            </a:xfrm>
            <a:custGeom>
              <a:avLst/>
              <a:gdLst>
                <a:gd name="T0" fmla="*/ 0 w 159"/>
                <a:gd name="T1" fmla="*/ 0 h 136"/>
                <a:gd name="T2" fmla="*/ 0 w 159"/>
                <a:gd name="T3" fmla="*/ 0 h 136"/>
                <a:gd name="T4" fmla="*/ 0 w 159"/>
                <a:gd name="T5" fmla="*/ 0 h 136"/>
                <a:gd name="T6" fmla="*/ 0 w 159"/>
                <a:gd name="T7" fmla="*/ 0 h 136"/>
                <a:gd name="T8" fmla="*/ 0 w 159"/>
                <a:gd name="T9" fmla="*/ 0 h 136"/>
                <a:gd name="T10" fmla="*/ 0 w 159"/>
                <a:gd name="T11" fmla="*/ 0 h 1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9"/>
                <a:gd name="T19" fmla="*/ 0 h 136"/>
                <a:gd name="T20" fmla="*/ 159 w 159"/>
                <a:gd name="T21" fmla="*/ 136 h 1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9" h="136">
                  <a:moveTo>
                    <a:pt x="152" y="0"/>
                  </a:moveTo>
                  <a:lnTo>
                    <a:pt x="0" y="31"/>
                  </a:lnTo>
                  <a:lnTo>
                    <a:pt x="0" y="97"/>
                  </a:lnTo>
                  <a:lnTo>
                    <a:pt x="67" y="136"/>
                  </a:lnTo>
                  <a:lnTo>
                    <a:pt x="159" y="31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6" name="Freeform 306"/>
            <p:cNvSpPr>
              <a:spLocks/>
            </p:cNvSpPr>
            <p:nvPr/>
          </p:nvSpPr>
          <p:spPr bwMode="auto">
            <a:xfrm>
              <a:off x="1964" y="1753"/>
              <a:ext cx="408" cy="235"/>
            </a:xfrm>
            <a:custGeom>
              <a:avLst/>
              <a:gdLst>
                <a:gd name="T0" fmla="*/ 0 w 3264"/>
                <a:gd name="T1" fmla="*/ 0 h 1881"/>
                <a:gd name="T2" fmla="*/ 0 w 3264"/>
                <a:gd name="T3" fmla="*/ 0 h 1881"/>
                <a:gd name="T4" fmla="*/ 0 w 3264"/>
                <a:gd name="T5" fmla="*/ 0 h 1881"/>
                <a:gd name="T6" fmla="*/ 0 w 3264"/>
                <a:gd name="T7" fmla="*/ 0 h 1881"/>
                <a:gd name="T8" fmla="*/ 0 w 3264"/>
                <a:gd name="T9" fmla="*/ 0 h 1881"/>
                <a:gd name="T10" fmla="*/ 0 w 3264"/>
                <a:gd name="T11" fmla="*/ 0 h 1881"/>
                <a:gd name="T12" fmla="*/ 0 w 3264"/>
                <a:gd name="T13" fmla="*/ 0 h 1881"/>
                <a:gd name="T14" fmla="*/ 0 w 3264"/>
                <a:gd name="T15" fmla="*/ 0 h 1881"/>
                <a:gd name="T16" fmla="*/ 0 w 3264"/>
                <a:gd name="T17" fmla="*/ 0 h 1881"/>
                <a:gd name="T18" fmla="*/ 0 w 3264"/>
                <a:gd name="T19" fmla="*/ 0 h 1881"/>
                <a:gd name="T20" fmla="*/ 0 w 3264"/>
                <a:gd name="T21" fmla="*/ 0 h 1881"/>
                <a:gd name="T22" fmla="*/ 0 w 3264"/>
                <a:gd name="T23" fmla="*/ 0 h 1881"/>
                <a:gd name="T24" fmla="*/ 0 w 3264"/>
                <a:gd name="T25" fmla="*/ 0 h 1881"/>
                <a:gd name="T26" fmla="*/ 0 w 3264"/>
                <a:gd name="T27" fmla="*/ 0 h 1881"/>
                <a:gd name="T28" fmla="*/ 0 w 3264"/>
                <a:gd name="T29" fmla="*/ 0 h 1881"/>
                <a:gd name="T30" fmla="*/ 0 w 3264"/>
                <a:gd name="T31" fmla="*/ 0 h 1881"/>
                <a:gd name="T32" fmla="*/ 0 w 3264"/>
                <a:gd name="T33" fmla="*/ 0 h 1881"/>
                <a:gd name="T34" fmla="*/ 0 w 3264"/>
                <a:gd name="T35" fmla="*/ 0 h 1881"/>
                <a:gd name="T36" fmla="*/ 0 w 3264"/>
                <a:gd name="T37" fmla="*/ 0 h 1881"/>
                <a:gd name="T38" fmla="*/ 0 w 3264"/>
                <a:gd name="T39" fmla="*/ 0 h 1881"/>
                <a:gd name="T40" fmla="*/ 0 w 3264"/>
                <a:gd name="T41" fmla="*/ 0 h 1881"/>
                <a:gd name="T42" fmla="*/ 0 w 3264"/>
                <a:gd name="T43" fmla="*/ 0 h 1881"/>
                <a:gd name="T44" fmla="*/ 0 w 3264"/>
                <a:gd name="T45" fmla="*/ 0 h 1881"/>
                <a:gd name="T46" fmla="*/ 0 w 3264"/>
                <a:gd name="T47" fmla="*/ 0 h 1881"/>
                <a:gd name="T48" fmla="*/ 0 w 3264"/>
                <a:gd name="T49" fmla="*/ 0 h 1881"/>
                <a:gd name="T50" fmla="*/ 0 w 3264"/>
                <a:gd name="T51" fmla="*/ 0 h 1881"/>
                <a:gd name="T52" fmla="*/ 0 w 3264"/>
                <a:gd name="T53" fmla="*/ 0 h 1881"/>
                <a:gd name="T54" fmla="*/ 0 w 3264"/>
                <a:gd name="T55" fmla="*/ 0 h 1881"/>
                <a:gd name="T56" fmla="*/ 0 w 3264"/>
                <a:gd name="T57" fmla="*/ 0 h 1881"/>
                <a:gd name="T58" fmla="*/ 0 w 3264"/>
                <a:gd name="T59" fmla="*/ 0 h 1881"/>
                <a:gd name="T60" fmla="*/ 0 w 3264"/>
                <a:gd name="T61" fmla="*/ 0 h 1881"/>
                <a:gd name="T62" fmla="*/ 0 w 3264"/>
                <a:gd name="T63" fmla="*/ 0 h 188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264"/>
                <a:gd name="T97" fmla="*/ 0 h 1881"/>
                <a:gd name="T98" fmla="*/ 3264 w 3264"/>
                <a:gd name="T99" fmla="*/ 1881 h 188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264" h="1881">
                  <a:moveTo>
                    <a:pt x="3264" y="1419"/>
                  </a:moveTo>
                  <a:lnTo>
                    <a:pt x="3264" y="1489"/>
                  </a:lnTo>
                  <a:lnTo>
                    <a:pt x="3204" y="1586"/>
                  </a:lnTo>
                  <a:lnTo>
                    <a:pt x="3082" y="1626"/>
                  </a:lnTo>
                  <a:lnTo>
                    <a:pt x="2943" y="1617"/>
                  </a:lnTo>
                  <a:lnTo>
                    <a:pt x="2679" y="1593"/>
                  </a:lnTo>
                  <a:lnTo>
                    <a:pt x="2515" y="1617"/>
                  </a:lnTo>
                  <a:lnTo>
                    <a:pt x="2400" y="1687"/>
                  </a:lnTo>
                  <a:lnTo>
                    <a:pt x="2646" y="1881"/>
                  </a:lnTo>
                  <a:lnTo>
                    <a:pt x="2086" y="1531"/>
                  </a:lnTo>
                  <a:lnTo>
                    <a:pt x="1563" y="1226"/>
                  </a:lnTo>
                  <a:lnTo>
                    <a:pt x="1058" y="920"/>
                  </a:lnTo>
                  <a:lnTo>
                    <a:pt x="602" y="775"/>
                  </a:lnTo>
                  <a:lnTo>
                    <a:pt x="390" y="718"/>
                  </a:lnTo>
                  <a:lnTo>
                    <a:pt x="752" y="800"/>
                  </a:lnTo>
                  <a:lnTo>
                    <a:pt x="1183" y="920"/>
                  </a:lnTo>
                  <a:lnTo>
                    <a:pt x="1533" y="1139"/>
                  </a:lnTo>
                  <a:lnTo>
                    <a:pt x="1381" y="839"/>
                  </a:lnTo>
                  <a:lnTo>
                    <a:pt x="1067" y="593"/>
                  </a:lnTo>
                  <a:lnTo>
                    <a:pt x="655" y="410"/>
                  </a:lnTo>
                  <a:lnTo>
                    <a:pt x="231" y="316"/>
                  </a:lnTo>
                  <a:lnTo>
                    <a:pt x="0" y="551"/>
                  </a:lnTo>
                  <a:lnTo>
                    <a:pt x="196" y="270"/>
                  </a:lnTo>
                  <a:lnTo>
                    <a:pt x="602" y="351"/>
                  </a:lnTo>
                  <a:lnTo>
                    <a:pt x="1026" y="496"/>
                  </a:lnTo>
                  <a:lnTo>
                    <a:pt x="1446" y="751"/>
                  </a:lnTo>
                  <a:lnTo>
                    <a:pt x="1734" y="1012"/>
                  </a:lnTo>
                  <a:lnTo>
                    <a:pt x="1957" y="1270"/>
                  </a:lnTo>
                  <a:lnTo>
                    <a:pt x="1673" y="775"/>
                  </a:lnTo>
                  <a:lnTo>
                    <a:pt x="1914" y="1067"/>
                  </a:lnTo>
                  <a:lnTo>
                    <a:pt x="1914" y="839"/>
                  </a:lnTo>
                  <a:lnTo>
                    <a:pt x="1807" y="661"/>
                  </a:lnTo>
                  <a:lnTo>
                    <a:pt x="1807" y="551"/>
                  </a:lnTo>
                  <a:lnTo>
                    <a:pt x="1673" y="399"/>
                  </a:lnTo>
                  <a:lnTo>
                    <a:pt x="1600" y="242"/>
                  </a:lnTo>
                  <a:lnTo>
                    <a:pt x="1543" y="53"/>
                  </a:lnTo>
                  <a:lnTo>
                    <a:pt x="1591" y="0"/>
                  </a:lnTo>
                  <a:lnTo>
                    <a:pt x="1607" y="138"/>
                  </a:lnTo>
                  <a:lnTo>
                    <a:pt x="1683" y="316"/>
                  </a:lnTo>
                  <a:lnTo>
                    <a:pt x="1778" y="424"/>
                  </a:lnTo>
                  <a:lnTo>
                    <a:pt x="1866" y="535"/>
                  </a:lnTo>
                  <a:lnTo>
                    <a:pt x="1914" y="558"/>
                  </a:lnTo>
                  <a:lnTo>
                    <a:pt x="1987" y="551"/>
                  </a:lnTo>
                  <a:lnTo>
                    <a:pt x="2066" y="480"/>
                  </a:lnTo>
                  <a:lnTo>
                    <a:pt x="2086" y="602"/>
                  </a:lnTo>
                  <a:lnTo>
                    <a:pt x="2061" y="718"/>
                  </a:lnTo>
                  <a:lnTo>
                    <a:pt x="2013" y="782"/>
                  </a:lnTo>
                  <a:lnTo>
                    <a:pt x="1965" y="800"/>
                  </a:lnTo>
                  <a:lnTo>
                    <a:pt x="2031" y="984"/>
                  </a:lnTo>
                  <a:lnTo>
                    <a:pt x="2086" y="1160"/>
                  </a:lnTo>
                  <a:lnTo>
                    <a:pt x="2255" y="1067"/>
                  </a:lnTo>
                  <a:lnTo>
                    <a:pt x="2156" y="839"/>
                  </a:lnTo>
                  <a:lnTo>
                    <a:pt x="2280" y="1035"/>
                  </a:lnTo>
                  <a:lnTo>
                    <a:pt x="2365" y="1052"/>
                  </a:lnTo>
                  <a:lnTo>
                    <a:pt x="2495" y="1052"/>
                  </a:lnTo>
                  <a:lnTo>
                    <a:pt x="2635" y="1234"/>
                  </a:lnTo>
                  <a:lnTo>
                    <a:pt x="2741" y="1300"/>
                  </a:lnTo>
                  <a:lnTo>
                    <a:pt x="2852" y="1277"/>
                  </a:lnTo>
                  <a:lnTo>
                    <a:pt x="3068" y="1173"/>
                  </a:lnTo>
                  <a:lnTo>
                    <a:pt x="3082" y="1347"/>
                  </a:lnTo>
                  <a:lnTo>
                    <a:pt x="3140" y="1507"/>
                  </a:lnTo>
                  <a:lnTo>
                    <a:pt x="3204" y="1507"/>
                  </a:lnTo>
                  <a:lnTo>
                    <a:pt x="3248" y="1467"/>
                  </a:lnTo>
                  <a:lnTo>
                    <a:pt x="3264" y="14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7" name="Freeform 307"/>
            <p:cNvSpPr>
              <a:spLocks/>
            </p:cNvSpPr>
            <p:nvPr/>
          </p:nvSpPr>
          <p:spPr bwMode="auto">
            <a:xfrm>
              <a:off x="2006" y="1461"/>
              <a:ext cx="427" cy="330"/>
            </a:xfrm>
            <a:custGeom>
              <a:avLst/>
              <a:gdLst>
                <a:gd name="T0" fmla="*/ 0 w 3415"/>
                <a:gd name="T1" fmla="*/ 0 h 2637"/>
                <a:gd name="T2" fmla="*/ 0 w 3415"/>
                <a:gd name="T3" fmla="*/ 0 h 2637"/>
                <a:gd name="T4" fmla="*/ 0 w 3415"/>
                <a:gd name="T5" fmla="*/ 0 h 2637"/>
                <a:gd name="T6" fmla="*/ 0 w 3415"/>
                <a:gd name="T7" fmla="*/ 0 h 2637"/>
                <a:gd name="T8" fmla="*/ 0 w 3415"/>
                <a:gd name="T9" fmla="*/ 0 h 2637"/>
                <a:gd name="T10" fmla="*/ 0 w 3415"/>
                <a:gd name="T11" fmla="*/ 0 h 2637"/>
                <a:gd name="T12" fmla="*/ 0 w 3415"/>
                <a:gd name="T13" fmla="*/ 0 h 2637"/>
                <a:gd name="T14" fmla="*/ 0 w 3415"/>
                <a:gd name="T15" fmla="*/ 0 h 2637"/>
                <a:gd name="T16" fmla="*/ 0 w 3415"/>
                <a:gd name="T17" fmla="*/ 0 h 2637"/>
                <a:gd name="T18" fmla="*/ 0 w 3415"/>
                <a:gd name="T19" fmla="*/ 0 h 2637"/>
                <a:gd name="T20" fmla="*/ 0 w 3415"/>
                <a:gd name="T21" fmla="*/ 0 h 2637"/>
                <a:gd name="T22" fmla="*/ 0 w 3415"/>
                <a:gd name="T23" fmla="*/ 0 h 2637"/>
                <a:gd name="T24" fmla="*/ 0 w 3415"/>
                <a:gd name="T25" fmla="*/ 0 h 2637"/>
                <a:gd name="T26" fmla="*/ 0 w 3415"/>
                <a:gd name="T27" fmla="*/ 0 h 2637"/>
                <a:gd name="T28" fmla="*/ 0 w 3415"/>
                <a:gd name="T29" fmla="*/ 0 h 2637"/>
                <a:gd name="T30" fmla="*/ 0 w 3415"/>
                <a:gd name="T31" fmla="*/ 0 h 2637"/>
                <a:gd name="T32" fmla="*/ 0 w 3415"/>
                <a:gd name="T33" fmla="*/ 0 h 2637"/>
                <a:gd name="T34" fmla="*/ 0 w 3415"/>
                <a:gd name="T35" fmla="*/ 0 h 2637"/>
                <a:gd name="T36" fmla="*/ 0 w 3415"/>
                <a:gd name="T37" fmla="*/ 0 h 2637"/>
                <a:gd name="T38" fmla="*/ 0 w 3415"/>
                <a:gd name="T39" fmla="*/ 0 h 2637"/>
                <a:gd name="T40" fmla="*/ 0 w 3415"/>
                <a:gd name="T41" fmla="*/ 0 h 2637"/>
                <a:gd name="T42" fmla="*/ 0 w 3415"/>
                <a:gd name="T43" fmla="*/ 0 h 2637"/>
                <a:gd name="T44" fmla="*/ 0 w 3415"/>
                <a:gd name="T45" fmla="*/ 0 h 2637"/>
                <a:gd name="T46" fmla="*/ 0 w 3415"/>
                <a:gd name="T47" fmla="*/ 0 h 2637"/>
                <a:gd name="T48" fmla="*/ 0 w 3415"/>
                <a:gd name="T49" fmla="*/ 0 h 2637"/>
                <a:gd name="T50" fmla="*/ 0 w 3415"/>
                <a:gd name="T51" fmla="*/ 0 h 2637"/>
                <a:gd name="T52" fmla="*/ 0 w 3415"/>
                <a:gd name="T53" fmla="*/ 0 h 2637"/>
                <a:gd name="T54" fmla="*/ 0 w 3415"/>
                <a:gd name="T55" fmla="*/ 0 h 2637"/>
                <a:gd name="T56" fmla="*/ 0 w 3415"/>
                <a:gd name="T57" fmla="*/ 0 h 2637"/>
                <a:gd name="T58" fmla="*/ 0 w 3415"/>
                <a:gd name="T59" fmla="*/ 0 h 2637"/>
                <a:gd name="T60" fmla="*/ 0 w 3415"/>
                <a:gd name="T61" fmla="*/ 0 h 2637"/>
                <a:gd name="T62" fmla="*/ 0 w 3415"/>
                <a:gd name="T63" fmla="*/ 0 h 2637"/>
                <a:gd name="T64" fmla="*/ 0 w 3415"/>
                <a:gd name="T65" fmla="*/ 0 h 2637"/>
                <a:gd name="T66" fmla="*/ 0 w 3415"/>
                <a:gd name="T67" fmla="*/ 0 h 2637"/>
                <a:gd name="T68" fmla="*/ 0 w 3415"/>
                <a:gd name="T69" fmla="*/ 0 h 2637"/>
                <a:gd name="T70" fmla="*/ 0 w 3415"/>
                <a:gd name="T71" fmla="*/ 0 h 2637"/>
                <a:gd name="T72" fmla="*/ 0 w 3415"/>
                <a:gd name="T73" fmla="*/ 0 h 263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3415"/>
                <a:gd name="T112" fmla="*/ 0 h 2637"/>
                <a:gd name="T113" fmla="*/ 3415 w 3415"/>
                <a:gd name="T114" fmla="*/ 2637 h 263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3415" h="2637">
                  <a:moveTo>
                    <a:pt x="3195" y="1078"/>
                  </a:moveTo>
                  <a:lnTo>
                    <a:pt x="3340" y="1037"/>
                  </a:lnTo>
                  <a:lnTo>
                    <a:pt x="3415" y="882"/>
                  </a:lnTo>
                  <a:lnTo>
                    <a:pt x="3380" y="721"/>
                  </a:lnTo>
                  <a:lnTo>
                    <a:pt x="3198" y="547"/>
                  </a:lnTo>
                  <a:lnTo>
                    <a:pt x="3009" y="477"/>
                  </a:lnTo>
                  <a:lnTo>
                    <a:pt x="2778" y="299"/>
                  </a:lnTo>
                  <a:lnTo>
                    <a:pt x="2418" y="119"/>
                  </a:lnTo>
                  <a:lnTo>
                    <a:pt x="1996" y="0"/>
                  </a:lnTo>
                  <a:lnTo>
                    <a:pt x="1457" y="46"/>
                  </a:lnTo>
                  <a:lnTo>
                    <a:pt x="1033" y="167"/>
                  </a:lnTo>
                  <a:lnTo>
                    <a:pt x="798" y="279"/>
                  </a:lnTo>
                  <a:lnTo>
                    <a:pt x="514" y="444"/>
                  </a:lnTo>
                  <a:lnTo>
                    <a:pt x="145" y="1078"/>
                  </a:lnTo>
                  <a:lnTo>
                    <a:pt x="81" y="1490"/>
                  </a:lnTo>
                  <a:lnTo>
                    <a:pt x="145" y="1963"/>
                  </a:lnTo>
                  <a:lnTo>
                    <a:pt x="90" y="2228"/>
                  </a:lnTo>
                  <a:lnTo>
                    <a:pt x="0" y="2637"/>
                  </a:lnTo>
                  <a:lnTo>
                    <a:pt x="97" y="2439"/>
                  </a:lnTo>
                  <a:lnTo>
                    <a:pt x="288" y="2415"/>
                  </a:lnTo>
                  <a:lnTo>
                    <a:pt x="479" y="1756"/>
                  </a:lnTo>
                  <a:lnTo>
                    <a:pt x="212" y="2101"/>
                  </a:lnTo>
                  <a:lnTo>
                    <a:pt x="127" y="1426"/>
                  </a:lnTo>
                  <a:lnTo>
                    <a:pt x="196" y="1068"/>
                  </a:lnTo>
                  <a:lnTo>
                    <a:pt x="535" y="497"/>
                  </a:lnTo>
                  <a:lnTo>
                    <a:pt x="873" y="255"/>
                  </a:lnTo>
                  <a:lnTo>
                    <a:pt x="1395" y="75"/>
                  </a:lnTo>
                  <a:lnTo>
                    <a:pt x="1923" y="52"/>
                  </a:lnTo>
                  <a:lnTo>
                    <a:pt x="2503" y="218"/>
                  </a:lnTo>
                  <a:lnTo>
                    <a:pt x="2863" y="419"/>
                  </a:lnTo>
                  <a:lnTo>
                    <a:pt x="3024" y="547"/>
                  </a:lnTo>
                  <a:lnTo>
                    <a:pt x="3226" y="617"/>
                  </a:lnTo>
                  <a:lnTo>
                    <a:pt x="3352" y="753"/>
                  </a:lnTo>
                  <a:lnTo>
                    <a:pt x="3358" y="882"/>
                  </a:lnTo>
                  <a:lnTo>
                    <a:pt x="3306" y="949"/>
                  </a:lnTo>
                  <a:lnTo>
                    <a:pt x="3151" y="1037"/>
                  </a:lnTo>
                  <a:lnTo>
                    <a:pt x="3195" y="10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8" name="Freeform 308"/>
            <p:cNvSpPr>
              <a:spLocks/>
            </p:cNvSpPr>
            <p:nvPr/>
          </p:nvSpPr>
          <p:spPr bwMode="auto">
            <a:xfrm>
              <a:off x="2024" y="1483"/>
              <a:ext cx="397" cy="334"/>
            </a:xfrm>
            <a:custGeom>
              <a:avLst/>
              <a:gdLst>
                <a:gd name="T0" fmla="*/ 0 w 3177"/>
                <a:gd name="T1" fmla="*/ 0 h 2674"/>
                <a:gd name="T2" fmla="*/ 0 w 3177"/>
                <a:gd name="T3" fmla="*/ 0 h 2674"/>
                <a:gd name="T4" fmla="*/ 0 w 3177"/>
                <a:gd name="T5" fmla="*/ 0 h 2674"/>
                <a:gd name="T6" fmla="*/ 0 w 3177"/>
                <a:gd name="T7" fmla="*/ 0 h 2674"/>
                <a:gd name="T8" fmla="*/ 0 w 3177"/>
                <a:gd name="T9" fmla="*/ 0 h 2674"/>
                <a:gd name="T10" fmla="*/ 0 w 3177"/>
                <a:gd name="T11" fmla="*/ 0 h 2674"/>
                <a:gd name="T12" fmla="*/ 0 w 3177"/>
                <a:gd name="T13" fmla="*/ 0 h 2674"/>
                <a:gd name="T14" fmla="*/ 0 w 3177"/>
                <a:gd name="T15" fmla="*/ 0 h 2674"/>
                <a:gd name="T16" fmla="*/ 0 w 3177"/>
                <a:gd name="T17" fmla="*/ 0 h 2674"/>
                <a:gd name="T18" fmla="*/ 0 w 3177"/>
                <a:gd name="T19" fmla="*/ 0 h 2674"/>
                <a:gd name="T20" fmla="*/ 0 w 3177"/>
                <a:gd name="T21" fmla="*/ 0 h 2674"/>
                <a:gd name="T22" fmla="*/ 0 w 3177"/>
                <a:gd name="T23" fmla="*/ 0 h 2674"/>
                <a:gd name="T24" fmla="*/ 0 w 3177"/>
                <a:gd name="T25" fmla="*/ 0 h 2674"/>
                <a:gd name="T26" fmla="*/ 0 w 3177"/>
                <a:gd name="T27" fmla="*/ 0 h 2674"/>
                <a:gd name="T28" fmla="*/ 0 w 3177"/>
                <a:gd name="T29" fmla="*/ 0 h 2674"/>
                <a:gd name="T30" fmla="*/ 0 w 3177"/>
                <a:gd name="T31" fmla="*/ 0 h 2674"/>
                <a:gd name="T32" fmla="*/ 0 w 3177"/>
                <a:gd name="T33" fmla="*/ 0 h 2674"/>
                <a:gd name="T34" fmla="*/ 0 w 3177"/>
                <a:gd name="T35" fmla="*/ 0 h 2674"/>
                <a:gd name="T36" fmla="*/ 0 w 3177"/>
                <a:gd name="T37" fmla="*/ 0 h 2674"/>
                <a:gd name="T38" fmla="*/ 0 w 3177"/>
                <a:gd name="T39" fmla="*/ 0 h 2674"/>
                <a:gd name="T40" fmla="*/ 0 w 3177"/>
                <a:gd name="T41" fmla="*/ 0 h 2674"/>
                <a:gd name="T42" fmla="*/ 0 w 3177"/>
                <a:gd name="T43" fmla="*/ 0 h 2674"/>
                <a:gd name="T44" fmla="*/ 0 w 3177"/>
                <a:gd name="T45" fmla="*/ 0 h 2674"/>
                <a:gd name="T46" fmla="*/ 0 w 3177"/>
                <a:gd name="T47" fmla="*/ 0 h 2674"/>
                <a:gd name="T48" fmla="*/ 0 w 3177"/>
                <a:gd name="T49" fmla="*/ 0 h 2674"/>
                <a:gd name="T50" fmla="*/ 0 w 3177"/>
                <a:gd name="T51" fmla="*/ 0 h 2674"/>
                <a:gd name="T52" fmla="*/ 0 w 3177"/>
                <a:gd name="T53" fmla="*/ 0 h 2674"/>
                <a:gd name="T54" fmla="*/ 0 w 3177"/>
                <a:gd name="T55" fmla="*/ 0 h 2674"/>
                <a:gd name="T56" fmla="*/ 0 w 3177"/>
                <a:gd name="T57" fmla="*/ 0 h 2674"/>
                <a:gd name="T58" fmla="*/ 0 w 3177"/>
                <a:gd name="T59" fmla="*/ 0 h 2674"/>
                <a:gd name="T60" fmla="*/ 0 w 3177"/>
                <a:gd name="T61" fmla="*/ 0 h 2674"/>
                <a:gd name="T62" fmla="*/ 0 w 3177"/>
                <a:gd name="T63" fmla="*/ 0 h 2674"/>
                <a:gd name="T64" fmla="*/ 0 w 3177"/>
                <a:gd name="T65" fmla="*/ 0 h 2674"/>
                <a:gd name="T66" fmla="*/ 0 w 3177"/>
                <a:gd name="T67" fmla="*/ 0 h 2674"/>
                <a:gd name="T68" fmla="*/ 0 w 3177"/>
                <a:gd name="T69" fmla="*/ 0 h 2674"/>
                <a:gd name="T70" fmla="*/ 0 w 3177"/>
                <a:gd name="T71" fmla="*/ 0 h 2674"/>
                <a:gd name="T72" fmla="*/ 0 w 3177"/>
                <a:gd name="T73" fmla="*/ 0 h 2674"/>
                <a:gd name="T74" fmla="*/ 0 w 3177"/>
                <a:gd name="T75" fmla="*/ 0 h 2674"/>
                <a:gd name="T76" fmla="*/ 0 w 3177"/>
                <a:gd name="T77" fmla="*/ 0 h 2674"/>
                <a:gd name="T78" fmla="*/ 0 w 3177"/>
                <a:gd name="T79" fmla="*/ 0 h 2674"/>
                <a:gd name="T80" fmla="*/ 0 w 3177"/>
                <a:gd name="T81" fmla="*/ 0 h 2674"/>
                <a:gd name="T82" fmla="*/ 0 w 3177"/>
                <a:gd name="T83" fmla="*/ 0 h 2674"/>
                <a:gd name="T84" fmla="*/ 0 w 3177"/>
                <a:gd name="T85" fmla="*/ 0 h 2674"/>
                <a:gd name="T86" fmla="*/ 0 w 3177"/>
                <a:gd name="T87" fmla="*/ 0 h 267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177"/>
                <a:gd name="T133" fmla="*/ 0 h 2674"/>
                <a:gd name="T134" fmla="*/ 3177 w 3177"/>
                <a:gd name="T135" fmla="*/ 2674 h 267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177" h="2674">
                  <a:moveTo>
                    <a:pt x="3039" y="881"/>
                  </a:moveTo>
                  <a:lnTo>
                    <a:pt x="3177" y="784"/>
                  </a:lnTo>
                  <a:lnTo>
                    <a:pt x="3172" y="664"/>
                  </a:lnTo>
                  <a:lnTo>
                    <a:pt x="3039" y="494"/>
                  </a:lnTo>
                  <a:lnTo>
                    <a:pt x="3011" y="565"/>
                  </a:lnTo>
                  <a:lnTo>
                    <a:pt x="2886" y="472"/>
                  </a:lnTo>
                  <a:lnTo>
                    <a:pt x="2421" y="420"/>
                  </a:lnTo>
                  <a:lnTo>
                    <a:pt x="2220" y="420"/>
                  </a:lnTo>
                  <a:lnTo>
                    <a:pt x="2567" y="355"/>
                  </a:lnTo>
                  <a:lnTo>
                    <a:pt x="2580" y="296"/>
                  </a:lnTo>
                  <a:lnTo>
                    <a:pt x="2255" y="136"/>
                  </a:lnTo>
                  <a:lnTo>
                    <a:pt x="1840" y="0"/>
                  </a:lnTo>
                  <a:lnTo>
                    <a:pt x="1312" y="7"/>
                  </a:lnTo>
                  <a:lnTo>
                    <a:pt x="826" y="166"/>
                  </a:lnTo>
                  <a:lnTo>
                    <a:pt x="510" y="408"/>
                  </a:lnTo>
                  <a:lnTo>
                    <a:pt x="309" y="733"/>
                  </a:lnTo>
                  <a:lnTo>
                    <a:pt x="233" y="975"/>
                  </a:lnTo>
                  <a:lnTo>
                    <a:pt x="233" y="1230"/>
                  </a:lnTo>
                  <a:lnTo>
                    <a:pt x="279" y="1464"/>
                  </a:lnTo>
                  <a:lnTo>
                    <a:pt x="279" y="1658"/>
                  </a:lnTo>
                  <a:lnTo>
                    <a:pt x="0" y="2257"/>
                  </a:lnTo>
                  <a:lnTo>
                    <a:pt x="275" y="2271"/>
                  </a:lnTo>
                  <a:lnTo>
                    <a:pt x="528" y="2456"/>
                  </a:lnTo>
                  <a:lnTo>
                    <a:pt x="756" y="2674"/>
                  </a:lnTo>
                  <a:lnTo>
                    <a:pt x="877" y="2557"/>
                  </a:lnTo>
                  <a:lnTo>
                    <a:pt x="952" y="2364"/>
                  </a:lnTo>
                  <a:lnTo>
                    <a:pt x="1123" y="2225"/>
                  </a:lnTo>
                  <a:lnTo>
                    <a:pt x="1114" y="1980"/>
                  </a:lnTo>
                  <a:lnTo>
                    <a:pt x="1183" y="1769"/>
                  </a:lnTo>
                  <a:lnTo>
                    <a:pt x="1319" y="1694"/>
                  </a:lnTo>
                  <a:lnTo>
                    <a:pt x="1437" y="1709"/>
                  </a:lnTo>
                  <a:lnTo>
                    <a:pt x="1497" y="1780"/>
                  </a:lnTo>
                  <a:lnTo>
                    <a:pt x="1554" y="1914"/>
                  </a:lnTo>
                  <a:lnTo>
                    <a:pt x="1875" y="2034"/>
                  </a:lnTo>
                  <a:lnTo>
                    <a:pt x="2009" y="1780"/>
                  </a:lnTo>
                  <a:lnTo>
                    <a:pt x="2525" y="1549"/>
                  </a:lnTo>
                  <a:lnTo>
                    <a:pt x="2516" y="1367"/>
                  </a:lnTo>
                  <a:lnTo>
                    <a:pt x="2421" y="1230"/>
                  </a:lnTo>
                  <a:lnTo>
                    <a:pt x="2490" y="1167"/>
                  </a:lnTo>
                  <a:lnTo>
                    <a:pt x="2455" y="832"/>
                  </a:lnTo>
                  <a:lnTo>
                    <a:pt x="2615" y="814"/>
                  </a:lnTo>
                  <a:lnTo>
                    <a:pt x="2824" y="832"/>
                  </a:lnTo>
                  <a:lnTo>
                    <a:pt x="3006" y="870"/>
                  </a:lnTo>
                  <a:lnTo>
                    <a:pt x="3039" y="8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9" name="Freeform 309"/>
            <p:cNvSpPr>
              <a:spLocks/>
            </p:cNvSpPr>
            <p:nvPr/>
          </p:nvSpPr>
          <p:spPr bwMode="auto">
            <a:xfrm>
              <a:off x="2343" y="1652"/>
              <a:ext cx="14" cy="76"/>
            </a:xfrm>
            <a:custGeom>
              <a:avLst/>
              <a:gdLst>
                <a:gd name="T0" fmla="*/ 0 w 111"/>
                <a:gd name="T1" fmla="*/ 0 h 609"/>
                <a:gd name="T2" fmla="*/ 0 w 111"/>
                <a:gd name="T3" fmla="*/ 0 h 609"/>
                <a:gd name="T4" fmla="*/ 0 w 111"/>
                <a:gd name="T5" fmla="*/ 0 h 609"/>
                <a:gd name="T6" fmla="*/ 0 w 111"/>
                <a:gd name="T7" fmla="*/ 0 h 609"/>
                <a:gd name="T8" fmla="*/ 0 w 111"/>
                <a:gd name="T9" fmla="*/ 0 h 609"/>
                <a:gd name="T10" fmla="*/ 0 w 111"/>
                <a:gd name="T11" fmla="*/ 0 h 609"/>
                <a:gd name="T12" fmla="*/ 0 w 111"/>
                <a:gd name="T13" fmla="*/ 0 h 6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1"/>
                <a:gd name="T22" fmla="*/ 0 h 609"/>
                <a:gd name="T23" fmla="*/ 111 w 111"/>
                <a:gd name="T24" fmla="*/ 609 h 60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1" h="609">
                  <a:moveTo>
                    <a:pt x="53" y="609"/>
                  </a:moveTo>
                  <a:lnTo>
                    <a:pt x="0" y="459"/>
                  </a:lnTo>
                  <a:lnTo>
                    <a:pt x="39" y="307"/>
                  </a:lnTo>
                  <a:lnTo>
                    <a:pt x="0" y="0"/>
                  </a:lnTo>
                  <a:lnTo>
                    <a:pt x="111" y="466"/>
                  </a:lnTo>
                  <a:lnTo>
                    <a:pt x="105" y="563"/>
                  </a:lnTo>
                  <a:lnTo>
                    <a:pt x="53" y="60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0" name="Freeform 310"/>
            <p:cNvSpPr>
              <a:spLocks/>
            </p:cNvSpPr>
            <p:nvPr/>
          </p:nvSpPr>
          <p:spPr bwMode="auto">
            <a:xfrm>
              <a:off x="2177" y="1715"/>
              <a:ext cx="43" cy="82"/>
            </a:xfrm>
            <a:custGeom>
              <a:avLst/>
              <a:gdLst>
                <a:gd name="T0" fmla="*/ 0 w 343"/>
                <a:gd name="T1" fmla="*/ 0 h 655"/>
                <a:gd name="T2" fmla="*/ 0 w 343"/>
                <a:gd name="T3" fmla="*/ 0 h 655"/>
                <a:gd name="T4" fmla="*/ 0 w 343"/>
                <a:gd name="T5" fmla="*/ 0 h 655"/>
                <a:gd name="T6" fmla="*/ 0 w 343"/>
                <a:gd name="T7" fmla="*/ 0 h 655"/>
                <a:gd name="T8" fmla="*/ 0 w 343"/>
                <a:gd name="T9" fmla="*/ 0 h 655"/>
                <a:gd name="T10" fmla="*/ 0 w 343"/>
                <a:gd name="T11" fmla="*/ 0 h 655"/>
                <a:gd name="T12" fmla="*/ 0 w 343"/>
                <a:gd name="T13" fmla="*/ 0 h 655"/>
                <a:gd name="T14" fmla="*/ 0 w 343"/>
                <a:gd name="T15" fmla="*/ 0 h 655"/>
                <a:gd name="T16" fmla="*/ 0 w 343"/>
                <a:gd name="T17" fmla="*/ 0 h 655"/>
                <a:gd name="T18" fmla="*/ 0 w 343"/>
                <a:gd name="T19" fmla="*/ 0 h 655"/>
                <a:gd name="T20" fmla="*/ 0 w 343"/>
                <a:gd name="T21" fmla="*/ 0 h 655"/>
                <a:gd name="T22" fmla="*/ 0 w 343"/>
                <a:gd name="T23" fmla="*/ 0 h 655"/>
                <a:gd name="T24" fmla="*/ 0 w 343"/>
                <a:gd name="T25" fmla="*/ 0 h 655"/>
                <a:gd name="T26" fmla="*/ 0 w 343"/>
                <a:gd name="T27" fmla="*/ 0 h 655"/>
                <a:gd name="T28" fmla="*/ 0 w 343"/>
                <a:gd name="T29" fmla="*/ 0 h 655"/>
                <a:gd name="T30" fmla="*/ 0 w 343"/>
                <a:gd name="T31" fmla="*/ 0 h 655"/>
                <a:gd name="T32" fmla="*/ 0 w 343"/>
                <a:gd name="T33" fmla="*/ 0 h 655"/>
                <a:gd name="T34" fmla="*/ 0 w 343"/>
                <a:gd name="T35" fmla="*/ 0 h 655"/>
                <a:gd name="T36" fmla="*/ 0 w 343"/>
                <a:gd name="T37" fmla="*/ 0 h 655"/>
                <a:gd name="T38" fmla="*/ 0 w 343"/>
                <a:gd name="T39" fmla="*/ 0 h 655"/>
                <a:gd name="T40" fmla="*/ 0 w 343"/>
                <a:gd name="T41" fmla="*/ 0 h 655"/>
                <a:gd name="T42" fmla="*/ 0 w 343"/>
                <a:gd name="T43" fmla="*/ 0 h 655"/>
                <a:gd name="T44" fmla="*/ 0 w 343"/>
                <a:gd name="T45" fmla="*/ 0 h 655"/>
                <a:gd name="T46" fmla="*/ 0 w 343"/>
                <a:gd name="T47" fmla="*/ 0 h 65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43"/>
                <a:gd name="T73" fmla="*/ 0 h 655"/>
                <a:gd name="T74" fmla="*/ 343 w 343"/>
                <a:gd name="T75" fmla="*/ 655 h 655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43" h="655">
                  <a:moveTo>
                    <a:pt x="266" y="172"/>
                  </a:moveTo>
                  <a:lnTo>
                    <a:pt x="343" y="60"/>
                  </a:lnTo>
                  <a:lnTo>
                    <a:pt x="275" y="0"/>
                  </a:lnTo>
                  <a:lnTo>
                    <a:pt x="132" y="0"/>
                  </a:lnTo>
                  <a:lnTo>
                    <a:pt x="28" y="113"/>
                  </a:lnTo>
                  <a:lnTo>
                    <a:pt x="0" y="327"/>
                  </a:lnTo>
                  <a:lnTo>
                    <a:pt x="79" y="106"/>
                  </a:lnTo>
                  <a:lnTo>
                    <a:pt x="196" y="83"/>
                  </a:lnTo>
                  <a:lnTo>
                    <a:pt x="108" y="277"/>
                  </a:lnTo>
                  <a:lnTo>
                    <a:pt x="108" y="429"/>
                  </a:lnTo>
                  <a:lnTo>
                    <a:pt x="60" y="417"/>
                  </a:lnTo>
                  <a:lnTo>
                    <a:pt x="23" y="387"/>
                  </a:lnTo>
                  <a:lnTo>
                    <a:pt x="60" y="523"/>
                  </a:lnTo>
                  <a:lnTo>
                    <a:pt x="132" y="655"/>
                  </a:lnTo>
                  <a:lnTo>
                    <a:pt x="119" y="539"/>
                  </a:lnTo>
                  <a:lnTo>
                    <a:pt x="189" y="484"/>
                  </a:lnTo>
                  <a:lnTo>
                    <a:pt x="297" y="558"/>
                  </a:lnTo>
                  <a:lnTo>
                    <a:pt x="316" y="523"/>
                  </a:lnTo>
                  <a:lnTo>
                    <a:pt x="297" y="473"/>
                  </a:lnTo>
                  <a:lnTo>
                    <a:pt x="332" y="387"/>
                  </a:lnTo>
                  <a:lnTo>
                    <a:pt x="314" y="304"/>
                  </a:lnTo>
                  <a:lnTo>
                    <a:pt x="240" y="297"/>
                  </a:lnTo>
                  <a:lnTo>
                    <a:pt x="224" y="207"/>
                  </a:lnTo>
                  <a:lnTo>
                    <a:pt x="266" y="1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1" name="Freeform 311"/>
            <p:cNvSpPr>
              <a:spLocks/>
            </p:cNvSpPr>
            <p:nvPr/>
          </p:nvSpPr>
          <p:spPr bwMode="auto">
            <a:xfrm>
              <a:off x="2196" y="1786"/>
              <a:ext cx="18" cy="22"/>
            </a:xfrm>
            <a:custGeom>
              <a:avLst/>
              <a:gdLst>
                <a:gd name="T0" fmla="*/ 0 w 143"/>
                <a:gd name="T1" fmla="*/ 0 h 175"/>
                <a:gd name="T2" fmla="*/ 0 w 143"/>
                <a:gd name="T3" fmla="*/ 0 h 175"/>
                <a:gd name="T4" fmla="*/ 0 w 143"/>
                <a:gd name="T5" fmla="*/ 0 h 175"/>
                <a:gd name="T6" fmla="*/ 0 w 143"/>
                <a:gd name="T7" fmla="*/ 0 h 175"/>
                <a:gd name="T8" fmla="*/ 0 w 143"/>
                <a:gd name="T9" fmla="*/ 0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3"/>
                <a:gd name="T16" fmla="*/ 0 h 175"/>
                <a:gd name="T17" fmla="*/ 143 w 143"/>
                <a:gd name="T18" fmla="*/ 175 h 1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3" h="175">
                  <a:moveTo>
                    <a:pt x="0" y="90"/>
                  </a:moveTo>
                  <a:lnTo>
                    <a:pt x="86" y="0"/>
                  </a:lnTo>
                  <a:lnTo>
                    <a:pt x="143" y="20"/>
                  </a:lnTo>
                  <a:lnTo>
                    <a:pt x="104" y="175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2" name="Freeform 312"/>
            <p:cNvSpPr>
              <a:spLocks/>
            </p:cNvSpPr>
            <p:nvPr/>
          </p:nvSpPr>
          <p:spPr bwMode="auto">
            <a:xfrm>
              <a:off x="2389" y="1782"/>
              <a:ext cx="26" cy="22"/>
            </a:xfrm>
            <a:custGeom>
              <a:avLst/>
              <a:gdLst>
                <a:gd name="T0" fmla="*/ 0 w 207"/>
                <a:gd name="T1" fmla="*/ 0 h 175"/>
                <a:gd name="T2" fmla="*/ 0 w 207"/>
                <a:gd name="T3" fmla="*/ 0 h 175"/>
                <a:gd name="T4" fmla="*/ 0 w 207"/>
                <a:gd name="T5" fmla="*/ 0 h 175"/>
                <a:gd name="T6" fmla="*/ 0 w 207"/>
                <a:gd name="T7" fmla="*/ 0 h 1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7"/>
                <a:gd name="T13" fmla="*/ 0 h 175"/>
                <a:gd name="T14" fmla="*/ 207 w 207"/>
                <a:gd name="T15" fmla="*/ 175 h 1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7" h="175">
                  <a:moveTo>
                    <a:pt x="11" y="132"/>
                  </a:moveTo>
                  <a:lnTo>
                    <a:pt x="207" y="175"/>
                  </a:lnTo>
                  <a:lnTo>
                    <a:pt x="0" y="0"/>
                  </a:lnTo>
                  <a:lnTo>
                    <a:pt x="11" y="1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3" name="Freeform 313"/>
            <p:cNvSpPr>
              <a:spLocks/>
            </p:cNvSpPr>
            <p:nvPr/>
          </p:nvSpPr>
          <p:spPr bwMode="auto">
            <a:xfrm>
              <a:off x="1837" y="1835"/>
              <a:ext cx="119" cy="137"/>
            </a:xfrm>
            <a:custGeom>
              <a:avLst/>
              <a:gdLst>
                <a:gd name="T0" fmla="*/ 0 w 947"/>
                <a:gd name="T1" fmla="*/ 0 h 1096"/>
                <a:gd name="T2" fmla="*/ 0 w 947"/>
                <a:gd name="T3" fmla="*/ 0 h 1096"/>
                <a:gd name="T4" fmla="*/ 0 w 947"/>
                <a:gd name="T5" fmla="*/ 0 h 1096"/>
                <a:gd name="T6" fmla="*/ 0 w 947"/>
                <a:gd name="T7" fmla="*/ 0 h 1096"/>
                <a:gd name="T8" fmla="*/ 0 w 947"/>
                <a:gd name="T9" fmla="*/ 0 h 1096"/>
                <a:gd name="T10" fmla="*/ 0 w 947"/>
                <a:gd name="T11" fmla="*/ 0 h 1096"/>
                <a:gd name="T12" fmla="*/ 0 w 947"/>
                <a:gd name="T13" fmla="*/ 0 h 1096"/>
                <a:gd name="T14" fmla="*/ 0 w 947"/>
                <a:gd name="T15" fmla="*/ 0 h 10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47"/>
                <a:gd name="T25" fmla="*/ 0 h 1096"/>
                <a:gd name="T26" fmla="*/ 947 w 947"/>
                <a:gd name="T27" fmla="*/ 1096 h 10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47" h="1096">
                  <a:moveTo>
                    <a:pt x="947" y="0"/>
                  </a:moveTo>
                  <a:lnTo>
                    <a:pt x="628" y="164"/>
                  </a:lnTo>
                  <a:lnTo>
                    <a:pt x="167" y="643"/>
                  </a:lnTo>
                  <a:lnTo>
                    <a:pt x="0" y="883"/>
                  </a:lnTo>
                  <a:lnTo>
                    <a:pt x="0" y="1096"/>
                  </a:lnTo>
                  <a:lnTo>
                    <a:pt x="270" y="672"/>
                  </a:lnTo>
                  <a:lnTo>
                    <a:pt x="628" y="235"/>
                  </a:lnTo>
                  <a:lnTo>
                    <a:pt x="94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4" name="Freeform 314"/>
            <p:cNvSpPr>
              <a:spLocks/>
            </p:cNvSpPr>
            <p:nvPr/>
          </p:nvSpPr>
          <p:spPr bwMode="auto">
            <a:xfrm>
              <a:off x="1837" y="2008"/>
              <a:ext cx="1259" cy="748"/>
            </a:xfrm>
            <a:custGeom>
              <a:avLst/>
              <a:gdLst>
                <a:gd name="T0" fmla="*/ 0 w 10071"/>
                <a:gd name="T1" fmla="*/ 0 h 5987"/>
                <a:gd name="T2" fmla="*/ 0 w 10071"/>
                <a:gd name="T3" fmla="*/ 0 h 5987"/>
                <a:gd name="T4" fmla="*/ 0 w 10071"/>
                <a:gd name="T5" fmla="*/ 0 h 5987"/>
                <a:gd name="T6" fmla="*/ 0 w 10071"/>
                <a:gd name="T7" fmla="*/ 0 h 5987"/>
                <a:gd name="T8" fmla="*/ 0 w 10071"/>
                <a:gd name="T9" fmla="*/ 0 h 5987"/>
                <a:gd name="T10" fmla="*/ 0 w 10071"/>
                <a:gd name="T11" fmla="*/ 0 h 5987"/>
                <a:gd name="T12" fmla="*/ 0 w 10071"/>
                <a:gd name="T13" fmla="*/ 0 h 5987"/>
                <a:gd name="T14" fmla="*/ 0 w 10071"/>
                <a:gd name="T15" fmla="*/ 0 h 5987"/>
                <a:gd name="T16" fmla="*/ 0 w 10071"/>
                <a:gd name="T17" fmla="*/ 0 h 5987"/>
                <a:gd name="T18" fmla="*/ 0 w 10071"/>
                <a:gd name="T19" fmla="*/ 0 h 5987"/>
                <a:gd name="T20" fmla="*/ 0 w 10071"/>
                <a:gd name="T21" fmla="*/ 0 h 5987"/>
                <a:gd name="T22" fmla="*/ 0 w 10071"/>
                <a:gd name="T23" fmla="*/ 0 h 5987"/>
                <a:gd name="T24" fmla="*/ 0 w 10071"/>
                <a:gd name="T25" fmla="*/ 0 h 5987"/>
                <a:gd name="T26" fmla="*/ 0 w 10071"/>
                <a:gd name="T27" fmla="*/ 0 h 5987"/>
                <a:gd name="T28" fmla="*/ 0 w 10071"/>
                <a:gd name="T29" fmla="*/ 0 h 5987"/>
                <a:gd name="T30" fmla="*/ 0 w 10071"/>
                <a:gd name="T31" fmla="*/ 0 h 5987"/>
                <a:gd name="T32" fmla="*/ 0 w 10071"/>
                <a:gd name="T33" fmla="*/ 0 h 5987"/>
                <a:gd name="T34" fmla="*/ 0 w 10071"/>
                <a:gd name="T35" fmla="*/ 0 h 5987"/>
                <a:gd name="T36" fmla="*/ 0 w 10071"/>
                <a:gd name="T37" fmla="*/ 0 h 5987"/>
                <a:gd name="T38" fmla="*/ 0 w 10071"/>
                <a:gd name="T39" fmla="*/ 0 h 5987"/>
                <a:gd name="T40" fmla="*/ 0 w 10071"/>
                <a:gd name="T41" fmla="*/ 0 h 5987"/>
                <a:gd name="T42" fmla="*/ 0 w 10071"/>
                <a:gd name="T43" fmla="*/ 0 h 5987"/>
                <a:gd name="T44" fmla="*/ 0 w 10071"/>
                <a:gd name="T45" fmla="*/ 0 h 5987"/>
                <a:gd name="T46" fmla="*/ 0 w 10071"/>
                <a:gd name="T47" fmla="*/ 0 h 5987"/>
                <a:gd name="T48" fmla="*/ 0 w 10071"/>
                <a:gd name="T49" fmla="*/ 0 h 5987"/>
                <a:gd name="T50" fmla="*/ 0 w 10071"/>
                <a:gd name="T51" fmla="*/ 0 h 5987"/>
                <a:gd name="T52" fmla="*/ 0 w 10071"/>
                <a:gd name="T53" fmla="*/ 0 h 5987"/>
                <a:gd name="T54" fmla="*/ 0 w 10071"/>
                <a:gd name="T55" fmla="*/ 0 h 5987"/>
                <a:gd name="T56" fmla="*/ 0 w 10071"/>
                <a:gd name="T57" fmla="*/ 0 h 5987"/>
                <a:gd name="T58" fmla="*/ 0 w 10071"/>
                <a:gd name="T59" fmla="*/ 0 h 5987"/>
                <a:gd name="T60" fmla="*/ 0 w 10071"/>
                <a:gd name="T61" fmla="*/ 0 h 5987"/>
                <a:gd name="T62" fmla="*/ 0 w 10071"/>
                <a:gd name="T63" fmla="*/ 0 h 5987"/>
                <a:gd name="T64" fmla="*/ 0 w 10071"/>
                <a:gd name="T65" fmla="*/ 0 h 5987"/>
                <a:gd name="T66" fmla="*/ 0 w 10071"/>
                <a:gd name="T67" fmla="*/ 0 h 5987"/>
                <a:gd name="T68" fmla="*/ 0 w 10071"/>
                <a:gd name="T69" fmla="*/ 0 h 5987"/>
                <a:gd name="T70" fmla="*/ 0 w 10071"/>
                <a:gd name="T71" fmla="*/ 0 h 5987"/>
                <a:gd name="T72" fmla="*/ 0 w 10071"/>
                <a:gd name="T73" fmla="*/ 0 h 5987"/>
                <a:gd name="T74" fmla="*/ 0 w 10071"/>
                <a:gd name="T75" fmla="*/ 0 h 5987"/>
                <a:gd name="T76" fmla="*/ 0 w 10071"/>
                <a:gd name="T77" fmla="*/ 0 h 5987"/>
                <a:gd name="T78" fmla="*/ 0 w 10071"/>
                <a:gd name="T79" fmla="*/ 0 h 5987"/>
                <a:gd name="T80" fmla="*/ 0 w 10071"/>
                <a:gd name="T81" fmla="*/ 0 h 5987"/>
                <a:gd name="T82" fmla="*/ 0 w 10071"/>
                <a:gd name="T83" fmla="*/ 0 h 5987"/>
                <a:gd name="T84" fmla="*/ 0 w 10071"/>
                <a:gd name="T85" fmla="*/ 0 h 5987"/>
                <a:gd name="T86" fmla="*/ 0 w 10071"/>
                <a:gd name="T87" fmla="*/ 0 h 5987"/>
                <a:gd name="T88" fmla="*/ 0 w 10071"/>
                <a:gd name="T89" fmla="*/ 0 h 5987"/>
                <a:gd name="T90" fmla="*/ 0 w 10071"/>
                <a:gd name="T91" fmla="*/ 0 h 5987"/>
                <a:gd name="T92" fmla="*/ 0 w 10071"/>
                <a:gd name="T93" fmla="*/ 0 h 5987"/>
                <a:gd name="T94" fmla="*/ 0 w 10071"/>
                <a:gd name="T95" fmla="*/ 0 h 5987"/>
                <a:gd name="T96" fmla="*/ 0 w 10071"/>
                <a:gd name="T97" fmla="*/ 0 h 5987"/>
                <a:gd name="T98" fmla="*/ 0 w 10071"/>
                <a:gd name="T99" fmla="*/ 0 h 5987"/>
                <a:gd name="T100" fmla="*/ 0 w 10071"/>
                <a:gd name="T101" fmla="*/ 0 h 5987"/>
                <a:gd name="T102" fmla="*/ 0 w 10071"/>
                <a:gd name="T103" fmla="*/ 0 h 5987"/>
                <a:gd name="T104" fmla="*/ 0 w 10071"/>
                <a:gd name="T105" fmla="*/ 0 h 5987"/>
                <a:gd name="T106" fmla="*/ 0 w 10071"/>
                <a:gd name="T107" fmla="*/ 0 h 5987"/>
                <a:gd name="T108" fmla="*/ 0 w 10071"/>
                <a:gd name="T109" fmla="*/ 0 h 5987"/>
                <a:gd name="T110" fmla="*/ 0 w 10071"/>
                <a:gd name="T111" fmla="*/ 0 h 5987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0071"/>
                <a:gd name="T169" fmla="*/ 0 h 5987"/>
                <a:gd name="T170" fmla="*/ 10071 w 10071"/>
                <a:gd name="T171" fmla="*/ 5987 h 5987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0071" h="5987">
                  <a:moveTo>
                    <a:pt x="3078" y="337"/>
                  </a:moveTo>
                  <a:lnTo>
                    <a:pt x="2554" y="961"/>
                  </a:lnTo>
                  <a:lnTo>
                    <a:pt x="2043" y="1895"/>
                  </a:lnTo>
                  <a:lnTo>
                    <a:pt x="989" y="2609"/>
                  </a:lnTo>
                  <a:lnTo>
                    <a:pt x="508" y="2393"/>
                  </a:lnTo>
                  <a:lnTo>
                    <a:pt x="0" y="2301"/>
                  </a:lnTo>
                  <a:lnTo>
                    <a:pt x="413" y="2423"/>
                  </a:lnTo>
                  <a:lnTo>
                    <a:pt x="796" y="2635"/>
                  </a:lnTo>
                  <a:lnTo>
                    <a:pt x="1109" y="2900"/>
                  </a:lnTo>
                  <a:lnTo>
                    <a:pt x="1446" y="3279"/>
                  </a:lnTo>
                  <a:lnTo>
                    <a:pt x="1758" y="3760"/>
                  </a:lnTo>
                  <a:lnTo>
                    <a:pt x="2119" y="4719"/>
                  </a:lnTo>
                  <a:lnTo>
                    <a:pt x="2336" y="5343"/>
                  </a:lnTo>
                  <a:lnTo>
                    <a:pt x="2457" y="5987"/>
                  </a:lnTo>
                  <a:lnTo>
                    <a:pt x="3945" y="5987"/>
                  </a:lnTo>
                  <a:lnTo>
                    <a:pt x="2982" y="4482"/>
                  </a:lnTo>
                  <a:lnTo>
                    <a:pt x="2527" y="3187"/>
                  </a:lnTo>
                  <a:lnTo>
                    <a:pt x="2578" y="2444"/>
                  </a:lnTo>
                  <a:lnTo>
                    <a:pt x="2624" y="3158"/>
                  </a:lnTo>
                  <a:lnTo>
                    <a:pt x="3052" y="4288"/>
                  </a:lnTo>
                  <a:lnTo>
                    <a:pt x="3991" y="5701"/>
                  </a:lnTo>
                  <a:lnTo>
                    <a:pt x="4281" y="5750"/>
                  </a:lnTo>
                  <a:lnTo>
                    <a:pt x="4378" y="5987"/>
                  </a:lnTo>
                  <a:lnTo>
                    <a:pt x="8152" y="5987"/>
                  </a:lnTo>
                  <a:lnTo>
                    <a:pt x="8322" y="5892"/>
                  </a:lnTo>
                  <a:lnTo>
                    <a:pt x="8722" y="5701"/>
                  </a:lnTo>
                  <a:lnTo>
                    <a:pt x="9113" y="5674"/>
                  </a:lnTo>
                  <a:lnTo>
                    <a:pt x="9135" y="5604"/>
                  </a:lnTo>
                  <a:lnTo>
                    <a:pt x="8843" y="5534"/>
                  </a:lnTo>
                  <a:lnTo>
                    <a:pt x="8530" y="5358"/>
                  </a:lnTo>
                  <a:lnTo>
                    <a:pt x="8242" y="5173"/>
                  </a:lnTo>
                  <a:lnTo>
                    <a:pt x="7839" y="5097"/>
                  </a:lnTo>
                  <a:lnTo>
                    <a:pt x="7546" y="5002"/>
                  </a:lnTo>
                  <a:lnTo>
                    <a:pt x="7168" y="4956"/>
                  </a:lnTo>
                  <a:lnTo>
                    <a:pt x="7168" y="4885"/>
                  </a:lnTo>
                  <a:lnTo>
                    <a:pt x="7452" y="4811"/>
                  </a:lnTo>
                  <a:lnTo>
                    <a:pt x="7767" y="4811"/>
                  </a:lnTo>
                  <a:lnTo>
                    <a:pt x="8080" y="4719"/>
                  </a:lnTo>
                  <a:lnTo>
                    <a:pt x="8652" y="4624"/>
                  </a:lnTo>
                  <a:lnTo>
                    <a:pt x="8992" y="4530"/>
                  </a:lnTo>
                  <a:lnTo>
                    <a:pt x="8821" y="4530"/>
                  </a:lnTo>
                  <a:lnTo>
                    <a:pt x="8627" y="4602"/>
                  </a:lnTo>
                  <a:lnTo>
                    <a:pt x="8339" y="4644"/>
                  </a:lnTo>
                  <a:lnTo>
                    <a:pt x="8030" y="4666"/>
                  </a:lnTo>
                  <a:lnTo>
                    <a:pt x="7818" y="4736"/>
                  </a:lnTo>
                  <a:lnTo>
                    <a:pt x="7818" y="4644"/>
                  </a:lnTo>
                  <a:lnTo>
                    <a:pt x="7931" y="4530"/>
                  </a:lnTo>
                  <a:lnTo>
                    <a:pt x="8201" y="4339"/>
                  </a:lnTo>
                  <a:lnTo>
                    <a:pt x="9234" y="4069"/>
                  </a:lnTo>
                  <a:lnTo>
                    <a:pt x="10071" y="3735"/>
                  </a:lnTo>
                  <a:lnTo>
                    <a:pt x="9159" y="4069"/>
                  </a:lnTo>
                  <a:lnTo>
                    <a:pt x="8516" y="4165"/>
                  </a:lnTo>
                  <a:lnTo>
                    <a:pt x="8272" y="4218"/>
                  </a:lnTo>
                  <a:lnTo>
                    <a:pt x="6778" y="4218"/>
                  </a:lnTo>
                  <a:lnTo>
                    <a:pt x="7117" y="4023"/>
                  </a:lnTo>
                  <a:lnTo>
                    <a:pt x="7382" y="3976"/>
                  </a:lnTo>
                  <a:lnTo>
                    <a:pt x="7594" y="3877"/>
                  </a:lnTo>
                  <a:lnTo>
                    <a:pt x="7670" y="3827"/>
                  </a:lnTo>
                  <a:lnTo>
                    <a:pt x="7670" y="3710"/>
                  </a:lnTo>
                  <a:lnTo>
                    <a:pt x="7643" y="3664"/>
                  </a:lnTo>
                  <a:lnTo>
                    <a:pt x="7522" y="3640"/>
                  </a:lnTo>
                  <a:lnTo>
                    <a:pt x="7474" y="3735"/>
                  </a:lnTo>
                  <a:lnTo>
                    <a:pt x="7353" y="3785"/>
                  </a:lnTo>
                  <a:lnTo>
                    <a:pt x="6832" y="3735"/>
                  </a:lnTo>
                  <a:lnTo>
                    <a:pt x="6685" y="3594"/>
                  </a:lnTo>
                  <a:lnTo>
                    <a:pt x="6731" y="3804"/>
                  </a:lnTo>
                  <a:lnTo>
                    <a:pt x="6731" y="3976"/>
                  </a:lnTo>
                  <a:lnTo>
                    <a:pt x="6661" y="4218"/>
                  </a:lnTo>
                  <a:lnTo>
                    <a:pt x="6661" y="3976"/>
                  </a:lnTo>
                  <a:lnTo>
                    <a:pt x="6441" y="3710"/>
                  </a:lnTo>
                  <a:lnTo>
                    <a:pt x="6589" y="4023"/>
                  </a:lnTo>
                  <a:lnTo>
                    <a:pt x="6589" y="4311"/>
                  </a:lnTo>
                  <a:lnTo>
                    <a:pt x="5434" y="5026"/>
                  </a:lnTo>
                  <a:lnTo>
                    <a:pt x="5265" y="4574"/>
                  </a:lnTo>
                  <a:lnTo>
                    <a:pt x="5265" y="3877"/>
                  </a:lnTo>
                  <a:lnTo>
                    <a:pt x="5602" y="3710"/>
                  </a:lnTo>
                  <a:lnTo>
                    <a:pt x="6107" y="3594"/>
                  </a:lnTo>
                  <a:lnTo>
                    <a:pt x="5773" y="3521"/>
                  </a:lnTo>
                  <a:lnTo>
                    <a:pt x="6056" y="3279"/>
                  </a:lnTo>
                  <a:lnTo>
                    <a:pt x="5173" y="3760"/>
                  </a:lnTo>
                  <a:lnTo>
                    <a:pt x="4810" y="3187"/>
                  </a:lnTo>
                  <a:lnTo>
                    <a:pt x="4666" y="1754"/>
                  </a:lnTo>
                  <a:lnTo>
                    <a:pt x="4500" y="790"/>
                  </a:lnTo>
                  <a:lnTo>
                    <a:pt x="4256" y="242"/>
                  </a:lnTo>
                  <a:lnTo>
                    <a:pt x="3964" y="0"/>
                  </a:lnTo>
                  <a:lnTo>
                    <a:pt x="4187" y="242"/>
                  </a:lnTo>
                  <a:lnTo>
                    <a:pt x="4424" y="693"/>
                  </a:lnTo>
                  <a:lnTo>
                    <a:pt x="4544" y="1271"/>
                  </a:lnTo>
                  <a:lnTo>
                    <a:pt x="4620" y="2181"/>
                  </a:lnTo>
                  <a:lnTo>
                    <a:pt x="4712" y="3140"/>
                  </a:lnTo>
                  <a:lnTo>
                    <a:pt x="3611" y="1531"/>
                  </a:lnTo>
                  <a:lnTo>
                    <a:pt x="4019" y="2469"/>
                  </a:lnTo>
                  <a:lnTo>
                    <a:pt x="4782" y="3543"/>
                  </a:lnTo>
                  <a:lnTo>
                    <a:pt x="4782" y="3947"/>
                  </a:lnTo>
                  <a:lnTo>
                    <a:pt x="4544" y="4549"/>
                  </a:lnTo>
                  <a:lnTo>
                    <a:pt x="5047" y="3947"/>
                  </a:lnTo>
                  <a:lnTo>
                    <a:pt x="5148" y="4288"/>
                  </a:lnTo>
                  <a:lnTo>
                    <a:pt x="5148" y="4574"/>
                  </a:lnTo>
                  <a:lnTo>
                    <a:pt x="4666" y="5125"/>
                  </a:lnTo>
                  <a:lnTo>
                    <a:pt x="4208" y="4736"/>
                  </a:lnTo>
                  <a:lnTo>
                    <a:pt x="3964" y="4908"/>
                  </a:lnTo>
                  <a:lnTo>
                    <a:pt x="3899" y="4811"/>
                  </a:lnTo>
                  <a:lnTo>
                    <a:pt x="4019" y="4359"/>
                  </a:lnTo>
                  <a:lnTo>
                    <a:pt x="3991" y="4189"/>
                  </a:lnTo>
                  <a:lnTo>
                    <a:pt x="2744" y="2589"/>
                  </a:lnTo>
                  <a:lnTo>
                    <a:pt x="2716" y="2324"/>
                  </a:lnTo>
                  <a:lnTo>
                    <a:pt x="2716" y="1824"/>
                  </a:lnTo>
                  <a:lnTo>
                    <a:pt x="2767" y="1339"/>
                  </a:lnTo>
                  <a:lnTo>
                    <a:pt x="2883" y="840"/>
                  </a:lnTo>
                  <a:lnTo>
                    <a:pt x="3078" y="482"/>
                  </a:lnTo>
                  <a:lnTo>
                    <a:pt x="3345" y="173"/>
                  </a:lnTo>
                  <a:lnTo>
                    <a:pt x="3078" y="3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5" name="Freeform 315"/>
            <p:cNvSpPr>
              <a:spLocks/>
            </p:cNvSpPr>
            <p:nvPr/>
          </p:nvSpPr>
          <p:spPr bwMode="auto">
            <a:xfrm>
              <a:off x="2433" y="2387"/>
              <a:ext cx="127" cy="83"/>
            </a:xfrm>
            <a:custGeom>
              <a:avLst/>
              <a:gdLst>
                <a:gd name="T0" fmla="*/ 0 w 1016"/>
                <a:gd name="T1" fmla="*/ 0 h 665"/>
                <a:gd name="T2" fmla="*/ 0 w 1016"/>
                <a:gd name="T3" fmla="*/ 0 h 665"/>
                <a:gd name="T4" fmla="*/ 0 w 1016"/>
                <a:gd name="T5" fmla="*/ 0 h 665"/>
                <a:gd name="T6" fmla="*/ 0 w 1016"/>
                <a:gd name="T7" fmla="*/ 0 h 665"/>
                <a:gd name="T8" fmla="*/ 0 w 1016"/>
                <a:gd name="T9" fmla="*/ 0 h 665"/>
                <a:gd name="T10" fmla="*/ 0 w 1016"/>
                <a:gd name="T11" fmla="*/ 0 h 665"/>
                <a:gd name="T12" fmla="*/ 0 w 1016"/>
                <a:gd name="T13" fmla="*/ 0 h 665"/>
                <a:gd name="T14" fmla="*/ 0 w 1016"/>
                <a:gd name="T15" fmla="*/ 0 h 665"/>
                <a:gd name="T16" fmla="*/ 0 w 1016"/>
                <a:gd name="T17" fmla="*/ 0 h 665"/>
                <a:gd name="T18" fmla="*/ 0 w 1016"/>
                <a:gd name="T19" fmla="*/ 0 h 665"/>
                <a:gd name="T20" fmla="*/ 0 w 1016"/>
                <a:gd name="T21" fmla="*/ 0 h 665"/>
                <a:gd name="T22" fmla="*/ 0 w 1016"/>
                <a:gd name="T23" fmla="*/ 0 h 665"/>
                <a:gd name="T24" fmla="*/ 0 w 1016"/>
                <a:gd name="T25" fmla="*/ 0 h 665"/>
                <a:gd name="T26" fmla="*/ 0 w 1016"/>
                <a:gd name="T27" fmla="*/ 0 h 66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016"/>
                <a:gd name="T43" fmla="*/ 0 h 665"/>
                <a:gd name="T44" fmla="*/ 1016 w 1016"/>
                <a:gd name="T45" fmla="*/ 665 h 665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016" h="665">
                  <a:moveTo>
                    <a:pt x="6" y="0"/>
                  </a:moveTo>
                  <a:lnTo>
                    <a:pt x="218" y="118"/>
                  </a:lnTo>
                  <a:lnTo>
                    <a:pt x="705" y="173"/>
                  </a:lnTo>
                  <a:lnTo>
                    <a:pt x="705" y="228"/>
                  </a:lnTo>
                  <a:lnTo>
                    <a:pt x="1016" y="240"/>
                  </a:lnTo>
                  <a:lnTo>
                    <a:pt x="697" y="275"/>
                  </a:lnTo>
                  <a:lnTo>
                    <a:pt x="653" y="446"/>
                  </a:lnTo>
                  <a:lnTo>
                    <a:pt x="626" y="662"/>
                  </a:lnTo>
                  <a:lnTo>
                    <a:pt x="596" y="665"/>
                  </a:lnTo>
                  <a:lnTo>
                    <a:pt x="615" y="406"/>
                  </a:lnTo>
                  <a:lnTo>
                    <a:pt x="653" y="235"/>
                  </a:lnTo>
                  <a:lnTo>
                    <a:pt x="218" y="178"/>
                  </a:lnTo>
                  <a:lnTo>
                    <a:pt x="0" y="99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6" name="Freeform 316"/>
            <p:cNvSpPr>
              <a:spLocks/>
            </p:cNvSpPr>
            <p:nvPr/>
          </p:nvSpPr>
          <p:spPr bwMode="auto">
            <a:xfrm>
              <a:off x="2568" y="2345"/>
              <a:ext cx="228" cy="133"/>
            </a:xfrm>
            <a:custGeom>
              <a:avLst/>
              <a:gdLst>
                <a:gd name="T0" fmla="*/ 0 w 1821"/>
                <a:gd name="T1" fmla="*/ 0 h 1066"/>
                <a:gd name="T2" fmla="*/ 0 w 1821"/>
                <a:gd name="T3" fmla="*/ 0 h 1066"/>
                <a:gd name="T4" fmla="*/ 0 w 1821"/>
                <a:gd name="T5" fmla="*/ 0 h 1066"/>
                <a:gd name="T6" fmla="*/ 0 w 1821"/>
                <a:gd name="T7" fmla="*/ 0 h 1066"/>
                <a:gd name="T8" fmla="*/ 0 w 1821"/>
                <a:gd name="T9" fmla="*/ 0 h 1066"/>
                <a:gd name="T10" fmla="*/ 0 w 1821"/>
                <a:gd name="T11" fmla="*/ 0 h 1066"/>
                <a:gd name="T12" fmla="*/ 0 w 1821"/>
                <a:gd name="T13" fmla="*/ 0 h 1066"/>
                <a:gd name="T14" fmla="*/ 0 w 1821"/>
                <a:gd name="T15" fmla="*/ 0 h 1066"/>
                <a:gd name="T16" fmla="*/ 0 w 1821"/>
                <a:gd name="T17" fmla="*/ 0 h 1066"/>
                <a:gd name="T18" fmla="*/ 0 w 1821"/>
                <a:gd name="T19" fmla="*/ 0 h 1066"/>
                <a:gd name="T20" fmla="*/ 0 w 1821"/>
                <a:gd name="T21" fmla="*/ 0 h 1066"/>
                <a:gd name="T22" fmla="*/ 0 w 1821"/>
                <a:gd name="T23" fmla="*/ 0 h 1066"/>
                <a:gd name="T24" fmla="*/ 0 w 1821"/>
                <a:gd name="T25" fmla="*/ 0 h 1066"/>
                <a:gd name="T26" fmla="*/ 0 w 1821"/>
                <a:gd name="T27" fmla="*/ 0 h 1066"/>
                <a:gd name="T28" fmla="*/ 0 w 1821"/>
                <a:gd name="T29" fmla="*/ 0 h 1066"/>
                <a:gd name="T30" fmla="*/ 0 w 1821"/>
                <a:gd name="T31" fmla="*/ 0 h 1066"/>
                <a:gd name="T32" fmla="*/ 0 w 1821"/>
                <a:gd name="T33" fmla="*/ 0 h 1066"/>
                <a:gd name="T34" fmla="*/ 0 w 1821"/>
                <a:gd name="T35" fmla="*/ 0 h 1066"/>
                <a:gd name="T36" fmla="*/ 0 w 1821"/>
                <a:gd name="T37" fmla="*/ 0 h 1066"/>
                <a:gd name="T38" fmla="*/ 0 w 1821"/>
                <a:gd name="T39" fmla="*/ 0 h 1066"/>
                <a:gd name="T40" fmla="*/ 0 w 1821"/>
                <a:gd name="T41" fmla="*/ 0 h 1066"/>
                <a:gd name="T42" fmla="*/ 0 w 1821"/>
                <a:gd name="T43" fmla="*/ 0 h 1066"/>
                <a:gd name="T44" fmla="*/ 0 w 1821"/>
                <a:gd name="T45" fmla="*/ 0 h 1066"/>
                <a:gd name="T46" fmla="*/ 0 w 1821"/>
                <a:gd name="T47" fmla="*/ 0 h 1066"/>
                <a:gd name="T48" fmla="*/ 0 w 1821"/>
                <a:gd name="T49" fmla="*/ 0 h 1066"/>
                <a:gd name="T50" fmla="*/ 0 w 1821"/>
                <a:gd name="T51" fmla="*/ 0 h 1066"/>
                <a:gd name="T52" fmla="*/ 0 w 1821"/>
                <a:gd name="T53" fmla="*/ 0 h 1066"/>
                <a:gd name="T54" fmla="*/ 0 w 1821"/>
                <a:gd name="T55" fmla="*/ 0 h 1066"/>
                <a:gd name="T56" fmla="*/ 0 w 1821"/>
                <a:gd name="T57" fmla="*/ 0 h 1066"/>
                <a:gd name="T58" fmla="*/ 0 w 1821"/>
                <a:gd name="T59" fmla="*/ 0 h 1066"/>
                <a:gd name="T60" fmla="*/ 0 w 1821"/>
                <a:gd name="T61" fmla="*/ 0 h 1066"/>
                <a:gd name="T62" fmla="*/ 0 w 1821"/>
                <a:gd name="T63" fmla="*/ 0 h 1066"/>
                <a:gd name="T64" fmla="*/ 0 w 1821"/>
                <a:gd name="T65" fmla="*/ 0 h 1066"/>
                <a:gd name="T66" fmla="*/ 0 w 1821"/>
                <a:gd name="T67" fmla="*/ 0 h 1066"/>
                <a:gd name="T68" fmla="*/ 0 w 1821"/>
                <a:gd name="T69" fmla="*/ 0 h 1066"/>
                <a:gd name="T70" fmla="*/ 0 w 1821"/>
                <a:gd name="T71" fmla="*/ 0 h 1066"/>
                <a:gd name="T72" fmla="*/ 0 w 1821"/>
                <a:gd name="T73" fmla="*/ 0 h 1066"/>
                <a:gd name="T74" fmla="*/ 0 w 1821"/>
                <a:gd name="T75" fmla="*/ 0 h 1066"/>
                <a:gd name="T76" fmla="*/ 0 w 1821"/>
                <a:gd name="T77" fmla="*/ 0 h 1066"/>
                <a:gd name="T78" fmla="*/ 0 w 1821"/>
                <a:gd name="T79" fmla="*/ 0 h 1066"/>
                <a:gd name="T80" fmla="*/ 0 w 1821"/>
                <a:gd name="T81" fmla="*/ 0 h 1066"/>
                <a:gd name="T82" fmla="*/ 0 w 1821"/>
                <a:gd name="T83" fmla="*/ 0 h 1066"/>
                <a:gd name="T84" fmla="*/ 0 w 1821"/>
                <a:gd name="T85" fmla="*/ 0 h 1066"/>
                <a:gd name="T86" fmla="*/ 0 w 1821"/>
                <a:gd name="T87" fmla="*/ 0 h 1066"/>
                <a:gd name="T88" fmla="*/ 0 w 1821"/>
                <a:gd name="T89" fmla="*/ 0 h 106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821"/>
                <a:gd name="T136" fmla="*/ 0 h 1066"/>
                <a:gd name="T137" fmla="*/ 1821 w 1821"/>
                <a:gd name="T138" fmla="*/ 1066 h 106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821" h="1066">
                  <a:moveTo>
                    <a:pt x="0" y="706"/>
                  </a:moveTo>
                  <a:lnTo>
                    <a:pt x="137" y="242"/>
                  </a:lnTo>
                  <a:lnTo>
                    <a:pt x="597" y="0"/>
                  </a:lnTo>
                  <a:lnTo>
                    <a:pt x="906" y="137"/>
                  </a:lnTo>
                  <a:lnTo>
                    <a:pt x="1268" y="176"/>
                  </a:lnTo>
                  <a:lnTo>
                    <a:pt x="1330" y="227"/>
                  </a:lnTo>
                  <a:lnTo>
                    <a:pt x="1341" y="317"/>
                  </a:lnTo>
                  <a:lnTo>
                    <a:pt x="1504" y="360"/>
                  </a:lnTo>
                  <a:lnTo>
                    <a:pt x="1634" y="459"/>
                  </a:lnTo>
                  <a:lnTo>
                    <a:pt x="1708" y="488"/>
                  </a:lnTo>
                  <a:lnTo>
                    <a:pt x="1819" y="579"/>
                  </a:lnTo>
                  <a:lnTo>
                    <a:pt x="1821" y="655"/>
                  </a:lnTo>
                  <a:lnTo>
                    <a:pt x="1763" y="706"/>
                  </a:lnTo>
                  <a:lnTo>
                    <a:pt x="1634" y="822"/>
                  </a:lnTo>
                  <a:lnTo>
                    <a:pt x="1637" y="910"/>
                  </a:lnTo>
                  <a:lnTo>
                    <a:pt x="1612" y="800"/>
                  </a:lnTo>
                  <a:lnTo>
                    <a:pt x="1785" y="640"/>
                  </a:lnTo>
                  <a:lnTo>
                    <a:pt x="1785" y="584"/>
                  </a:lnTo>
                  <a:lnTo>
                    <a:pt x="1637" y="499"/>
                  </a:lnTo>
                  <a:lnTo>
                    <a:pt x="1577" y="512"/>
                  </a:lnTo>
                  <a:lnTo>
                    <a:pt x="1504" y="503"/>
                  </a:lnTo>
                  <a:lnTo>
                    <a:pt x="1370" y="579"/>
                  </a:lnTo>
                  <a:lnTo>
                    <a:pt x="1543" y="448"/>
                  </a:lnTo>
                  <a:lnTo>
                    <a:pt x="1471" y="383"/>
                  </a:lnTo>
                  <a:lnTo>
                    <a:pt x="1341" y="356"/>
                  </a:lnTo>
                  <a:lnTo>
                    <a:pt x="1341" y="409"/>
                  </a:lnTo>
                  <a:lnTo>
                    <a:pt x="1394" y="503"/>
                  </a:lnTo>
                  <a:lnTo>
                    <a:pt x="1319" y="413"/>
                  </a:lnTo>
                  <a:lnTo>
                    <a:pt x="1268" y="247"/>
                  </a:lnTo>
                  <a:lnTo>
                    <a:pt x="1205" y="192"/>
                  </a:lnTo>
                  <a:lnTo>
                    <a:pt x="885" y="176"/>
                  </a:lnTo>
                  <a:lnTo>
                    <a:pt x="641" y="47"/>
                  </a:lnTo>
                  <a:lnTo>
                    <a:pt x="161" y="264"/>
                  </a:lnTo>
                  <a:lnTo>
                    <a:pt x="90" y="552"/>
                  </a:lnTo>
                  <a:lnTo>
                    <a:pt x="321" y="574"/>
                  </a:lnTo>
                  <a:lnTo>
                    <a:pt x="590" y="655"/>
                  </a:lnTo>
                  <a:lnTo>
                    <a:pt x="791" y="822"/>
                  </a:lnTo>
                  <a:lnTo>
                    <a:pt x="1053" y="719"/>
                  </a:lnTo>
                  <a:lnTo>
                    <a:pt x="873" y="930"/>
                  </a:lnTo>
                  <a:lnTo>
                    <a:pt x="873" y="1066"/>
                  </a:lnTo>
                  <a:lnTo>
                    <a:pt x="786" y="851"/>
                  </a:lnTo>
                  <a:lnTo>
                    <a:pt x="597" y="699"/>
                  </a:lnTo>
                  <a:lnTo>
                    <a:pt x="403" y="633"/>
                  </a:lnTo>
                  <a:lnTo>
                    <a:pt x="173" y="614"/>
                  </a:lnTo>
                  <a:lnTo>
                    <a:pt x="0" y="70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7" name="Freeform 317"/>
            <p:cNvSpPr>
              <a:spLocks/>
            </p:cNvSpPr>
            <p:nvPr/>
          </p:nvSpPr>
          <p:spPr bwMode="auto">
            <a:xfrm>
              <a:off x="2555" y="2447"/>
              <a:ext cx="112" cy="58"/>
            </a:xfrm>
            <a:custGeom>
              <a:avLst/>
              <a:gdLst>
                <a:gd name="T0" fmla="*/ 0 w 895"/>
                <a:gd name="T1" fmla="*/ 0 h 462"/>
                <a:gd name="T2" fmla="*/ 0 w 895"/>
                <a:gd name="T3" fmla="*/ 0 h 462"/>
                <a:gd name="T4" fmla="*/ 0 w 895"/>
                <a:gd name="T5" fmla="*/ 0 h 462"/>
                <a:gd name="T6" fmla="*/ 0 w 895"/>
                <a:gd name="T7" fmla="*/ 0 h 462"/>
                <a:gd name="T8" fmla="*/ 0 w 895"/>
                <a:gd name="T9" fmla="*/ 0 h 462"/>
                <a:gd name="T10" fmla="*/ 0 w 895"/>
                <a:gd name="T11" fmla="*/ 0 h 462"/>
                <a:gd name="T12" fmla="*/ 0 w 895"/>
                <a:gd name="T13" fmla="*/ 0 h 462"/>
                <a:gd name="T14" fmla="*/ 0 w 895"/>
                <a:gd name="T15" fmla="*/ 0 h 462"/>
                <a:gd name="T16" fmla="*/ 0 w 895"/>
                <a:gd name="T17" fmla="*/ 0 h 462"/>
                <a:gd name="T18" fmla="*/ 0 w 895"/>
                <a:gd name="T19" fmla="*/ 0 h 462"/>
                <a:gd name="T20" fmla="*/ 0 w 895"/>
                <a:gd name="T21" fmla="*/ 0 h 462"/>
                <a:gd name="T22" fmla="*/ 0 w 895"/>
                <a:gd name="T23" fmla="*/ 0 h 46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95"/>
                <a:gd name="T37" fmla="*/ 0 h 462"/>
                <a:gd name="T38" fmla="*/ 895 w 895"/>
                <a:gd name="T39" fmla="*/ 462 h 46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95" h="462">
                  <a:moveTo>
                    <a:pt x="0" y="69"/>
                  </a:moveTo>
                  <a:lnTo>
                    <a:pt x="363" y="91"/>
                  </a:lnTo>
                  <a:lnTo>
                    <a:pt x="593" y="177"/>
                  </a:lnTo>
                  <a:lnTo>
                    <a:pt x="764" y="313"/>
                  </a:lnTo>
                  <a:lnTo>
                    <a:pt x="844" y="462"/>
                  </a:lnTo>
                  <a:lnTo>
                    <a:pt x="895" y="421"/>
                  </a:lnTo>
                  <a:lnTo>
                    <a:pt x="791" y="262"/>
                  </a:lnTo>
                  <a:lnTo>
                    <a:pt x="642" y="126"/>
                  </a:lnTo>
                  <a:lnTo>
                    <a:pt x="427" y="20"/>
                  </a:lnTo>
                  <a:lnTo>
                    <a:pt x="180" y="0"/>
                  </a:lnTo>
                  <a:lnTo>
                    <a:pt x="13" y="0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8" name="Freeform 318"/>
            <p:cNvSpPr>
              <a:spLocks/>
            </p:cNvSpPr>
            <p:nvPr/>
          </p:nvSpPr>
          <p:spPr bwMode="auto">
            <a:xfrm>
              <a:off x="2747" y="2612"/>
              <a:ext cx="26" cy="23"/>
            </a:xfrm>
            <a:custGeom>
              <a:avLst/>
              <a:gdLst>
                <a:gd name="T0" fmla="*/ 0 w 203"/>
                <a:gd name="T1" fmla="*/ 0 h 182"/>
                <a:gd name="T2" fmla="*/ 0 w 203"/>
                <a:gd name="T3" fmla="*/ 0 h 182"/>
                <a:gd name="T4" fmla="*/ 0 w 203"/>
                <a:gd name="T5" fmla="*/ 0 h 182"/>
                <a:gd name="T6" fmla="*/ 0 w 203"/>
                <a:gd name="T7" fmla="*/ 0 h 182"/>
                <a:gd name="T8" fmla="*/ 0 w 203"/>
                <a:gd name="T9" fmla="*/ 0 h 182"/>
                <a:gd name="T10" fmla="*/ 0 w 203"/>
                <a:gd name="T11" fmla="*/ 0 h 182"/>
                <a:gd name="T12" fmla="*/ 0 w 203"/>
                <a:gd name="T13" fmla="*/ 0 h 182"/>
                <a:gd name="T14" fmla="*/ 0 w 203"/>
                <a:gd name="T15" fmla="*/ 0 h 182"/>
                <a:gd name="T16" fmla="*/ 0 w 203"/>
                <a:gd name="T17" fmla="*/ 0 h 182"/>
                <a:gd name="T18" fmla="*/ 0 w 203"/>
                <a:gd name="T19" fmla="*/ 0 h 182"/>
                <a:gd name="T20" fmla="*/ 0 w 203"/>
                <a:gd name="T21" fmla="*/ 0 h 182"/>
                <a:gd name="T22" fmla="*/ 0 w 203"/>
                <a:gd name="T23" fmla="*/ 0 h 182"/>
                <a:gd name="T24" fmla="*/ 0 w 203"/>
                <a:gd name="T25" fmla="*/ 0 h 18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03"/>
                <a:gd name="T40" fmla="*/ 0 h 182"/>
                <a:gd name="T41" fmla="*/ 203 w 203"/>
                <a:gd name="T42" fmla="*/ 182 h 18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03" h="182">
                  <a:moveTo>
                    <a:pt x="0" y="20"/>
                  </a:moveTo>
                  <a:lnTo>
                    <a:pt x="95" y="22"/>
                  </a:lnTo>
                  <a:lnTo>
                    <a:pt x="146" y="62"/>
                  </a:lnTo>
                  <a:lnTo>
                    <a:pt x="169" y="97"/>
                  </a:lnTo>
                  <a:lnTo>
                    <a:pt x="169" y="133"/>
                  </a:lnTo>
                  <a:lnTo>
                    <a:pt x="146" y="182"/>
                  </a:lnTo>
                  <a:lnTo>
                    <a:pt x="181" y="167"/>
                  </a:lnTo>
                  <a:lnTo>
                    <a:pt x="203" y="121"/>
                  </a:lnTo>
                  <a:lnTo>
                    <a:pt x="194" y="86"/>
                  </a:lnTo>
                  <a:lnTo>
                    <a:pt x="165" y="38"/>
                  </a:lnTo>
                  <a:lnTo>
                    <a:pt x="130" y="20"/>
                  </a:lnTo>
                  <a:lnTo>
                    <a:pt x="40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9" name="Freeform 319"/>
            <p:cNvSpPr>
              <a:spLocks/>
            </p:cNvSpPr>
            <p:nvPr/>
          </p:nvSpPr>
          <p:spPr bwMode="auto">
            <a:xfrm>
              <a:off x="2802" y="2599"/>
              <a:ext cx="45" cy="25"/>
            </a:xfrm>
            <a:custGeom>
              <a:avLst/>
              <a:gdLst>
                <a:gd name="T0" fmla="*/ 0 w 360"/>
                <a:gd name="T1" fmla="*/ 0 h 197"/>
                <a:gd name="T2" fmla="*/ 0 w 360"/>
                <a:gd name="T3" fmla="*/ 0 h 197"/>
                <a:gd name="T4" fmla="*/ 0 w 360"/>
                <a:gd name="T5" fmla="*/ 0 h 197"/>
                <a:gd name="T6" fmla="*/ 0 w 360"/>
                <a:gd name="T7" fmla="*/ 0 h 197"/>
                <a:gd name="T8" fmla="*/ 0 w 360"/>
                <a:gd name="T9" fmla="*/ 0 h 197"/>
                <a:gd name="T10" fmla="*/ 0 w 360"/>
                <a:gd name="T11" fmla="*/ 0 h 197"/>
                <a:gd name="T12" fmla="*/ 0 w 360"/>
                <a:gd name="T13" fmla="*/ 0 h 197"/>
                <a:gd name="T14" fmla="*/ 0 w 360"/>
                <a:gd name="T15" fmla="*/ 0 h 197"/>
                <a:gd name="T16" fmla="*/ 0 w 360"/>
                <a:gd name="T17" fmla="*/ 0 h 197"/>
                <a:gd name="T18" fmla="*/ 0 w 360"/>
                <a:gd name="T19" fmla="*/ 0 h 197"/>
                <a:gd name="T20" fmla="*/ 0 w 360"/>
                <a:gd name="T21" fmla="*/ 0 h 197"/>
                <a:gd name="T22" fmla="*/ 0 w 360"/>
                <a:gd name="T23" fmla="*/ 0 h 197"/>
                <a:gd name="T24" fmla="*/ 0 w 360"/>
                <a:gd name="T25" fmla="*/ 0 h 197"/>
                <a:gd name="T26" fmla="*/ 0 w 360"/>
                <a:gd name="T27" fmla="*/ 0 h 197"/>
                <a:gd name="T28" fmla="*/ 0 w 360"/>
                <a:gd name="T29" fmla="*/ 0 h 197"/>
                <a:gd name="T30" fmla="*/ 0 w 360"/>
                <a:gd name="T31" fmla="*/ 0 h 197"/>
                <a:gd name="T32" fmla="*/ 0 w 360"/>
                <a:gd name="T33" fmla="*/ 0 h 197"/>
                <a:gd name="T34" fmla="*/ 0 w 360"/>
                <a:gd name="T35" fmla="*/ 0 h 19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60"/>
                <a:gd name="T55" fmla="*/ 0 h 197"/>
                <a:gd name="T56" fmla="*/ 360 w 360"/>
                <a:gd name="T57" fmla="*/ 197 h 197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60" h="197">
                  <a:moveTo>
                    <a:pt x="245" y="26"/>
                  </a:moveTo>
                  <a:lnTo>
                    <a:pt x="286" y="51"/>
                  </a:lnTo>
                  <a:lnTo>
                    <a:pt x="309" y="100"/>
                  </a:lnTo>
                  <a:lnTo>
                    <a:pt x="296" y="138"/>
                  </a:lnTo>
                  <a:lnTo>
                    <a:pt x="261" y="177"/>
                  </a:lnTo>
                  <a:lnTo>
                    <a:pt x="63" y="166"/>
                  </a:lnTo>
                  <a:lnTo>
                    <a:pt x="28" y="150"/>
                  </a:lnTo>
                  <a:lnTo>
                    <a:pt x="24" y="104"/>
                  </a:lnTo>
                  <a:lnTo>
                    <a:pt x="28" y="100"/>
                  </a:lnTo>
                  <a:lnTo>
                    <a:pt x="0" y="104"/>
                  </a:lnTo>
                  <a:lnTo>
                    <a:pt x="0" y="138"/>
                  </a:lnTo>
                  <a:lnTo>
                    <a:pt x="39" y="186"/>
                  </a:lnTo>
                  <a:lnTo>
                    <a:pt x="296" y="197"/>
                  </a:lnTo>
                  <a:lnTo>
                    <a:pt x="349" y="150"/>
                  </a:lnTo>
                  <a:lnTo>
                    <a:pt x="360" y="87"/>
                  </a:lnTo>
                  <a:lnTo>
                    <a:pt x="325" y="26"/>
                  </a:lnTo>
                  <a:lnTo>
                    <a:pt x="274" y="0"/>
                  </a:lnTo>
                  <a:lnTo>
                    <a:pt x="245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0" name="Line 320"/>
            <p:cNvSpPr>
              <a:spLocks noChangeShapeType="1"/>
            </p:cNvSpPr>
            <p:nvPr/>
          </p:nvSpPr>
          <p:spPr bwMode="auto">
            <a:xfrm>
              <a:off x="3286" y="1871"/>
              <a:ext cx="8" cy="2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1" name="Line 321"/>
            <p:cNvSpPr>
              <a:spLocks noChangeShapeType="1"/>
            </p:cNvSpPr>
            <p:nvPr/>
          </p:nvSpPr>
          <p:spPr bwMode="auto">
            <a:xfrm>
              <a:off x="3390" y="1730"/>
              <a:ext cx="4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2" name="Line 322"/>
            <p:cNvSpPr>
              <a:spLocks noChangeShapeType="1"/>
            </p:cNvSpPr>
            <p:nvPr/>
          </p:nvSpPr>
          <p:spPr bwMode="auto">
            <a:xfrm>
              <a:off x="3383" y="1731"/>
              <a:ext cx="6" cy="5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3" name="Line 323"/>
            <p:cNvSpPr>
              <a:spLocks noChangeShapeType="1"/>
            </p:cNvSpPr>
            <p:nvPr/>
          </p:nvSpPr>
          <p:spPr bwMode="auto">
            <a:xfrm>
              <a:off x="3376" y="1742"/>
              <a:ext cx="2" cy="5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4" name="Line 324"/>
            <p:cNvSpPr>
              <a:spLocks noChangeShapeType="1"/>
            </p:cNvSpPr>
            <p:nvPr/>
          </p:nvSpPr>
          <p:spPr bwMode="auto">
            <a:xfrm flipH="1">
              <a:off x="3368" y="1760"/>
              <a:ext cx="1" cy="4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5" name="Line 325"/>
            <p:cNvSpPr>
              <a:spLocks noChangeShapeType="1"/>
            </p:cNvSpPr>
            <p:nvPr/>
          </p:nvSpPr>
          <p:spPr bwMode="auto">
            <a:xfrm flipH="1">
              <a:off x="3355" y="1775"/>
              <a:ext cx="4" cy="3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6" name="Line 326"/>
            <p:cNvSpPr>
              <a:spLocks noChangeShapeType="1"/>
            </p:cNvSpPr>
            <p:nvPr/>
          </p:nvSpPr>
          <p:spPr bwMode="auto">
            <a:xfrm flipH="1">
              <a:off x="3344" y="1799"/>
              <a:ext cx="3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7" name="Freeform 327"/>
            <p:cNvSpPr>
              <a:spLocks/>
            </p:cNvSpPr>
            <p:nvPr/>
          </p:nvSpPr>
          <p:spPr bwMode="auto">
            <a:xfrm>
              <a:off x="3417" y="1793"/>
              <a:ext cx="28" cy="42"/>
            </a:xfrm>
            <a:custGeom>
              <a:avLst/>
              <a:gdLst>
                <a:gd name="T0" fmla="*/ 0 w 226"/>
                <a:gd name="T1" fmla="*/ 0 h 341"/>
                <a:gd name="T2" fmla="*/ 0 w 226"/>
                <a:gd name="T3" fmla="*/ 0 h 341"/>
                <a:gd name="T4" fmla="*/ 0 w 226"/>
                <a:gd name="T5" fmla="*/ 0 h 341"/>
                <a:gd name="T6" fmla="*/ 0 w 226"/>
                <a:gd name="T7" fmla="*/ 0 h 341"/>
                <a:gd name="T8" fmla="*/ 0 w 226"/>
                <a:gd name="T9" fmla="*/ 0 h 341"/>
                <a:gd name="T10" fmla="*/ 0 w 226"/>
                <a:gd name="T11" fmla="*/ 0 h 341"/>
                <a:gd name="T12" fmla="*/ 0 w 226"/>
                <a:gd name="T13" fmla="*/ 0 h 341"/>
                <a:gd name="T14" fmla="*/ 0 w 226"/>
                <a:gd name="T15" fmla="*/ 0 h 341"/>
                <a:gd name="T16" fmla="*/ 0 w 226"/>
                <a:gd name="T17" fmla="*/ 0 h 341"/>
                <a:gd name="T18" fmla="*/ 0 w 226"/>
                <a:gd name="T19" fmla="*/ 0 h 341"/>
                <a:gd name="T20" fmla="*/ 0 w 226"/>
                <a:gd name="T21" fmla="*/ 0 h 341"/>
                <a:gd name="T22" fmla="*/ 0 w 226"/>
                <a:gd name="T23" fmla="*/ 0 h 341"/>
                <a:gd name="T24" fmla="*/ 0 w 226"/>
                <a:gd name="T25" fmla="*/ 0 h 341"/>
                <a:gd name="T26" fmla="*/ 0 w 226"/>
                <a:gd name="T27" fmla="*/ 0 h 341"/>
                <a:gd name="T28" fmla="*/ 0 w 226"/>
                <a:gd name="T29" fmla="*/ 0 h 341"/>
                <a:gd name="T30" fmla="*/ 0 w 226"/>
                <a:gd name="T31" fmla="*/ 0 h 341"/>
                <a:gd name="T32" fmla="*/ 0 w 226"/>
                <a:gd name="T33" fmla="*/ 0 h 341"/>
                <a:gd name="T34" fmla="*/ 0 w 226"/>
                <a:gd name="T35" fmla="*/ 0 h 341"/>
                <a:gd name="T36" fmla="*/ 0 w 226"/>
                <a:gd name="T37" fmla="*/ 0 h 341"/>
                <a:gd name="T38" fmla="*/ 0 w 226"/>
                <a:gd name="T39" fmla="*/ 0 h 341"/>
                <a:gd name="T40" fmla="*/ 0 w 226"/>
                <a:gd name="T41" fmla="*/ 0 h 34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26"/>
                <a:gd name="T64" fmla="*/ 0 h 341"/>
                <a:gd name="T65" fmla="*/ 226 w 226"/>
                <a:gd name="T66" fmla="*/ 341 h 34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26" h="341">
                  <a:moveTo>
                    <a:pt x="191" y="0"/>
                  </a:moveTo>
                  <a:lnTo>
                    <a:pt x="155" y="0"/>
                  </a:lnTo>
                  <a:lnTo>
                    <a:pt x="125" y="5"/>
                  </a:lnTo>
                  <a:lnTo>
                    <a:pt x="104" y="14"/>
                  </a:lnTo>
                  <a:lnTo>
                    <a:pt x="70" y="31"/>
                  </a:lnTo>
                  <a:lnTo>
                    <a:pt x="46" y="47"/>
                  </a:lnTo>
                  <a:lnTo>
                    <a:pt x="28" y="70"/>
                  </a:lnTo>
                  <a:lnTo>
                    <a:pt x="12" y="104"/>
                  </a:lnTo>
                  <a:lnTo>
                    <a:pt x="0" y="130"/>
                  </a:lnTo>
                  <a:lnTo>
                    <a:pt x="0" y="160"/>
                  </a:lnTo>
                  <a:lnTo>
                    <a:pt x="0" y="192"/>
                  </a:lnTo>
                  <a:lnTo>
                    <a:pt x="0" y="215"/>
                  </a:lnTo>
                  <a:lnTo>
                    <a:pt x="12" y="249"/>
                  </a:lnTo>
                  <a:lnTo>
                    <a:pt x="33" y="273"/>
                  </a:lnTo>
                  <a:lnTo>
                    <a:pt x="51" y="301"/>
                  </a:lnTo>
                  <a:lnTo>
                    <a:pt x="74" y="321"/>
                  </a:lnTo>
                  <a:lnTo>
                    <a:pt x="104" y="337"/>
                  </a:lnTo>
                  <a:lnTo>
                    <a:pt x="129" y="341"/>
                  </a:lnTo>
                  <a:lnTo>
                    <a:pt x="164" y="341"/>
                  </a:lnTo>
                  <a:lnTo>
                    <a:pt x="196" y="341"/>
                  </a:lnTo>
                  <a:lnTo>
                    <a:pt x="226" y="337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8" name="Line 328"/>
            <p:cNvSpPr>
              <a:spLocks noChangeShapeType="1"/>
            </p:cNvSpPr>
            <p:nvPr/>
          </p:nvSpPr>
          <p:spPr bwMode="auto">
            <a:xfrm flipV="1">
              <a:off x="2392" y="1742"/>
              <a:ext cx="5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9" name="Line 329"/>
            <p:cNvSpPr>
              <a:spLocks noChangeShapeType="1"/>
            </p:cNvSpPr>
            <p:nvPr/>
          </p:nvSpPr>
          <p:spPr bwMode="auto">
            <a:xfrm>
              <a:off x="2238" y="1719"/>
              <a:ext cx="21" cy="5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0" name="Line 330"/>
            <p:cNvSpPr>
              <a:spLocks noChangeShapeType="1"/>
            </p:cNvSpPr>
            <p:nvPr/>
          </p:nvSpPr>
          <p:spPr bwMode="auto">
            <a:xfrm>
              <a:off x="2252" y="1729"/>
              <a:ext cx="23" cy="6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1" name="Line 331"/>
            <p:cNvSpPr>
              <a:spLocks noChangeShapeType="1"/>
            </p:cNvSpPr>
            <p:nvPr/>
          </p:nvSpPr>
          <p:spPr bwMode="auto">
            <a:xfrm>
              <a:off x="2267" y="1741"/>
              <a:ext cx="22" cy="5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2" name="Line 332"/>
            <p:cNvSpPr>
              <a:spLocks noChangeShapeType="1"/>
            </p:cNvSpPr>
            <p:nvPr/>
          </p:nvSpPr>
          <p:spPr bwMode="auto">
            <a:xfrm>
              <a:off x="2286" y="1756"/>
              <a:ext cx="16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3" name="Freeform 333"/>
            <p:cNvSpPr>
              <a:spLocks/>
            </p:cNvSpPr>
            <p:nvPr/>
          </p:nvSpPr>
          <p:spPr bwMode="auto">
            <a:xfrm>
              <a:off x="2841" y="1426"/>
              <a:ext cx="226" cy="271"/>
            </a:xfrm>
            <a:custGeom>
              <a:avLst/>
              <a:gdLst>
                <a:gd name="T0" fmla="*/ 0 w 1810"/>
                <a:gd name="T1" fmla="*/ 0 h 2171"/>
                <a:gd name="T2" fmla="*/ 0 w 1810"/>
                <a:gd name="T3" fmla="*/ 0 h 2171"/>
                <a:gd name="T4" fmla="*/ 0 w 1810"/>
                <a:gd name="T5" fmla="*/ 0 h 2171"/>
                <a:gd name="T6" fmla="*/ 0 w 1810"/>
                <a:gd name="T7" fmla="*/ 0 h 2171"/>
                <a:gd name="T8" fmla="*/ 0 w 1810"/>
                <a:gd name="T9" fmla="*/ 0 h 2171"/>
                <a:gd name="T10" fmla="*/ 0 w 1810"/>
                <a:gd name="T11" fmla="*/ 0 h 2171"/>
                <a:gd name="T12" fmla="*/ 0 w 1810"/>
                <a:gd name="T13" fmla="*/ 0 h 2171"/>
                <a:gd name="T14" fmla="*/ 0 w 1810"/>
                <a:gd name="T15" fmla="*/ 0 h 2171"/>
                <a:gd name="T16" fmla="*/ 0 w 1810"/>
                <a:gd name="T17" fmla="*/ 0 h 2171"/>
                <a:gd name="T18" fmla="*/ 0 w 1810"/>
                <a:gd name="T19" fmla="*/ 0 h 2171"/>
                <a:gd name="T20" fmla="*/ 0 w 1810"/>
                <a:gd name="T21" fmla="*/ 0 h 2171"/>
                <a:gd name="T22" fmla="*/ 0 w 1810"/>
                <a:gd name="T23" fmla="*/ 0 h 2171"/>
                <a:gd name="T24" fmla="*/ 0 w 1810"/>
                <a:gd name="T25" fmla="*/ 0 h 2171"/>
                <a:gd name="T26" fmla="*/ 0 w 1810"/>
                <a:gd name="T27" fmla="*/ 0 h 2171"/>
                <a:gd name="T28" fmla="*/ 0 w 1810"/>
                <a:gd name="T29" fmla="*/ 0 h 2171"/>
                <a:gd name="T30" fmla="*/ 0 w 1810"/>
                <a:gd name="T31" fmla="*/ 0 h 2171"/>
                <a:gd name="T32" fmla="*/ 0 w 1810"/>
                <a:gd name="T33" fmla="*/ 0 h 2171"/>
                <a:gd name="T34" fmla="*/ 0 w 1810"/>
                <a:gd name="T35" fmla="*/ 0 h 2171"/>
                <a:gd name="T36" fmla="*/ 0 w 1810"/>
                <a:gd name="T37" fmla="*/ 0 h 2171"/>
                <a:gd name="T38" fmla="*/ 0 w 1810"/>
                <a:gd name="T39" fmla="*/ 0 h 2171"/>
                <a:gd name="T40" fmla="*/ 0 w 1810"/>
                <a:gd name="T41" fmla="*/ 0 h 2171"/>
                <a:gd name="T42" fmla="*/ 0 w 1810"/>
                <a:gd name="T43" fmla="*/ 0 h 2171"/>
                <a:gd name="T44" fmla="*/ 0 w 1810"/>
                <a:gd name="T45" fmla="*/ 0 h 2171"/>
                <a:gd name="T46" fmla="*/ 0 w 1810"/>
                <a:gd name="T47" fmla="*/ 0 h 2171"/>
                <a:gd name="T48" fmla="*/ 0 w 1810"/>
                <a:gd name="T49" fmla="*/ 0 h 2171"/>
                <a:gd name="T50" fmla="*/ 0 w 1810"/>
                <a:gd name="T51" fmla="*/ 0 h 2171"/>
                <a:gd name="T52" fmla="*/ 0 w 1810"/>
                <a:gd name="T53" fmla="*/ 0 h 2171"/>
                <a:gd name="T54" fmla="*/ 0 w 1810"/>
                <a:gd name="T55" fmla="*/ 0 h 2171"/>
                <a:gd name="T56" fmla="*/ 0 w 1810"/>
                <a:gd name="T57" fmla="*/ 0 h 2171"/>
                <a:gd name="T58" fmla="*/ 0 w 1810"/>
                <a:gd name="T59" fmla="*/ 0 h 2171"/>
                <a:gd name="T60" fmla="*/ 0 w 1810"/>
                <a:gd name="T61" fmla="*/ 0 h 2171"/>
                <a:gd name="T62" fmla="*/ 0 w 1810"/>
                <a:gd name="T63" fmla="*/ 0 h 2171"/>
                <a:gd name="T64" fmla="*/ 0 w 1810"/>
                <a:gd name="T65" fmla="*/ 0 h 2171"/>
                <a:gd name="T66" fmla="*/ 0 w 1810"/>
                <a:gd name="T67" fmla="*/ 0 h 2171"/>
                <a:gd name="T68" fmla="*/ 0 w 1810"/>
                <a:gd name="T69" fmla="*/ 0 h 2171"/>
                <a:gd name="T70" fmla="*/ 0 w 1810"/>
                <a:gd name="T71" fmla="*/ 0 h 2171"/>
                <a:gd name="T72" fmla="*/ 0 w 1810"/>
                <a:gd name="T73" fmla="*/ 0 h 2171"/>
                <a:gd name="T74" fmla="*/ 0 w 1810"/>
                <a:gd name="T75" fmla="*/ 0 h 2171"/>
                <a:gd name="T76" fmla="*/ 0 w 1810"/>
                <a:gd name="T77" fmla="*/ 0 h 2171"/>
                <a:gd name="T78" fmla="*/ 0 w 1810"/>
                <a:gd name="T79" fmla="*/ 0 h 2171"/>
                <a:gd name="T80" fmla="*/ 0 w 1810"/>
                <a:gd name="T81" fmla="*/ 0 h 2171"/>
                <a:gd name="T82" fmla="*/ 0 w 1810"/>
                <a:gd name="T83" fmla="*/ 0 h 2171"/>
                <a:gd name="T84" fmla="*/ 0 w 1810"/>
                <a:gd name="T85" fmla="*/ 0 h 2171"/>
                <a:gd name="T86" fmla="*/ 0 w 1810"/>
                <a:gd name="T87" fmla="*/ 0 h 2171"/>
                <a:gd name="T88" fmla="*/ 0 w 1810"/>
                <a:gd name="T89" fmla="*/ 0 h 2171"/>
                <a:gd name="T90" fmla="*/ 0 w 1810"/>
                <a:gd name="T91" fmla="*/ 0 h 2171"/>
                <a:gd name="T92" fmla="*/ 0 w 1810"/>
                <a:gd name="T93" fmla="*/ 0 h 2171"/>
                <a:gd name="T94" fmla="*/ 0 w 1810"/>
                <a:gd name="T95" fmla="*/ 0 h 2171"/>
                <a:gd name="T96" fmla="*/ 0 w 1810"/>
                <a:gd name="T97" fmla="*/ 0 h 2171"/>
                <a:gd name="T98" fmla="*/ 0 w 1810"/>
                <a:gd name="T99" fmla="*/ 0 h 2171"/>
                <a:gd name="T100" fmla="*/ 0 w 1810"/>
                <a:gd name="T101" fmla="*/ 0 h 2171"/>
                <a:gd name="T102" fmla="*/ 0 w 1810"/>
                <a:gd name="T103" fmla="*/ 0 h 2171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810"/>
                <a:gd name="T157" fmla="*/ 0 h 2171"/>
                <a:gd name="T158" fmla="*/ 1810 w 1810"/>
                <a:gd name="T159" fmla="*/ 2171 h 2171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810" h="2171">
                  <a:moveTo>
                    <a:pt x="1367" y="1125"/>
                  </a:moveTo>
                  <a:lnTo>
                    <a:pt x="1215" y="1136"/>
                  </a:lnTo>
                  <a:lnTo>
                    <a:pt x="1090" y="1113"/>
                  </a:lnTo>
                  <a:lnTo>
                    <a:pt x="1033" y="1060"/>
                  </a:lnTo>
                  <a:lnTo>
                    <a:pt x="1120" y="1095"/>
                  </a:lnTo>
                  <a:lnTo>
                    <a:pt x="1206" y="1073"/>
                  </a:lnTo>
                  <a:lnTo>
                    <a:pt x="1265" y="1062"/>
                  </a:lnTo>
                  <a:lnTo>
                    <a:pt x="1145" y="1037"/>
                  </a:lnTo>
                  <a:lnTo>
                    <a:pt x="1044" y="998"/>
                  </a:lnTo>
                  <a:lnTo>
                    <a:pt x="973" y="998"/>
                  </a:lnTo>
                  <a:lnTo>
                    <a:pt x="890" y="1020"/>
                  </a:lnTo>
                  <a:lnTo>
                    <a:pt x="813" y="1023"/>
                  </a:lnTo>
                  <a:lnTo>
                    <a:pt x="740" y="1035"/>
                  </a:lnTo>
                  <a:lnTo>
                    <a:pt x="606" y="998"/>
                  </a:lnTo>
                  <a:lnTo>
                    <a:pt x="556" y="981"/>
                  </a:lnTo>
                  <a:lnTo>
                    <a:pt x="424" y="910"/>
                  </a:lnTo>
                  <a:lnTo>
                    <a:pt x="338" y="878"/>
                  </a:lnTo>
                  <a:lnTo>
                    <a:pt x="263" y="853"/>
                  </a:lnTo>
                  <a:lnTo>
                    <a:pt x="122" y="840"/>
                  </a:lnTo>
                  <a:lnTo>
                    <a:pt x="0" y="829"/>
                  </a:lnTo>
                  <a:lnTo>
                    <a:pt x="178" y="813"/>
                  </a:lnTo>
                  <a:lnTo>
                    <a:pt x="345" y="820"/>
                  </a:lnTo>
                  <a:lnTo>
                    <a:pt x="470" y="840"/>
                  </a:lnTo>
                  <a:lnTo>
                    <a:pt x="574" y="866"/>
                  </a:lnTo>
                  <a:lnTo>
                    <a:pt x="648" y="840"/>
                  </a:lnTo>
                  <a:lnTo>
                    <a:pt x="848" y="820"/>
                  </a:lnTo>
                  <a:lnTo>
                    <a:pt x="986" y="829"/>
                  </a:lnTo>
                  <a:lnTo>
                    <a:pt x="878" y="779"/>
                  </a:lnTo>
                  <a:lnTo>
                    <a:pt x="756" y="746"/>
                  </a:lnTo>
                  <a:lnTo>
                    <a:pt x="648" y="746"/>
                  </a:lnTo>
                  <a:lnTo>
                    <a:pt x="534" y="721"/>
                  </a:lnTo>
                  <a:lnTo>
                    <a:pt x="435" y="689"/>
                  </a:lnTo>
                  <a:lnTo>
                    <a:pt x="597" y="721"/>
                  </a:lnTo>
                  <a:lnTo>
                    <a:pt x="705" y="708"/>
                  </a:lnTo>
                  <a:lnTo>
                    <a:pt x="813" y="703"/>
                  </a:lnTo>
                  <a:lnTo>
                    <a:pt x="908" y="703"/>
                  </a:lnTo>
                  <a:lnTo>
                    <a:pt x="779" y="629"/>
                  </a:lnTo>
                  <a:lnTo>
                    <a:pt x="648" y="587"/>
                  </a:lnTo>
                  <a:lnTo>
                    <a:pt x="779" y="606"/>
                  </a:lnTo>
                  <a:lnTo>
                    <a:pt x="890" y="613"/>
                  </a:lnTo>
                  <a:lnTo>
                    <a:pt x="1019" y="647"/>
                  </a:lnTo>
                  <a:lnTo>
                    <a:pt x="883" y="548"/>
                  </a:lnTo>
                  <a:lnTo>
                    <a:pt x="756" y="479"/>
                  </a:lnTo>
                  <a:lnTo>
                    <a:pt x="899" y="509"/>
                  </a:lnTo>
                  <a:lnTo>
                    <a:pt x="1061" y="548"/>
                  </a:lnTo>
                  <a:lnTo>
                    <a:pt x="986" y="465"/>
                  </a:lnTo>
                  <a:lnTo>
                    <a:pt x="864" y="394"/>
                  </a:lnTo>
                  <a:lnTo>
                    <a:pt x="1039" y="444"/>
                  </a:lnTo>
                  <a:lnTo>
                    <a:pt x="1129" y="479"/>
                  </a:lnTo>
                  <a:lnTo>
                    <a:pt x="1083" y="387"/>
                  </a:lnTo>
                  <a:lnTo>
                    <a:pt x="962" y="281"/>
                  </a:lnTo>
                  <a:lnTo>
                    <a:pt x="1090" y="317"/>
                  </a:lnTo>
                  <a:lnTo>
                    <a:pt x="1235" y="419"/>
                  </a:lnTo>
                  <a:lnTo>
                    <a:pt x="1206" y="320"/>
                  </a:lnTo>
                  <a:lnTo>
                    <a:pt x="1129" y="262"/>
                  </a:lnTo>
                  <a:lnTo>
                    <a:pt x="1256" y="330"/>
                  </a:lnTo>
                  <a:lnTo>
                    <a:pt x="1109" y="191"/>
                  </a:lnTo>
                  <a:lnTo>
                    <a:pt x="899" y="101"/>
                  </a:lnTo>
                  <a:lnTo>
                    <a:pt x="727" y="27"/>
                  </a:lnTo>
                  <a:lnTo>
                    <a:pt x="516" y="0"/>
                  </a:lnTo>
                  <a:lnTo>
                    <a:pt x="793" y="0"/>
                  </a:lnTo>
                  <a:lnTo>
                    <a:pt x="1085" y="75"/>
                  </a:lnTo>
                  <a:lnTo>
                    <a:pt x="1332" y="216"/>
                  </a:lnTo>
                  <a:lnTo>
                    <a:pt x="1519" y="444"/>
                  </a:lnTo>
                  <a:lnTo>
                    <a:pt x="1609" y="613"/>
                  </a:lnTo>
                  <a:lnTo>
                    <a:pt x="1639" y="779"/>
                  </a:lnTo>
                  <a:lnTo>
                    <a:pt x="1623" y="981"/>
                  </a:lnTo>
                  <a:lnTo>
                    <a:pt x="1613" y="1011"/>
                  </a:lnTo>
                  <a:lnTo>
                    <a:pt x="1725" y="1011"/>
                  </a:lnTo>
                  <a:lnTo>
                    <a:pt x="1810" y="1113"/>
                  </a:lnTo>
                  <a:lnTo>
                    <a:pt x="1810" y="1290"/>
                  </a:lnTo>
                  <a:lnTo>
                    <a:pt x="1784" y="1130"/>
                  </a:lnTo>
                  <a:lnTo>
                    <a:pt x="1740" y="1095"/>
                  </a:lnTo>
                  <a:lnTo>
                    <a:pt x="1669" y="1095"/>
                  </a:lnTo>
                  <a:lnTo>
                    <a:pt x="1716" y="1194"/>
                  </a:lnTo>
                  <a:lnTo>
                    <a:pt x="1694" y="1314"/>
                  </a:lnTo>
                  <a:lnTo>
                    <a:pt x="1630" y="1422"/>
                  </a:lnTo>
                  <a:lnTo>
                    <a:pt x="1609" y="1266"/>
                  </a:lnTo>
                  <a:lnTo>
                    <a:pt x="1542" y="1152"/>
                  </a:lnTo>
                  <a:lnTo>
                    <a:pt x="1542" y="1360"/>
                  </a:lnTo>
                  <a:lnTo>
                    <a:pt x="1519" y="1497"/>
                  </a:lnTo>
                  <a:lnTo>
                    <a:pt x="1473" y="1304"/>
                  </a:lnTo>
                  <a:lnTo>
                    <a:pt x="1448" y="1447"/>
                  </a:lnTo>
                  <a:lnTo>
                    <a:pt x="1388" y="1629"/>
                  </a:lnTo>
                  <a:lnTo>
                    <a:pt x="1448" y="1609"/>
                  </a:lnTo>
                  <a:lnTo>
                    <a:pt x="1428" y="1776"/>
                  </a:lnTo>
                  <a:lnTo>
                    <a:pt x="1519" y="1567"/>
                  </a:lnTo>
                  <a:lnTo>
                    <a:pt x="1510" y="1730"/>
                  </a:lnTo>
                  <a:lnTo>
                    <a:pt x="1613" y="1510"/>
                  </a:lnTo>
                  <a:lnTo>
                    <a:pt x="1573" y="1710"/>
                  </a:lnTo>
                  <a:lnTo>
                    <a:pt x="1669" y="1625"/>
                  </a:lnTo>
                  <a:lnTo>
                    <a:pt x="1795" y="1371"/>
                  </a:lnTo>
                  <a:lnTo>
                    <a:pt x="1694" y="1653"/>
                  </a:lnTo>
                  <a:lnTo>
                    <a:pt x="1600" y="1752"/>
                  </a:lnTo>
                  <a:lnTo>
                    <a:pt x="1422" y="1883"/>
                  </a:lnTo>
                  <a:lnTo>
                    <a:pt x="1316" y="1922"/>
                  </a:lnTo>
                  <a:lnTo>
                    <a:pt x="1204" y="2068"/>
                  </a:lnTo>
                  <a:lnTo>
                    <a:pt x="1109" y="2171"/>
                  </a:lnTo>
                  <a:lnTo>
                    <a:pt x="1226" y="1922"/>
                  </a:lnTo>
                  <a:lnTo>
                    <a:pt x="1235" y="1653"/>
                  </a:lnTo>
                  <a:lnTo>
                    <a:pt x="1250" y="1482"/>
                  </a:lnTo>
                  <a:lnTo>
                    <a:pt x="1307" y="1302"/>
                  </a:lnTo>
                  <a:lnTo>
                    <a:pt x="1402" y="1136"/>
                  </a:lnTo>
                  <a:lnTo>
                    <a:pt x="1367" y="11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4" name="Freeform 334"/>
            <p:cNvSpPr>
              <a:spLocks/>
            </p:cNvSpPr>
            <p:nvPr/>
          </p:nvSpPr>
          <p:spPr bwMode="auto">
            <a:xfrm>
              <a:off x="2752" y="1426"/>
              <a:ext cx="193" cy="199"/>
            </a:xfrm>
            <a:custGeom>
              <a:avLst/>
              <a:gdLst>
                <a:gd name="T0" fmla="*/ 0 w 1547"/>
                <a:gd name="T1" fmla="*/ 0 h 1598"/>
                <a:gd name="T2" fmla="*/ 0 w 1547"/>
                <a:gd name="T3" fmla="*/ 0 h 1598"/>
                <a:gd name="T4" fmla="*/ 0 w 1547"/>
                <a:gd name="T5" fmla="*/ 0 h 1598"/>
                <a:gd name="T6" fmla="*/ 0 w 1547"/>
                <a:gd name="T7" fmla="*/ 0 h 1598"/>
                <a:gd name="T8" fmla="*/ 0 w 1547"/>
                <a:gd name="T9" fmla="*/ 0 h 1598"/>
                <a:gd name="T10" fmla="*/ 0 w 1547"/>
                <a:gd name="T11" fmla="*/ 0 h 1598"/>
                <a:gd name="T12" fmla="*/ 0 w 1547"/>
                <a:gd name="T13" fmla="*/ 0 h 1598"/>
                <a:gd name="T14" fmla="*/ 0 w 1547"/>
                <a:gd name="T15" fmla="*/ 0 h 1598"/>
                <a:gd name="T16" fmla="*/ 0 w 1547"/>
                <a:gd name="T17" fmla="*/ 0 h 1598"/>
                <a:gd name="T18" fmla="*/ 0 w 1547"/>
                <a:gd name="T19" fmla="*/ 0 h 1598"/>
                <a:gd name="T20" fmla="*/ 0 w 1547"/>
                <a:gd name="T21" fmla="*/ 0 h 1598"/>
                <a:gd name="T22" fmla="*/ 0 w 1547"/>
                <a:gd name="T23" fmla="*/ 0 h 1598"/>
                <a:gd name="T24" fmla="*/ 0 w 1547"/>
                <a:gd name="T25" fmla="*/ 0 h 1598"/>
                <a:gd name="T26" fmla="*/ 0 w 1547"/>
                <a:gd name="T27" fmla="*/ 0 h 1598"/>
                <a:gd name="T28" fmla="*/ 0 w 1547"/>
                <a:gd name="T29" fmla="*/ 0 h 1598"/>
                <a:gd name="T30" fmla="*/ 0 w 1547"/>
                <a:gd name="T31" fmla="*/ 0 h 1598"/>
                <a:gd name="T32" fmla="*/ 0 w 1547"/>
                <a:gd name="T33" fmla="*/ 0 h 1598"/>
                <a:gd name="T34" fmla="*/ 0 w 1547"/>
                <a:gd name="T35" fmla="*/ 0 h 1598"/>
                <a:gd name="T36" fmla="*/ 0 w 1547"/>
                <a:gd name="T37" fmla="*/ 0 h 1598"/>
                <a:gd name="T38" fmla="*/ 0 w 1547"/>
                <a:gd name="T39" fmla="*/ 0 h 1598"/>
                <a:gd name="T40" fmla="*/ 0 w 1547"/>
                <a:gd name="T41" fmla="*/ 0 h 1598"/>
                <a:gd name="T42" fmla="*/ 0 w 1547"/>
                <a:gd name="T43" fmla="*/ 0 h 1598"/>
                <a:gd name="T44" fmla="*/ 0 w 1547"/>
                <a:gd name="T45" fmla="*/ 0 h 1598"/>
                <a:gd name="T46" fmla="*/ 0 w 1547"/>
                <a:gd name="T47" fmla="*/ 0 h 1598"/>
                <a:gd name="T48" fmla="*/ 0 w 1547"/>
                <a:gd name="T49" fmla="*/ 0 h 1598"/>
                <a:gd name="T50" fmla="*/ 0 w 1547"/>
                <a:gd name="T51" fmla="*/ 0 h 1598"/>
                <a:gd name="T52" fmla="*/ 0 w 1547"/>
                <a:gd name="T53" fmla="*/ 0 h 1598"/>
                <a:gd name="T54" fmla="*/ 0 w 1547"/>
                <a:gd name="T55" fmla="*/ 0 h 1598"/>
                <a:gd name="T56" fmla="*/ 0 w 1547"/>
                <a:gd name="T57" fmla="*/ 0 h 1598"/>
                <a:gd name="T58" fmla="*/ 0 w 1547"/>
                <a:gd name="T59" fmla="*/ 0 h 1598"/>
                <a:gd name="T60" fmla="*/ 0 w 1547"/>
                <a:gd name="T61" fmla="*/ 0 h 1598"/>
                <a:gd name="T62" fmla="*/ 0 w 1547"/>
                <a:gd name="T63" fmla="*/ 0 h 1598"/>
                <a:gd name="T64" fmla="*/ 0 w 1547"/>
                <a:gd name="T65" fmla="*/ 0 h 1598"/>
                <a:gd name="T66" fmla="*/ 0 w 1547"/>
                <a:gd name="T67" fmla="*/ 0 h 1598"/>
                <a:gd name="T68" fmla="*/ 0 w 1547"/>
                <a:gd name="T69" fmla="*/ 0 h 1598"/>
                <a:gd name="T70" fmla="*/ 0 w 1547"/>
                <a:gd name="T71" fmla="*/ 0 h 1598"/>
                <a:gd name="T72" fmla="*/ 0 w 1547"/>
                <a:gd name="T73" fmla="*/ 0 h 1598"/>
                <a:gd name="T74" fmla="*/ 0 w 1547"/>
                <a:gd name="T75" fmla="*/ 0 h 1598"/>
                <a:gd name="T76" fmla="*/ 0 w 1547"/>
                <a:gd name="T77" fmla="*/ 0 h 1598"/>
                <a:gd name="T78" fmla="*/ 0 w 1547"/>
                <a:gd name="T79" fmla="*/ 0 h 1598"/>
                <a:gd name="T80" fmla="*/ 0 w 1547"/>
                <a:gd name="T81" fmla="*/ 0 h 1598"/>
                <a:gd name="T82" fmla="*/ 0 w 1547"/>
                <a:gd name="T83" fmla="*/ 0 h 1598"/>
                <a:gd name="T84" fmla="*/ 0 w 1547"/>
                <a:gd name="T85" fmla="*/ 0 h 1598"/>
                <a:gd name="T86" fmla="*/ 0 w 1547"/>
                <a:gd name="T87" fmla="*/ 0 h 1598"/>
                <a:gd name="T88" fmla="*/ 0 w 1547"/>
                <a:gd name="T89" fmla="*/ 0 h 1598"/>
                <a:gd name="T90" fmla="*/ 0 w 1547"/>
                <a:gd name="T91" fmla="*/ 0 h 1598"/>
                <a:gd name="T92" fmla="*/ 0 w 1547"/>
                <a:gd name="T93" fmla="*/ 0 h 1598"/>
                <a:gd name="T94" fmla="*/ 0 w 1547"/>
                <a:gd name="T95" fmla="*/ 0 h 1598"/>
                <a:gd name="T96" fmla="*/ 0 w 1547"/>
                <a:gd name="T97" fmla="*/ 0 h 1598"/>
                <a:gd name="T98" fmla="*/ 0 w 1547"/>
                <a:gd name="T99" fmla="*/ 0 h 1598"/>
                <a:gd name="T100" fmla="*/ 0 w 1547"/>
                <a:gd name="T101" fmla="*/ 0 h 1598"/>
                <a:gd name="T102" fmla="*/ 0 w 1547"/>
                <a:gd name="T103" fmla="*/ 0 h 1598"/>
                <a:gd name="T104" fmla="*/ 0 w 1547"/>
                <a:gd name="T105" fmla="*/ 0 h 1598"/>
                <a:gd name="T106" fmla="*/ 0 w 1547"/>
                <a:gd name="T107" fmla="*/ 0 h 1598"/>
                <a:gd name="T108" fmla="*/ 0 w 1547"/>
                <a:gd name="T109" fmla="*/ 0 h 1598"/>
                <a:gd name="T110" fmla="*/ 0 w 1547"/>
                <a:gd name="T111" fmla="*/ 0 h 1598"/>
                <a:gd name="T112" fmla="*/ 0 w 1547"/>
                <a:gd name="T113" fmla="*/ 0 h 1598"/>
                <a:gd name="T114" fmla="*/ 0 w 1547"/>
                <a:gd name="T115" fmla="*/ 0 h 1598"/>
                <a:gd name="T116" fmla="*/ 0 w 1547"/>
                <a:gd name="T117" fmla="*/ 0 h 1598"/>
                <a:gd name="T118" fmla="*/ 0 w 1547"/>
                <a:gd name="T119" fmla="*/ 0 h 1598"/>
                <a:gd name="T120" fmla="*/ 0 w 1547"/>
                <a:gd name="T121" fmla="*/ 0 h 159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547"/>
                <a:gd name="T184" fmla="*/ 0 h 1598"/>
                <a:gd name="T185" fmla="*/ 1547 w 1547"/>
                <a:gd name="T186" fmla="*/ 1598 h 1598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547" h="1598">
                  <a:moveTo>
                    <a:pt x="1038" y="25"/>
                  </a:moveTo>
                  <a:lnTo>
                    <a:pt x="877" y="75"/>
                  </a:lnTo>
                  <a:lnTo>
                    <a:pt x="669" y="163"/>
                  </a:lnTo>
                  <a:lnTo>
                    <a:pt x="491" y="284"/>
                  </a:lnTo>
                  <a:lnTo>
                    <a:pt x="369" y="422"/>
                  </a:lnTo>
                  <a:lnTo>
                    <a:pt x="268" y="606"/>
                  </a:lnTo>
                  <a:lnTo>
                    <a:pt x="183" y="746"/>
                  </a:lnTo>
                  <a:lnTo>
                    <a:pt x="106" y="884"/>
                  </a:lnTo>
                  <a:lnTo>
                    <a:pt x="0" y="1060"/>
                  </a:lnTo>
                  <a:lnTo>
                    <a:pt x="77" y="1023"/>
                  </a:lnTo>
                  <a:lnTo>
                    <a:pt x="157" y="1062"/>
                  </a:lnTo>
                  <a:lnTo>
                    <a:pt x="146" y="1176"/>
                  </a:lnTo>
                  <a:lnTo>
                    <a:pt x="159" y="1262"/>
                  </a:lnTo>
                  <a:lnTo>
                    <a:pt x="159" y="1360"/>
                  </a:lnTo>
                  <a:lnTo>
                    <a:pt x="97" y="1389"/>
                  </a:lnTo>
                  <a:lnTo>
                    <a:pt x="49" y="1348"/>
                  </a:lnTo>
                  <a:lnTo>
                    <a:pt x="25" y="1389"/>
                  </a:lnTo>
                  <a:lnTo>
                    <a:pt x="27" y="1583"/>
                  </a:lnTo>
                  <a:lnTo>
                    <a:pt x="62" y="1598"/>
                  </a:lnTo>
                  <a:lnTo>
                    <a:pt x="111" y="1429"/>
                  </a:lnTo>
                  <a:lnTo>
                    <a:pt x="168" y="1436"/>
                  </a:lnTo>
                  <a:lnTo>
                    <a:pt x="168" y="1567"/>
                  </a:lnTo>
                  <a:lnTo>
                    <a:pt x="304" y="1145"/>
                  </a:lnTo>
                  <a:lnTo>
                    <a:pt x="319" y="1020"/>
                  </a:lnTo>
                  <a:lnTo>
                    <a:pt x="194" y="1130"/>
                  </a:lnTo>
                  <a:lnTo>
                    <a:pt x="176" y="1035"/>
                  </a:lnTo>
                  <a:lnTo>
                    <a:pt x="106" y="991"/>
                  </a:lnTo>
                  <a:lnTo>
                    <a:pt x="198" y="878"/>
                  </a:lnTo>
                  <a:lnTo>
                    <a:pt x="231" y="840"/>
                  </a:lnTo>
                  <a:lnTo>
                    <a:pt x="662" y="829"/>
                  </a:lnTo>
                  <a:lnTo>
                    <a:pt x="231" y="941"/>
                  </a:lnTo>
                  <a:lnTo>
                    <a:pt x="207" y="1011"/>
                  </a:lnTo>
                  <a:lnTo>
                    <a:pt x="434" y="977"/>
                  </a:lnTo>
                  <a:lnTo>
                    <a:pt x="355" y="1062"/>
                  </a:lnTo>
                  <a:lnTo>
                    <a:pt x="515" y="991"/>
                  </a:lnTo>
                  <a:lnTo>
                    <a:pt x="743" y="829"/>
                  </a:lnTo>
                  <a:lnTo>
                    <a:pt x="963" y="820"/>
                  </a:lnTo>
                  <a:lnTo>
                    <a:pt x="917" y="746"/>
                  </a:lnTo>
                  <a:lnTo>
                    <a:pt x="921" y="719"/>
                  </a:lnTo>
                  <a:lnTo>
                    <a:pt x="1053" y="680"/>
                  </a:lnTo>
                  <a:lnTo>
                    <a:pt x="978" y="636"/>
                  </a:lnTo>
                  <a:lnTo>
                    <a:pt x="985" y="574"/>
                  </a:lnTo>
                  <a:lnTo>
                    <a:pt x="1082" y="519"/>
                  </a:lnTo>
                  <a:lnTo>
                    <a:pt x="1038" y="465"/>
                  </a:lnTo>
                  <a:lnTo>
                    <a:pt x="1053" y="394"/>
                  </a:lnTo>
                  <a:lnTo>
                    <a:pt x="978" y="336"/>
                  </a:lnTo>
                  <a:lnTo>
                    <a:pt x="886" y="330"/>
                  </a:lnTo>
                  <a:lnTo>
                    <a:pt x="1014" y="284"/>
                  </a:lnTo>
                  <a:lnTo>
                    <a:pt x="1167" y="281"/>
                  </a:lnTo>
                  <a:lnTo>
                    <a:pt x="1093" y="233"/>
                  </a:lnTo>
                  <a:lnTo>
                    <a:pt x="1167" y="198"/>
                  </a:lnTo>
                  <a:lnTo>
                    <a:pt x="985" y="161"/>
                  </a:lnTo>
                  <a:lnTo>
                    <a:pt x="814" y="161"/>
                  </a:lnTo>
                  <a:lnTo>
                    <a:pt x="662" y="191"/>
                  </a:lnTo>
                  <a:lnTo>
                    <a:pt x="886" y="101"/>
                  </a:lnTo>
                  <a:lnTo>
                    <a:pt x="1110" y="41"/>
                  </a:lnTo>
                  <a:lnTo>
                    <a:pt x="1289" y="25"/>
                  </a:lnTo>
                  <a:lnTo>
                    <a:pt x="1547" y="25"/>
                  </a:lnTo>
                  <a:lnTo>
                    <a:pt x="1466" y="0"/>
                  </a:lnTo>
                  <a:lnTo>
                    <a:pt x="1185" y="0"/>
                  </a:lnTo>
                  <a:lnTo>
                    <a:pt x="1038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5" name="Freeform 335"/>
            <p:cNvSpPr>
              <a:spLocks/>
            </p:cNvSpPr>
            <p:nvPr/>
          </p:nvSpPr>
          <p:spPr bwMode="auto">
            <a:xfrm>
              <a:off x="2743" y="1567"/>
              <a:ext cx="16" cy="42"/>
            </a:xfrm>
            <a:custGeom>
              <a:avLst/>
              <a:gdLst>
                <a:gd name="T0" fmla="*/ 0 w 134"/>
                <a:gd name="T1" fmla="*/ 0 h 334"/>
                <a:gd name="T2" fmla="*/ 0 w 134"/>
                <a:gd name="T3" fmla="*/ 0 h 334"/>
                <a:gd name="T4" fmla="*/ 0 w 134"/>
                <a:gd name="T5" fmla="*/ 0 h 334"/>
                <a:gd name="T6" fmla="*/ 0 w 134"/>
                <a:gd name="T7" fmla="*/ 0 h 334"/>
                <a:gd name="T8" fmla="*/ 0 w 134"/>
                <a:gd name="T9" fmla="*/ 0 h 334"/>
                <a:gd name="T10" fmla="*/ 0 w 134"/>
                <a:gd name="T11" fmla="*/ 0 h 334"/>
                <a:gd name="T12" fmla="*/ 0 w 134"/>
                <a:gd name="T13" fmla="*/ 0 h 334"/>
                <a:gd name="T14" fmla="*/ 0 w 134"/>
                <a:gd name="T15" fmla="*/ 0 h 334"/>
                <a:gd name="T16" fmla="*/ 0 w 134"/>
                <a:gd name="T17" fmla="*/ 0 h 334"/>
                <a:gd name="T18" fmla="*/ 0 w 134"/>
                <a:gd name="T19" fmla="*/ 0 h 334"/>
                <a:gd name="T20" fmla="*/ 0 w 134"/>
                <a:gd name="T21" fmla="*/ 0 h 334"/>
                <a:gd name="T22" fmla="*/ 0 w 134"/>
                <a:gd name="T23" fmla="*/ 0 h 3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34"/>
                <a:gd name="T37" fmla="*/ 0 h 334"/>
                <a:gd name="T38" fmla="*/ 134 w 134"/>
                <a:gd name="T39" fmla="*/ 334 h 33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34" h="334">
                  <a:moveTo>
                    <a:pt x="132" y="6"/>
                  </a:moveTo>
                  <a:lnTo>
                    <a:pt x="134" y="68"/>
                  </a:lnTo>
                  <a:lnTo>
                    <a:pt x="86" y="112"/>
                  </a:lnTo>
                  <a:lnTo>
                    <a:pt x="49" y="195"/>
                  </a:lnTo>
                  <a:lnTo>
                    <a:pt x="37" y="273"/>
                  </a:lnTo>
                  <a:lnTo>
                    <a:pt x="17" y="334"/>
                  </a:lnTo>
                  <a:lnTo>
                    <a:pt x="0" y="329"/>
                  </a:lnTo>
                  <a:lnTo>
                    <a:pt x="3" y="218"/>
                  </a:lnTo>
                  <a:lnTo>
                    <a:pt x="28" y="128"/>
                  </a:lnTo>
                  <a:lnTo>
                    <a:pt x="63" y="36"/>
                  </a:lnTo>
                  <a:lnTo>
                    <a:pt x="99" y="0"/>
                  </a:lnTo>
                  <a:lnTo>
                    <a:pt x="132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6" name="Freeform 336"/>
            <p:cNvSpPr>
              <a:spLocks/>
            </p:cNvSpPr>
            <p:nvPr/>
          </p:nvSpPr>
          <p:spPr bwMode="auto">
            <a:xfrm>
              <a:off x="2735" y="1565"/>
              <a:ext cx="73" cy="253"/>
            </a:xfrm>
            <a:custGeom>
              <a:avLst/>
              <a:gdLst>
                <a:gd name="T0" fmla="*/ 0 w 583"/>
                <a:gd name="T1" fmla="*/ 0 h 2024"/>
                <a:gd name="T2" fmla="*/ 0 w 583"/>
                <a:gd name="T3" fmla="*/ 0 h 2024"/>
                <a:gd name="T4" fmla="*/ 0 w 583"/>
                <a:gd name="T5" fmla="*/ 0 h 2024"/>
                <a:gd name="T6" fmla="*/ 0 w 583"/>
                <a:gd name="T7" fmla="*/ 0 h 2024"/>
                <a:gd name="T8" fmla="*/ 0 w 583"/>
                <a:gd name="T9" fmla="*/ 0 h 2024"/>
                <a:gd name="T10" fmla="*/ 0 w 583"/>
                <a:gd name="T11" fmla="*/ 0 h 2024"/>
                <a:gd name="T12" fmla="*/ 0 w 583"/>
                <a:gd name="T13" fmla="*/ 0 h 2024"/>
                <a:gd name="T14" fmla="*/ 0 w 583"/>
                <a:gd name="T15" fmla="*/ 0 h 2024"/>
                <a:gd name="T16" fmla="*/ 0 w 583"/>
                <a:gd name="T17" fmla="*/ 0 h 2024"/>
                <a:gd name="T18" fmla="*/ 0 w 583"/>
                <a:gd name="T19" fmla="*/ 0 h 2024"/>
                <a:gd name="T20" fmla="*/ 0 w 583"/>
                <a:gd name="T21" fmla="*/ 0 h 2024"/>
                <a:gd name="T22" fmla="*/ 0 w 583"/>
                <a:gd name="T23" fmla="*/ 0 h 2024"/>
                <a:gd name="T24" fmla="*/ 0 w 583"/>
                <a:gd name="T25" fmla="*/ 0 h 2024"/>
                <a:gd name="T26" fmla="*/ 0 w 583"/>
                <a:gd name="T27" fmla="*/ 0 h 2024"/>
                <a:gd name="T28" fmla="*/ 0 w 583"/>
                <a:gd name="T29" fmla="*/ 0 h 2024"/>
                <a:gd name="T30" fmla="*/ 0 w 583"/>
                <a:gd name="T31" fmla="*/ 0 h 2024"/>
                <a:gd name="T32" fmla="*/ 0 w 583"/>
                <a:gd name="T33" fmla="*/ 0 h 2024"/>
                <a:gd name="T34" fmla="*/ 0 w 583"/>
                <a:gd name="T35" fmla="*/ 0 h 2024"/>
                <a:gd name="T36" fmla="*/ 0 w 583"/>
                <a:gd name="T37" fmla="*/ 0 h 2024"/>
                <a:gd name="T38" fmla="*/ 0 w 583"/>
                <a:gd name="T39" fmla="*/ 0 h 2024"/>
                <a:gd name="T40" fmla="*/ 0 w 583"/>
                <a:gd name="T41" fmla="*/ 0 h 2024"/>
                <a:gd name="T42" fmla="*/ 0 w 583"/>
                <a:gd name="T43" fmla="*/ 0 h 2024"/>
                <a:gd name="T44" fmla="*/ 0 w 583"/>
                <a:gd name="T45" fmla="*/ 0 h 2024"/>
                <a:gd name="T46" fmla="*/ 0 w 583"/>
                <a:gd name="T47" fmla="*/ 0 h 2024"/>
                <a:gd name="T48" fmla="*/ 0 w 583"/>
                <a:gd name="T49" fmla="*/ 0 h 2024"/>
                <a:gd name="T50" fmla="*/ 0 w 583"/>
                <a:gd name="T51" fmla="*/ 0 h 2024"/>
                <a:gd name="T52" fmla="*/ 0 w 583"/>
                <a:gd name="T53" fmla="*/ 0 h 2024"/>
                <a:gd name="T54" fmla="*/ 0 w 583"/>
                <a:gd name="T55" fmla="*/ 0 h 2024"/>
                <a:gd name="T56" fmla="*/ 0 w 583"/>
                <a:gd name="T57" fmla="*/ 0 h 2024"/>
                <a:gd name="T58" fmla="*/ 0 w 583"/>
                <a:gd name="T59" fmla="*/ 0 h 2024"/>
                <a:gd name="T60" fmla="*/ 0 w 583"/>
                <a:gd name="T61" fmla="*/ 0 h 2024"/>
                <a:gd name="T62" fmla="*/ 0 w 583"/>
                <a:gd name="T63" fmla="*/ 0 h 2024"/>
                <a:gd name="T64" fmla="*/ 0 w 583"/>
                <a:gd name="T65" fmla="*/ 0 h 2024"/>
                <a:gd name="T66" fmla="*/ 0 w 583"/>
                <a:gd name="T67" fmla="*/ 0 h 2024"/>
                <a:gd name="T68" fmla="*/ 0 w 583"/>
                <a:gd name="T69" fmla="*/ 0 h 2024"/>
                <a:gd name="T70" fmla="*/ 0 w 583"/>
                <a:gd name="T71" fmla="*/ 0 h 2024"/>
                <a:gd name="T72" fmla="*/ 0 w 583"/>
                <a:gd name="T73" fmla="*/ 0 h 202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583"/>
                <a:gd name="T112" fmla="*/ 0 h 2024"/>
                <a:gd name="T113" fmla="*/ 583 w 583"/>
                <a:gd name="T114" fmla="*/ 2024 h 2024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583" h="2024">
                  <a:moveTo>
                    <a:pt x="90" y="0"/>
                  </a:moveTo>
                  <a:lnTo>
                    <a:pt x="40" y="85"/>
                  </a:lnTo>
                  <a:lnTo>
                    <a:pt x="18" y="191"/>
                  </a:lnTo>
                  <a:lnTo>
                    <a:pt x="18" y="281"/>
                  </a:lnTo>
                  <a:lnTo>
                    <a:pt x="49" y="397"/>
                  </a:lnTo>
                  <a:lnTo>
                    <a:pt x="79" y="485"/>
                  </a:lnTo>
                  <a:lnTo>
                    <a:pt x="111" y="606"/>
                  </a:lnTo>
                  <a:lnTo>
                    <a:pt x="139" y="663"/>
                  </a:lnTo>
                  <a:lnTo>
                    <a:pt x="205" y="692"/>
                  </a:lnTo>
                  <a:lnTo>
                    <a:pt x="245" y="676"/>
                  </a:lnTo>
                  <a:lnTo>
                    <a:pt x="317" y="316"/>
                  </a:lnTo>
                  <a:lnTo>
                    <a:pt x="356" y="258"/>
                  </a:lnTo>
                  <a:lnTo>
                    <a:pt x="302" y="546"/>
                  </a:lnTo>
                  <a:lnTo>
                    <a:pt x="211" y="1001"/>
                  </a:lnTo>
                  <a:lnTo>
                    <a:pt x="211" y="1093"/>
                  </a:lnTo>
                  <a:lnTo>
                    <a:pt x="356" y="1549"/>
                  </a:lnTo>
                  <a:lnTo>
                    <a:pt x="583" y="1823"/>
                  </a:lnTo>
                  <a:lnTo>
                    <a:pt x="489" y="1793"/>
                  </a:lnTo>
                  <a:lnTo>
                    <a:pt x="317" y="1570"/>
                  </a:lnTo>
                  <a:lnTo>
                    <a:pt x="220" y="1390"/>
                  </a:lnTo>
                  <a:lnTo>
                    <a:pt x="293" y="1803"/>
                  </a:lnTo>
                  <a:lnTo>
                    <a:pt x="471" y="2024"/>
                  </a:lnTo>
                  <a:lnTo>
                    <a:pt x="245" y="1768"/>
                  </a:lnTo>
                  <a:lnTo>
                    <a:pt x="194" y="1616"/>
                  </a:lnTo>
                  <a:lnTo>
                    <a:pt x="172" y="1441"/>
                  </a:lnTo>
                  <a:lnTo>
                    <a:pt x="183" y="1282"/>
                  </a:lnTo>
                  <a:lnTo>
                    <a:pt x="159" y="1231"/>
                  </a:lnTo>
                  <a:lnTo>
                    <a:pt x="139" y="1129"/>
                  </a:lnTo>
                  <a:lnTo>
                    <a:pt x="161" y="1015"/>
                  </a:lnTo>
                  <a:lnTo>
                    <a:pt x="205" y="738"/>
                  </a:lnTo>
                  <a:lnTo>
                    <a:pt x="134" y="692"/>
                  </a:lnTo>
                  <a:lnTo>
                    <a:pt x="79" y="627"/>
                  </a:lnTo>
                  <a:lnTo>
                    <a:pt x="62" y="477"/>
                  </a:lnTo>
                  <a:lnTo>
                    <a:pt x="0" y="300"/>
                  </a:lnTo>
                  <a:lnTo>
                    <a:pt x="0" y="201"/>
                  </a:lnTo>
                  <a:lnTo>
                    <a:pt x="38" y="85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7" name="Freeform 337"/>
            <p:cNvSpPr>
              <a:spLocks/>
            </p:cNvSpPr>
            <p:nvPr/>
          </p:nvSpPr>
          <p:spPr bwMode="auto">
            <a:xfrm>
              <a:off x="2788" y="1664"/>
              <a:ext cx="207" cy="186"/>
            </a:xfrm>
            <a:custGeom>
              <a:avLst/>
              <a:gdLst>
                <a:gd name="T0" fmla="*/ 0 w 1657"/>
                <a:gd name="T1" fmla="*/ 0 h 1485"/>
                <a:gd name="T2" fmla="*/ 0 w 1657"/>
                <a:gd name="T3" fmla="*/ 0 h 1485"/>
                <a:gd name="T4" fmla="*/ 0 w 1657"/>
                <a:gd name="T5" fmla="*/ 0 h 1485"/>
                <a:gd name="T6" fmla="*/ 0 w 1657"/>
                <a:gd name="T7" fmla="*/ 0 h 1485"/>
                <a:gd name="T8" fmla="*/ 0 w 1657"/>
                <a:gd name="T9" fmla="*/ 0 h 1485"/>
                <a:gd name="T10" fmla="*/ 0 w 1657"/>
                <a:gd name="T11" fmla="*/ 0 h 1485"/>
                <a:gd name="T12" fmla="*/ 0 w 1657"/>
                <a:gd name="T13" fmla="*/ 0 h 1485"/>
                <a:gd name="T14" fmla="*/ 0 w 1657"/>
                <a:gd name="T15" fmla="*/ 0 h 1485"/>
                <a:gd name="T16" fmla="*/ 0 w 1657"/>
                <a:gd name="T17" fmla="*/ 0 h 1485"/>
                <a:gd name="T18" fmla="*/ 0 w 1657"/>
                <a:gd name="T19" fmla="*/ 0 h 1485"/>
                <a:gd name="T20" fmla="*/ 0 w 1657"/>
                <a:gd name="T21" fmla="*/ 0 h 1485"/>
                <a:gd name="T22" fmla="*/ 0 w 1657"/>
                <a:gd name="T23" fmla="*/ 0 h 1485"/>
                <a:gd name="T24" fmla="*/ 0 w 1657"/>
                <a:gd name="T25" fmla="*/ 0 h 1485"/>
                <a:gd name="T26" fmla="*/ 0 w 1657"/>
                <a:gd name="T27" fmla="*/ 0 h 1485"/>
                <a:gd name="T28" fmla="*/ 0 w 1657"/>
                <a:gd name="T29" fmla="*/ 0 h 1485"/>
                <a:gd name="T30" fmla="*/ 0 w 1657"/>
                <a:gd name="T31" fmla="*/ 0 h 1485"/>
                <a:gd name="T32" fmla="*/ 0 w 1657"/>
                <a:gd name="T33" fmla="*/ 0 h 1485"/>
                <a:gd name="T34" fmla="*/ 0 w 1657"/>
                <a:gd name="T35" fmla="*/ 0 h 1485"/>
                <a:gd name="T36" fmla="*/ 0 w 1657"/>
                <a:gd name="T37" fmla="*/ 0 h 1485"/>
                <a:gd name="T38" fmla="*/ 0 w 1657"/>
                <a:gd name="T39" fmla="*/ 0 h 1485"/>
                <a:gd name="T40" fmla="*/ 0 w 1657"/>
                <a:gd name="T41" fmla="*/ 0 h 1485"/>
                <a:gd name="T42" fmla="*/ 0 w 1657"/>
                <a:gd name="T43" fmla="*/ 0 h 1485"/>
                <a:gd name="T44" fmla="*/ 0 w 1657"/>
                <a:gd name="T45" fmla="*/ 0 h 1485"/>
                <a:gd name="T46" fmla="*/ 0 w 1657"/>
                <a:gd name="T47" fmla="*/ 0 h 1485"/>
                <a:gd name="T48" fmla="*/ 0 w 1657"/>
                <a:gd name="T49" fmla="*/ 0 h 1485"/>
                <a:gd name="T50" fmla="*/ 0 w 1657"/>
                <a:gd name="T51" fmla="*/ 0 h 1485"/>
                <a:gd name="T52" fmla="*/ 0 w 1657"/>
                <a:gd name="T53" fmla="*/ 0 h 1485"/>
                <a:gd name="T54" fmla="*/ 0 w 1657"/>
                <a:gd name="T55" fmla="*/ 0 h 1485"/>
                <a:gd name="T56" fmla="*/ 0 w 1657"/>
                <a:gd name="T57" fmla="*/ 0 h 1485"/>
                <a:gd name="T58" fmla="*/ 0 w 1657"/>
                <a:gd name="T59" fmla="*/ 0 h 1485"/>
                <a:gd name="T60" fmla="*/ 0 w 1657"/>
                <a:gd name="T61" fmla="*/ 0 h 1485"/>
                <a:gd name="T62" fmla="*/ 0 w 1657"/>
                <a:gd name="T63" fmla="*/ 0 h 1485"/>
                <a:gd name="T64" fmla="*/ 0 w 1657"/>
                <a:gd name="T65" fmla="*/ 0 h 1485"/>
                <a:gd name="T66" fmla="*/ 0 w 1657"/>
                <a:gd name="T67" fmla="*/ 0 h 1485"/>
                <a:gd name="T68" fmla="*/ 0 w 1657"/>
                <a:gd name="T69" fmla="*/ 0 h 1485"/>
                <a:gd name="T70" fmla="*/ 0 w 1657"/>
                <a:gd name="T71" fmla="*/ 0 h 1485"/>
                <a:gd name="T72" fmla="*/ 0 w 1657"/>
                <a:gd name="T73" fmla="*/ 0 h 1485"/>
                <a:gd name="T74" fmla="*/ 0 w 1657"/>
                <a:gd name="T75" fmla="*/ 0 h 1485"/>
                <a:gd name="T76" fmla="*/ 0 w 1657"/>
                <a:gd name="T77" fmla="*/ 0 h 1485"/>
                <a:gd name="T78" fmla="*/ 0 w 1657"/>
                <a:gd name="T79" fmla="*/ 0 h 1485"/>
                <a:gd name="T80" fmla="*/ 0 w 1657"/>
                <a:gd name="T81" fmla="*/ 0 h 148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657"/>
                <a:gd name="T124" fmla="*/ 0 h 1485"/>
                <a:gd name="T125" fmla="*/ 1657 w 1657"/>
                <a:gd name="T126" fmla="*/ 1485 h 1485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657" h="1485">
                  <a:moveTo>
                    <a:pt x="272" y="727"/>
                  </a:moveTo>
                  <a:lnTo>
                    <a:pt x="244" y="745"/>
                  </a:lnTo>
                  <a:lnTo>
                    <a:pt x="351" y="844"/>
                  </a:lnTo>
                  <a:lnTo>
                    <a:pt x="300" y="929"/>
                  </a:lnTo>
                  <a:lnTo>
                    <a:pt x="198" y="1000"/>
                  </a:lnTo>
                  <a:lnTo>
                    <a:pt x="62" y="1000"/>
                  </a:lnTo>
                  <a:lnTo>
                    <a:pt x="129" y="1077"/>
                  </a:lnTo>
                  <a:lnTo>
                    <a:pt x="292" y="1192"/>
                  </a:lnTo>
                  <a:lnTo>
                    <a:pt x="156" y="1226"/>
                  </a:lnTo>
                  <a:lnTo>
                    <a:pt x="0" y="1171"/>
                  </a:lnTo>
                  <a:lnTo>
                    <a:pt x="132" y="1321"/>
                  </a:lnTo>
                  <a:lnTo>
                    <a:pt x="277" y="1485"/>
                  </a:lnTo>
                  <a:lnTo>
                    <a:pt x="438" y="1485"/>
                  </a:lnTo>
                  <a:lnTo>
                    <a:pt x="634" y="1402"/>
                  </a:lnTo>
                  <a:lnTo>
                    <a:pt x="767" y="1272"/>
                  </a:lnTo>
                  <a:lnTo>
                    <a:pt x="670" y="1303"/>
                  </a:lnTo>
                  <a:lnTo>
                    <a:pt x="560" y="1206"/>
                  </a:lnTo>
                  <a:lnTo>
                    <a:pt x="731" y="1182"/>
                  </a:lnTo>
                  <a:lnTo>
                    <a:pt x="892" y="1125"/>
                  </a:lnTo>
                  <a:lnTo>
                    <a:pt x="835" y="1226"/>
                  </a:lnTo>
                  <a:lnTo>
                    <a:pt x="996" y="1116"/>
                  </a:lnTo>
                  <a:lnTo>
                    <a:pt x="1028" y="1070"/>
                  </a:lnTo>
                  <a:lnTo>
                    <a:pt x="1162" y="975"/>
                  </a:lnTo>
                  <a:lnTo>
                    <a:pt x="1215" y="874"/>
                  </a:lnTo>
                  <a:lnTo>
                    <a:pt x="1637" y="134"/>
                  </a:lnTo>
                  <a:lnTo>
                    <a:pt x="1657" y="0"/>
                  </a:lnTo>
                  <a:lnTo>
                    <a:pt x="1162" y="922"/>
                  </a:lnTo>
                  <a:lnTo>
                    <a:pt x="1070" y="984"/>
                  </a:lnTo>
                  <a:lnTo>
                    <a:pt x="920" y="1019"/>
                  </a:lnTo>
                  <a:lnTo>
                    <a:pt x="846" y="1109"/>
                  </a:lnTo>
                  <a:lnTo>
                    <a:pt x="721" y="1141"/>
                  </a:lnTo>
                  <a:lnTo>
                    <a:pt x="634" y="1125"/>
                  </a:lnTo>
                  <a:lnTo>
                    <a:pt x="593" y="1077"/>
                  </a:lnTo>
                  <a:lnTo>
                    <a:pt x="560" y="975"/>
                  </a:lnTo>
                  <a:lnTo>
                    <a:pt x="549" y="890"/>
                  </a:lnTo>
                  <a:lnTo>
                    <a:pt x="650" y="855"/>
                  </a:lnTo>
                  <a:lnTo>
                    <a:pt x="634" y="835"/>
                  </a:lnTo>
                  <a:lnTo>
                    <a:pt x="525" y="844"/>
                  </a:lnTo>
                  <a:lnTo>
                    <a:pt x="394" y="800"/>
                  </a:lnTo>
                  <a:lnTo>
                    <a:pt x="303" y="745"/>
                  </a:lnTo>
                  <a:lnTo>
                    <a:pt x="272" y="7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8" name="Freeform 338"/>
            <p:cNvSpPr>
              <a:spLocks/>
            </p:cNvSpPr>
            <p:nvPr/>
          </p:nvSpPr>
          <p:spPr bwMode="auto">
            <a:xfrm>
              <a:off x="2789" y="1722"/>
              <a:ext cx="117" cy="54"/>
            </a:xfrm>
            <a:custGeom>
              <a:avLst/>
              <a:gdLst>
                <a:gd name="T0" fmla="*/ 0 w 934"/>
                <a:gd name="T1" fmla="*/ 0 h 431"/>
                <a:gd name="T2" fmla="*/ 0 w 934"/>
                <a:gd name="T3" fmla="*/ 0 h 431"/>
                <a:gd name="T4" fmla="*/ 0 w 934"/>
                <a:gd name="T5" fmla="*/ 0 h 431"/>
                <a:gd name="T6" fmla="*/ 0 w 934"/>
                <a:gd name="T7" fmla="*/ 0 h 431"/>
                <a:gd name="T8" fmla="*/ 0 w 934"/>
                <a:gd name="T9" fmla="*/ 0 h 431"/>
                <a:gd name="T10" fmla="*/ 0 w 934"/>
                <a:gd name="T11" fmla="*/ 0 h 431"/>
                <a:gd name="T12" fmla="*/ 0 w 934"/>
                <a:gd name="T13" fmla="*/ 0 h 431"/>
                <a:gd name="T14" fmla="*/ 0 w 934"/>
                <a:gd name="T15" fmla="*/ 0 h 431"/>
                <a:gd name="T16" fmla="*/ 0 w 934"/>
                <a:gd name="T17" fmla="*/ 0 h 431"/>
                <a:gd name="T18" fmla="*/ 0 w 934"/>
                <a:gd name="T19" fmla="*/ 0 h 431"/>
                <a:gd name="T20" fmla="*/ 0 w 934"/>
                <a:gd name="T21" fmla="*/ 0 h 431"/>
                <a:gd name="T22" fmla="*/ 0 w 934"/>
                <a:gd name="T23" fmla="*/ 0 h 431"/>
                <a:gd name="T24" fmla="*/ 0 w 934"/>
                <a:gd name="T25" fmla="*/ 0 h 431"/>
                <a:gd name="T26" fmla="*/ 0 w 934"/>
                <a:gd name="T27" fmla="*/ 0 h 431"/>
                <a:gd name="T28" fmla="*/ 0 w 934"/>
                <a:gd name="T29" fmla="*/ 0 h 431"/>
                <a:gd name="T30" fmla="*/ 0 w 934"/>
                <a:gd name="T31" fmla="*/ 0 h 431"/>
                <a:gd name="T32" fmla="*/ 0 w 934"/>
                <a:gd name="T33" fmla="*/ 0 h 431"/>
                <a:gd name="T34" fmla="*/ 0 w 934"/>
                <a:gd name="T35" fmla="*/ 0 h 431"/>
                <a:gd name="T36" fmla="*/ 0 w 934"/>
                <a:gd name="T37" fmla="*/ 0 h 431"/>
                <a:gd name="T38" fmla="*/ 0 w 934"/>
                <a:gd name="T39" fmla="*/ 0 h 43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934"/>
                <a:gd name="T61" fmla="*/ 0 h 431"/>
                <a:gd name="T62" fmla="*/ 934 w 934"/>
                <a:gd name="T63" fmla="*/ 431 h 431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934" h="431">
                  <a:moveTo>
                    <a:pt x="152" y="83"/>
                  </a:moveTo>
                  <a:lnTo>
                    <a:pt x="152" y="0"/>
                  </a:lnTo>
                  <a:lnTo>
                    <a:pt x="77" y="0"/>
                  </a:lnTo>
                  <a:lnTo>
                    <a:pt x="0" y="64"/>
                  </a:lnTo>
                  <a:lnTo>
                    <a:pt x="33" y="219"/>
                  </a:lnTo>
                  <a:lnTo>
                    <a:pt x="152" y="114"/>
                  </a:lnTo>
                  <a:lnTo>
                    <a:pt x="418" y="205"/>
                  </a:lnTo>
                  <a:lnTo>
                    <a:pt x="485" y="259"/>
                  </a:lnTo>
                  <a:lnTo>
                    <a:pt x="611" y="259"/>
                  </a:lnTo>
                  <a:lnTo>
                    <a:pt x="844" y="316"/>
                  </a:lnTo>
                  <a:lnTo>
                    <a:pt x="842" y="387"/>
                  </a:lnTo>
                  <a:lnTo>
                    <a:pt x="888" y="431"/>
                  </a:lnTo>
                  <a:lnTo>
                    <a:pt x="934" y="367"/>
                  </a:lnTo>
                  <a:lnTo>
                    <a:pt x="881" y="254"/>
                  </a:lnTo>
                  <a:lnTo>
                    <a:pt x="844" y="265"/>
                  </a:lnTo>
                  <a:lnTo>
                    <a:pt x="620" y="219"/>
                  </a:lnTo>
                  <a:lnTo>
                    <a:pt x="521" y="228"/>
                  </a:lnTo>
                  <a:lnTo>
                    <a:pt x="482" y="171"/>
                  </a:lnTo>
                  <a:lnTo>
                    <a:pt x="194" y="99"/>
                  </a:lnTo>
                  <a:lnTo>
                    <a:pt x="152" y="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9" name="Freeform 339"/>
            <p:cNvSpPr>
              <a:spLocks/>
            </p:cNvSpPr>
            <p:nvPr/>
          </p:nvSpPr>
          <p:spPr bwMode="auto">
            <a:xfrm>
              <a:off x="2835" y="1687"/>
              <a:ext cx="59" cy="59"/>
            </a:xfrm>
            <a:custGeom>
              <a:avLst/>
              <a:gdLst>
                <a:gd name="T0" fmla="*/ 0 w 472"/>
                <a:gd name="T1" fmla="*/ 0 h 465"/>
                <a:gd name="T2" fmla="*/ 0 w 472"/>
                <a:gd name="T3" fmla="*/ 0 h 465"/>
                <a:gd name="T4" fmla="*/ 0 w 472"/>
                <a:gd name="T5" fmla="*/ 0 h 465"/>
                <a:gd name="T6" fmla="*/ 0 w 472"/>
                <a:gd name="T7" fmla="*/ 0 h 465"/>
                <a:gd name="T8" fmla="*/ 0 w 472"/>
                <a:gd name="T9" fmla="*/ 0 h 465"/>
                <a:gd name="T10" fmla="*/ 0 w 472"/>
                <a:gd name="T11" fmla="*/ 0 h 465"/>
                <a:gd name="T12" fmla="*/ 0 w 472"/>
                <a:gd name="T13" fmla="*/ 0 h 465"/>
                <a:gd name="T14" fmla="*/ 0 w 472"/>
                <a:gd name="T15" fmla="*/ 0 h 465"/>
                <a:gd name="T16" fmla="*/ 0 w 472"/>
                <a:gd name="T17" fmla="*/ 0 h 465"/>
                <a:gd name="T18" fmla="*/ 0 w 472"/>
                <a:gd name="T19" fmla="*/ 0 h 465"/>
                <a:gd name="T20" fmla="*/ 0 w 472"/>
                <a:gd name="T21" fmla="*/ 0 h 465"/>
                <a:gd name="T22" fmla="*/ 0 w 472"/>
                <a:gd name="T23" fmla="*/ 0 h 465"/>
                <a:gd name="T24" fmla="*/ 0 w 472"/>
                <a:gd name="T25" fmla="*/ 0 h 465"/>
                <a:gd name="T26" fmla="*/ 0 w 472"/>
                <a:gd name="T27" fmla="*/ 0 h 465"/>
                <a:gd name="T28" fmla="*/ 0 w 472"/>
                <a:gd name="T29" fmla="*/ 0 h 465"/>
                <a:gd name="T30" fmla="*/ 0 w 472"/>
                <a:gd name="T31" fmla="*/ 0 h 465"/>
                <a:gd name="T32" fmla="*/ 0 w 472"/>
                <a:gd name="T33" fmla="*/ 0 h 465"/>
                <a:gd name="T34" fmla="*/ 0 w 472"/>
                <a:gd name="T35" fmla="*/ 0 h 465"/>
                <a:gd name="T36" fmla="*/ 0 w 472"/>
                <a:gd name="T37" fmla="*/ 0 h 465"/>
                <a:gd name="T38" fmla="*/ 0 w 472"/>
                <a:gd name="T39" fmla="*/ 0 h 465"/>
                <a:gd name="T40" fmla="*/ 0 w 472"/>
                <a:gd name="T41" fmla="*/ 0 h 46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72"/>
                <a:gd name="T64" fmla="*/ 0 h 465"/>
                <a:gd name="T65" fmla="*/ 472 w 472"/>
                <a:gd name="T66" fmla="*/ 465 h 46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72" h="465">
                  <a:moveTo>
                    <a:pt x="28" y="113"/>
                  </a:moveTo>
                  <a:lnTo>
                    <a:pt x="64" y="96"/>
                  </a:lnTo>
                  <a:lnTo>
                    <a:pt x="154" y="195"/>
                  </a:lnTo>
                  <a:lnTo>
                    <a:pt x="248" y="206"/>
                  </a:lnTo>
                  <a:lnTo>
                    <a:pt x="302" y="159"/>
                  </a:lnTo>
                  <a:lnTo>
                    <a:pt x="309" y="0"/>
                  </a:lnTo>
                  <a:lnTo>
                    <a:pt x="345" y="168"/>
                  </a:lnTo>
                  <a:lnTo>
                    <a:pt x="391" y="242"/>
                  </a:lnTo>
                  <a:lnTo>
                    <a:pt x="472" y="242"/>
                  </a:lnTo>
                  <a:lnTo>
                    <a:pt x="470" y="263"/>
                  </a:lnTo>
                  <a:lnTo>
                    <a:pt x="345" y="270"/>
                  </a:lnTo>
                  <a:lnTo>
                    <a:pt x="224" y="292"/>
                  </a:lnTo>
                  <a:lnTo>
                    <a:pt x="217" y="410"/>
                  </a:lnTo>
                  <a:lnTo>
                    <a:pt x="154" y="401"/>
                  </a:lnTo>
                  <a:lnTo>
                    <a:pt x="149" y="465"/>
                  </a:lnTo>
                  <a:lnTo>
                    <a:pt x="110" y="391"/>
                  </a:lnTo>
                  <a:lnTo>
                    <a:pt x="173" y="270"/>
                  </a:lnTo>
                  <a:lnTo>
                    <a:pt x="92" y="175"/>
                  </a:lnTo>
                  <a:lnTo>
                    <a:pt x="11" y="175"/>
                  </a:lnTo>
                  <a:lnTo>
                    <a:pt x="0" y="145"/>
                  </a:lnTo>
                  <a:lnTo>
                    <a:pt x="28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0" name="Freeform 340"/>
            <p:cNvSpPr>
              <a:spLocks/>
            </p:cNvSpPr>
            <p:nvPr/>
          </p:nvSpPr>
          <p:spPr bwMode="auto">
            <a:xfrm>
              <a:off x="2874" y="1632"/>
              <a:ext cx="115" cy="80"/>
            </a:xfrm>
            <a:custGeom>
              <a:avLst/>
              <a:gdLst>
                <a:gd name="T0" fmla="*/ 0 w 924"/>
                <a:gd name="T1" fmla="*/ 0 h 640"/>
                <a:gd name="T2" fmla="*/ 0 w 924"/>
                <a:gd name="T3" fmla="*/ 0 h 640"/>
                <a:gd name="T4" fmla="*/ 0 w 924"/>
                <a:gd name="T5" fmla="*/ 0 h 640"/>
                <a:gd name="T6" fmla="*/ 0 w 924"/>
                <a:gd name="T7" fmla="*/ 0 h 640"/>
                <a:gd name="T8" fmla="*/ 0 w 924"/>
                <a:gd name="T9" fmla="*/ 0 h 640"/>
                <a:gd name="T10" fmla="*/ 0 w 924"/>
                <a:gd name="T11" fmla="*/ 0 h 640"/>
                <a:gd name="T12" fmla="*/ 0 w 924"/>
                <a:gd name="T13" fmla="*/ 0 h 640"/>
                <a:gd name="T14" fmla="*/ 0 w 924"/>
                <a:gd name="T15" fmla="*/ 0 h 640"/>
                <a:gd name="T16" fmla="*/ 0 w 924"/>
                <a:gd name="T17" fmla="*/ 0 h 640"/>
                <a:gd name="T18" fmla="*/ 0 w 924"/>
                <a:gd name="T19" fmla="*/ 0 h 640"/>
                <a:gd name="T20" fmla="*/ 0 w 924"/>
                <a:gd name="T21" fmla="*/ 0 h 640"/>
                <a:gd name="T22" fmla="*/ 0 w 924"/>
                <a:gd name="T23" fmla="*/ 0 h 640"/>
                <a:gd name="T24" fmla="*/ 0 w 924"/>
                <a:gd name="T25" fmla="*/ 0 h 640"/>
                <a:gd name="T26" fmla="*/ 0 w 924"/>
                <a:gd name="T27" fmla="*/ 0 h 640"/>
                <a:gd name="T28" fmla="*/ 0 w 924"/>
                <a:gd name="T29" fmla="*/ 0 h 640"/>
                <a:gd name="T30" fmla="*/ 0 w 924"/>
                <a:gd name="T31" fmla="*/ 0 h 640"/>
                <a:gd name="T32" fmla="*/ 0 w 924"/>
                <a:gd name="T33" fmla="*/ 0 h 640"/>
                <a:gd name="T34" fmla="*/ 0 w 924"/>
                <a:gd name="T35" fmla="*/ 0 h 640"/>
                <a:gd name="T36" fmla="*/ 0 w 924"/>
                <a:gd name="T37" fmla="*/ 0 h 640"/>
                <a:gd name="T38" fmla="*/ 0 w 924"/>
                <a:gd name="T39" fmla="*/ 0 h 640"/>
                <a:gd name="T40" fmla="*/ 0 w 924"/>
                <a:gd name="T41" fmla="*/ 0 h 640"/>
                <a:gd name="T42" fmla="*/ 0 w 924"/>
                <a:gd name="T43" fmla="*/ 0 h 640"/>
                <a:gd name="T44" fmla="*/ 0 w 924"/>
                <a:gd name="T45" fmla="*/ 0 h 640"/>
                <a:gd name="T46" fmla="*/ 0 w 924"/>
                <a:gd name="T47" fmla="*/ 0 h 640"/>
                <a:gd name="T48" fmla="*/ 0 w 924"/>
                <a:gd name="T49" fmla="*/ 0 h 640"/>
                <a:gd name="T50" fmla="*/ 0 w 924"/>
                <a:gd name="T51" fmla="*/ 0 h 640"/>
                <a:gd name="T52" fmla="*/ 0 w 924"/>
                <a:gd name="T53" fmla="*/ 0 h 640"/>
                <a:gd name="T54" fmla="*/ 0 w 924"/>
                <a:gd name="T55" fmla="*/ 0 h 640"/>
                <a:gd name="T56" fmla="*/ 0 w 924"/>
                <a:gd name="T57" fmla="*/ 0 h 640"/>
                <a:gd name="T58" fmla="*/ 0 w 924"/>
                <a:gd name="T59" fmla="*/ 0 h 640"/>
                <a:gd name="T60" fmla="*/ 0 w 924"/>
                <a:gd name="T61" fmla="*/ 0 h 640"/>
                <a:gd name="T62" fmla="*/ 0 w 924"/>
                <a:gd name="T63" fmla="*/ 0 h 640"/>
                <a:gd name="T64" fmla="*/ 0 w 924"/>
                <a:gd name="T65" fmla="*/ 0 h 640"/>
                <a:gd name="T66" fmla="*/ 0 w 924"/>
                <a:gd name="T67" fmla="*/ 0 h 640"/>
                <a:gd name="T68" fmla="*/ 0 w 924"/>
                <a:gd name="T69" fmla="*/ 0 h 640"/>
                <a:gd name="T70" fmla="*/ 0 w 924"/>
                <a:gd name="T71" fmla="*/ 0 h 640"/>
                <a:gd name="T72" fmla="*/ 0 w 924"/>
                <a:gd name="T73" fmla="*/ 0 h 640"/>
                <a:gd name="T74" fmla="*/ 0 w 924"/>
                <a:gd name="T75" fmla="*/ 0 h 640"/>
                <a:gd name="T76" fmla="*/ 0 w 924"/>
                <a:gd name="T77" fmla="*/ 0 h 640"/>
                <a:gd name="T78" fmla="*/ 0 w 924"/>
                <a:gd name="T79" fmla="*/ 0 h 640"/>
                <a:gd name="T80" fmla="*/ 0 w 924"/>
                <a:gd name="T81" fmla="*/ 0 h 640"/>
                <a:gd name="T82" fmla="*/ 0 w 924"/>
                <a:gd name="T83" fmla="*/ 0 h 640"/>
                <a:gd name="T84" fmla="*/ 0 w 924"/>
                <a:gd name="T85" fmla="*/ 0 h 640"/>
                <a:gd name="T86" fmla="*/ 0 w 924"/>
                <a:gd name="T87" fmla="*/ 0 h 640"/>
                <a:gd name="T88" fmla="*/ 0 w 924"/>
                <a:gd name="T89" fmla="*/ 0 h 640"/>
                <a:gd name="T90" fmla="*/ 0 w 924"/>
                <a:gd name="T91" fmla="*/ 0 h 640"/>
                <a:gd name="T92" fmla="*/ 0 w 924"/>
                <a:gd name="T93" fmla="*/ 0 h 64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924"/>
                <a:gd name="T142" fmla="*/ 0 h 640"/>
                <a:gd name="T143" fmla="*/ 924 w 924"/>
                <a:gd name="T144" fmla="*/ 640 h 64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924" h="640">
                  <a:moveTo>
                    <a:pt x="36" y="71"/>
                  </a:moveTo>
                  <a:lnTo>
                    <a:pt x="92" y="92"/>
                  </a:lnTo>
                  <a:lnTo>
                    <a:pt x="75" y="177"/>
                  </a:lnTo>
                  <a:lnTo>
                    <a:pt x="29" y="334"/>
                  </a:lnTo>
                  <a:lnTo>
                    <a:pt x="0" y="517"/>
                  </a:lnTo>
                  <a:lnTo>
                    <a:pt x="25" y="613"/>
                  </a:lnTo>
                  <a:lnTo>
                    <a:pt x="42" y="431"/>
                  </a:lnTo>
                  <a:lnTo>
                    <a:pt x="92" y="304"/>
                  </a:lnTo>
                  <a:lnTo>
                    <a:pt x="132" y="517"/>
                  </a:lnTo>
                  <a:lnTo>
                    <a:pt x="128" y="594"/>
                  </a:lnTo>
                  <a:lnTo>
                    <a:pt x="178" y="535"/>
                  </a:lnTo>
                  <a:lnTo>
                    <a:pt x="477" y="640"/>
                  </a:lnTo>
                  <a:lnTo>
                    <a:pt x="601" y="620"/>
                  </a:lnTo>
                  <a:lnTo>
                    <a:pt x="694" y="565"/>
                  </a:lnTo>
                  <a:lnTo>
                    <a:pt x="756" y="480"/>
                  </a:lnTo>
                  <a:lnTo>
                    <a:pt x="811" y="408"/>
                  </a:lnTo>
                  <a:lnTo>
                    <a:pt x="680" y="565"/>
                  </a:lnTo>
                  <a:lnTo>
                    <a:pt x="601" y="594"/>
                  </a:lnTo>
                  <a:lnTo>
                    <a:pt x="500" y="604"/>
                  </a:lnTo>
                  <a:lnTo>
                    <a:pt x="424" y="594"/>
                  </a:lnTo>
                  <a:lnTo>
                    <a:pt x="334" y="558"/>
                  </a:lnTo>
                  <a:lnTo>
                    <a:pt x="246" y="466"/>
                  </a:lnTo>
                  <a:lnTo>
                    <a:pt x="253" y="359"/>
                  </a:lnTo>
                  <a:lnTo>
                    <a:pt x="394" y="480"/>
                  </a:lnTo>
                  <a:lnTo>
                    <a:pt x="420" y="414"/>
                  </a:lnTo>
                  <a:lnTo>
                    <a:pt x="299" y="238"/>
                  </a:lnTo>
                  <a:lnTo>
                    <a:pt x="299" y="141"/>
                  </a:lnTo>
                  <a:lnTo>
                    <a:pt x="429" y="133"/>
                  </a:lnTo>
                  <a:lnTo>
                    <a:pt x="477" y="157"/>
                  </a:lnTo>
                  <a:lnTo>
                    <a:pt x="429" y="258"/>
                  </a:lnTo>
                  <a:lnTo>
                    <a:pt x="530" y="293"/>
                  </a:lnTo>
                  <a:lnTo>
                    <a:pt x="659" y="293"/>
                  </a:lnTo>
                  <a:lnTo>
                    <a:pt x="671" y="271"/>
                  </a:lnTo>
                  <a:lnTo>
                    <a:pt x="552" y="141"/>
                  </a:lnTo>
                  <a:lnTo>
                    <a:pt x="694" y="166"/>
                  </a:lnTo>
                  <a:lnTo>
                    <a:pt x="842" y="238"/>
                  </a:lnTo>
                  <a:lnTo>
                    <a:pt x="827" y="348"/>
                  </a:lnTo>
                  <a:lnTo>
                    <a:pt x="866" y="286"/>
                  </a:lnTo>
                  <a:lnTo>
                    <a:pt x="912" y="274"/>
                  </a:lnTo>
                  <a:lnTo>
                    <a:pt x="924" y="223"/>
                  </a:lnTo>
                  <a:lnTo>
                    <a:pt x="650" y="104"/>
                  </a:lnTo>
                  <a:lnTo>
                    <a:pt x="585" y="36"/>
                  </a:lnTo>
                  <a:lnTo>
                    <a:pt x="369" y="0"/>
                  </a:lnTo>
                  <a:lnTo>
                    <a:pt x="223" y="5"/>
                  </a:lnTo>
                  <a:lnTo>
                    <a:pt x="189" y="58"/>
                  </a:lnTo>
                  <a:lnTo>
                    <a:pt x="46" y="11"/>
                  </a:lnTo>
                  <a:lnTo>
                    <a:pt x="36" y="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1" name="Freeform 341"/>
            <p:cNvSpPr>
              <a:spLocks/>
            </p:cNvSpPr>
            <p:nvPr/>
          </p:nvSpPr>
          <p:spPr bwMode="auto">
            <a:xfrm>
              <a:off x="2916" y="1648"/>
              <a:ext cx="8" cy="12"/>
            </a:xfrm>
            <a:custGeom>
              <a:avLst/>
              <a:gdLst>
                <a:gd name="T0" fmla="*/ 0 w 64"/>
                <a:gd name="T1" fmla="*/ 0 h 90"/>
                <a:gd name="T2" fmla="*/ 0 w 64"/>
                <a:gd name="T3" fmla="*/ 0 h 90"/>
                <a:gd name="T4" fmla="*/ 0 w 64"/>
                <a:gd name="T5" fmla="*/ 0 h 90"/>
                <a:gd name="T6" fmla="*/ 0 w 64"/>
                <a:gd name="T7" fmla="*/ 0 h 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"/>
                <a:gd name="T13" fmla="*/ 0 h 90"/>
                <a:gd name="T14" fmla="*/ 64 w 64"/>
                <a:gd name="T15" fmla="*/ 90 h 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" h="90">
                  <a:moveTo>
                    <a:pt x="0" y="0"/>
                  </a:moveTo>
                  <a:lnTo>
                    <a:pt x="18" y="90"/>
                  </a:lnTo>
                  <a:lnTo>
                    <a:pt x="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2" name="Freeform 342"/>
            <p:cNvSpPr>
              <a:spLocks/>
            </p:cNvSpPr>
            <p:nvPr/>
          </p:nvSpPr>
          <p:spPr bwMode="auto">
            <a:xfrm>
              <a:off x="2787" y="1591"/>
              <a:ext cx="96" cy="41"/>
            </a:xfrm>
            <a:custGeom>
              <a:avLst/>
              <a:gdLst>
                <a:gd name="T0" fmla="*/ 0 w 774"/>
                <a:gd name="T1" fmla="*/ 0 h 328"/>
                <a:gd name="T2" fmla="*/ 0 w 774"/>
                <a:gd name="T3" fmla="*/ 0 h 328"/>
                <a:gd name="T4" fmla="*/ 0 w 774"/>
                <a:gd name="T5" fmla="*/ 0 h 328"/>
                <a:gd name="T6" fmla="*/ 0 w 774"/>
                <a:gd name="T7" fmla="*/ 0 h 328"/>
                <a:gd name="T8" fmla="*/ 0 w 774"/>
                <a:gd name="T9" fmla="*/ 0 h 328"/>
                <a:gd name="T10" fmla="*/ 0 w 774"/>
                <a:gd name="T11" fmla="*/ 0 h 328"/>
                <a:gd name="T12" fmla="*/ 0 w 774"/>
                <a:gd name="T13" fmla="*/ 0 h 328"/>
                <a:gd name="T14" fmla="*/ 0 w 774"/>
                <a:gd name="T15" fmla="*/ 0 h 328"/>
                <a:gd name="T16" fmla="*/ 0 w 774"/>
                <a:gd name="T17" fmla="*/ 0 h 328"/>
                <a:gd name="T18" fmla="*/ 0 w 774"/>
                <a:gd name="T19" fmla="*/ 0 h 328"/>
                <a:gd name="T20" fmla="*/ 0 w 774"/>
                <a:gd name="T21" fmla="*/ 0 h 328"/>
                <a:gd name="T22" fmla="*/ 0 w 774"/>
                <a:gd name="T23" fmla="*/ 0 h 328"/>
                <a:gd name="T24" fmla="*/ 0 w 774"/>
                <a:gd name="T25" fmla="*/ 0 h 328"/>
                <a:gd name="T26" fmla="*/ 0 w 774"/>
                <a:gd name="T27" fmla="*/ 0 h 328"/>
                <a:gd name="T28" fmla="*/ 0 w 774"/>
                <a:gd name="T29" fmla="*/ 0 h 328"/>
                <a:gd name="T30" fmla="*/ 0 w 774"/>
                <a:gd name="T31" fmla="*/ 0 h 32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774"/>
                <a:gd name="T49" fmla="*/ 0 h 328"/>
                <a:gd name="T50" fmla="*/ 774 w 774"/>
                <a:gd name="T51" fmla="*/ 328 h 32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774" h="328">
                  <a:moveTo>
                    <a:pt x="759" y="328"/>
                  </a:moveTo>
                  <a:lnTo>
                    <a:pt x="774" y="293"/>
                  </a:lnTo>
                  <a:lnTo>
                    <a:pt x="678" y="185"/>
                  </a:lnTo>
                  <a:lnTo>
                    <a:pt x="443" y="46"/>
                  </a:lnTo>
                  <a:lnTo>
                    <a:pt x="270" y="64"/>
                  </a:lnTo>
                  <a:lnTo>
                    <a:pt x="173" y="2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51" y="64"/>
                  </a:lnTo>
                  <a:lnTo>
                    <a:pt x="245" y="104"/>
                  </a:lnTo>
                  <a:lnTo>
                    <a:pt x="337" y="127"/>
                  </a:lnTo>
                  <a:lnTo>
                    <a:pt x="452" y="134"/>
                  </a:lnTo>
                  <a:lnTo>
                    <a:pt x="607" y="219"/>
                  </a:lnTo>
                  <a:lnTo>
                    <a:pt x="706" y="300"/>
                  </a:lnTo>
                  <a:lnTo>
                    <a:pt x="735" y="328"/>
                  </a:lnTo>
                  <a:lnTo>
                    <a:pt x="759" y="3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3" name="Freeform 343"/>
            <p:cNvSpPr>
              <a:spLocks/>
            </p:cNvSpPr>
            <p:nvPr/>
          </p:nvSpPr>
          <p:spPr bwMode="auto">
            <a:xfrm>
              <a:off x="2782" y="1597"/>
              <a:ext cx="101" cy="82"/>
            </a:xfrm>
            <a:custGeom>
              <a:avLst/>
              <a:gdLst>
                <a:gd name="T0" fmla="*/ 0 w 807"/>
                <a:gd name="T1" fmla="*/ 0 h 655"/>
                <a:gd name="T2" fmla="*/ 0 w 807"/>
                <a:gd name="T3" fmla="*/ 0 h 655"/>
                <a:gd name="T4" fmla="*/ 0 w 807"/>
                <a:gd name="T5" fmla="*/ 0 h 655"/>
                <a:gd name="T6" fmla="*/ 0 w 807"/>
                <a:gd name="T7" fmla="*/ 0 h 655"/>
                <a:gd name="T8" fmla="*/ 0 w 807"/>
                <a:gd name="T9" fmla="*/ 0 h 655"/>
                <a:gd name="T10" fmla="*/ 0 w 807"/>
                <a:gd name="T11" fmla="*/ 0 h 655"/>
                <a:gd name="T12" fmla="*/ 0 w 807"/>
                <a:gd name="T13" fmla="*/ 0 h 655"/>
                <a:gd name="T14" fmla="*/ 0 w 807"/>
                <a:gd name="T15" fmla="*/ 0 h 655"/>
                <a:gd name="T16" fmla="*/ 0 w 807"/>
                <a:gd name="T17" fmla="*/ 0 h 655"/>
                <a:gd name="T18" fmla="*/ 0 w 807"/>
                <a:gd name="T19" fmla="*/ 0 h 655"/>
                <a:gd name="T20" fmla="*/ 0 w 807"/>
                <a:gd name="T21" fmla="*/ 0 h 655"/>
                <a:gd name="T22" fmla="*/ 0 w 807"/>
                <a:gd name="T23" fmla="*/ 0 h 655"/>
                <a:gd name="T24" fmla="*/ 0 w 807"/>
                <a:gd name="T25" fmla="*/ 0 h 655"/>
                <a:gd name="T26" fmla="*/ 0 w 807"/>
                <a:gd name="T27" fmla="*/ 0 h 655"/>
                <a:gd name="T28" fmla="*/ 0 w 807"/>
                <a:gd name="T29" fmla="*/ 0 h 655"/>
                <a:gd name="T30" fmla="*/ 0 w 807"/>
                <a:gd name="T31" fmla="*/ 0 h 655"/>
                <a:gd name="T32" fmla="*/ 0 w 807"/>
                <a:gd name="T33" fmla="*/ 0 h 655"/>
                <a:gd name="T34" fmla="*/ 0 w 807"/>
                <a:gd name="T35" fmla="*/ 0 h 655"/>
                <a:gd name="T36" fmla="*/ 0 w 807"/>
                <a:gd name="T37" fmla="*/ 0 h 655"/>
                <a:gd name="T38" fmla="*/ 0 w 807"/>
                <a:gd name="T39" fmla="*/ 0 h 655"/>
                <a:gd name="T40" fmla="*/ 0 w 807"/>
                <a:gd name="T41" fmla="*/ 0 h 655"/>
                <a:gd name="T42" fmla="*/ 0 w 807"/>
                <a:gd name="T43" fmla="*/ 0 h 655"/>
                <a:gd name="T44" fmla="*/ 0 w 807"/>
                <a:gd name="T45" fmla="*/ 0 h 655"/>
                <a:gd name="T46" fmla="*/ 0 w 807"/>
                <a:gd name="T47" fmla="*/ 0 h 655"/>
                <a:gd name="T48" fmla="*/ 0 w 807"/>
                <a:gd name="T49" fmla="*/ 0 h 655"/>
                <a:gd name="T50" fmla="*/ 0 w 807"/>
                <a:gd name="T51" fmla="*/ 0 h 655"/>
                <a:gd name="T52" fmla="*/ 0 w 807"/>
                <a:gd name="T53" fmla="*/ 0 h 655"/>
                <a:gd name="T54" fmla="*/ 0 w 807"/>
                <a:gd name="T55" fmla="*/ 0 h 655"/>
                <a:gd name="T56" fmla="*/ 0 w 807"/>
                <a:gd name="T57" fmla="*/ 0 h 655"/>
                <a:gd name="T58" fmla="*/ 0 w 807"/>
                <a:gd name="T59" fmla="*/ 0 h 655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807"/>
                <a:gd name="T91" fmla="*/ 0 h 655"/>
                <a:gd name="T92" fmla="*/ 807 w 807"/>
                <a:gd name="T93" fmla="*/ 655 h 655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807" h="655">
                  <a:moveTo>
                    <a:pt x="132" y="32"/>
                  </a:moveTo>
                  <a:lnTo>
                    <a:pt x="88" y="93"/>
                  </a:lnTo>
                  <a:lnTo>
                    <a:pt x="51" y="227"/>
                  </a:lnTo>
                  <a:lnTo>
                    <a:pt x="37" y="359"/>
                  </a:lnTo>
                  <a:lnTo>
                    <a:pt x="77" y="466"/>
                  </a:lnTo>
                  <a:lnTo>
                    <a:pt x="132" y="535"/>
                  </a:lnTo>
                  <a:lnTo>
                    <a:pt x="249" y="595"/>
                  </a:lnTo>
                  <a:lnTo>
                    <a:pt x="383" y="634"/>
                  </a:lnTo>
                  <a:lnTo>
                    <a:pt x="501" y="625"/>
                  </a:lnTo>
                  <a:lnTo>
                    <a:pt x="581" y="595"/>
                  </a:lnTo>
                  <a:lnTo>
                    <a:pt x="651" y="551"/>
                  </a:lnTo>
                  <a:lnTo>
                    <a:pt x="708" y="480"/>
                  </a:lnTo>
                  <a:lnTo>
                    <a:pt x="761" y="392"/>
                  </a:lnTo>
                  <a:lnTo>
                    <a:pt x="409" y="480"/>
                  </a:lnTo>
                  <a:lnTo>
                    <a:pt x="480" y="381"/>
                  </a:lnTo>
                  <a:lnTo>
                    <a:pt x="576" y="359"/>
                  </a:lnTo>
                  <a:lnTo>
                    <a:pt x="736" y="359"/>
                  </a:lnTo>
                  <a:lnTo>
                    <a:pt x="807" y="288"/>
                  </a:lnTo>
                  <a:lnTo>
                    <a:pt x="807" y="359"/>
                  </a:lnTo>
                  <a:lnTo>
                    <a:pt x="708" y="530"/>
                  </a:lnTo>
                  <a:lnTo>
                    <a:pt x="611" y="611"/>
                  </a:lnTo>
                  <a:lnTo>
                    <a:pt x="491" y="636"/>
                  </a:lnTo>
                  <a:lnTo>
                    <a:pt x="383" y="655"/>
                  </a:lnTo>
                  <a:lnTo>
                    <a:pt x="222" y="611"/>
                  </a:lnTo>
                  <a:lnTo>
                    <a:pt x="88" y="530"/>
                  </a:lnTo>
                  <a:lnTo>
                    <a:pt x="26" y="434"/>
                  </a:lnTo>
                  <a:lnTo>
                    <a:pt x="0" y="282"/>
                  </a:lnTo>
                  <a:lnTo>
                    <a:pt x="26" y="117"/>
                  </a:lnTo>
                  <a:lnTo>
                    <a:pt x="95" y="0"/>
                  </a:lnTo>
                  <a:lnTo>
                    <a:pt x="132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4" name="Freeform 344"/>
            <p:cNvSpPr>
              <a:spLocks/>
            </p:cNvSpPr>
            <p:nvPr/>
          </p:nvSpPr>
          <p:spPr bwMode="auto">
            <a:xfrm>
              <a:off x="2816" y="1613"/>
              <a:ext cx="52" cy="24"/>
            </a:xfrm>
            <a:custGeom>
              <a:avLst/>
              <a:gdLst>
                <a:gd name="T0" fmla="*/ 0 w 412"/>
                <a:gd name="T1" fmla="*/ 0 h 189"/>
                <a:gd name="T2" fmla="*/ 0 w 412"/>
                <a:gd name="T3" fmla="*/ 0 h 189"/>
                <a:gd name="T4" fmla="*/ 0 w 412"/>
                <a:gd name="T5" fmla="*/ 0 h 189"/>
                <a:gd name="T6" fmla="*/ 0 w 412"/>
                <a:gd name="T7" fmla="*/ 0 h 189"/>
                <a:gd name="T8" fmla="*/ 0 w 412"/>
                <a:gd name="T9" fmla="*/ 0 h 189"/>
                <a:gd name="T10" fmla="*/ 0 w 412"/>
                <a:gd name="T11" fmla="*/ 0 h 189"/>
                <a:gd name="T12" fmla="*/ 0 w 412"/>
                <a:gd name="T13" fmla="*/ 0 h 189"/>
                <a:gd name="T14" fmla="*/ 0 w 412"/>
                <a:gd name="T15" fmla="*/ 0 h 189"/>
                <a:gd name="T16" fmla="*/ 0 w 412"/>
                <a:gd name="T17" fmla="*/ 0 h 189"/>
                <a:gd name="T18" fmla="*/ 0 w 412"/>
                <a:gd name="T19" fmla="*/ 0 h 189"/>
                <a:gd name="T20" fmla="*/ 0 w 412"/>
                <a:gd name="T21" fmla="*/ 0 h 189"/>
                <a:gd name="T22" fmla="*/ 0 w 412"/>
                <a:gd name="T23" fmla="*/ 0 h 189"/>
                <a:gd name="T24" fmla="*/ 0 w 412"/>
                <a:gd name="T25" fmla="*/ 0 h 189"/>
                <a:gd name="T26" fmla="*/ 0 w 412"/>
                <a:gd name="T27" fmla="*/ 0 h 189"/>
                <a:gd name="T28" fmla="*/ 0 w 412"/>
                <a:gd name="T29" fmla="*/ 0 h 18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12"/>
                <a:gd name="T46" fmla="*/ 0 h 189"/>
                <a:gd name="T47" fmla="*/ 412 w 412"/>
                <a:gd name="T48" fmla="*/ 189 h 189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12" h="189">
                  <a:moveTo>
                    <a:pt x="15" y="110"/>
                  </a:moveTo>
                  <a:lnTo>
                    <a:pt x="0" y="50"/>
                  </a:lnTo>
                  <a:lnTo>
                    <a:pt x="34" y="0"/>
                  </a:lnTo>
                  <a:lnTo>
                    <a:pt x="207" y="0"/>
                  </a:lnTo>
                  <a:lnTo>
                    <a:pt x="393" y="99"/>
                  </a:lnTo>
                  <a:lnTo>
                    <a:pt x="412" y="160"/>
                  </a:lnTo>
                  <a:lnTo>
                    <a:pt x="378" y="189"/>
                  </a:lnTo>
                  <a:lnTo>
                    <a:pt x="165" y="185"/>
                  </a:lnTo>
                  <a:lnTo>
                    <a:pt x="200" y="154"/>
                  </a:lnTo>
                  <a:lnTo>
                    <a:pt x="154" y="119"/>
                  </a:lnTo>
                  <a:lnTo>
                    <a:pt x="165" y="84"/>
                  </a:lnTo>
                  <a:lnTo>
                    <a:pt x="200" y="84"/>
                  </a:lnTo>
                  <a:lnTo>
                    <a:pt x="165" y="50"/>
                  </a:lnTo>
                  <a:lnTo>
                    <a:pt x="55" y="68"/>
                  </a:lnTo>
                  <a:lnTo>
                    <a:pt x="15" y="1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5" name="Freeform 345"/>
            <p:cNvSpPr>
              <a:spLocks/>
            </p:cNvSpPr>
            <p:nvPr/>
          </p:nvSpPr>
          <p:spPr bwMode="auto">
            <a:xfrm>
              <a:off x="2968" y="1660"/>
              <a:ext cx="47" cy="64"/>
            </a:xfrm>
            <a:custGeom>
              <a:avLst/>
              <a:gdLst>
                <a:gd name="T0" fmla="*/ 0 w 374"/>
                <a:gd name="T1" fmla="*/ 0 h 514"/>
                <a:gd name="T2" fmla="*/ 0 w 374"/>
                <a:gd name="T3" fmla="*/ 0 h 514"/>
                <a:gd name="T4" fmla="*/ 0 w 374"/>
                <a:gd name="T5" fmla="*/ 0 h 514"/>
                <a:gd name="T6" fmla="*/ 0 w 374"/>
                <a:gd name="T7" fmla="*/ 0 h 514"/>
                <a:gd name="T8" fmla="*/ 0 w 374"/>
                <a:gd name="T9" fmla="*/ 0 h 514"/>
                <a:gd name="T10" fmla="*/ 0 w 374"/>
                <a:gd name="T11" fmla="*/ 0 h 514"/>
                <a:gd name="T12" fmla="*/ 0 w 374"/>
                <a:gd name="T13" fmla="*/ 0 h 514"/>
                <a:gd name="T14" fmla="*/ 0 w 374"/>
                <a:gd name="T15" fmla="*/ 0 h 514"/>
                <a:gd name="T16" fmla="*/ 0 w 374"/>
                <a:gd name="T17" fmla="*/ 0 h 514"/>
                <a:gd name="T18" fmla="*/ 0 w 374"/>
                <a:gd name="T19" fmla="*/ 0 h 514"/>
                <a:gd name="T20" fmla="*/ 0 w 374"/>
                <a:gd name="T21" fmla="*/ 0 h 514"/>
                <a:gd name="T22" fmla="*/ 0 w 374"/>
                <a:gd name="T23" fmla="*/ 0 h 514"/>
                <a:gd name="T24" fmla="*/ 0 w 374"/>
                <a:gd name="T25" fmla="*/ 0 h 514"/>
                <a:gd name="T26" fmla="*/ 0 w 374"/>
                <a:gd name="T27" fmla="*/ 0 h 514"/>
                <a:gd name="T28" fmla="*/ 0 w 374"/>
                <a:gd name="T29" fmla="*/ 0 h 5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74"/>
                <a:gd name="T46" fmla="*/ 0 h 514"/>
                <a:gd name="T47" fmla="*/ 374 w 374"/>
                <a:gd name="T48" fmla="*/ 514 h 51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74" h="514">
                  <a:moveTo>
                    <a:pt x="0" y="492"/>
                  </a:moveTo>
                  <a:lnTo>
                    <a:pt x="64" y="514"/>
                  </a:lnTo>
                  <a:lnTo>
                    <a:pt x="136" y="485"/>
                  </a:lnTo>
                  <a:lnTo>
                    <a:pt x="231" y="371"/>
                  </a:lnTo>
                  <a:lnTo>
                    <a:pt x="297" y="243"/>
                  </a:lnTo>
                  <a:lnTo>
                    <a:pt x="369" y="95"/>
                  </a:lnTo>
                  <a:lnTo>
                    <a:pt x="374" y="12"/>
                  </a:lnTo>
                  <a:lnTo>
                    <a:pt x="359" y="0"/>
                  </a:lnTo>
                  <a:lnTo>
                    <a:pt x="334" y="100"/>
                  </a:lnTo>
                  <a:lnTo>
                    <a:pt x="255" y="277"/>
                  </a:lnTo>
                  <a:lnTo>
                    <a:pt x="168" y="426"/>
                  </a:lnTo>
                  <a:lnTo>
                    <a:pt x="110" y="452"/>
                  </a:lnTo>
                  <a:lnTo>
                    <a:pt x="64" y="381"/>
                  </a:lnTo>
                  <a:lnTo>
                    <a:pt x="0" y="452"/>
                  </a:lnTo>
                  <a:lnTo>
                    <a:pt x="0" y="4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6" name="Freeform 346"/>
            <p:cNvSpPr>
              <a:spLocks/>
            </p:cNvSpPr>
            <p:nvPr/>
          </p:nvSpPr>
          <p:spPr bwMode="auto">
            <a:xfrm>
              <a:off x="2990" y="1668"/>
              <a:ext cx="11" cy="29"/>
            </a:xfrm>
            <a:custGeom>
              <a:avLst/>
              <a:gdLst>
                <a:gd name="T0" fmla="*/ 0 w 85"/>
                <a:gd name="T1" fmla="*/ 0 h 233"/>
                <a:gd name="T2" fmla="*/ 0 w 85"/>
                <a:gd name="T3" fmla="*/ 0 h 233"/>
                <a:gd name="T4" fmla="*/ 0 w 85"/>
                <a:gd name="T5" fmla="*/ 0 h 233"/>
                <a:gd name="T6" fmla="*/ 0 w 85"/>
                <a:gd name="T7" fmla="*/ 0 h 233"/>
                <a:gd name="T8" fmla="*/ 0 w 85"/>
                <a:gd name="T9" fmla="*/ 0 h 2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5"/>
                <a:gd name="T16" fmla="*/ 0 h 233"/>
                <a:gd name="T17" fmla="*/ 85 w 85"/>
                <a:gd name="T18" fmla="*/ 233 h 2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5" h="233">
                  <a:moveTo>
                    <a:pt x="0" y="134"/>
                  </a:moveTo>
                  <a:lnTo>
                    <a:pt x="14" y="233"/>
                  </a:lnTo>
                  <a:lnTo>
                    <a:pt x="85" y="122"/>
                  </a:lnTo>
                  <a:lnTo>
                    <a:pt x="82" y="0"/>
                  </a:lnTo>
                  <a:lnTo>
                    <a:pt x="0" y="1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7" name="Freeform 347"/>
            <p:cNvSpPr>
              <a:spLocks/>
            </p:cNvSpPr>
            <p:nvPr/>
          </p:nvSpPr>
          <p:spPr bwMode="auto">
            <a:xfrm>
              <a:off x="2779" y="1580"/>
              <a:ext cx="12" cy="39"/>
            </a:xfrm>
            <a:custGeom>
              <a:avLst/>
              <a:gdLst>
                <a:gd name="T0" fmla="*/ 0 w 103"/>
                <a:gd name="T1" fmla="*/ 0 h 311"/>
                <a:gd name="T2" fmla="*/ 0 w 103"/>
                <a:gd name="T3" fmla="*/ 0 h 311"/>
                <a:gd name="T4" fmla="*/ 0 w 103"/>
                <a:gd name="T5" fmla="*/ 0 h 311"/>
                <a:gd name="T6" fmla="*/ 0 w 103"/>
                <a:gd name="T7" fmla="*/ 0 h 311"/>
                <a:gd name="T8" fmla="*/ 0 w 103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311"/>
                <a:gd name="T17" fmla="*/ 103 w 103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311">
                  <a:moveTo>
                    <a:pt x="103" y="180"/>
                  </a:moveTo>
                  <a:lnTo>
                    <a:pt x="33" y="0"/>
                  </a:lnTo>
                  <a:lnTo>
                    <a:pt x="0" y="57"/>
                  </a:lnTo>
                  <a:lnTo>
                    <a:pt x="52" y="311"/>
                  </a:lnTo>
                  <a:lnTo>
                    <a:pt x="103" y="1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8" name="Freeform 348"/>
            <p:cNvSpPr>
              <a:spLocks/>
            </p:cNvSpPr>
            <p:nvPr/>
          </p:nvSpPr>
          <p:spPr bwMode="auto">
            <a:xfrm>
              <a:off x="2977" y="1660"/>
              <a:ext cx="29" cy="18"/>
            </a:xfrm>
            <a:custGeom>
              <a:avLst/>
              <a:gdLst>
                <a:gd name="T0" fmla="*/ 0 w 231"/>
                <a:gd name="T1" fmla="*/ 0 h 149"/>
                <a:gd name="T2" fmla="*/ 0 w 231"/>
                <a:gd name="T3" fmla="*/ 0 h 149"/>
                <a:gd name="T4" fmla="*/ 0 w 231"/>
                <a:gd name="T5" fmla="*/ 0 h 149"/>
                <a:gd name="T6" fmla="*/ 0 w 231"/>
                <a:gd name="T7" fmla="*/ 0 h 149"/>
                <a:gd name="T8" fmla="*/ 0 w 231"/>
                <a:gd name="T9" fmla="*/ 0 h 1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1"/>
                <a:gd name="T16" fmla="*/ 0 h 149"/>
                <a:gd name="T17" fmla="*/ 231 w 231"/>
                <a:gd name="T18" fmla="*/ 149 h 1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1" h="149">
                  <a:moveTo>
                    <a:pt x="51" y="51"/>
                  </a:moveTo>
                  <a:lnTo>
                    <a:pt x="231" y="0"/>
                  </a:lnTo>
                  <a:lnTo>
                    <a:pt x="222" y="35"/>
                  </a:lnTo>
                  <a:lnTo>
                    <a:pt x="0" y="149"/>
                  </a:lnTo>
                  <a:lnTo>
                    <a:pt x="51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9" name="Freeform 349"/>
            <p:cNvSpPr>
              <a:spLocks/>
            </p:cNvSpPr>
            <p:nvPr/>
          </p:nvSpPr>
          <p:spPr bwMode="auto">
            <a:xfrm>
              <a:off x="2893" y="1709"/>
              <a:ext cx="20" cy="49"/>
            </a:xfrm>
            <a:custGeom>
              <a:avLst/>
              <a:gdLst>
                <a:gd name="T0" fmla="*/ 0 w 161"/>
                <a:gd name="T1" fmla="*/ 0 h 392"/>
                <a:gd name="T2" fmla="*/ 0 w 161"/>
                <a:gd name="T3" fmla="*/ 0 h 392"/>
                <a:gd name="T4" fmla="*/ 0 w 161"/>
                <a:gd name="T5" fmla="*/ 0 h 392"/>
                <a:gd name="T6" fmla="*/ 0 w 161"/>
                <a:gd name="T7" fmla="*/ 0 h 392"/>
                <a:gd name="T8" fmla="*/ 0 w 161"/>
                <a:gd name="T9" fmla="*/ 0 h 392"/>
                <a:gd name="T10" fmla="*/ 0 w 161"/>
                <a:gd name="T11" fmla="*/ 0 h 3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1"/>
                <a:gd name="T19" fmla="*/ 0 h 392"/>
                <a:gd name="T20" fmla="*/ 161 w 161"/>
                <a:gd name="T21" fmla="*/ 392 h 3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1" h="392">
                  <a:moveTo>
                    <a:pt x="0" y="76"/>
                  </a:moveTo>
                  <a:lnTo>
                    <a:pt x="13" y="0"/>
                  </a:lnTo>
                  <a:lnTo>
                    <a:pt x="161" y="216"/>
                  </a:lnTo>
                  <a:lnTo>
                    <a:pt x="117" y="392"/>
                  </a:lnTo>
                  <a:lnTo>
                    <a:pt x="57" y="277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0" name="Freeform 350"/>
            <p:cNvSpPr>
              <a:spLocks/>
            </p:cNvSpPr>
            <p:nvPr/>
          </p:nvSpPr>
          <p:spPr bwMode="auto">
            <a:xfrm>
              <a:off x="2790" y="1690"/>
              <a:ext cx="47" cy="32"/>
            </a:xfrm>
            <a:custGeom>
              <a:avLst/>
              <a:gdLst>
                <a:gd name="T0" fmla="*/ 0 w 376"/>
                <a:gd name="T1" fmla="*/ 0 h 258"/>
                <a:gd name="T2" fmla="*/ 0 w 376"/>
                <a:gd name="T3" fmla="*/ 0 h 258"/>
                <a:gd name="T4" fmla="*/ 0 w 376"/>
                <a:gd name="T5" fmla="*/ 0 h 258"/>
                <a:gd name="T6" fmla="*/ 0 w 376"/>
                <a:gd name="T7" fmla="*/ 0 h 258"/>
                <a:gd name="T8" fmla="*/ 0 w 376"/>
                <a:gd name="T9" fmla="*/ 0 h 258"/>
                <a:gd name="T10" fmla="*/ 0 w 376"/>
                <a:gd name="T11" fmla="*/ 0 h 2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76"/>
                <a:gd name="T19" fmla="*/ 0 h 258"/>
                <a:gd name="T20" fmla="*/ 376 w 376"/>
                <a:gd name="T21" fmla="*/ 258 h 25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76" h="258">
                  <a:moveTo>
                    <a:pt x="376" y="0"/>
                  </a:moveTo>
                  <a:lnTo>
                    <a:pt x="257" y="159"/>
                  </a:lnTo>
                  <a:lnTo>
                    <a:pt x="83" y="207"/>
                  </a:lnTo>
                  <a:lnTo>
                    <a:pt x="0" y="258"/>
                  </a:lnTo>
                  <a:lnTo>
                    <a:pt x="145" y="85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1" name="Freeform 351"/>
            <p:cNvSpPr>
              <a:spLocks/>
            </p:cNvSpPr>
            <p:nvPr/>
          </p:nvSpPr>
          <p:spPr bwMode="auto">
            <a:xfrm>
              <a:off x="2455" y="1709"/>
              <a:ext cx="290" cy="199"/>
            </a:xfrm>
            <a:custGeom>
              <a:avLst/>
              <a:gdLst>
                <a:gd name="T0" fmla="*/ 0 w 2322"/>
                <a:gd name="T1" fmla="*/ 0 h 1591"/>
                <a:gd name="T2" fmla="*/ 0 w 2322"/>
                <a:gd name="T3" fmla="*/ 0 h 1591"/>
                <a:gd name="T4" fmla="*/ 0 w 2322"/>
                <a:gd name="T5" fmla="*/ 0 h 1591"/>
                <a:gd name="T6" fmla="*/ 0 w 2322"/>
                <a:gd name="T7" fmla="*/ 0 h 1591"/>
                <a:gd name="T8" fmla="*/ 0 w 2322"/>
                <a:gd name="T9" fmla="*/ 0 h 1591"/>
                <a:gd name="T10" fmla="*/ 0 w 2322"/>
                <a:gd name="T11" fmla="*/ 0 h 1591"/>
                <a:gd name="T12" fmla="*/ 0 w 2322"/>
                <a:gd name="T13" fmla="*/ 0 h 1591"/>
                <a:gd name="T14" fmla="*/ 0 w 2322"/>
                <a:gd name="T15" fmla="*/ 0 h 1591"/>
                <a:gd name="T16" fmla="*/ 0 w 2322"/>
                <a:gd name="T17" fmla="*/ 0 h 1591"/>
                <a:gd name="T18" fmla="*/ 0 w 2322"/>
                <a:gd name="T19" fmla="*/ 0 h 1591"/>
                <a:gd name="T20" fmla="*/ 0 w 2322"/>
                <a:gd name="T21" fmla="*/ 0 h 1591"/>
                <a:gd name="T22" fmla="*/ 0 w 2322"/>
                <a:gd name="T23" fmla="*/ 0 h 1591"/>
                <a:gd name="T24" fmla="*/ 0 w 2322"/>
                <a:gd name="T25" fmla="*/ 0 h 1591"/>
                <a:gd name="T26" fmla="*/ 0 w 2322"/>
                <a:gd name="T27" fmla="*/ 0 h 1591"/>
                <a:gd name="T28" fmla="*/ 0 w 2322"/>
                <a:gd name="T29" fmla="*/ 0 h 1591"/>
                <a:gd name="T30" fmla="*/ 0 w 2322"/>
                <a:gd name="T31" fmla="*/ 0 h 1591"/>
                <a:gd name="T32" fmla="*/ 0 w 2322"/>
                <a:gd name="T33" fmla="*/ 0 h 1591"/>
                <a:gd name="T34" fmla="*/ 0 w 2322"/>
                <a:gd name="T35" fmla="*/ 0 h 1591"/>
                <a:gd name="T36" fmla="*/ 0 w 2322"/>
                <a:gd name="T37" fmla="*/ 0 h 1591"/>
                <a:gd name="T38" fmla="*/ 0 w 2322"/>
                <a:gd name="T39" fmla="*/ 0 h 1591"/>
                <a:gd name="T40" fmla="*/ 0 w 2322"/>
                <a:gd name="T41" fmla="*/ 0 h 1591"/>
                <a:gd name="T42" fmla="*/ 0 w 2322"/>
                <a:gd name="T43" fmla="*/ 0 h 1591"/>
                <a:gd name="T44" fmla="*/ 0 w 2322"/>
                <a:gd name="T45" fmla="*/ 0 h 1591"/>
                <a:gd name="T46" fmla="*/ 0 w 2322"/>
                <a:gd name="T47" fmla="*/ 0 h 1591"/>
                <a:gd name="T48" fmla="*/ 0 w 2322"/>
                <a:gd name="T49" fmla="*/ 0 h 1591"/>
                <a:gd name="T50" fmla="*/ 0 w 2322"/>
                <a:gd name="T51" fmla="*/ 0 h 1591"/>
                <a:gd name="T52" fmla="*/ 0 w 2322"/>
                <a:gd name="T53" fmla="*/ 0 h 1591"/>
                <a:gd name="T54" fmla="*/ 0 w 2322"/>
                <a:gd name="T55" fmla="*/ 0 h 1591"/>
                <a:gd name="T56" fmla="*/ 0 w 2322"/>
                <a:gd name="T57" fmla="*/ 0 h 1591"/>
                <a:gd name="T58" fmla="*/ 0 w 2322"/>
                <a:gd name="T59" fmla="*/ 0 h 1591"/>
                <a:gd name="T60" fmla="*/ 0 w 2322"/>
                <a:gd name="T61" fmla="*/ 0 h 1591"/>
                <a:gd name="T62" fmla="*/ 0 w 2322"/>
                <a:gd name="T63" fmla="*/ 0 h 1591"/>
                <a:gd name="T64" fmla="*/ 0 w 2322"/>
                <a:gd name="T65" fmla="*/ 0 h 159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22"/>
                <a:gd name="T100" fmla="*/ 0 h 1591"/>
                <a:gd name="T101" fmla="*/ 2322 w 2322"/>
                <a:gd name="T102" fmla="*/ 1591 h 159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22" h="1591">
                  <a:moveTo>
                    <a:pt x="337" y="1464"/>
                  </a:moveTo>
                  <a:lnTo>
                    <a:pt x="92" y="1187"/>
                  </a:lnTo>
                  <a:lnTo>
                    <a:pt x="16" y="929"/>
                  </a:lnTo>
                  <a:lnTo>
                    <a:pt x="0" y="784"/>
                  </a:lnTo>
                  <a:lnTo>
                    <a:pt x="142" y="613"/>
                  </a:lnTo>
                  <a:lnTo>
                    <a:pt x="491" y="447"/>
                  </a:lnTo>
                  <a:lnTo>
                    <a:pt x="1063" y="251"/>
                  </a:lnTo>
                  <a:lnTo>
                    <a:pt x="1584" y="157"/>
                  </a:lnTo>
                  <a:lnTo>
                    <a:pt x="2021" y="117"/>
                  </a:lnTo>
                  <a:lnTo>
                    <a:pt x="2322" y="0"/>
                  </a:lnTo>
                  <a:lnTo>
                    <a:pt x="2166" y="117"/>
                  </a:lnTo>
                  <a:lnTo>
                    <a:pt x="2036" y="297"/>
                  </a:lnTo>
                  <a:lnTo>
                    <a:pt x="1975" y="583"/>
                  </a:lnTo>
                  <a:lnTo>
                    <a:pt x="1959" y="807"/>
                  </a:lnTo>
                  <a:lnTo>
                    <a:pt x="1959" y="1099"/>
                  </a:lnTo>
                  <a:lnTo>
                    <a:pt x="1944" y="1307"/>
                  </a:lnTo>
                  <a:lnTo>
                    <a:pt x="1849" y="1591"/>
                  </a:lnTo>
                  <a:lnTo>
                    <a:pt x="1819" y="1561"/>
                  </a:lnTo>
                  <a:lnTo>
                    <a:pt x="1898" y="1337"/>
                  </a:lnTo>
                  <a:lnTo>
                    <a:pt x="1929" y="1136"/>
                  </a:lnTo>
                  <a:lnTo>
                    <a:pt x="1929" y="807"/>
                  </a:lnTo>
                  <a:lnTo>
                    <a:pt x="1944" y="508"/>
                  </a:lnTo>
                  <a:lnTo>
                    <a:pt x="1863" y="383"/>
                  </a:lnTo>
                  <a:lnTo>
                    <a:pt x="1692" y="297"/>
                  </a:lnTo>
                  <a:lnTo>
                    <a:pt x="1439" y="251"/>
                  </a:lnTo>
                  <a:lnTo>
                    <a:pt x="1263" y="238"/>
                  </a:lnTo>
                  <a:lnTo>
                    <a:pt x="1074" y="266"/>
                  </a:lnTo>
                  <a:lnTo>
                    <a:pt x="474" y="457"/>
                  </a:lnTo>
                  <a:lnTo>
                    <a:pt x="127" y="688"/>
                  </a:lnTo>
                  <a:lnTo>
                    <a:pt x="81" y="869"/>
                  </a:lnTo>
                  <a:lnTo>
                    <a:pt x="81" y="1040"/>
                  </a:lnTo>
                  <a:lnTo>
                    <a:pt x="142" y="1211"/>
                  </a:lnTo>
                  <a:lnTo>
                    <a:pt x="337" y="1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2" name="Freeform 352"/>
            <p:cNvSpPr>
              <a:spLocks/>
            </p:cNvSpPr>
            <p:nvPr/>
          </p:nvSpPr>
          <p:spPr bwMode="auto">
            <a:xfrm>
              <a:off x="2439" y="1838"/>
              <a:ext cx="352" cy="516"/>
            </a:xfrm>
            <a:custGeom>
              <a:avLst/>
              <a:gdLst>
                <a:gd name="T0" fmla="*/ 0 w 2817"/>
                <a:gd name="T1" fmla="*/ 0 h 4129"/>
                <a:gd name="T2" fmla="*/ 0 w 2817"/>
                <a:gd name="T3" fmla="*/ 0 h 4129"/>
                <a:gd name="T4" fmla="*/ 0 w 2817"/>
                <a:gd name="T5" fmla="*/ 0 h 4129"/>
                <a:gd name="T6" fmla="*/ 0 w 2817"/>
                <a:gd name="T7" fmla="*/ 0 h 4129"/>
                <a:gd name="T8" fmla="*/ 0 w 2817"/>
                <a:gd name="T9" fmla="*/ 0 h 4129"/>
                <a:gd name="T10" fmla="*/ 0 w 2817"/>
                <a:gd name="T11" fmla="*/ 0 h 4129"/>
                <a:gd name="T12" fmla="*/ 0 w 2817"/>
                <a:gd name="T13" fmla="*/ 0 h 4129"/>
                <a:gd name="T14" fmla="*/ 0 w 2817"/>
                <a:gd name="T15" fmla="*/ 0 h 4129"/>
                <a:gd name="T16" fmla="*/ 0 w 2817"/>
                <a:gd name="T17" fmla="*/ 0 h 4129"/>
                <a:gd name="T18" fmla="*/ 0 w 2817"/>
                <a:gd name="T19" fmla="*/ 0 h 4129"/>
                <a:gd name="T20" fmla="*/ 0 w 2817"/>
                <a:gd name="T21" fmla="*/ 0 h 4129"/>
                <a:gd name="T22" fmla="*/ 0 w 2817"/>
                <a:gd name="T23" fmla="*/ 0 h 4129"/>
                <a:gd name="T24" fmla="*/ 0 w 2817"/>
                <a:gd name="T25" fmla="*/ 0 h 4129"/>
                <a:gd name="T26" fmla="*/ 0 w 2817"/>
                <a:gd name="T27" fmla="*/ 0 h 4129"/>
                <a:gd name="T28" fmla="*/ 0 w 2817"/>
                <a:gd name="T29" fmla="*/ 0 h 4129"/>
                <a:gd name="T30" fmla="*/ 0 w 2817"/>
                <a:gd name="T31" fmla="*/ 0 h 4129"/>
                <a:gd name="T32" fmla="*/ 0 w 2817"/>
                <a:gd name="T33" fmla="*/ 0 h 4129"/>
                <a:gd name="T34" fmla="*/ 0 w 2817"/>
                <a:gd name="T35" fmla="*/ 0 h 4129"/>
                <a:gd name="T36" fmla="*/ 0 w 2817"/>
                <a:gd name="T37" fmla="*/ 0 h 4129"/>
                <a:gd name="T38" fmla="*/ 0 w 2817"/>
                <a:gd name="T39" fmla="*/ 0 h 4129"/>
                <a:gd name="T40" fmla="*/ 0 w 2817"/>
                <a:gd name="T41" fmla="*/ 0 h 4129"/>
                <a:gd name="T42" fmla="*/ 0 w 2817"/>
                <a:gd name="T43" fmla="*/ 0 h 4129"/>
                <a:gd name="T44" fmla="*/ 0 w 2817"/>
                <a:gd name="T45" fmla="*/ 0 h 4129"/>
                <a:gd name="T46" fmla="*/ 0 w 2817"/>
                <a:gd name="T47" fmla="*/ 0 h 4129"/>
                <a:gd name="T48" fmla="*/ 0 w 2817"/>
                <a:gd name="T49" fmla="*/ 0 h 4129"/>
                <a:gd name="T50" fmla="*/ 0 w 2817"/>
                <a:gd name="T51" fmla="*/ 0 h 4129"/>
                <a:gd name="T52" fmla="*/ 0 w 2817"/>
                <a:gd name="T53" fmla="*/ 0 h 4129"/>
                <a:gd name="T54" fmla="*/ 0 w 2817"/>
                <a:gd name="T55" fmla="*/ 0 h 4129"/>
                <a:gd name="T56" fmla="*/ 0 w 2817"/>
                <a:gd name="T57" fmla="*/ 0 h 4129"/>
                <a:gd name="T58" fmla="*/ 0 w 2817"/>
                <a:gd name="T59" fmla="*/ 0 h 4129"/>
                <a:gd name="T60" fmla="*/ 0 w 2817"/>
                <a:gd name="T61" fmla="*/ 0 h 4129"/>
                <a:gd name="T62" fmla="*/ 0 w 2817"/>
                <a:gd name="T63" fmla="*/ 0 h 4129"/>
                <a:gd name="T64" fmla="*/ 0 w 2817"/>
                <a:gd name="T65" fmla="*/ 0 h 4129"/>
                <a:gd name="T66" fmla="*/ 0 w 2817"/>
                <a:gd name="T67" fmla="*/ 0 h 4129"/>
                <a:gd name="T68" fmla="*/ 0 w 2817"/>
                <a:gd name="T69" fmla="*/ 0 h 4129"/>
                <a:gd name="T70" fmla="*/ 0 w 2817"/>
                <a:gd name="T71" fmla="*/ 0 h 4129"/>
                <a:gd name="T72" fmla="*/ 0 w 2817"/>
                <a:gd name="T73" fmla="*/ 0 h 4129"/>
                <a:gd name="T74" fmla="*/ 0 w 2817"/>
                <a:gd name="T75" fmla="*/ 0 h 4129"/>
                <a:gd name="T76" fmla="*/ 0 w 2817"/>
                <a:gd name="T77" fmla="*/ 0 h 4129"/>
                <a:gd name="T78" fmla="*/ 0 w 2817"/>
                <a:gd name="T79" fmla="*/ 0 h 4129"/>
                <a:gd name="T80" fmla="*/ 0 w 2817"/>
                <a:gd name="T81" fmla="*/ 0 h 4129"/>
                <a:gd name="T82" fmla="*/ 0 w 2817"/>
                <a:gd name="T83" fmla="*/ 0 h 4129"/>
                <a:gd name="T84" fmla="*/ 0 w 2817"/>
                <a:gd name="T85" fmla="*/ 0 h 4129"/>
                <a:gd name="T86" fmla="*/ 0 w 2817"/>
                <a:gd name="T87" fmla="*/ 0 h 4129"/>
                <a:gd name="T88" fmla="*/ 0 w 2817"/>
                <a:gd name="T89" fmla="*/ 0 h 4129"/>
                <a:gd name="T90" fmla="*/ 0 w 2817"/>
                <a:gd name="T91" fmla="*/ 0 h 4129"/>
                <a:gd name="T92" fmla="*/ 0 w 2817"/>
                <a:gd name="T93" fmla="*/ 0 h 4129"/>
                <a:gd name="T94" fmla="*/ 0 w 2817"/>
                <a:gd name="T95" fmla="*/ 0 h 4129"/>
                <a:gd name="T96" fmla="*/ 0 w 2817"/>
                <a:gd name="T97" fmla="*/ 0 h 4129"/>
                <a:gd name="T98" fmla="*/ 0 w 2817"/>
                <a:gd name="T99" fmla="*/ 0 h 4129"/>
                <a:gd name="T100" fmla="*/ 0 w 2817"/>
                <a:gd name="T101" fmla="*/ 0 h 4129"/>
                <a:gd name="T102" fmla="*/ 0 w 2817"/>
                <a:gd name="T103" fmla="*/ 0 h 4129"/>
                <a:gd name="T104" fmla="*/ 0 w 2817"/>
                <a:gd name="T105" fmla="*/ 0 h 4129"/>
                <a:gd name="T106" fmla="*/ 0 w 2817"/>
                <a:gd name="T107" fmla="*/ 0 h 412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817"/>
                <a:gd name="T163" fmla="*/ 0 h 4129"/>
                <a:gd name="T164" fmla="*/ 2817 w 2817"/>
                <a:gd name="T165" fmla="*/ 4129 h 4129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817" h="4129">
                  <a:moveTo>
                    <a:pt x="61" y="0"/>
                  </a:moveTo>
                  <a:lnTo>
                    <a:pt x="79" y="122"/>
                  </a:lnTo>
                  <a:lnTo>
                    <a:pt x="156" y="299"/>
                  </a:lnTo>
                  <a:lnTo>
                    <a:pt x="285" y="470"/>
                  </a:lnTo>
                  <a:lnTo>
                    <a:pt x="470" y="662"/>
                  </a:lnTo>
                  <a:lnTo>
                    <a:pt x="802" y="910"/>
                  </a:lnTo>
                  <a:lnTo>
                    <a:pt x="1350" y="1369"/>
                  </a:lnTo>
                  <a:lnTo>
                    <a:pt x="1138" y="829"/>
                  </a:lnTo>
                  <a:lnTo>
                    <a:pt x="1454" y="1305"/>
                  </a:lnTo>
                  <a:lnTo>
                    <a:pt x="1677" y="1664"/>
                  </a:lnTo>
                  <a:lnTo>
                    <a:pt x="1868" y="1950"/>
                  </a:lnTo>
                  <a:lnTo>
                    <a:pt x="2037" y="2215"/>
                  </a:lnTo>
                  <a:lnTo>
                    <a:pt x="2180" y="2361"/>
                  </a:lnTo>
                  <a:lnTo>
                    <a:pt x="2475" y="2672"/>
                  </a:lnTo>
                  <a:lnTo>
                    <a:pt x="2242" y="2056"/>
                  </a:lnTo>
                  <a:lnTo>
                    <a:pt x="2009" y="1492"/>
                  </a:lnTo>
                  <a:lnTo>
                    <a:pt x="1772" y="959"/>
                  </a:lnTo>
                  <a:lnTo>
                    <a:pt x="1624" y="583"/>
                  </a:lnTo>
                  <a:lnTo>
                    <a:pt x="1595" y="470"/>
                  </a:lnTo>
                  <a:lnTo>
                    <a:pt x="1646" y="427"/>
                  </a:lnTo>
                  <a:lnTo>
                    <a:pt x="1989" y="535"/>
                  </a:lnTo>
                  <a:lnTo>
                    <a:pt x="2307" y="726"/>
                  </a:lnTo>
                  <a:lnTo>
                    <a:pt x="2463" y="851"/>
                  </a:lnTo>
                  <a:lnTo>
                    <a:pt x="2162" y="669"/>
                  </a:lnTo>
                  <a:lnTo>
                    <a:pt x="1835" y="548"/>
                  </a:lnTo>
                  <a:lnTo>
                    <a:pt x="1657" y="486"/>
                  </a:lnTo>
                  <a:lnTo>
                    <a:pt x="2009" y="1291"/>
                  </a:lnTo>
                  <a:lnTo>
                    <a:pt x="2364" y="2150"/>
                  </a:lnTo>
                  <a:lnTo>
                    <a:pt x="2635" y="2879"/>
                  </a:lnTo>
                  <a:lnTo>
                    <a:pt x="2817" y="3350"/>
                  </a:lnTo>
                  <a:lnTo>
                    <a:pt x="2560" y="3350"/>
                  </a:lnTo>
                  <a:lnTo>
                    <a:pt x="2261" y="3534"/>
                  </a:lnTo>
                  <a:lnTo>
                    <a:pt x="2055" y="3758"/>
                  </a:lnTo>
                  <a:lnTo>
                    <a:pt x="1989" y="3930"/>
                  </a:lnTo>
                  <a:lnTo>
                    <a:pt x="1945" y="4129"/>
                  </a:lnTo>
                  <a:lnTo>
                    <a:pt x="1945" y="3899"/>
                  </a:lnTo>
                  <a:lnTo>
                    <a:pt x="2009" y="3695"/>
                  </a:lnTo>
                  <a:lnTo>
                    <a:pt x="2147" y="3559"/>
                  </a:lnTo>
                  <a:lnTo>
                    <a:pt x="2429" y="3332"/>
                  </a:lnTo>
                  <a:lnTo>
                    <a:pt x="2136" y="3255"/>
                  </a:lnTo>
                  <a:lnTo>
                    <a:pt x="2085" y="3317"/>
                  </a:lnTo>
                  <a:lnTo>
                    <a:pt x="2009" y="3271"/>
                  </a:lnTo>
                  <a:lnTo>
                    <a:pt x="1989" y="3064"/>
                  </a:lnTo>
                  <a:lnTo>
                    <a:pt x="1835" y="3015"/>
                  </a:lnTo>
                  <a:lnTo>
                    <a:pt x="1200" y="3368"/>
                  </a:lnTo>
                  <a:lnTo>
                    <a:pt x="1138" y="3633"/>
                  </a:lnTo>
                  <a:lnTo>
                    <a:pt x="1565" y="3396"/>
                  </a:lnTo>
                  <a:lnTo>
                    <a:pt x="1090" y="3695"/>
                  </a:lnTo>
                  <a:lnTo>
                    <a:pt x="912" y="3899"/>
                  </a:lnTo>
                  <a:lnTo>
                    <a:pt x="1009" y="3984"/>
                  </a:lnTo>
                  <a:lnTo>
                    <a:pt x="1406" y="3608"/>
                  </a:lnTo>
                  <a:lnTo>
                    <a:pt x="1360" y="3804"/>
                  </a:lnTo>
                  <a:lnTo>
                    <a:pt x="1565" y="4071"/>
                  </a:lnTo>
                  <a:lnTo>
                    <a:pt x="936" y="4044"/>
                  </a:lnTo>
                  <a:lnTo>
                    <a:pt x="741" y="3949"/>
                  </a:lnTo>
                  <a:lnTo>
                    <a:pt x="600" y="3984"/>
                  </a:lnTo>
                  <a:lnTo>
                    <a:pt x="218" y="3758"/>
                  </a:lnTo>
                  <a:lnTo>
                    <a:pt x="33" y="3462"/>
                  </a:lnTo>
                  <a:lnTo>
                    <a:pt x="0" y="3130"/>
                  </a:lnTo>
                  <a:lnTo>
                    <a:pt x="79" y="3176"/>
                  </a:lnTo>
                  <a:lnTo>
                    <a:pt x="268" y="2965"/>
                  </a:lnTo>
                  <a:lnTo>
                    <a:pt x="448" y="2923"/>
                  </a:lnTo>
                  <a:lnTo>
                    <a:pt x="378" y="3086"/>
                  </a:lnTo>
                  <a:lnTo>
                    <a:pt x="378" y="3281"/>
                  </a:lnTo>
                  <a:lnTo>
                    <a:pt x="901" y="3050"/>
                  </a:lnTo>
                  <a:lnTo>
                    <a:pt x="1026" y="3064"/>
                  </a:lnTo>
                  <a:lnTo>
                    <a:pt x="681" y="3306"/>
                  </a:lnTo>
                  <a:lnTo>
                    <a:pt x="681" y="3462"/>
                  </a:lnTo>
                  <a:lnTo>
                    <a:pt x="1189" y="3189"/>
                  </a:lnTo>
                  <a:lnTo>
                    <a:pt x="1360" y="3189"/>
                  </a:lnTo>
                  <a:lnTo>
                    <a:pt x="1578" y="3064"/>
                  </a:lnTo>
                  <a:lnTo>
                    <a:pt x="1486" y="2907"/>
                  </a:lnTo>
                  <a:lnTo>
                    <a:pt x="1263" y="2767"/>
                  </a:lnTo>
                  <a:lnTo>
                    <a:pt x="1026" y="2688"/>
                  </a:lnTo>
                  <a:lnTo>
                    <a:pt x="802" y="2672"/>
                  </a:lnTo>
                  <a:lnTo>
                    <a:pt x="912" y="2612"/>
                  </a:lnTo>
                  <a:lnTo>
                    <a:pt x="741" y="2563"/>
                  </a:lnTo>
                  <a:lnTo>
                    <a:pt x="518" y="2612"/>
                  </a:lnTo>
                  <a:lnTo>
                    <a:pt x="331" y="2688"/>
                  </a:lnTo>
                  <a:lnTo>
                    <a:pt x="79" y="2855"/>
                  </a:lnTo>
                  <a:lnTo>
                    <a:pt x="393" y="2626"/>
                  </a:lnTo>
                  <a:lnTo>
                    <a:pt x="710" y="2517"/>
                  </a:lnTo>
                  <a:lnTo>
                    <a:pt x="947" y="2481"/>
                  </a:lnTo>
                  <a:lnTo>
                    <a:pt x="1122" y="2481"/>
                  </a:lnTo>
                  <a:lnTo>
                    <a:pt x="1360" y="2330"/>
                  </a:lnTo>
                  <a:lnTo>
                    <a:pt x="1350" y="2215"/>
                  </a:lnTo>
                  <a:lnTo>
                    <a:pt x="539" y="2422"/>
                  </a:lnTo>
                  <a:lnTo>
                    <a:pt x="993" y="2169"/>
                  </a:lnTo>
                  <a:lnTo>
                    <a:pt x="1215" y="2169"/>
                  </a:lnTo>
                  <a:lnTo>
                    <a:pt x="1251" y="2119"/>
                  </a:lnTo>
                  <a:lnTo>
                    <a:pt x="1286" y="1980"/>
                  </a:lnTo>
                  <a:lnTo>
                    <a:pt x="1251" y="1747"/>
                  </a:lnTo>
                  <a:lnTo>
                    <a:pt x="1138" y="1556"/>
                  </a:lnTo>
                  <a:lnTo>
                    <a:pt x="963" y="1337"/>
                  </a:lnTo>
                  <a:lnTo>
                    <a:pt x="730" y="1088"/>
                  </a:lnTo>
                  <a:lnTo>
                    <a:pt x="507" y="882"/>
                  </a:lnTo>
                  <a:lnTo>
                    <a:pt x="378" y="741"/>
                  </a:lnTo>
                  <a:lnTo>
                    <a:pt x="378" y="882"/>
                  </a:lnTo>
                  <a:lnTo>
                    <a:pt x="463" y="1042"/>
                  </a:lnTo>
                  <a:lnTo>
                    <a:pt x="741" y="1358"/>
                  </a:lnTo>
                  <a:lnTo>
                    <a:pt x="463" y="1165"/>
                  </a:lnTo>
                  <a:lnTo>
                    <a:pt x="207" y="1042"/>
                  </a:lnTo>
                  <a:lnTo>
                    <a:pt x="156" y="1007"/>
                  </a:lnTo>
                  <a:lnTo>
                    <a:pt x="79" y="1270"/>
                  </a:lnTo>
                  <a:lnTo>
                    <a:pt x="94" y="814"/>
                  </a:lnTo>
                  <a:lnTo>
                    <a:pt x="110" y="438"/>
                  </a:lnTo>
                  <a:lnTo>
                    <a:pt x="50" y="122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3" name="Freeform 353"/>
            <p:cNvSpPr>
              <a:spLocks/>
            </p:cNvSpPr>
            <p:nvPr/>
          </p:nvSpPr>
          <p:spPr bwMode="auto">
            <a:xfrm>
              <a:off x="2432" y="1999"/>
              <a:ext cx="111" cy="198"/>
            </a:xfrm>
            <a:custGeom>
              <a:avLst/>
              <a:gdLst>
                <a:gd name="T0" fmla="*/ 0 w 884"/>
                <a:gd name="T1" fmla="*/ 0 h 1588"/>
                <a:gd name="T2" fmla="*/ 0 w 884"/>
                <a:gd name="T3" fmla="*/ 0 h 1588"/>
                <a:gd name="T4" fmla="*/ 0 w 884"/>
                <a:gd name="T5" fmla="*/ 0 h 1588"/>
                <a:gd name="T6" fmla="*/ 0 w 884"/>
                <a:gd name="T7" fmla="*/ 0 h 1588"/>
                <a:gd name="T8" fmla="*/ 0 w 884"/>
                <a:gd name="T9" fmla="*/ 0 h 1588"/>
                <a:gd name="T10" fmla="*/ 0 w 884"/>
                <a:gd name="T11" fmla="*/ 0 h 1588"/>
                <a:gd name="T12" fmla="*/ 0 w 884"/>
                <a:gd name="T13" fmla="*/ 0 h 1588"/>
                <a:gd name="T14" fmla="*/ 0 w 884"/>
                <a:gd name="T15" fmla="*/ 0 h 1588"/>
                <a:gd name="T16" fmla="*/ 0 w 884"/>
                <a:gd name="T17" fmla="*/ 0 h 1588"/>
                <a:gd name="T18" fmla="*/ 0 w 884"/>
                <a:gd name="T19" fmla="*/ 0 h 1588"/>
                <a:gd name="T20" fmla="*/ 0 w 884"/>
                <a:gd name="T21" fmla="*/ 0 h 1588"/>
                <a:gd name="T22" fmla="*/ 0 w 884"/>
                <a:gd name="T23" fmla="*/ 0 h 1588"/>
                <a:gd name="T24" fmla="*/ 0 w 884"/>
                <a:gd name="T25" fmla="*/ 0 h 1588"/>
                <a:gd name="T26" fmla="*/ 0 w 884"/>
                <a:gd name="T27" fmla="*/ 0 h 1588"/>
                <a:gd name="T28" fmla="*/ 0 w 884"/>
                <a:gd name="T29" fmla="*/ 0 h 1588"/>
                <a:gd name="T30" fmla="*/ 0 w 884"/>
                <a:gd name="T31" fmla="*/ 0 h 1588"/>
                <a:gd name="T32" fmla="*/ 0 w 884"/>
                <a:gd name="T33" fmla="*/ 0 h 1588"/>
                <a:gd name="T34" fmla="*/ 0 w 884"/>
                <a:gd name="T35" fmla="*/ 0 h 1588"/>
                <a:gd name="T36" fmla="*/ 0 w 884"/>
                <a:gd name="T37" fmla="*/ 0 h 1588"/>
                <a:gd name="T38" fmla="*/ 0 w 884"/>
                <a:gd name="T39" fmla="*/ 0 h 1588"/>
                <a:gd name="T40" fmla="*/ 0 w 884"/>
                <a:gd name="T41" fmla="*/ 0 h 1588"/>
                <a:gd name="T42" fmla="*/ 0 w 884"/>
                <a:gd name="T43" fmla="*/ 0 h 158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884"/>
                <a:gd name="T67" fmla="*/ 0 h 1588"/>
                <a:gd name="T68" fmla="*/ 884 w 884"/>
                <a:gd name="T69" fmla="*/ 1588 h 158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884" h="1588">
                  <a:moveTo>
                    <a:pt x="42" y="0"/>
                  </a:moveTo>
                  <a:lnTo>
                    <a:pt x="10" y="105"/>
                  </a:lnTo>
                  <a:lnTo>
                    <a:pt x="10" y="215"/>
                  </a:lnTo>
                  <a:lnTo>
                    <a:pt x="107" y="360"/>
                  </a:lnTo>
                  <a:lnTo>
                    <a:pt x="342" y="498"/>
                  </a:lnTo>
                  <a:lnTo>
                    <a:pt x="884" y="671"/>
                  </a:lnTo>
                  <a:lnTo>
                    <a:pt x="642" y="828"/>
                  </a:lnTo>
                  <a:lnTo>
                    <a:pt x="423" y="1019"/>
                  </a:lnTo>
                  <a:lnTo>
                    <a:pt x="167" y="1272"/>
                  </a:lnTo>
                  <a:lnTo>
                    <a:pt x="42" y="1588"/>
                  </a:lnTo>
                  <a:lnTo>
                    <a:pt x="136" y="1247"/>
                  </a:lnTo>
                  <a:lnTo>
                    <a:pt x="167" y="945"/>
                  </a:lnTo>
                  <a:lnTo>
                    <a:pt x="183" y="1190"/>
                  </a:lnTo>
                  <a:lnTo>
                    <a:pt x="423" y="909"/>
                  </a:lnTo>
                  <a:lnTo>
                    <a:pt x="520" y="814"/>
                  </a:lnTo>
                  <a:lnTo>
                    <a:pt x="199" y="659"/>
                  </a:lnTo>
                  <a:lnTo>
                    <a:pt x="167" y="828"/>
                  </a:lnTo>
                  <a:lnTo>
                    <a:pt x="118" y="671"/>
                  </a:lnTo>
                  <a:lnTo>
                    <a:pt x="22" y="426"/>
                  </a:lnTo>
                  <a:lnTo>
                    <a:pt x="0" y="235"/>
                  </a:lnTo>
                  <a:lnTo>
                    <a:pt x="0" y="78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4" name="Freeform 354"/>
            <p:cNvSpPr>
              <a:spLocks/>
            </p:cNvSpPr>
            <p:nvPr/>
          </p:nvSpPr>
          <p:spPr bwMode="auto">
            <a:xfrm>
              <a:off x="2451" y="2001"/>
              <a:ext cx="153" cy="98"/>
            </a:xfrm>
            <a:custGeom>
              <a:avLst/>
              <a:gdLst>
                <a:gd name="T0" fmla="*/ 0 w 1220"/>
                <a:gd name="T1" fmla="*/ 0 h 786"/>
                <a:gd name="T2" fmla="*/ 0 w 1220"/>
                <a:gd name="T3" fmla="*/ 0 h 786"/>
                <a:gd name="T4" fmla="*/ 0 w 1220"/>
                <a:gd name="T5" fmla="*/ 0 h 786"/>
                <a:gd name="T6" fmla="*/ 0 w 1220"/>
                <a:gd name="T7" fmla="*/ 0 h 786"/>
                <a:gd name="T8" fmla="*/ 0 w 1220"/>
                <a:gd name="T9" fmla="*/ 0 h 786"/>
                <a:gd name="T10" fmla="*/ 0 w 1220"/>
                <a:gd name="T11" fmla="*/ 0 h 786"/>
                <a:gd name="T12" fmla="*/ 0 w 1220"/>
                <a:gd name="T13" fmla="*/ 0 h 786"/>
                <a:gd name="T14" fmla="*/ 0 w 1220"/>
                <a:gd name="T15" fmla="*/ 0 h 786"/>
                <a:gd name="T16" fmla="*/ 0 w 1220"/>
                <a:gd name="T17" fmla="*/ 0 h 786"/>
                <a:gd name="T18" fmla="*/ 0 w 1220"/>
                <a:gd name="T19" fmla="*/ 0 h 786"/>
                <a:gd name="T20" fmla="*/ 0 w 1220"/>
                <a:gd name="T21" fmla="*/ 0 h 786"/>
                <a:gd name="T22" fmla="*/ 0 w 1220"/>
                <a:gd name="T23" fmla="*/ 0 h 786"/>
                <a:gd name="T24" fmla="*/ 0 w 1220"/>
                <a:gd name="T25" fmla="*/ 0 h 7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220"/>
                <a:gd name="T40" fmla="*/ 0 h 786"/>
                <a:gd name="T41" fmla="*/ 1220 w 1220"/>
                <a:gd name="T42" fmla="*/ 786 h 78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220" h="786">
                  <a:moveTo>
                    <a:pt x="62" y="18"/>
                  </a:moveTo>
                  <a:lnTo>
                    <a:pt x="223" y="0"/>
                  </a:lnTo>
                  <a:lnTo>
                    <a:pt x="491" y="91"/>
                  </a:lnTo>
                  <a:lnTo>
                    <a:pt x="733" y="251"/>
                  </a:lnTo>
                  <a:lnTo>
                    <a:pt x="1028" y="502"/>
                  </a:lnTo>
                  <a:lnTo>
                    <a:pt x="1220" y="739"/>
                  </a:lnTo>
                  <a:lnTo>
                    <a:pt x="1169" y="786"/>
                  </a:lnTo>
                  <a:lnTo>
                    <a:pt x="996" y="629"/>
                  </a:lnTo>
                  <a:lnTo>
                    <a:pt x="793" y="484"/>
                  </a:lnTo>
                  <a:lnTo>
                    <a:pt x="572" y="376"/>
                  </a:lnTo>
                  <a:lnTo>
                    <a:pt x="376" y="262"/>
                  </a:lnTo>
                  <a:lnTo>
                    <a:pt x="0" y="18"/>
                  </a:lnTo>
                  <a:lnTo>
                    <a:pt x="62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5" name="Freeform 355"/>
            <p:cNvSpPr>
              <a:spLocks/>
            </p:cNvSpPr>
            <p:nvPr/>
          </p:nvSpPr>
          <p:spPr bwMode="auto">
            <a:xfrm>
              <a:off x="2735" y="1709"/>
              <a:ext cx="196" cy="555"/>
            </a:xfrm>
            <a:custGeom>
              <a:avLst/>
              <a:gdLst>
                <a:gd name="T0" fmla="*/ 0 w 1568"/>
                <a:gd name="T1" fmla="*/ 0 h 4437"/>
                <a:gd name="T2" fmla="*/ 0 w 1568"/>
                <a:gd name="T3" fmla="*/ 0 h 4437"/>
                <a:gd name="T4" fmla="*/ 0 w 1568"/>
                <a:gd name="T5" fmla="*/ 0 h 4437"/>
                <a:gd name="T6" fmla="*/ 0 w 1568"/>
                <a:gd name="T7" fmla="*/ 0 h 4437"/>
                <a:gd name="T8" fmla="*/ 0 w 1568"/>
                <a:gd name="T9" fmla="*/ 0 h 4437"/>
                <a:gd name="T10" fmla="*/ 0 w 1568"/>
                <a:gd name="T11" fmla="*/ 0 h 4437"/>
                <a:gd name="T12" fmla="*/ 0 w 1568"/>
                <a:gd name="T13" fmla="*/ 0 h 4437"/>
                <a:gd name="T14" fmla="*/ 0 w 1568"/>
                <a:gd name="T15" fmla="*/ 0 h 4437"/>
                <a:gd name="T16" fmla="*/ 0 w 1568"/>
                <a:gd name="T17" fmla="*/ 0 h 4437"/>
                <a:gd name="T18" fmla="*/ 0 w 1568"/>
                <a:gd name="T19" fmla="*/ 0 h 4437"/>
                <a:gd name="T20" fmla="*/ 0 w 1568"/>
                <a:gd name="T21" fmla="*/ 0 h 4437"/>
                <a:gd name="T22" fmla="*/ 0 w 1568"/>
                <a:gd name="T23" fmla="*/ 0 h 4437"/>
                <a:gd name="T24" fmla="*/ 0 w 1568"/>
                <a:gd name="T25" fmla="*/ 0 h 4437"/>
                <a:gd name="T26" fmla="*/ 0 w 1568"/>
                <a:gd name="T27" fmla="*/ 0 h 4437"/>
                <a:gd name="T28" fmla="*/ 0 w 1568"/>
                <a:gd name="T29" fmla="*/ 0 h 4437"/>
                <a:gd name="T30" fmla="*/ 0 w 1568"/>
                <a:gd name="T31" fmla="*/ 0 h 4437"/>
                <a:gd name="T32" fmla="*/ 0 w 1568"/>
                <a:gd name="T33" fmla="*/ 0 h 4437"/>
                <a:gd name="T34" fmla="*/ 0 w 1568"/>
                <a:gd name="T35" fmla="*/ 0 h 4437"/>
                <a:gd name="T36" fmla="*/ 0 w 1568"/>
                <a:gd name="T37" fmla="*/ 0 h 4437"/>
                <a:gd name="T38" fmla="*/ 0 w 1568"/>
                <a:gd name="T39" fmla="*/ 0 h 4437"/>
                <a:gd name="T40" fmla="*/ 0 w 1568"/>
                <a:gd name="T41" fmla="*/ 0 h 4437"/>
                <a:gd name="T42" fmla="*/ 0 w 1568"/>
                <a:gd name="T43" fmla="*/ 0 h 4437"/>
                <a:gd name="T44" fmla="*/ 0 w 1568"/>
                <a:gd name="T45" fmla="*/ 0 h 4437"/>
                <a:gd name="T46" fmla="*/ 0 w 1568"/>
                <a:gd name="T47" fmla="*/ 0 h 4437"/>
                <a:gd name="T48" fmla="*/ 0 w 1568"/>
                <a:gd name="T49" fmla="*/ 0 h 4437"/>
                <a:gd name="T50" fmla="*/ 0 w 1568"/>
                <a:gd name="T51" fmla="*/ 0 h 4437"/>
                <a:gd name="T52" fmla="*/ 0 w 1568"/>
                <a:gd name="T53" fmla="*/ 0 h 4437"/>
                <a:gd name="T54" fmla="*/ 0 w 1568"/>
                <a:gd name="T55" fmla="*/ 0 h 4437"/>
                <a:gd name="T56" fmla="*/ 0 w 1568"/>
                <a:gd name="T57" fmla="*/ 0 h 4437"/>
                <a:gd name="T58" fmla="*/ 0 w 1568"/>
                <a:gd name="T59" fmla="*/ 0 h 4437"/>
                <a:gd name="T60" fmla="*/ 0 w 1568"/>
                <a:gd name="T61" fmla="*/ 0 h 4437"/>
                <a:gd name="T62" fmla="*/ 0 w 1568"/>
                <a:gd name="T63" fmla="*/ 0 h 4437"/>
                <a:gd name="T64" fmla="*/ 0 w 1568"/>
                <a:gd name="T65" fmla="*/ 0 h 4437"/>
                <a:gd name="T66" fmla="*/ 0 w 1568"/>
                <a:gd name="T67" fmla="*/ 0 h 4437"/>
                <a:gd name="T68" fmla="*/ 0 w 1568"/>
                <a:gd name="T69" fmla="*/ 0 h 4437"/>
                <a:gd name="T70" fmla="*/ 0 w 1568"/>
                <a:gd name="T71" fmla="*/ 0 h 4437"/>
                <a:gd name="T72" fmla="*/ 0 w 1568"/>
                <a:gd name="T73" fmla="*/ 0 h 4437"/>
                <a:gd name="T74" fmla="*/ 0 w 1568"/>
                <a:gd name="T75" fmla="*/ 0 h 443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568"/>
                <a:gd name="T115" fmla="*/ 0 h 4437"/>
                <a:gd name="T116" fmla="*/ 1568 w 1568"/>
                <a:gd name="T117" fmla="*/ 4437 h 443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568" h="4437">
                  <a:moveTo>
                    <a:pt x="161" y="83"/>
                  </a:moveTo>
                  <a:lnTo>
                    <a:pt x="99" y="205"/>
                  </a:lnTo>
                  <a:lnTo>
                    <a:pt x="49" y="383"/>
                  </a:lnTo>
                  <a:lnTo>
                    <a:pt x="49" y="583"/>
                  </a:lnTo>
                  <a:lnTo>
                    <a:pt x="99" y="774"/>
                  </a:lnTo>
                  <a:lnTo>
                    <a:pt x="257" y="1090"/>
                  </a:lnTo>
                  <a:lnTo>
                    <a:pt x="431" y="1400"/>
                  </a:lnTo>
                  <a:lnTo>
                    <a:pt x="543" y="1767"/>
                  </a:lnTo>
                  <a:lnTo>
                    <a:pt x="637" y="2172"/>
                  </a:lnTo>
                  <a:lnTo>
                    <a:pt x="719" y="2690"/>
                  </a:lnTo>
                  <a:lnTo>
                    <a:pt x="826" y="3398"/>
                  </a:lnTo>
                  <a:lnTo>
                    <a:pt x="877" y="3846"/>
                  </a:lnTo>
                  <a:lnTo>
                    <a:pt x="1057" y="3270"/>
                  </a:lnTo>
                  <a:lnTo>
                    <a:pt x="1192" y="2743"/>
                  </a:lnTo>
                  <a:lnTo>
                    <a:pt x="1347" y="2033"/>
                  </a:lnTo>
                  <a:lnTo>
                    <a:pt x="1444" y="1496"/>
                  </a:lnTo>
                  <a:lnTo>
                    <a:pt x="1471" y="1148"/>
                  </a:lnTo>
                  <a:lnTo>
                    <a:pt x="1490" y="830"/>
                  </a:lnTo>
                  <a:lnTo>
                    <a:pt x="1506" y="664"/>
                  </a:lnTo>
                  <a:lnTo>
                    <a:pt x="1568" y="567"/>
                  </a:lnTo>
                  <a:lnTo>
                    <a:pt x="1554" y="1169"/>
                  </a:lnTo>
                  <a:lnTo>
                    <a:pt x="1444" y="1908"/>
                  </a:lnTo>
                  <a:lnTo>
                    <a:pt x="1301" y="2582"/>
                  </a:lnTo>
                  <a:lnTo>
                    <a:pt x="1154" y="3195"/>
                  </a:lnTo>
                  <a:lnTo>
                    <a:pt x="971" y="3778"/>
                  </a:lnTo>
                  <a:lnTo>
                    <a:pt x="730" y="4394"/>
                  </a:lnTo>
                  <a:lnTo>
                    <a:pt x="637" y="4437"/>
                  </a:lnTo>
                  <a:lnTo>
                    <a:pt x="826" y="3917"/>
                  </a:lnTo>
                  <a:lnTo>
                    <a:pt x="683" y="2848"/>
                  </a:lnTo>
                  <a:lnTo>
                    <a:pt x="559" y="2015"/>
                  </a:lnTo>
                  <a:lnTo>
                    <a:pt x="402" y="1512"/>
                  </a:lnTo>
                  <a:lnTo>
                    <a:pt x="183" y="1090"/>
                  </a:lnTo>
                  <a:lnTo>
                    <a:pt x="49" y="784"/>
                  </a:lnTo>
                  <a:lnTo>
                    <a:pt x="0" y="602"/>
                  </a:lnTo>
                  <a:lnTo>
                    <a:pt x="0" y="394"/>
                  </a:lnTo>
                  <a:lnTo>
                    <a:pt x="49" y="189"/>
                  </a:lnTo>
                  <a:lnTo>
                    <a:pt x="161" y="0"/>
                  </a:lnTo>
                  <a:lnTo>
                    <a:pt x="161" y="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6" name="Freeform 356"/>
            <p:cNvSpPr>
              <a:spLocks/>
            </p:cNvSpPr>
            <p:nvPr/>
          </p:nvSpPr>
          <p:spPr bwMode="auto">
            <a:xfrm>
              <a:off x="2723" y="2266"/>
              <a:ext cx="198" cy="126"/>
            </a:xfrm>
            <a:custGeom>
              <a:avLst/>
              <a:gdLst>
                <a:gd name="T0" fmla="*/ 0 w 1582"/>
                <a:gd name="T1" fmla="*/ 0 h 1002"/>
                <a:gd name="T2" fmla="*/ 0 w 1582"/>
                <a:gd name="T3" fmla="*/ 0 h 1002"/>
                <a:gd name="T4" fmla="*/ 0 w 1582"/>
                <a:gd name="T5" fmla="*/ 0 h 1002"/>
                <a:gd name="T6" fmla="*/ 0 w 1582"/>
                <a:gd name="T7" fmla="*/ 0 h 1002"/>
                <a:gd name="T8" fmla="*/ 0 w 1582"/>
                <a:gd name="T9" fmla="*/ 0 h 1002"/>
                <a:gd name="T10" fmla="*/ 0 w 1582"/>
                <a:gd name="T11" fmla="*/ 0 h 1002"/>
                <a:gd name="T12" fmla="*/ 0 w 1582"/>
                <a:gd name="T13" fmla="*/ 0 h 1002"/>
                <a:gd name="T14" fmla="*/ 0 w 1582"/>
                <a:gd name="T15" fmla="*/ 0 h 1002"/>
                <a:gd name="T16" fmla="*/ 0 w 1582"/>
                <a:gd name="T17" fmla="*/ 0 h 1002"/>
                <a:gd name="T18" fmla="*/ 0 w 1582"/>
                <a:gd name="T19" fmla="*/ 0 h 1002"/>
                <a:gd name="T20" fmla="*/ 0 w 1582"/>
                <a:gd name="T21" fmla="*/ 0 h 1002"/>
                <a:gd name="T22" fmla="*/ 0 w 1582"/>
                <a:gd name="T23" fmla="*/ 0 h 1002"/>
                <a:gd name="T24" fmla="*/ 0 w 1582"/>
                <a:gd name="T25" fmla="*/ 0 h 1002"/>
                <a:gd name="T26" fmla="*/ 0 w 1582"/>
                <a:gd name="T27" fmla="*/ 0 h 1002"/>
                <a:gd name="T28" fmla="*/ 0 w 1582"/>
                <a:gd name="T29" fmla="*/ 0 h 1002"/>
                <a:gd name="T30" fmla="*/ 0 w 1582"/>
                <a:gd name="T31" fmla="*/ 0 h 1002"/>
                <a:gd name="T32" fmla="*/ 0 w 1582"/>
                <a:gd name="T33" fmla="*/ 0 h 1002"/>
                <a:gd name="T34" fmla="*/ 0 w 1582"/>
                <a:gd name="T35" fmla="*/ 0 h 1002"/>
                <a:gd name="T36" fmla="*/ 0 w 1582"/>
                <a:gd name="T37" fmla="*/ 0 h 1002"/>
                <a:gd name="T38" fmla="*/ 0 w 1582"/>
                <a:gd name="T39" fmla="*/ 0 h 1002"/>
                <a:gd name="T40" fmla="*/ 0 w 1582"/>
                <a:gd name="T41" fmla="*/ 0 h 100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582"/>
                <a:gd name="T64" fmla="*/ 0 h 1002"/>
                <a:gd name="T65" fmla="*/ 1582 w 1582"/>
                <a:gd name="T66" fmla="*/ 1002 h 100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582" h="1002">
                  <a:moveTo>
                    <a:pt x="457" y="0"/>
                  </a:moveTo>
                  <a:lnTo>
                    <a:pt x="321" y="103"/>
                  </a:lnTo>
                  <a:lnTo>
                    <a:pt x="191" y="235"/>
                  </a:lnTo>
                  <a:lnTo>
                    <a:pt x="81" y="363"/>
                  </a:lnTo>
                  <a:lnTo>
                    <a:pt x="20" y="529"/>
                  </a:lnTo>
                  <a:lnTo>
                    <a:pt x="0" y="765"/>
                  </a:lnTo>
                  <a:lnTo>
                    <a:pt x="68" y="718"/>
                  </a:lnTo>
                  <a:lnTo>
                    <a:pt x="1174" y="1002"/>
                  </a:lnTo>
                  <a:lnTo>
                    <a:pt x="1296" y="988"/>
                  </a:lnTo>
                  <a:lnTo>
                    <a:pt x="1582" y="857"/>
                  </a:lnTo>
                  <a:lnTo>
                    <a:pt x="1246" y="975"/>
                  </a:lnTo>
                  <a:lnTo>
                    <a:pt x="1187" y="940"/>
                  </a:lnTo>
                  <a:lnTo>
                    <a:pt x="969" y="889"/>
                  </a:lnTo>
                  <a:lnTo>
                    <a:pt x="855" y="698"/>
                  </a:lnTo>
                  <a:lnTo>
                    <a:pt x="775" y="640"/>
                  </a:lnTo>
                  <a:lnTo>
                    <a:pt x="523" y="564"/>
                  </a:lnTo>
                  <a:lnTo>
                    <a:pt x="429" y="468"/>
                  </a:lnTo>
                  <a:lnTo>
                    <a:pt x="397" y="373"/>
                  </a:lnTo>
                  <a:lnTo>
                    <a:pt x="383" y="248"/>
                  </a:lnTo>
                  <a:lnTo>
                    <a:pt x="383" y="128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7" name="Freeform 357"/>
            <p:cNvSpPr>
              <a:spLocks/>
            </p:cNvSpPr>
            <p:nvPr/>
          </p:nvSpPr>
          <p:spPr bwMode="auto">
            <a:xfrm>
              <a:off x="2779" y="2229"/>
              <a:ext cx="229" cy="50"/>
            </a:xfrm>
            <a:custGeom>
              <a:avLst/>
              <a:gdLst>
                <a:gd name="T0" fmla="*/ 0 w 1828"/>
                <a:gd name="T1" fmla="*/ 0 h 404"/>
                <a:gd name="T2" fmla="*/ 0 w 1828"/>
                <a:gd name="T3" fmla="*/ 0 h 404"/>
                <a:gd name="T4" fmla="*/ 0 w 1828"/>
                <a:gd name="T5" fmla="*/ 0 h 404"/>
                <a:gd name="T6" fmla="*/ 0 w 1828"/>
                <a:gd name="T7" fmla="*/ 0 h 404"/>
                <a:gd name="T8" fmla="*/ 0 w 1828"/>
                <a:gd name="T9" fmla="*/ 0 h 404"/>
                <a:gd name="T10" fmla="*/ 0 w 1828"/>
                <a:gd name="T11" fmla="*/ 0 h 404"/>
                <a:gd name="T12" fmla="*/ 0 w 1828"/>
                <a:gd name="T13" fmla="*/ 0 h 404"/>
                <a:gd name="T14" fmla="*/ 0 w 1828"/>
                <a:gd name="T15" fmla="*/ 0 h 404"/>
                <a:gd name="T16" fmla="*/ 0 w 1828"/>
                <a:gd name="T17" fmla="*/ 0 h 404"/>
                <a:gd name="T18" fmla="*/ 0 w 1828"/>
                <a:gd name="T19" fmla="*/ 0 h 404"/>
                <a:gd name="T20" fmla="*/ 0 w 1828"/>
                <a:gd name="T21" fmla="*/ 0 h 404"/>
                <a:gd name="T22" fmla="*/ 0 w 1828"/>
                <a:gd name="T23" fmla="*/ 0 h 404"/>
                <a:gd name="T24" fmla="*/ 0 w 1828"/>
                <a:gd name="T25" fmla="*/ 0 h 404"/>
                <a:gd name="T26" fmla="*/ 0 w 1828"/>
                <a:gd name="T27" fmla="*/ 0 h 404"/>
                <a:gd name="T28" fmla="*/ 0 w 1828"/>
                <a:gd name="T29" fmla="*/ 0 h 404"/>
                <a:gd name="T30" fmla="*/ 0 w 1828"/>
                <a:gd name="T31" fmla="*/ 0 h 404"/>
                <a:gd name="T32" fmla="*/ 0 w 1828"/>
                <a:gd name="T33" fmla="*/ 0 h 404"/>
                <a:gd name="T34" fmla="*/ 0 w 1828"/>
                <a:gd name="T35" fmla="*/ 0 h 404"/>
                <a:gd name="T36" fmla="*/ 0 w 1828"/>
                <a:gd name="T37" fmla="*/ 0 h 40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828"/>
                <a:gd name="T58" fmla="*/ 0 h 404"/>
                <a:gd name="T59" fmla="*/ 1828 w 1828"/>
                <a:gd name="T60" fmla="*/ 404 h 40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828" h="404">
                  <a:moveTo>
                    <a:pt x="57" y="281"/>
                  </a:moveTo>
                  <a:lnTo>
                    <a:pt x="281" y="250"/>
                  </a:lnTo>
                  <a:lnTo>
                    <a:pt x="862" y="31"/>
                  </a:lnTo>
                  <a:lnTo>
                    <a:pt x="1115" y="46"/>
                  </a:lnTo>
                  <a:lnTo>
                    <a:pt x="1528" y="0"/>
                  </a:lnTo>
                  <a:lnTo>
                    <a:pt x="1587" y="31"/>
                  </a:lnTo>
                  <a:lnTo>
                    <a:pt x="1767" y="301"/>
                  </a:lnTo>
                  <a:lnTo>
                    <a:pt x="1560" y="88"/>
                  </a:lnTo>
                  <a:lnTo>
                    <a:pt x="1479" y="88"/>
                  </a:lnTo>
                  <a:lnTo>
                    <a:pt x="1053" y="88"/>
                  </a:lnTo>
                  <a:lnTo>
                    <a:pt x="1198" y="151"/>
                  </a:lnTo>
                  <a:lnTo>
                    <a:pt x="1440" y="202"/>
                  </a:lnTo>
                  <a:lnTo>
                    <a:pt x="1828" y="404"/>
                  </a:lnTo>
                  <a:lnTo>
                    <a:pt x="1355" y="238"/>
                  </a:lnTo>
                  <a:lnTo>
                    <a:pt x="892" y="112"/>
                  </a:lnTo>
                  <a:lnTo>
                    <a:pt x="798" y="112"/>
                  </a:lnTo>
                  <a:lnTo>
                    <a:pt x="339" y="281"/>
                  </a:lnTo>
                  <a:lnTo>
                    <a:pt x="0" y="332"/>
                  </a:lnTo>
                  <a:lnTo>
                    <a:pt x="57" y="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8" name="Freeform 358"/>
            <p:cNvSpPr>
              <a:spLocks/>
            </p:cNvSpPr>
            <p:nvPr/>
          </p:nvSpPr>
          <p:spPr bwMode="auto">
            <a:xfrm>
              <a:off x="2785" y="1844"/>
              <a:ext cx="82" cy="302"/>
            </a:xfrm>
            <a:custGeom>
              <a:avLst/>
              <a:gdLst>
                <a:gd name="T0" fmla="*/ 0 w 655"/>
                <a:gd name="T1" fmla="*/ 0 h 2417"/>
                <a:gd name="T2" fmla="*/ 0 w 655"/>
                <a:gd name="T3" fmla="*/ 0 h 2417"/>
                <a:gd name="T4" fmla="*/ 0 w 655"/>
                <a:gd name="T5" fmla="*/ 0 h 2417"/>
                <a:gd name="T6" fmla="*/ 0 w 655"/>
                <a:gd name="T7" fmla="*/ 0 h 2417"/>
                <a:gd name="T8" fmla="*/ 0 w 655"/>
                <a:gd name="T9" fmla="*/ 0 h 2417"/>
                <a:gd name="T10" fmla="*/ 0 w 655"/>
                <a:gd name="T11" fmla="*/ 0 h 2417"/>
                <a:gd name="T12" fmla="*/ 0 w 655"/>
                <a:gd name="T13" fmla="*/ 0 h 2417"/>
                <a:gd name="T14" fmla="*/ 0 w 655"/>
                <a:gd name="T15" fmla="*/ 0 h 2417"/>
                <a:gd name="T16" fmla="*/ 0 w 655"/>
                <a:gd name="T17" fmla="*/ 0 h 2417"/>
                <a:gd name="T18" fmla="*/ 0 w 655"/>
                <a:gd name="T19" fmla="*/ 0 h 2417"/>
                <a:gd name="T20" fmla="*/ 0 w 655"/>
                <a:gd name="T21" fmla="*/ 0 h 2417"/>
                <a:gd name="T22" fmla="*/ 0 w 655"/>
                <a:gd name="T23" fmla="*/ 0 h 2417"/>
                <a:gd name="T24" fmla="*/ 0 w 655"/>
                <a:gd name="T25" fmla="*/ 0 h 2417"/>
                <a:gd name="T26" fmla="*/ 0 w 655"/>
                <a:gd name="T27" fmla="*/ 0 h 2417"/>
                <a:gd name="T28" fmla="*/ 0 w 655"/>
                <a:gd name="T29" fmla="*/ 0 h 2417"/>
                <a:gd name="T30" fmla="*/ 0 w 655"/>
                <a:gd name="T31" fmla="*/ 0 h 2417"/>
                <a:gd name="T32" fmla="*/ 0 w 655"/>
                <a:gd name="T33" fmla="*/ 0 h 2417"/>
                <a:gd name="T34" fmla="*/ 0 w 655"/>
                <a:gd name="T35" fmla="*/ 0 h 2417"/>
                <a:gd name="T36" fmla="*/ 0 w 655"/>
                <a:gd name="T37" fmla="*/ 0 h 2417"/>
                <a:gd name="T38" fmla="*/ 0 w 655"/>
                <a:gd name="T39" fmla="*/ 0 h 2417"/>
                <a:gd name="T40" fmla="*/ 0 w 655"/>
                <a:gd name="T41" fmla="*/ 0 h 2417"/>
                <a:gd name="T42" fmla="*/ 0 w 655"/>
                <a:gd name="T43" fmla="*/ 0 h 2417"/>
                <a:gd name="T44" fmla="*/ 0 w 655"/>
                <a:gd name="T45" fmla="*/ 0 h 2417"/>
                <a:gd name="T46" fmla="*/ 0 w 655"/>
                <a:gd name="T47" fmla="*/ 0 h 2417"/>
                <a:gd name="T48" fmla="*/ 0 w 655"/>
                <a:gd name="T49" fmla="*/ 0 h 2417"/>
                <a:gd name="T50" fmla="*/ 0 w 655"/>
                <a:gd name="T51" fmla="*/ 0 h 2417"/>
                <a:gd name="T52" fmla="*/ 0 w 655"/>
                <a:gd name="T53" fmla="*/ 0 h 2417"/>
                <a:gd name="T54" fmla="*/ 0 w 655"/>
                <a:gd name="T55" fmla="*/ 0 h 2417"/>
                <a:gd name="T56" fmla="*/ 0 w 655"/>
                <a:gd name="T57" fmla="*/ 0 h 2417"/>
                <a:gd name="T58" fmla="*/ 0 w 655"/>
                <a:gd name="T59" fmla="*/ 0 h 2417"/>
                <a:gd name="T60" fmla="*/ 0 w 655"/>
                <a:gd name="T61" fmla="*/ 0 h 2417"/>
                <a:gd name="T62" fmla="*/ 0 w 655"/>
                <a:gd name="T63" fmla="*/ 0 h 241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55"/>
                <a:gd name="T97" fmla="*/ 0 h 2417"/>
                <a:gd name="T98" fmla="*/ 655 w 655"/>
                <a:gd name="T99" fmla="*/ 2417 h 2417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55" h="2417">
                  <a:moveTo>
                    <a:pt x="0" y="325"/>
                  </a:moveTo>
                  <a:lnTo>
                    <a:pt x="60" y="218"/>
                  </a:lnTo>
                  <a:lnTo>
                    <a:pt x="157" y="112"/>
                  </a:lnTo>
                  <a:lnTo>
                    <a:pt x="281" y="0"/>
                  </a:lnTo>
                  <a:lnTo>
                    <a:pt x="378" y="24"/>
                  </a:lnTo>
                  <a:lnTo>
                    <a:pt x="235" y="121"/>
                  </a:lnTo>
                  <a:lnTo>
                    <a:pt x="328" y="437"/>
                  </a:lnTo>
                  <a:lnTo>
                    <a:pt x="500" y="468"/>
                  </a:lnTo>
                  <a:lnTo>
                    <a:pt x="539" y="250"/>
                  </a:lnTo>
                  <a:lnTo>
                    <a:pt x="539" y="136"/>
                  </a:lnTo>
                  <a:lnTo>
                    <a:pt x="500" y="24"/>
                  </a:lnTo>
                  <a:lnTo>
                    <a:pt x="585" y="136"/>
                  </a:lnTo>
                  <a:lnTo>
                    <a:pt x="585" y="312"/>
                  </a:lnTo>
                  <a:lnTo>
                    <a:pt x="550" y="486"/>
                  </a:lnTo>
                  <a:lnTo>
                    <a:pt x="618" y="749"/>
                  </a:lnTo>
                  <a:lnTo>
                    <a:pt x="645" y="1242"/>
                  </a:lnTo>
                  <a:lnTo>
                    <a:pt x="629" y="1823"/>
                  </a:lnTo>
                  <a:lnTo>
                    <a:pt x="655" y="2342"/>
                  </a:lnTo>
                  <a:lnTo>
                    <a:pt x="629" y="2417"/>
                  </a:lnTo>
                  <a:lnTo>
                    <a:pt x="569" y="1885"/>
                  </a:lnTo>
                  <a:lnTo>
                    <a:pt x="569" y="1332"/>
                  </a:lnTo>
                  <a:lnTo>
                    <a:pt x="569" y="894"/>
                  </a:lnTo>
                  <a:lnTo>
                    <a:pt x="519" y="620"/>
                  </a:lnTo>
                  <a:lnTo>
                    <a:pt x="458" y="534"/>
                  </a:lnTo>
                  <a:lnTo>
                    <a:pt x="328" y="468"/>
                  </a:lnTo>
                  <a:lnTo>
                    <a:pt x="157" y="802"/>
                  </a:lnTo>
                  <a:lnTo>
                    <a:pt x="126" y="703"/>
                  </a:lnTo>
                  <a:lnTo>
                    <a:pt x="262" y="453"/>
                  </a:lnTo>
                  <a:lnTo>
                    <a:pt x="187" y="182"/>
                  </a:lnTo>
                  <a:lnTo>
                    <a:pt x="106" y="281"/>
                  </a:lnTo>
                  <a:lnTo>
                    <a:pt x="29" y="43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9" name="Freeform 359"/>
            <p:cNvSpPr>
              <a:spLocks/>
            </p:cNvSpPr>
            <p:nvPr/>
          </p:nvSpPr>
          <p:spPr bwMode="auto">
            <a:xfrm>
              <a:off x="2850" y="1815"/>
              <a:ext cx="73" cy="115"/>
            </a:xfrm>
            <a:custGeom>
              <a:avLst/>
              <a:gdLst>
                <a:gd name="T0" fmla="*/ 0 w 585"/>
                <a:gd name="T1" fmla="*/ 0 h 919"/>
                <a:gd name="T2" fmla="*/ 0 w 585"/>
                <a:gd name="T3" fmla="*/ 0 h 919"/>
                <a:gd name="T4" fmla="*/ 0 w 585"/>
                <a:gd name="T5" fmla="*/ 0 h 919"/>
                <a:gd name="T6" fmla="*/ 0 w 585"/>
                <a:gd name="T7" fmla="*/ 0 h 919"/>
                <a:gd name="T8" fmla="*/ 0 w 585"/>
                <a:gd name="T9" fmla="*/ 0 h 919"/>
                <a:gd name="T10" fmla="*/ 0 w 585"/>
                <a:gd name="T11" fmla="*/ 0 h 919"/>
                <a:gd name="T12" fmla="*/ 0 w 585"/>
                <a:gd name="T13" fmla="*/ 0 h 919"/>
                <a:gd name="T14" fmla="*/ 0 w 585"/>
                <a:gd name="T15" fmla="*/ 0 h 919"/>
                <a:gd name="T16" fmla="*/ 0 w 585"/>
                <a:gd name="T17" fmla="*/ 0 h 919"/>
                <a:gd name="T18" fmla="*/ 0 w 585"/>
                <a:gd name="T19" fmla="*/ 0 h 9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85"/>
                <a:gd name="T31" fmla="*/ 0 h 919"/>
                <a:gd name="T32" fmla="*/ 585 w 585"/>
                <a:gd name="T33" fmla="*/ 919 h 91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85" h="919">
                  <a:moveTo>
                    <a:pt x="0" y="251"/>
                  </a:moveTo>
                  <a:lnTo>
                    <a:pt x="191" y="396"/>
                  </a:lnTo>
                  <a:lnTo>
                    <a:pt x="233" y="664"/>
                  </a:lnTo>
                  <a:lnTo>
                    <a:pt x="426" y="300"/>
                  </a:lnTo>
                  <a:lnTo>
                    <a:pt x="585" y="0"/>
                  </a:lnTo>
                  <a:lnTo>
                    <a:pt x="534" y="242"/>
                  </a:lnTo>
                  <a:lnTo>
                    <a:pt x="174" y="919"/>
                  </a:lnTo>
                  <a:lnTo>
                    <a:pt x="198" y="761"/>
                  </a:lnTo>
                  <a:lnTo>
                    <a:pt x="50" y="508"/>
                  </a:lnTo>
                  <a:lnTo>
                    <a:pt x="0" y="2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0" name="Freeform 360"/>
            <p:cNvSpPr>
              <a:spLocks/>
            </p:cNvSpPr>
            <p:nvPr/>
          </p:nvSpPr>
          <p:spPr bwMode="auto">
            <a:xfrm>
              <a:off x="2847" y="2219"/>
              <a:ext cx="52" cy="20"/>
            </a:xfrm>
            <a:custGeom>
              <a:avLst/>
              <a:gdLst>
                <a:gd name="T0" fmla="*/ 0 w 416"/>
                <a:gd name="T1" fmla="*/ 0 h 166"/>
                <a:gd name="T2" fmla="*/ 0 w 416"/>
                <a:gd name="T3" fmla="*/ 0 h 166"/>
                <a:gd name="T4" fmla="*/ 0 w 416"/>
                <a:gd name="T5" fmla="*/ 0 h 166"/>
                <a:gd name="T6" fmla="*/ 0 w 416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66"/>
                <a:gd name="T14" fmla="*/ 416 w 416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66">
                  <a:moveTo>
                    <a:pt x="218" y="166"/>
                  </a:moveTo>
                  <a:lnTo>
                    <a:pt x="0" y="80"/>
                  </a:lnTo>
                  <a:lnTo>
                    <a:pt x="42" y="0"/>
                  </a:lnTo>
                  <a:lnTo>
                    <a:pt x="416" y="15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1" name="Freeform 361"/>
            <p:cNvSpPr>
              <a:spLocks/>
            </p:cNvSpPr>
            <p:nvPr/>
          </p:nvSpPr>
          <p:spPr bwMode="auto">
            <a:xfrm>
              <a:off x="2866" y="1996"/>
              <a:ext cx="437" cy="380"/>
            </a:xfrm>
            <a:custGeom>
              <a:avLst/>
              <a:gdLst>
                <a:gd name="T0" fmla="*/ 0 w 3494"/>
                <a:gd name="T1" fmla="*/ 0 h 3036"/>
                <a:gd name="T2" fmla="*/ 0 w 3494"/>
                <a:gd name="T3" fmla="*/ 0 h 3036"/>
                <a:gd name="T4" fmla="*/ 0 w 3494"/>
                <a:gd name="T5" fmla="*/ 0 h 3036"/>
                <a:gd name="T6" fmla="*/ 0 w 3494"/>
                <a:gd name="T7" fmla="*/ 0 h 3036"/>
                <a:gd name="T8" fmla="*/ 0 w 3494"/>
                <a:gd name="T9" fmla="*/ 0 h 3036"/>
                <a:gd name="T10" fmla="*/ 0 w 3494"/>
                <a:gd name="T11" fmla="*/ 0 h 3036"/>
                <a:gd name="T12" fmla="*/ 0 w 3494"/>
                <a:gd name="T13" fmla="*/ 0 h 3036"/>
                <a:gd name="T14" fmla="*/ 0 w 3494"/>
                <a:gd name="T15" fmla="*/ 0 h 3036"/>
                <a:gd name="T16" fmla="*/ 0 w 3494"/>
                <a:gd name="T17" fmla="*/ 0 h 3036"/>
                <a:gd name="T18" fmla="*/ 0 w 3494"/>
                <a:gd name="T19" fmla="*/ 0 h 3036"/>
                <a:gd name="T20" fmla="*/ 0 w 3494"/>
                <a:gd name="T21" fmla="*/ 0 h 3036"/>
                <a:gd name="T22" fmla="*/ 0 w 3494"/>
                <a:gd name="T23" fmla="*/ 0 h 3036"/>
                <a:gd name="T24" fmla="*/ 0 w 3494"/>
                <a:gd name="T25" fmla="*/ 0 h 3036"/>
                <a:gd name="T26" fmla="*/ 0 w 3494"/>
                <a:gd name="T27" fmla="*/ 0 h 3036"/>
                <a:gd name="T28" fmla="*/ 0 w 3494"/>
                <a:gd name="T29" fmla="*/ 0 h 3036"/>
                <a:gd name="T30" fmla="*/ 0 w 3494"/>
                <a:gd name="T31" fmla="*/ 0 h 3036"/>
                <a:gd name="T32" fmla="*/ 0 w 3494"/>
                <a:gd name="T33" fmla="*/ 0 h 3036"/>
                <a:gd name="T34" fmla="*/ 0 w 3494"/>
                <a:gd name="T35" fmla="*/ 0 h 3036"/>
                <a:gd name="T36" fmla="*/ 0 w 3494"/>
                <a:gd name="T37" fmla="*/ 0 h 3036"/>
                <a:gd name="T38" fmla="*/ 0 w 3494"/>
                <a:gd name="T39" fmla="*/ 0 h 3036"/>
                <a:gd name="T40" fmla="*/ 0 w 3494"/>
                <a:gd name="T41" fmla="*/ 0 h 3036"/>
                <a:gd name="T42" fmla="*/ 0 w 3494"/>
                <a:gd name="T43" fmla="*/ 0 h 3036"/>
                <a:gd name="T44" fmla="*/ 0 w 3494"/>
                <a:gd name="T45" fmla="*/ 0 h 3036"/>
                <a:gd name="T46" fmla="*/ 0 w 3494"/>
                <a:gd name="T47" fmla="*/ 0 h 3036"/>
                <a:gd name="T48" fmla="*/ 0 w 3494"/>
                <a:gd name="T49" fmla="*/ 0 h 3036"/>
                <a:gd name="T50" fmla="*/ 0 w 3494"/>
                <a:gd name="T51" fmla="*/ 0 h 3036"/>
                <a:gd name="T52" fmla="*/ 0 w 3494"/>
                <a:gd name="T53" fmla="*/ 0 h 3036"/>
                <a:gd name="T54" fmla="*/ 0 w 3494"/>
                <a:gd name="T55" fmla="*/ 0 h 3036"/>
                <a:gd name="T56" fmla="*/ 0 w 3494"/>
                <a:gd name="T57" fmla="*/ 0 h 3036"/>
                <a:gd name="T58" fmla="*/ 0 w 3494"/>
                <a:gd name="T59" fmla="*/ 0 h 3036"/>
                <a:gd name="T60" fmla="*/ 0 w 3494"/>
                <a:gd name="T61" fmla="*/ 0 h 3036"/>
                <a:gd name="T62" fmla="*/ 0 w 3494"/>
                <a:gd name="T63" fmla="*/ 0 h 3036"/>
                <a:gd name="T64" fmla="*/ 0 w 3494"/>
                <a:gd name="T65" fmla="*/ 0 h 3036"/>
                <a:gd name="T66" fmla="*/ 0 w 3494"/>
                <a:gd name="T67" fmla="*/ 0 h 3036"/>
                <a:gd name="T68" fmla="*/ 0 w 3494"/>
                <a:gd name="T69" fmla="*/ 0 h 3036"/>
                <a:gd name="T70" fmla="*/ 0 w 3494"/>
                <a:gd name="T71" fmla="*/ 0 h 3036"/>
                <a:gd name="T72" fmla="*/ 0 w 3494"/>
                <a:gd name="T73" fmla="*/ 0 h 3036"/>
                <a:gd name="T74" fmla="*/ 0 w 3494"/>
                <a:gd name="T75" fmla="*/ 0 h 3036"/>
                <a:gd name="T76" fmla="*/ 0 w 3494"/>
                <a:gd name="T77" fmla="*/ 0 h 3036"/>
                <a:gd name="T78" fmla="*/ 0 w 3494"/>
                <a:gd name="T79" fmla="*/ 0 h 3036"/>
                <a:gd name="T80" fmla="*/ 0 w 3494"/>
                <a:gd name="T81" fmla="*/ 0 h 3036"/>
                <a:gd name="T82" fmla="*/ 0 w 3494"/>
                <a:gd name="T83" fmla="*/ 0 h 3036"/>
                <a:gd name="T84" fmla="*/ 0 w 3494"/>
                <a:gd name="T85" fmla="*/ 0 h 3036"/>
                <a:gd name="T86" fmla="*/ 0 w 3494"/>
                <a:gd name="T87" fmla="*/ 0 h 3036"/>
                <a:gd name="T88" fmla="*/ 0 w 3494"/>
                <a:gd name="T89" fmla="*/ 0 h 3036"/>
                <a:gd name="T90" fmla="*/ 0 w 3494"/>
                <a:gd name="T91" fmla="*/ 0 h 30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3494"/>
                <a:gd name="T139" fmla="*/ 0 h 3036"/>
                <a:gd name="T140" fmla="*/ 3494 w 3494"/>
                <a:gd name="T141" fmla="*/ 3036 h 30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3494" h="3036">
                  <a:moveTo>
                    <a:pt x="1119" y="2271"/>
                  </a:moveTo>
                  <a:lnTo>
                    <a:pt x="1130" y="2336"/>
                  </a:lnTo>
                  <a:lnTo>
                    <a:pt x="1101" y="2414"/>
                  </a:lnTo>
                  <a:lnTo>
                    <a:pt x="1054" y="2433"/>
                  </a:lnTo>
                  <a:lnTo>
                    <a:pt x="284" y="2338"/>
                  </a:lnTo>
                  <a:lnTo>
                    <a:pt x="292" y="2407"/>
                  </a:lnTo>
                  <a:lnTo>
                    <a:pt x="404" y="2387"/>
                  </a:lnTo>
                  <a:lnTo>
                    <a:pt x="852" y="2442"/>
                  </a:lnTo>
                  <a:lnTo>
                    <a:pt x="771" y="2609"/>
                  </a:lnTo>
                  <a:lnTo>
                    <a:pt x="428" y="2668"/>
                  </a:lnTo>
                  <a:lnTo>
                    <a:pt x="158" y="2552"/>
                  </a:lnTo>
                  <a:lnTo>
                    <a:pt x="68" y="2568"/>
                  </a:lnTo>
                  <a:lnTo>
                    <a:pt x="151" y="2638"/>
                  </a:lnTo>
                  <a:lnTo>
                    <a:pt x="446" y="2679"/>
                  </a:lnTo>
                  <a:lnTo>
                    <a:pt x="752" y="2656"/>
                  </a:lnTo>
                  <a:lnTo>
                    <a:pt x="670" y="2780"/>
                  </a:lnTo>
                  <a:lnTo>
                    <a:pt x="481" y="2895"/>
                  </a:lnTo>
                  <a:lnTo>
                    <a:pt x="158" y="2910"/>
                  </a:lnTo>
                  <a:lnTo>
                    <a:pt x="0" y="2895"/>
                  </a:lnTo>
                  <a:lnTo>
                    <a:pt x="268" y="2954"/>
                  </a:lnTo>
                  <a:lnTo>
                    <a:pt x="455" y="2932"/>
                  </a:lnTo>
                  <a:lnTo>
                    <a:pt x="418" y="3036"/>
                  </a:lnTo>
                  <a:lnTo>
                    <a:pt x="455" y="3025"/>
                  </a:lnTo>
                  <a:lnTo>
                    <a:pt x="525" y="2910"/>
                  </a:lnTo>
                  <a:lnTo>
                    <a:pt x="697" y="2789"/>
                  </a:lnTo>
                  <a:lnTo>
                    <a:pt x="784" y="2668"/>
                  </a:lnTo>
                  <a:lnTo>
                    <a:pt x="3327" y="2668"/>
                  </a:lnTo>
                  <a:lnTo>
                    <a:pt x="3390" y="2495"/>
                  </a:lnTo>
                  <a:lnTo>
                    <a:pt x="3424" y="2200"/>
                  </a:lnTo>
                  <a:lnTo>
                    <a:pt x="3454" y="1985"/>
                  </a:lnTo>
                  <a:lnTo>
                    <a:pt x="2977" y="1849"/>
                  </a:lnTo>
                  <a:lnTo>
                    <a:pt x="3041" y="1780"/>
                  </a:lnTo>
                  <a:lnTo>
                    <a:pt x="3109" y="1833"/>
                  </a:lnTo>
                  <a:lnTo>
                    <a:pt x="3494" y="1886"/>
                  </a:lnTo>
                  <a:lnTo>
                    <a:pt x="3494" y="1844"/>
                  </a:lnTo>
                  <a:lnTo>
                    <a:pt x="3159" y="1785"/>
                  </a:lnTo>
                  <a:lnTo>
                    <a:pt x="2995" y="1598"/>
                  </a:lnTo>
                  <a:lnTo>
                    <a:pt x="2813" y="1805"/>
                  </a:lnTo>
                  <a:lnTo>
                    <a:pt x="2479" y="2336"/>
                  </a:lnTo>
                  <a:lnTo>
                    <a:pt x="2345" y="2236"/>
                  </a:lnTo>
                  <a:lnTo>
                    <a:pt x="2472" y="1955"/>
                  </a:lnTo>
                  <a:lnTo>
                    <a:pt x="2714" y="1671"/>
                  </a:lnTo>
                  <a:lnTo>
                    <a:pt x="2868" y="1559"/>
                  </a:lnTo>
                  <a:lnTo>
                    <a:pt x="2742" y="1303"/>
                  </a:lnTo>
                  <a:lnTo>
                    <a:pt x="2582" y="745"/>
                  </a:lnTo>
                  <a:lnTo>
                    <a:pt x="2707" y="1328"/>
                  </a:lnTo>
                  <a:lnTo>
                    <a:pt x="2771" y="1535"/>
                  </a:lnTo>
                  <a:lnTo>
                    <a:pt x="2544" y="1550"/>
                  </a:lnTo>
                  <a:lnTo>
                    <a:pt x="2272" y="692"/>
                  </a:lnTo>
                  <a:lnTo>
                    <a:pt x="2424" y="552"/>
                  </a:lnTo>
                  <a:lnTo>
                    <a:pt x="1962" y="803"/>
                  </a:lnTo>
                  <a:lnTo>
                    <a:pt x="1962" y="735"/>
                  </a:lnTo>
                  <a:lnTo>
                    <a:pt x="2037" y="602"/>
                  </a:lnTo>
                  <a:lnTo>
                    <a:pt x="2345" y="369"/>
                  </a:lnTo>
                  <a:lnTo>
                    <a:pt x="2439" y="210"/>
                  </a:lnTo>
                  <a:lnTo>
                    <a:pt x="2540" y="614"/>
                  </a:lnTo>
                  <a:lnTo>
                    <a:pt x="2525" y="180"/>
                  </a:lnTo>
                  <a:lnTo>
                    <a:pt x="2403" y="90"/>
                  </a:lnTo>
                  <a:lnTo>
                    <a:pt x="2318" y="88"/>
                  </a:lnTo>
                  <a:lnTo>
                    <a:pt x="2311" y="0"/>
                  </a:lnTo>
                  <a:lnTo>
                    <a:pt x="2311" y="157"/>
                  </a:lnTo>
                  <a:lnTo>
                    <a:pt x="2340" y="297"/>
                  </a:lnTo>
                  <a:lnTo>
                    <a:pt x="2177" y="480"/>
                  </a:lnTo>
                  <a:lnTo>
                    <a:pt x="1905" y="563"/>
                  </a:lnTo>
                  <a:lnTo>
                    <a:pt x="1852" y="231"/>
                  </a:lnTo>
                  <a:lnTo>
                    <a:pt x="1742" y="552"/>
                  </a:lnTo>
                  <a:lnTo>
                    <a:pt x="1485" y="745"/>
                  </a:lnTo>
                  <a:lnTo>
                    <a:pt x="1220" y="818"/>
                  </a:lnTo>
                  <a:lnTo>
                    <a:pt x="944" y="871"/>
                  </a:lnTo>
                  <a:lnTo>
                    <a:pt x="1352" y="835"/>
                  </a:lnTo>
                  <a:lnTo>
                    <a:pt x="1589" y="783"/>
                  </a:lnTo>
                  <a:lnTo>
                    <a:pt x="1371" y="976"/>
                  </a:lnTo>
                  <a:lnTo>
                    <a:pt x="1169" y="1240"/>
                  </a:lnTo>
                  <a:lnTo>
                    <a:pt x="953" y="1621"/>
                  </a:lnTo>
                  <a:lnTo>
                    <a:pt x="842" y="1895"/>
                  </a:lnTo>
                  <a:lnTo>
                    <a:pt x="1087" y="2165"/>
                  </a:lnTo>
                  <a:lnTo>
                    <a:pt x="1191" y="2271"/>
                  </a:lnTo>
                  <a:lnTo>
                    <a:pt x="1172" y="2312"/>
                  </a:lnTo>
                  <a:lnTo>
                    <a:pt x="1331" y="2374"/>
                  </a:lnTo>
                  <a:lnTo>
                    <a:pt x="1415" y="1937"/>
                  </a:lnTo>
                  <a:lnTo>
                    <a:pt x="1589" y="1211"/>
                  </a:lnTo>
                  <a:lnTo>
                    <a:pt x="1698" y="930"/>
                  </a:lnTo>
                  <a:lnTo>
                    <a:pt x="1707" y="1134"/>
                  </a:lnTo>
                  <a:lnTo>
                    <a:pt x="1608" y="1510"/>
                  </a:lnTo>
                  <a:lnTo>
                    <a:pt x="1485" y="2137"/>
                  </a:lnTo>
                  <a:lnTo>
                    <a:pt x="1446" y="2433"/>
                  </a:lnTo>
                  <a:lnTo>
                    <a:pt x="1365" y="2396"/>
                  </a:lnTo>
                  <a:lnTo>
                    <a:pt x="1523" y="2517"/>
                  </a:lnTo>
                  <a:lnTo>
                    <a:pt x="1317" y="2483"/>
                  </a:lnTo>
                  <a:lnTo>
                    <a:pt x="1147" y="2407"/>
                  </a:lnTo>
                  <a:lnTo>
                    <a:pt x="1147" y="2324"/>
                  </a:lnTo>
                  <a:lnTo>
                    <a:pt x="1119" y="22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2" name="Freeform 362"/>
            <p:cNvSpPr>
              <a:spLocks/>
            </p:cNvSpPr>
            <p:nvPr/>
          </p:nvSpPr>
          <p:spPr bwMode="auto">
            <a:xfrm>
              <a:off x="2960" y="1762"/>
              <a:ext cx="199" cy="306"/>
            </a:xfrm>
            <a:custGeom>
              <a:avLst/>
              <a:gdLst>
                <a:gd name="T0" fmla="*/ 0 w 1593"/>
                <a:gd name="T1" fmla="*/ 0 h 2446"/>
                <a:gd name="T2" fmla="*/ 0 w 1593"/>
                <a:gd name="T3" fmla="*/ 0 h 2446"/>
                <a:gd name="T4" fmla="*/ 0 w 1593"/>
                <a:gd name="T5" fmla="*/ 0 h 2446"/>
                <a:gd name="T6" fmla="*/ 0 w 1593"/>
                <a:gd name="T7" fmla="*/ 0 h 2446"/>
                <a:gd name="T8" fmla="*/ 0 w 1593"/>
                <a:gd name="T9" fmla="*/ 0 h 2446"/>
                <a:gd name="T10" fmla="*/ 0 w 1593"/>
                <a:gd name="T11" fmla="*/ 0 h 2446"/>
                <a:gd name="T12" fmla="*/ 0 w 1593"/>
                <a:gd name="T13" fmla="*/ 0 h 2446"/>
                <a:gd name="T14" fmla="*/ 0 w 1593"/>
                <a:gd name="T15" fmla="*/ 0 h 2446"/>
                <a:gd name="T16" fmla="*/ 0 w 1593"/>
                <a:gd name="T17" fmla="*/ 0 h 2446"/>
                <a:gd name="T18" fmla="*/ 0 w 1593"/>
                <a:gd name="T19" fmla="*/ 0 h 2446"/>
                <a:gd name="T20" fmla="*/ 0 w 1593"/>
                <a:gd name="T21" fmla="*/ 0 h 2446"/>
                <a:gd name="T22" fmla="*/ 0 w 1593"/>
                <a:gd name="T23" fmla="*/ 0 h 2446"/>
                <a:gd name="T24" fmla="*/ 0 w 1593"/>
                <a:gd name="T25" fmla="*/ 0 h 2446"/>
                <a:gd name="T26" fmla="*/ 0 w 1593"/>
                <a:gd name="T27" fmla="*/ 0 h 2446"/>
                <a:gd name="T28" fmla="*/ 0 w 1593"/>
                <a:gd name="T29" fmla="*/ 0 h 2446"/>
                <a:gd name="T30" fmla="*/ 0 w 1593"/>
                <a:gd name="T31" fmla="*/ 0 h 2446"/>
                <a:gd name="T32" fmla="*/ 0 w 1593"/>
                <a:gd name="T33" fmla="*/ 0 h 2446"/>
                <a:gd name="T34" fmla="*/ 0 w 1593"/>
                <a:gd name="T35" fmla="*/ 0 h 2446"/>
                <a:gd name="T36" fmla="*/ 0 w 1593"/>
                <a:gd name="T37" fmla="*/ 0 h 2446"/>
                <a:gd name="T38" fmla="*/ 0 w 1593"/>
                <a:gd name="T39" fmla="*/ 0 h 2446"/>
                <a:gd name="T40" fmla="*/ 0 w 1593"/>
                <a:gd name="T41" fmla="*/ 0 h 2446"/>
                <a:gd name="T42" fmla="*/ 0 w 1593"/>
                <a:gd name="T43" fmla="*/ 0 h 2446"/>
                <a:gd name="T44" fmla="*/ 0 w 1593"/>
                <a:gd name="T45" fmla="*/ 0 h 2446"/>
                <a:gd name="T46" fmla="*/ 0 w 1593"/>
                <a:gd name="T47" fmla="*/ 0 h 2446"/>
                <a:gd name="T48" fmla="*/ 0 w 1593"/>
                <a:gd name="T49" fmla="*/ 0 h 2446"/>
                <a:gd name="T50" fmla="*/ 0 w 1593"/>
                <a:gd name="T51" fmla="*/ 0 h 2446"/>
                <a:gd name="T52" fmla="*/ 0 w 1593"/>
                <a:gd name="T53" fmla="*/ 0 h 2446"/>
                <a:gd name="T54" fmla="*/ 0 w 1593"/>
                <a:gd name="T55" fmla="*/ 0 h 244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593"/>
                <a:gd name="T85" fmla="*/ 0 h 2446"/>
                <a:gd name="T86" fmla="*/ 1593 w 1593"/>
                <a:gd name="T87" fmla="*/ 2446 h 244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593" h="2446">
                  <a:moveTo>
                    <a:pt x="0" y="0"/>
                  </a:moveTo>
                  <a:lnTo>
                    <a:pt x="406" y="122"/>
                  </a:lnTo>
                  <a:lnTo>
                    <a:pt x="969" y="385"/>
                  </a:lnTo>
                  <a:lnTo>
                    <a:pt x="1273" y="442"/>
                  </a:lnTo>
                  <a:lnTo>
                    <a:pt x="1294" y="537"/>
                  </a:lnTo>
                  <a:lnTo>
                    <a:pt x="1360" y="512"/>
                  </a:lnTo>
                  <a:lnTo>
                    <a:pt x="1457" y="673"/>
                  </a:lnTo>
                  <a:lnTo>
                    <a:pt x="1554" y="965"/>
                  </a:lnTo>
                  <a:lnTo>
                    <a:pt x="1593" y="1323"/>
                  </a:lnTo>
                  <a:lnTo>
                    <a:pt x="1593" y="1552"/>
                  </a:lnTo>
                  <a:lnTo>
                    <a:pt x="1538" y="1879"/>
                  </a:lnTo>
                  <a:lnTo>
                    <a:pt x="1432" y="2137"/>
                  </a:lnTo>
                  <a:lnTo>
                    <a:pt x="1273" y="2285"/>
                  </a:lnTo>
                  <a:lnTo>
                    <a:pt x="1100" y="2446"/>
                  </a:lnTo>
                  <a:lnTo>
                    <a:pt x="1266" y="2191"/>
                  </a:lnTo>
                  <a:lnTo>
                    <a:pt x="1432" y="1863"/>
                  </a:lnTo>
                  <a:lnTo>
                    <a:pt x="1513" y="1552"/>
                  </a:lnTo>
                  <a:lnTo>
                    <a:pt x="1531" y="1180"/>
                  </a:lnTo>
                  <a:lnTo>
                    <a:pt x="1503" y="910"/>
                  </a:lnTo>
                  <a:lnTo>
                    <a:pt x="1425" y="644"/>
                  </a:lnTo>
                  <a:lnTo>
                    <a:pt x="1335" y="567"/>
                  </a:lnTo>
                  <a:lnTo>
                    <a:pt x="1259" y="1238"/>
                  </a:lnTo>
                  <a:lnTo>
                    <a:pt x="1133" y="1904"/>
                  </a:lnTo>
                  <a:lnTo>
                    <a:pt x="1243" y="1226"/>
                  </a:lnTo>
                  <a:lnTo>
                    <a:pt x="1266" y="537"/>
                  </a:lnTo>
                  <a:lnTo>
                    <a:pt x="918" y="408"/>
                  </a:lnTo>
                  <a:lnTo>
                    <a:pt x="182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3" name="Freeform 363"/>
            <p:cNvSpPr>
              <a:spLocks/>
            </p:cNvSpPr>
            <p:nvPr/>
          </p:nvSpPr>
          <p:spPr bwMode="auto">
            <a:xfrm>
              <a:off x="2915" y="1795"/>
              <a:ext cx="126" cy="445"/>
            </a:xfrm>
            <a:custGeom>
              <a:avLst/>
              <a:gdLst>
                <a:gd name="T0" fmla="*/ 0 w 1005"/>
                <a:gd name="T1" fmla="*/ 0 h 3558"/>
                <a:gd name="T2" fmla="*/ 0 w 1005"/>
                <a:gd name="T3" fmla="*/ 0 h 3558"/>
                <a:gd name="T4" fmla="*/ 0 w 1005"/>
                <a:gd name="T5" fmla="*/ 0 h 3558"/>
                <a:gd name="T6" fmla="*/ 0 w 1005"/>
                <a:gd name="T7" fmla="*/ 0 h 3558"/>
                <a:gd name="T8" fmla="*/ 0 w 1005"/>
                <a:gd name="T9" fmla="*/ 0 h 3558"/>
                <a:gd name="T10" fmla="*/ 0 w 1005"/>
                <a:gd name="T11" fmla="*/ 0 h 3558"/>
                <a:gd name="T12" fmla="*/ 0 w 1005"/>
                <a:gd name="T13" fmla="*/ 0 h 3558"/>
                <a:gd name="T14" fmla="*/ 0 w 1005"/>
                <a:gd name="T15" fmla="*/ 0 h 3558"/>
                <a:gd name="T16" fmla="*/ 0 w 1005"/>
                <a:gd name="T17" fmla="*/ 0 h 3558"/>
                <a:gd name="T18" fmla="*/ 0 w 1005"/>
                <a:gd name="T19" fmla="*/ 0 h 3558"/>
                <a:gd name="T20" fmla="*/ 0 w 1005"/>
                <a:gd name="T21" fmla="*/ 0 h 3558"/>
                <a:gd name="T22" fmla="*/ 0 w 1005"/>
                <a:gd name="T23" fmla="*/ 0 h 3558"/>
                <a:gd name="T24" fmla="*/ 0 w 1005"/>
                <a:gd name="T25" fmla="*/ 0 h 3558"/>
                <a:gd name="T26" fmla="*/ 0 w 1005"/>
                <a:gd name="T27" fmla="*/ 0 h 3558"/>
                <a:gd name="T28" fmla="*/ 0 w 1005"/>
                <a:gd name="T29" fmla="*/ 0 h 3558"/>
                <a:gd name="T30" fmla="*/ 0 w 1005"/>
                <a:gd name="T31" fmla="*/ 0 h 3558"/>
                <a:gd name="T32" fmla="*/ 0 w 1005"/>
                <a:gd name="T33" fmla="*/ 0 h 3558"/>
                <a:gd name="T34" fmla="*/ 0 w 1005"/>
                <a:gd name="T35" fmla="*/ 0 h 3558"/>
                <a:gd name="T36" fmla="*/ 0 w 1005"/>
                <a:gd name="T37" fmla="*/ 0 h 3558"/>
                <a:gd name="T38" fmla="*/ 0 w 1005"/>
                <a:gd name="T39" fmla="*/ 0 h 3558"/>
                <a:gd name="T40" fmla="*/ 0 w 1005"/>
                <a:gd name="T41" fmla="*/ 0 h 3558"/>
                <a:gd name="T42" fmla="*/ 0 w 1005"/>
                <a:gd name="T43" fmla="*/ 0 h 3558"/>
                <a:gd name="T44" fmla="*/ 0 w 1005"/>
                <a:gd name="T45" fmla="*/ 0 h 3558"/>
                <a:gd name="T46" fmla="*/ 0 w 1005"/>
                <a:gd name="T47" fmla="*/ 0 h 355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005"/>
                <a:gd name="T73" fmla="*/ 0 h 3558"/>
                <a:gd name="T74" fmla="*/ 1005 w 1005"/>
                <a:gd name="T75" fmla="*/ 3558 h 355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005" h="3558">
                  <a:moveTo>
                    <a:pt x="479" y="0"/>
                  </a:moveTo>
                  <a:lnTo>
                    <a:pt x="611" y="380"/>
                  </a:lnTo>
                  <a:lnTo>
                    <a:pt x="717" y="888"/>
                  </a:lnTo>
                  <a:lnTo>
                    <a:pt x="965" y="791"/>
                  </a:lnTo>
                  <a:lnTo>
                    <a:pt x="1005" y="842"/>
                  </a:lnTo>
                  <a:lnTo>
                    <a:pt x="954" y="1274"/>
                  </a:lnTo>
                  <a:lnTo>
                    <a:pt x="837" y="1712"/>
                  </a:lnTo>
                  <a:lnTo>
                    <a:pt x="645" y="2285"/>
                  </a:lnTo>
                  <a:lnTo>
                    <a:pt x="456" y="2747"/>
                  </a:lnTo>
                  <a:lnTo>
                    <a:pt x="231" y="3288"/>
                  </a:lnTo>
                  <a:lnTo>
                    <a:pt x="71" y="3533"/>
                  </a:lnTo>
                  <a:lnTo>
                    <a:pt x="0" y="3558"/>
                  </a:lnTo>
                  <a:lnTo>
                    <a:pt x="184" y="3263"/>
                  </a:lnTo>
                  <a:lnTo>
                    <a:pt x="385" y="2782"/>
                  </a:lnTo>
                  <a:lnTo>
                    <a:pt x="550" y="2320"/>
                  </a:lnTo>
                  <a:lnTo>
                    <a:pt x="694" y="1916"/>
                  </a:lnTo>
                  <a:lnTo>
                    <a:pt x="827" y="1514"/>
                  </a:lnTo>
                  <a:lnTo>
                    <a:pt x="879" y="1193"/>
                  </a:lnTo>
                  <a:lnTo>
                    <a:pt x="924" y="896"/>
                  </a:lnTo>
                  <a:lnTo>
                    <a:pt x="420" y="1108"/>
                  </a:lnTo>
                  <a:lnTo>
                    <a:pt x="670" y="905"/>
                  </a:lnTo>
                  <a:lnTo>
                    <a:pt x="670" y="870"/>
                  </a:lnTo>
                  <a:lnTo>
                    <a:pt x="597" y="439"/>
                  </a:lnTo>
                  <a:lnTo>
                    <a:pt x="4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4" name="Line 364"/>
            <p:cNvSpPr>
              <a:spLocks noChangeShapeType="1"/>
            </p:cNvSpPr>
            <p:nvPr/>
          </p:nvSpPr>
          <p:spPr bwMode="auto">
            <a:xfrm flipH="1">
              <a:off x="2426" y="2330"/>
              <a:ext cx="8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5" name="Freeform 365"/>
            <p:cNvSpPr>
              <a:spLocks/>
            </p:cNvSpPr>
            <p:nvPr/>
          </p:nvSpPr>
          <p:spPr bwMode="auto">
            <a:xfrm>
              <a:off x="2788" y="2370"/>
              <a:ext cx="399" cy="50"/>
            </a:xfrm>
            <a:custGeom>
              <a:avLst/>
              <a:gdLst>
                <a:gd name="T0" fmla="*/ 0 w 3188"/>
                <a:gd name="T1" fmla="*/ 0 h 401"/>
                <a:gd name="T2" fmla="*/ 0 w 3188"/>
                <a:gd name="T3" fmla="*/ 0 h 401"/>
                <a:gd name="T4" fmla="*/ 0 w 3188"/>
                <a:gd name="T5" fmla="*/ 0 h 401"/>
                <a:gd name="T6" fmla="*/ 0 60000 65536"/>
                <a:gd name="T7" fmla="*/ 0 60000 65536"/>
                <a:gd name="T8" fmla="*/ 0 60000 65536"/>
                <a:gd name="T9" fmla="*/ 0 w 3188"/>
                <a:gd name="T10" fmla="*/ 0 h 401"/>
                <a:gd name="T11" fmla="*/ 3188 w 3188"/>
                <a:gd name="T12" fmla="*/ 401 h 4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88" h="401">
                  <a:moveTo>
                    <a:pt x="0" y="0"/>
                  </a:moveTo>
                  <a:lnTo>
                    <a:pt x="343" y="401"/>
                  </a:lnTo>
                  <a:lnTo>
                    <a:pt x="3188" y="401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6" name="Freeform 366"/>
            <p:cNvSpPr>
              <a:spLocks/>
            </p:cNvSpPr>
            <p:nvPr/>
          </p:nvSpPr>
          <p:spPr bwMode="auto">
            <a:xfrm>
              <a:off x="2955" y="2341"/>
              <a:ext cx="316" cy="29"/>
            </a:xfrm>
            <a:custGeom>
              <a:avLst/>
              <a:gdLst>
                <a:gd name="T0" fmla="*/ 0 w 2533"/>
                <a:gd name="T1" fmla="*/ 0 h 230"/>
                <a:gd name="T2" fmla="*/ 0 w 2533"/>
                <a:gd name="T3" fmla="*/ 0 h 230"/>
                <a:gd name="T4" fmla="*/ 0 w 2533"/>
                <a:gd name="T5" fmla="*/ 0 h 230"/>
                <a:gd name="T6" fmla="*/ 0 60000 65536"/>
                <a:gd name="T7" fmla="*/ 0 60000 65536"/>
                <a:gd name="T8" fmla="*/ 0 60000 65536"/>
                <a:gd name="T9" fmla="*/ 0 w 2533"/>
                <a:gd name="T10" fmla="*/ 0 h 230"/>
                <a:gd name="T11" fmla="*/ 2533 w 2533"/>
                <a:gd name="T12" fmla="*/ 230 h 23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33" h="230">
                  <a:moveTo>
                    <a:pt x="0" y="0"/>
                  </a:moveTo>
                  <a:lnTo>
                    <a:pt x="1752" y="0"/>
                  </a:lnTo>
                  <a:lnTo>
                    <a:pt x="2533" y="23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7" name="Line 367"/>
            <p:cNvSpPr>
              <a:spLocks noChangeShapeType="1"/>
            </p:cNvSpPr>
            <p:nvPr/>
          </p:nvSpPr>
          <p:spPr bwMode="auto">
            <a:xfrm>
              <a:off x="2790" y="2481"/>
              <a:ext cx="28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68" name="Text Box 368"/>
          <p:cNvSpPr txBox="1">
            <a:spLocks noChangeArrowheads="1"/>
          </p:cNvSpPr>
          <p:nvPr/>
        </p:nvSpPr>
        <p:spPr bwMode="auto">
          <a:xfrm>
            <a:off x="8943897" y="5168682"/>
            <a:ext cx="51435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4800" b="1">
                <a:solidFill>
                  <a:srgbClr val="000000"/>
                </a:solidFill>
                <a:latin typeface="Comic Sans MS" charset="0"/>
              </a:rPr>
              <a:t>+</a:t>
            </a:r>
          </a:p>
        </p:txBody>
      </p:sp>
      <p:grpSp>
        <p:nvGrpSpPr>
          <p:cNvPr id="369" name="Group 369"/>
          <p:cNvGrpSpPr>
            <a:grpSpLocks/>
          </p:cNvGrpSpPr>
          <p:nvPr/>
        </p:nvGrpSpPr>
        <p:grpSpPr bwMode="auto">
          <a:xfrm>
            <a:off x="5472034" y="5041682"/>
            <a:ext cx="1371600" cy="687388"/>
            <a:chOff x="1850" y="1420"/>
            <a:chExt cx="2069" cy="811"/>
          </a:xfrm>
        </p:grpSpPr>
        <p:grpSp>
          <p:nvGrpSpPr>
            <p:cNvPr id="370" name="Group 370"/>
            <p:cNvGrpSpPr>
              <a:grpSpLocks/>
            </p:cNvGrpSpPr>
            <p:nvPr/>
          </p:nvGrpSpPr>
          <p:grpSpPr bwMode="auto">
            <a:xfrm>
              <a:off x="1850" y="1420"/>
              <a:ext cx="2069" cy="811"/>
              <a:chOff x="1850" y="1420"/>
              <a:chExt cx="2069" cy="811"/>
            </a:xfrm>
          </p:grpSpPr>
          <p:sp>
            <p:nvSpPr>
              <p:cNvPr id="377" name="Freeform 371"/>
              <p:cNvSpPr>
                <a:spLocks/>
              </p:cNvSpPr>
              <p:nvPr/>
            </p:nvSpPr>
            <p:spPr bwMode="auto">
              <a:xfrm>
                <a:off x="2319" y="1645"/>
                <a:ext cx="443" cy="344"/>
              </a:xfrm>
              <a:custGeom>
                <a:avLst/>
                <a:gdLst>
                  <a:gd name="T0" fmla="*/ 0 w 3542"/>
                  <a:gd name="T1" fmla="*/ 0 h 2755"/>
                  <a:gd name="T2" fmla="*/ 0 w 3542"/>
                  <a:gd name="T3" fmla="*/ 0 h 2755"/>
                  <a:gd name="T4" fmla="*/ 0 w 3542"/>
                  <a:gd name="T5" fmla="*/ 0 h 2755"/>
                  <a:gd name="T6" fmla="*/ 0 w 3542"/>
                  <a:gd name="T7" fmla="*/ 0 h 2755"/>
                  <a:gd name="T8" fmla="*/ 0 w 3542"/>
                  <a:gd name="T9" fmla="*/ 0 h 2755"/>
                  <a:gd name="T10" fmla="*/ 0 w 3542"/>
                  <a:gd name="T11" fmla="*/ 0 h 2755"/>
                  <a:gd name="T12" fmla="*/ 0 w 3542"/>
                  <a:gd name="T13" fmla="*/ 0 h 2755"/>
                  <a:gd name="T14" fmla="*/ 0 w 3542"/>
                  <a:gd name="T15" fmla="*/ 0 h 2755"/>
                  <a:gd name="T16" fmla="*/ 0 w 3542"/>
                  <a:gd name="T17" fmla="*/ 0 h 2755"/>
                  <a:gd name="T18" fmla="*/ 0 w 3542"/>
                  <a:gd name="T19" fmla="*/ 0 h 2755"/>
                  <a:gd name="T20" fmla="*/ 0 w 3542"/>
                  <a:gd name="T21" fmla="*/ 0 h 2755"/>
                  <a:gd name="T22" fmla="*/ 0 w 3542"/>
                  <a:gd name="T23" fmla="*/ 0 h 2755"/>
                  <a:gd name="T24" fmla="*/ 0 w 3542"/>
                  <a:gd name="T25" fmla="*/ 0 h 2755"/>
                  <a:gd name="T26" fmla="*/ 0 w 3542"/>
                  <a:gd name="T27" fmla="*/ 0 h 2755"/>
                  <a:gd name="T28" fmla="*/ 0 w 3542"/>
                  <a:gd name="T29" fmla="*/ 0 h 2755"/>
                  <a:gd name="T30" fmla="*/ 0 w 3542"/>
                  <a:gd name="T31" fmla="*/ 0 h 2755"/>
                  <a:gd name="T32" fmla="*/ 0 w 3542"/>
                  <a:gd name="T33" fmla="*/ 0 h 2755"/>
                  <a:gd name="T34" fmla="*/ 0 w 3542"/>
                  <a:gd name="T35" fmla="*/ 0 h 2755"/>
                  <a:gd name="T36" fmla="*/ 0 w 3542"/>
                  <a:gd name="T37" fmla="*/ 0 h 2755"/>
                  <a:gd name="T38" fmla="*/ 0 w 3542"/>
                  <a:gd name="T39" fmla="*/ 0 h 2755"/>
                  <a:gd name="T40" fmla="*/ 0 w 3542"/>
                  <a:gd name="T41" fmla="*/ 0 h 2755"/>
                  <a:gd name="T42" fmla="*/ 0 w 3542"/>
                  <a:gd name="T43" fmla="*/ 0 h 2755"/>
                  <a:gd name="T44" fmla="*/ 0 w 3542"/>
                  <a:gd name="T45" fmla="*/ 0 h 2755"/>
                  <a:gd name="T46" fmla="*/ 0 w 3542"/>
                  <a:gd name="T47" fmla="*/ 0 h 2755"/>
                  <a:gd name="T48" fmla="*/ 0 w 3542"/>
                  <a:gd name="T49" fmla="*/ 0 h 2755"/>
                  <a:gd name="T50" fmla="*/ 0 w 3542"/>
                  <a:gd name="T51" fmla="*/ 0 h 2755"/>
                  <a:gd name="T52" fmla="*/ 0 w 3542"/>
                  <a:gd name="T53" fmla="*/ 0 h 2755"/>
                  <a:gd name="T54" fmla="*/ 0 w 3542"/>
                  <a:gd name="T55" fmla="*/ 0 h 2755"/>
                  <a:gd name="T56" fmla="*/ 0 w 3542"/>
                  <a:gd name="T57" fmla="*/ 0 h 2755"/>
                  <a:gd name="T58" fmla="*/ 0 w 3542"/>
                  <a:gd name="T59" fmla="*/ 0 h 2755"/>
                  <a:gd name="T60" fmla="*/ 0 w 3542"/>
                  <a:gd name="T61" fmla="*/ 0 h 2755"/>
                  <a:gd name="T62" fmla="*/ 0 w 3542"/>
                  <a:gd name="T63" fmla="*/ 0 h 2755"/>
                  <a:gd name="T64" fmla="*/ 0 w 3542"/>
                  <a:gd name="T65" fmla="*/ 0 h 2755"/>
                  <a:gd name="T66" fmla="*/ 0 w 3542"/>
                  <a:gd name="T67" fmla="*/ 0 h 2755"/>
                  <a:gd name="T68" fmla="*/ 0 w 3542"/>
                  <a:gd name="T69" fmla="*/ 0 h 275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3542"/>
                  <a:gd name="T106" fmla="*/ 0 h 2755"/>
                  <a:gd name="T107" fmla="*/ 3542 w 3542"/>
                  <a:gd name="T108" fmla="*/ 2755 h 2755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3542" h="2755">
                    <a:moveTo>
                      <a:pt x="3542" y="2755"/>
                    </a:moveTo>
                    <a:lnTo>
                      <a:pt x="3452" y="2648"/>
                    </a:lnTo>
                    <a:lnTo>
                      <a:pt x="3415" y="2476"/>
                    </a:lnTo>
                    <a:lnTo>
                      <a:pt x="3307" y="2404"/>
                    </a:lnTo>
                    <a:lnTo>
                      <a:pt x="3290" y="2296"/>
                    </a:lnTo>
                    <a:lnTo>
                      <a:pt x="3355" y="2222"/>
                    </a:lnTo>
                    <a:lnTo>
                      <a:pt x="3355" y="2141"/>
                    </a:lnTo>
                    <a:lnTo>
                      <a:pt x="3314" y="2052"/>
                    </a:lnTo>
                    <a:lnTo>
                      <a:pt x="3248" y="1954"/>
                    </a:lnTo>
                    <a:lnTo>
                      <a:pt x="3248" y="1791"/>
                    </a:lnTo>
                    <a:lnTo>
                      <a:pt x="3307" y="1724"/>
                    </a:lnTo>
                    <a:lnTo>
                      <a:pt x="3299" y="1652"/>
                    </a:lnTo>
                    <a:lnTo>
                      <a:pt x="3233" y="1604"/>
                    </a:lnTo>
                    <a:lnTo>
                      <a:pt x="3200" y="1503"/>
                    </a:lnTo>
                    <a:lnTo>
                      <a:pt x="3209" y="1417"/>
                    </a:lnTo>
                    <a:lnTo>
                      <a:pt x="3191" y="1286"/>
                    </a:lnTo>
                    <a:lnTo>
                      <a:pt x="3166" y="1114"/>
                    </a:lnTo>
                    <a:lnTo>
                      <a:pt x="3166" y="910"/>
                    </a:lnTo>
                    <a:lnTo>
                      <a:pt x="3166" y="754"/>
                    </a:lnTo>
                    <a:lnTo>
                      <a:pt x="3161" y="592"/>
                    </a:lnTo>
                    <a:lnTo>
                      <a:pt x="3125" y="451"/>
                    </a:lnTo>
                    <a:lnTo>
                      <a:pt x="3092" y="360"/>
                    </a:lnTo>
                    <a:lnTo>
                      <a:pt x="2712" y="171"/>
                    </a:lnTo>
                    <a:lnTo>
                      <a:pt x="2492" y="110"/>
                    </a:lnTo>
                    <a:lnTo>
                      <a:pt x="2279" y="68"/>
                    </a:lnTo>
                    <a:lnTo>
                      <a:pt x="2044" y="0"/>
                    </a:lnTo>
                    <a:lnTo>
                      <a:pt x="890" y="27"/>
                    </a:lnTo>
                    <a:lnTo>
                      <a:pt x="556" y="85"/>
                    </a:lnTo>
                    <a:lnTo>
                      <a:pt x="222" y="205"/>
                    </a:lnTo>
                    <a:lnTo>
                      <a:pt x="123" y="264"/>
                    </a:lnTo>
                    <a:lnTo>
                      <a:pt x="40" y="461"/>
                    </a:lnTo>
                    <a:lnTo>
                      <a:pt x="40" y="1145"/>
                    </a:lnTo>
                    <a:lnTo>
                      <a:pt x="0" y="1235"/>
                    </a:lnTo>
                    <a:lnTo>
                      <a:pt x="540" y="2755"/>
                    </a:lnTo>
                    <a:lnTo>
                      <a:pt x="3542" y="2755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8" name="Freeform 372"/>
              <p:cNvSpPr>
                <a:spLocks/>
              </p:cNvSpPr>
              <p:nvPr/>
            </p:nvSpPr>
            <p:spPr bwMode="auto">
              <a:xfrm>
                <a:off x="2339" y="1653"/>
                <a:ext cx="201" cy="171"/>
              </a:xfrm>
              <a:custGeom>
                <a:avLst/>
                <a:gdLst>
                  <a:gd name="T0" fmla="*/ 0 w 1609"/>
                  <a:gd name="T1" fmla="*/ 0 h 1365"/>
                  <a:gd name="T2" fmla="*/ 0 w 1609"/>
                  <a:gd name="T3" fmla="*/ 0 h 1365"/>
                  <a:gd name="T4" fmla="*/ 0 w 1609"/>
                  <a:gd name="T5" fmla="*/ 0 h 1365"/>
                  <a:gd name="T6" fmla="*/ 0 w 1609"/>
                  <a:gd name="T7" fmla="*/ 0 h 1365"/>
                  <a:gd name="T8" fmla="*/ 0 w 1609"/>
                  <a:gd name="T9" fmla="*/ 0 h 1365"/>
                  <a:gd name="T10" fmla="*/ 0 w 1609"/>
                  <a:gd name="T11" fmla="*/ 0 h 1365"/>
                  <a:gd name="T12" fmla="*/ 0 w 1609"/>
                  <a:gd name="T13" fmla="*/ 0 h 1365"/>
                  <a:gd name="T14" fmla="*/ 0 w 1609"/>
                  <a:gd name="T15" fmla="*/ 0 h 1365"/>
                  <a:gd name="T16" fmla="*/ 0 w 1609"/>
                  <a:gd name="T17" fmla="*/ 0 h 1365"/>
                  <a:gd name="T18" fmla="*/ 0 w 1609"/>
                  <a:gd name="T19" fmla="*/ 0 h 1365"/>
                  <a:gd name="T20" fmla="*/ 0 w 1609"/>
                  <a:gd name="T21" fmla="*/ 0 h 1365"/>
                  <a:gd name="T22" fmla="*/ 0 w 1609"/>
                  <a:gd name="T23" fmla="*/ 0 h 1365"/>
                  <a:gd name="T24" fmla="*/ 0 w 1609"/>
                  <a:gd name="T25" fmla="*/ 0 h 1365"/>
                  <a:gd name="T26" fmla="*/ 0 w 1609"/>
                  <a:gd name="T27" fmla="*/ 0 h 1365"/>
                  <a:gd name="T28" fmla="*/ 0 w 1609"/>
                  <a:gd name="T29" fmla="*/ 0 h 136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609"/>
                  <a:gd name="T46" fmla="*/ 0 h 1365"/>
                  <a:gd name="T47" fmla="*/ 1609 w 1609"/>
                  <a:gd name="T48" fmla="*/ 1365 h 1365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609" h="1365">
                    <a:moveTo>
                      <a:pt x="1609" y="1365"/>
                    </a:moveTo>
                    <a:lnTo>
                      <a:pt x="1148" y="499"/>
                    </a:lnTo>
                    <a:lnTo>
                      <a:pt x="1019" y="323"/>
                    </a:lnTo>
                    <a:lnTo>
                      <a:pt x="763" y="187"/>
                    </a:lnTo>
                    <a:lnTo>
                      <a:pt x="493" y="121"/>
                    </a:lnTo>
                    <a:lnTo>
                      <a:pt x="279" y="130"/>
                    </a:lnTo>
                    <a:lnTo>
                      <a:pt x="0" y="169"/>
                    </a:lnTo>
                    <a:lnTo>
                      <a:pt x="67" y="121"/>
                    </a:lnTo>
                    <a:lnTo>
                      <a:pt x="353" y="31"/>
                    </a:lnTo>
                    <a:lnTo>
                      <a:pt x="650" y="0"/>
                    </a:lnTo>
                    <a:lnTo>
                      <a:pt x="862" y="31"/>
                    </a:lnTo>
                    <a:lnTo>
                      <a:pt x="1102" y="255"/>
                    </a:lnTo>
                    <a:lnTo>
                      <a:pt x="1264" y="547"/>
                    </a:lnTo>
                    <a:lnTo>
                      <a:pt x="1346" y="767"/>
                    </a:lnTo>
                    <a:lnTo>
                      <a:pt x="1609" y="1365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9" name="Freeform 373"/>
              <p:cNvSpPr>
                <a:spLocks/>
              </p:cNvSpPr>
              <p:nvPr/>
            </p:nvSpPr>
            <p:spPr bwMode="auto">
              <a:xfrm>
                <a:off x="2322" y="1699"/>
                <a:ext cx="103" cy="166"/>
              </a:xfrm>
              <a:custGeom>
                <a:avLst/>
                <a:gdLst>
                  <a:gd name="T0" fmla="*/ 0 w 829"/>
                  <a:gd name="T1" fmla="*/ 0 h 1330"/>
                  <a:gd name="T2" fmla="*/ 0 w 829"/>
                  <a:gd name="T3" fmla="*/ 0 h 1330"/>
                  <a:gd name="T4" fmla="*/ 0 w 829"/>
                  <a:gd name="T5" fmla="*/ 0 h 1330"/>
                  <a:gd name="T6" fmla="*/ 0 w 829"/>
                  <a:gd name="T7" fmla="*/ 0 h 1330"/>
                  <a:gd name="T8" fmla="*/ 0 w 829"/>
                  <a:gd name="T9" fmla="*/ 0 h 1330"/>
                  <a:gd name="T10" fmla="*/ 0 w 829"/>
                  <a:gd name="T11" fmla="*/ 0 h 1330"/>
                  <a:gd name="T12" fmla="*/ 0 w 829"/>
                  <a:gd name="T13" fmla="*/ 0 h 1330"/>
                  <a:gd name="T14" fmla="*/ 0 w 829"/>
                  <a:gd name="T15" fmla="*/ 0 h 1330"/>
                  <a:gd name="T16" fmla="*/ 0 w 829"/>
                  <a:gd name="T17" fmla="*/ 0 h 1330"/>
                  <a:gd name="T18" fmla="*/ 0 w 829"/>
                  <a:gd name="T19" fmla="*/ 0 h 1330"/>
                  <a:gd name="T20" fmla="*/ 0 w 829"/>
                  <a:gd name="T21" fmla="*/ 0 h 1330"/>
                  <a:gd name="T22" fmla="*/ 0 w 829"/>
                  <a:gd name="T23" fmla="*/ 0 h 1330"/>
                  <a:gd name="T24" fmla="*/ 0 w 829"/>
                  <a:gd name="T25" fmla="*/ 0 h 1330"/>
                  <a:gd name="T26" fmla="*/ 0 w 829"/>
                  <a:gd name="T27" fmla="*/ 0 h 1330"/>
                  <a:gd name="T28" fmla="*/ 0 w 829"/>
                  <a:gd name="T29" fmla="*/ 0 h 1330"/>
                  <a:gd name="T30" fmla="*/ 0 w 829"/>
                  <a:gd name="T31" fmla="*/ 0 h 1330"/>
                  <a:gd name="T32" fmla="*/ 0 w 829"/>
                  <a:gd name="T33" fmla="*/ 0 h 1330"/>
                  <a:gd name="T34" fmla="*/ 0 w 829"/>
                  <a:gd name="T35" fmla="*/ 0 h 1330"/>
                  <a:gd name="T36" fmla="*/ 0 w 829"/>
                  <a:gd name="T37" fmla="*/ 0 h 1330"/>
                  <a:gd name="T38" fmla="*/ 0 w 829"/>
                  <a:gd name="T39" fmla="*/ 0 h 1330"/>
                  <a:gd name="T40" fmla="*/ 0 w 829"/>
                  <a:gd name="T41" fmla="*/ 0 h 1330"/>
                  <a:gd name="T42" fmla="*/ 0 w 829"/>
                  <a:gd name="T43" fmla="*/ 0 h 1330"/>
                  <a:gd name="T44" fmla="*/ 0 w 829"/>
                  <a:gd name="T45" fmla="*/ 0 h 1330"/>
                  <a:gd name="T46" fmla="*/ 0 w 829"/>
                  <a:gd name="T47" fmla="*/ 0 h 1330"/>
                  <a:gd name="T48" fmla="*/ 0 w 829"/>
                  <a:gd name="T49" fmla="*/ 0 h 1330"/>
                  <a:gd name="T50" fmla="*/ 0 w 829"/>
                  <a:gd name="T51" fmla="*/ 0 h 1330"/>
                  <a:gd name="T52" fmla="*/ 0 w 829"/>
                  <a:gd name="T53" fmla="*/ 0 h 1330"/>
                  <a:gd name="T54" fmla="*/ 0 w 829"/>
                  <a:gd name="T55" fmla="*/ 0 h 1330"/>
                  <a:gd name="T56" fmla="*/ 0 w 829"/>
                  <a:gd name="T57" fmla="*/ 0 h 1330"/>
                  <a:gd name="T58" fmla="*/ 0 w 829"/>
                  <a:gd name="T59" fmla="*/ 0 h 1330"/>
                  <a:gd name="T60" fmla="*/ 0 w 829"/>
                  <a:gd name="T61" fmla="*/ 0 h 1330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829"/>
                  <a:gd name="T94" fmla="*/ 0 h 1330"/>
                  <a:gd name="T95" fmla="*/ 829 w 829"/>
                  <a:gd name="T96" fmla="*/ 1330 h 1330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829" h="1330">
                    <a:moveTo>
                      <a:pt x="548" y="586"/>
                    </a:moveTo>
                    <a:lnTo>
                      <a:pt x="484" y="464"/>
                    </a:lnTo>
                    <a:lnTo>
                      <a:pt x="394" y="360"/>
                    </a:lnTo>
                    <a:lnTo>
                      <a:pt x="304" y="286"/>
                    </a:lnTo>
                    <a:lnTo>
                      <a:pt x="205" y="235"/>
                    </a:lnTo>
                    <a:lnTo>
                      <a:pt x="156" y="226"/>
                    </a:lnTo>
                    <a:lnTo>
                      <a:pt x="221" y="374"/>
                    </a:lnTo>
                    <a:lnTo>
                      <a:pt x="359" y="554"/>
                    </a:lnTo>
                    <a:lnTo>
                      <a:pt x="516" y="694"/>
                    </a:lnTo>
                    <a:lnTo>
                      <a:pt x="714" y="835"/>
                    </a:lnTo>
                    <a:lnTo>
                      <a:pt x="745" y="851"/>
                    </a:lnTo>
                    <a:lnTo>
                      <a:pt x="829" y="1100"/>
                    </a:lnTo>
                    <a:lnTo>
                      <a:pt x="756" y="1158"/>
                    </a:lnTo>
                    <a:lnTo>
                      <a:pt x="809" y="1330"/>
                    </a:lnTo>
                    <a:lnTo>
                      <a:pt x="631" y="1305"/>
                    </a:lnTo>
                    <a:lnTo>
                      <a:pt x="703" y="1275"/>
                    </a:lnTo>
                    <a:lnTo>
                      <a:pt x="590" y="1127"/>
                    </a:lnTo>
                    <a:lnTo>
                      <a:pt x="304" y="1013"/>
                    </a:lnTo>
                    <a:lnTo>
                      <a:pt x="128" y="888"/>
                    </a:lnTo>
                    <a:lnTo>
                      <a:pt x="82" y="851"/>
                    </a:lnTo>
                    <a:lnTo>
                      <a:pt x="106" y="923"/>
                    </a:lnTo>
                    <a:lnTo>
                      <a:pt x="179" y="1028"/>
                    </a:lnTo>
                    <a:lnTo>
                      <a:pt x="39" y="906"/>
                    </a:lnTo>
                    <a:lnTo>
                      <a:pt x="7" y="791"/>
                    </a:lnTo>
                    <a:lnTo>
                      <a:pt x="0" y="743"/>
                    </a:lnTo>
                    <a:lnTo>
                      <a:pt x="48" y="586"/>
                    </a:lnTo>
                    <a:lnTo>
                      <a:pt x="64" y="0"/>
                    </a:lnTo>
                    <a:lnTo>
                      <a:pt x="286" y="148"/>
                    </a:lnTo>
                    <a:lnTo>
                      <a:pt x="431" y="307"/>
                    </a:lnTo>
                    <a:lnTo>
                      <a:pt x="509" y="448"/>
                    </a:lnTo>
                    <a:lnTo>
                      <a:pt x="548" y="586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0" name="Freeform 374"/>
              <p:cNvSpPr>
                <a:spLocks/>
              </p:cNvSpPr>
              <p:nvPr/>
            </p:nvSpPr>
            <p:spPr bwMode="auto">
              <a:xfrm>
                <a:off x="2350" y="1830"/>
                <a:ext cx="74" cy="89"/>
              </a:xfrm>
              <a:custGeom>
                <a:avLst/>
                <a:gdLst>
                  <a:gd name="T0" fmla="*/ 0 w 593"/>
                  <a:gd name="T1" fmla="*/ 0 h 716"/>
                  <a:gd name="T2" fmla="*/ 0 w 593"/>
                  <a:gd name="T3" fmla="*/ 0 h 716"/>
                  <a:gd name="T4" fmla="*/ 0 w 593"/>
                  <a:gd name="T5" fmla="*/ 0 h 716"/>
                  <a:gd name="T6" fmla="*/ 0 w 593"/>
                  <a:gd name="T7" fmla="*/ 0 h 716"/>
                  <a:gd name="T8" fmla="*/ 0 w 593"/>
                  <a:gd name="T9" fmla="*/ 0 h 716"/>
                  <a:gd name="T10" fmla="*/ 0 w 593"/>
                  <a:gd name="T11" fmla="*/ 0 h 716"/>
                  <a:gd name="T12" fmla="*/ 0 w 593"/>
                  <a:gd name="T13" fmla="*/ 0 h 716"/>
                  <a:gd name="T14" fmla="*/ 0 w 593"/>
                  <a:gd name="T15" fmla="*/ 0 h 716"/>
                  <a:gd name="T16" fmla="*/ 0 w 593"/>
                  <a:gd name="T17" fmla="*/ 0 h 716"/>
                  <a:gd name="T18" fmla="*/ 0 w 593"/>
                  <a:gd name="T19" fmla="*/ 0 h 716"/>
                  <a:gd name="T20" fmla="*/ 0 w 593"/>
                  <a:gd name="T21" fmla="*/ 0 h 716"/>
                  <a:gd name="T22" fmla="*/ 0 w 593"/>
                  <a:gd name="T23" fmla="*/ 0 h 716"/>
                  <a:gd name="T24" fmla="*/ 0 w 593"/>
                  <a:gd name="T25" fmla="*/ 0 h 716"/>
                  <a:gd name="T26" fmla="*/ 0 w 593"/>
                  <a:gd name="T27" fmla="*/ 0 h 716"/>
                  <a:gd name="T28" fmla="*/ 0 w 593"/>
                  <a:gd name="T29" fmla="*/ 0 h 716"/>
                  <a:gd name="T30" fmla="*/ 0 w 593"/>
                  <a:gd name="T31" fmla="*/ 0 h 716"/>
                  <a:gd name="T32" fmla="*/ 0 w 593"/>
                  <a:gd name="T33" fmla="*/ 0 h 71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93"/>
                  <a:gd name="T52" fmla="*/ 0 h 716"/>
                  <a:gd name="T53" fmla="*/ 593 w 593"/>
                  <a:gd name="T54" fmla="*/ 716 h 71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93" h="716">
                    <a:moveTo>
                      <a:pt x="19" y="0"/>
                    </a:moveTo>
                    <a:lnTo>
                      <a:pt x="132" y="54"/>
                    </a:lnTo>
                    <a:lnTo>
                      <a:pt x="190" y="187"/>
                    </a:lnTo>
                    <a:lnTo>
                      <a:pt x="331" y="268"/>
                    </a:lnTo>
                    <a:lnTo>
                      <a:pt x="222" y="259"/>
                    </a:lnTo>
                    <a:lnTo>
                      <a:pt x="289" y="310"/>
                    </a:lnTo>
                    <a:lnTo>
                      <a:pt x="455" y="358"/>
                    </a:lnTo>
                    <a:lnTo>
                      <a:pt x="534" y="448"/>
                    </a:lnTo>
                    <a:lnTo>
                      <a:pt x="492" y="538"/>
                    </a:lnTo>
                    <a:lnTo>
                      <a:pt x="388" y="473"/>
                    </a:lnTo>
                    <a:lnTo>
                      <a:pt x="354" y="529"/>
                    </a:lnTo>
                    <a:lnTo>
                      <a:pt x="503" y="587"/>
                    </a:lnTo>
                    <a:lnTo>
                      <a:pt x="593" y="554"/>
                    </a:lnTo>
                    <a:lnTo>
                      <a:pt x="518" y="716"/>
                    </a:lnTo>
                    <a:lnTo>
                      <a:pt x="275" y="554"/>
                    </a:lnTo>
                    <a:lnTo>
                      <a:pt x="0" y="220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1" name="Freeform 375"/>
              <p:cNvSpPr>
                <a:spLocks/>
              </p:cNvSpPr>
              <p:nvPr/>
            </p:nvSpPr>
            <p:spPr bwMode="auto">
              <a:xfrm>
                <a:off x="2432" y="1910"/>
                <a:ext cx="154" cy="100"/>
              </a:xfrm>
              <a:custGeom>
                <a:avLst/>
                <a:gdLst>
                  <a:gd name="T0" fmla="*/ 0 w 1232"/>
                  <a:gd name="T1" fmla="*/ 0 h 800"/>
                  <a:gd name="T2" fmla="*/ 0 w 1232"/>
                  <a:gd name="T3" fmla="*/ 0 h 800"/>
                  <a:gd name="T4" fmla="*/ 0 w 1232"/>
                  <a:gd name="T5" fmla="*/ 0 h 800"/>
                  <a:gd name="T6" fmla="*/ 0 w 1232"/>
                  <a:gd name="T7" fmla="*/ 0 h 800"/>
                  <a:gd name="T8" fmla="*/ 0 w 1232"/>
                  <a:gd name="T9" fmla="*/ 0 h 800"/>
                  <a:gd name="T10" fmla="*/ 0 w 1232"/>
                  <a:gd name="T11" fmla="*/ 0 h 800"/>
                  <a:gd name="T12" fmla="*/ 0 w 1232"/>
                  <a:gd name="T13" fmla="*/ 0 h 800"/>
                  <a:gd name="T14" fmla="*/ 0 w 1232"/>
                  <a:gd name="T15" fmla="*/ 0 h 800"/>
                  <a:gd name="T16" fmla="*/ 0 w 1232"/>
                  <a:gd name="T17" fmla="*/ 0 h 800"/>
                  <a:gd name="T18" fmla="*/ 0 w 1232"/>
                  <a:gd name="T19" fmla="*/ 0 h 800"/>
                  <a:gd name="T20" fmla="*/ 0 w 1232"/>
                  <a:gd name="T21" fmla="*/ 0 h 800"/>
                  <a:gd name="T22" fmla="*/ 0 w 1232"/>
                  <a:gd name="T23" fmla="*/ 0 h 8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232"/>
                  <a:gd name="T37" fmla="*/ 0 h 800"/>
                  <a:gd name="T38" fmla="*/ 1232 w 1232"/>
                  <a:gd name="T39" fmla="*/ 800 h 80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232" h="800">
                    <a:moveTo>
                      <a:pt x="141" y="141"/>
                    </a:moveTo>
                    <a:lnTo>
                      <a:pt x="188" y="171"/>
                    </a:lnTo>
                    <a:lnTo>
                      <a:pt x="215" y="0"/>
                    </a:lnTo>
                    <a:lnTo>
                      <a:pt x="282" y="254"/>
                    </a:lnTo>
                    <a:lnTo>
                      <a:pt x="248" y="325"/>
                    </a:lnTo>
                    <a:lnTo>
                      <a:pt x="575" y="435"/>
                    </a:lnTo>
                    <a:lnTo>
                      <a:pt x="764" y="595"/>
                    </a:lnTo>
                    <a:lnTo>
                      <a:pt x="1174" y="595"/>
                    </a:lnTo>
                    <a:lnTo>
                      <a:pt x="1232" y="717"/>
                    </a:lnTo>
                    <a:lnTo>
                      <a:pt x="764" y="800"/>
                    </a:lnTo>
                    <a:lnTo>
                      <a:pt x="0" y="341"/>
                    </a:lnTo>
                    <a:lnTo>
                      <a:pt x="141" y="141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2" name="Freeform 376"/>
              <p:cNvSpPr>
                <a:spLocks/>
              </p:cNvSpPr>
              <p:nvPr/>
            </p:nvSpPr>
            <p:spPr bwMode="auto">
              <a:xfrm>
                <a:off x="2444" y="1696"/>
                <a:ext cx="280" cy="243"/>
              </a:xfrm>
              <a:custGeom>
                <a:avLst/>
                <a:gdLst>
                  <a:gd name="T0" fmla="*/ 0 w 2241"/>
                  <a:gd name="T1" fmla="*/ 0 h 1943"/>
                  <a:gd name="T2" fmla="*/ 0 w 2241"/>
                  <a:gd name="T3" fmla="*/ 0 h 1943"/>
                  <a:gd name="T4" fmla="*/ 0 w 2241"/>
                  <a:gd name="T5" fmla="*/ 0 h 1943"/>
                  <a:gd name="T6" fmla="*/ 0 w 2241"/>
                  <a:gd name="T7" fmla="*/ 0 h 1943"/>
                  <a:gd name="T8" fmla="*/ 0 w 2241"/>
                  <a:gd name="T9" fmla="*/ 0 h 1943"/>
                  <a:gd name="T10" fmla="*/ 0 w 2241"/>
                  <a:gd name="T11" fmla="*/ 0 h 1943"/>
                  <a:gd name="T12" fmla="*/ 0 w 2241"/>
                  <a:gd name="T13" fmla="*/ 0 h 1943"/>
                  <a:gd name="T14" fmla="*/ 0 w 2241"/>
                  <a:gd name="T15" fmla="*/ 0 h 1943"/>
                  <a:gd name="T16" fmla="*/ 0 w 2241"/>
                  <a:gd name="T17" fmla="*/ 0 h 1943"/>
                  <a:gd name="T18" fmla="*/ 0 w 2241"/>
                  <a:gd name="T19" fmla="*/ 0 h 1943"/>
                  <a:gd name="T20" fmla="*/ 0 w 2241"/>
                  <a:gd name="T21" fmla="*/ 0 h 1943"/>
                  <a:gd name="T22" fmla="*/ 0 w 2241"/>
                  <a:gd name="T23" fmla="*/ 0 h 1943"/>
                  <a:gd name="T24" fmla="*/ 0 w 2241"/>
                  <a:gd name="T25" fmla="*/ 0 h 1943"/>
                  <a:gd name="T26" fmla="*/ 0 w 2241"/>
                  <a:gd name="T27" fmla="*/ 0 h 1943"/>
                  <a:gd name="T28" fmla="*/ 0 w 2241"/>
                  <a:gd name="T29" fmla="*/ 0 h 1943"/>
                  <a:gd name="T30" fmla="*/ 0 w 2241"/>
                  <a:gd name="T31" fmla="*/ 0 h 1943"/>
                  <a:gd name="T32" fmla="*/ 0 w 2241"/>
                  <a:gd name="T33" fmla="*/ 0 h 1943"/>
                  <a:gd name="T34" fmla="*/ 0 w 2241"/>
                  <a:gd name="T35" fmla="*/ 0 h 1943"/>
                  <a:gd name="T36" fmla="*/ 0 w 2241"/>
                  <a:gd name="T37" fmla="*/ 0 h 1943"/>
                  <a:gd name="T38" fmla="*/ 0 w 2241"/>
                  <a:gd name="T39" fmla="*/ 0 h 1943"/>
                  <a:gd name="T40" fmla="*/ 0 w 2241"/>
                  <a:gd name="T41" fmla="*/ 0 h 1943"/>
                  <a:gd name="T42" fmla="*/ 0 w 2241"/>
                  <a:gd name="T43" fmla="*/ 0 h 1943"/>
                  <a:gd name="T44" fmla="*/ 0 w 2241"/>
                  <a:gd name="T45" fmla="*/ 0 h 1943"/>
                  <a:gd name="T46" fmla="*/ 0 w 2241"/>
                  <a:gd name="T47" fmla="*/ 0 h 1943"/>
                  <a:gd name="T48" fmla="*/ 0 w 2241"/>
                  <a:gd name="T49" fmla="*/ 0 h 1943"/>
                  <a:gd name="T50" fmla="*/ 0 w 2241"/>
                  <a:gd name="T51" fmla="*/ 0 h 1943"/>
                  <a:gd name="T52" fmla="*/ 0 w 2241"/>
                  <a:gd name="T53" fmla="*/ 0 h 1943"/>
                  <a:gd name="T54" fmla="*/ 0 w 2241"/>
                  <a:gd name="T55" fmla="*/ 0 h 1943"/>
                  <a:gd name="T56" fmla="*/ 0 w 2241"/>
                  <a:gd name="T57" fmla="*/ 0 h 1943"/>
                  <a:gd name="T58" fmla="*/ 0 w 2241"/>
                  <a:gd name="T59" fmla="*/ 0 h 1943"/>
                  <a:gd name="T60" fmla="*/ 0 w 2241"/>
                  <a:gd name="T61" fmla="*/ 0 h 1943"/>
                  <a:gd name="T62" fmla="*/ 0 w 2241"/>
                  <a:gd name="T63" fmla="*/ 0 h 1943"/>
                  <a:gd name="T64" fmla="*/ 0 w 2241"/>
                  <a:gd name="T65" fmla="*/ 0 h 1943"/>
                  <a:gd name="T66" fmla="*/ 0 w 2241"/>
                  <a:gd name="T67" fmla="*/ 0 h 1943"/>
                  <a:gd name="T68" fmla="*/ 0 w 2241"/>
                  <a:gd name="T69" fmla="*/ 0 h 1943"/>
                  <a:gd name="T70" fmla="*/ 0 w 2241"/>
                  <a:gd name="T71" fmla="*/ 0 h 1943"/>
                  <a:gd name="T72" fmla="*/ 0 w 2241"/>
                  <a:gd name="T73" fmla="*/ 0 h 1943"/>
                  <a:gd name="T74" fmla="*/ 0 w 2241"/>
                  <a:gd name="T75" fmla="*/ 0 h 1943"/>
                  <a:gd name="T76" fmla="*/ 0 w 2241"/>
                  <a:gd name="T77" fmla="*/ 0 h 1943"/>
                  <a:gd name="T78" fmla="*/ 0 w 2241"/>
                  <a:gd name="T79" fmla="*/ 0 h 1943"/>
                  <a:gd name="T80" fmla="*/ 0 w 2241"/>
                  <a:gd name="T81" fmla="*/ 0 h 1943"/>
                  <a:gd name="T82" fmla="*/ 0 w 2241"/>
                  <a:gd name="T83" fmla="*/ 0 h 1943"/>
                  <a:gd name="T84" fmla="*/ 0 w 2241"/>
                  <a:gd name="T85" fmla="*/ 0 h 1943"/>
                  <a:gd name="T86" fmla="*/ 0 w 2241"/>
                  <a:gd name="T87" fmla="*/ 0 h 1943"/>
                  <a:gd name="T88" fmla="*/ 0 w 2241"/>
                  <a:gd name="T89" fmla="*/ 0 h 1943"/>
                  <a:gd name="T90" fmla="*/ 0 w 2241"/>
                  <a:gd name="T91" fmla="*/ 0 h 1943"/>
                  <a:gd name="T92" fmla="*/ 0 w 2241"/>
                  <a:gd name="T93" fmla="*/ 0 h 1943"/>
                  <a:gd name="T94" fmla="*/ 0 w 2241"/>
                  <a:gd name="T95" fmla="*/ 0 h 1943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241"/>
                  <a:gd name="T145" fmla="*/ 0 h 1943"/>
                  <a:gd name="T146" fmla="*/ 2241 w 2241"/>
                  <a:gd name="T147" fmla="*/ 1943 h 1943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241" h="1943">
                    <a:moveTo>
                      <a:pt x="1241" y="0"/>
                    </a:moveTo>
                    <a:lnTo>
                      <a:pt x="1308" y="277"/>
                    </a:lnTo>
                    <a:lnTo>
                      <a:pt x="1314" y="623"/>
                    </a:lnTo>
                    <a:lnTo>
                      <a:pt x="1250" y="1053"/>
                    </a:lnTo>
                    <a:lnTo>
                      <a:pt x="1133" y="1404"/>
                    </a:lnTo>
                    <a:lnTo>
                      <a:pt x="1232" y="1496"/>
                    </a:lnTo>
                    <a:lnTo>
                      <a:pt x="1035" y="1559"/>
                    </a:lnTo>
                    <a:lnTo>
                      <a:pt x="674" y="1519"/>
                    </a:lnTo>
                    <a:lnTo>
                      <a:pt x="248" y="1528"/>
                    </a:lnTo>
                    <a:lnTo>
                      <a:pt x="0" y="1544"/>
                    </a:lnTo>
                    <a:lnTo>
                      <a:pt x="149" y="1722"/>
                    </a:lnTo>
                    <a:lnTo>
                      <a:pt x="1133" y="1803"/>
                    </a:lnTo>
                    <a:lnTo>
                      <a:pt x="1815" y="1943"/>
                    </a:lnTo>
                    <a:lnTo>
                      <a:pt x="1898" y="1886"/>
                    </a:lnTo>
                    <a:lnTo>
                      <a:pt x="1802" y="1812"/>
                    </a:lnTo>
                    <a:lnTo>
                      <a:pt x="1872" y="1748"/>
                    </a:lnTo>
                    <a:lnTo>
                      <a:pt x="2013" y="1722"/>
                    </a:lnTo>
                    <a:lnTo>
                      <a:pt x="2241" y="1739"/>
                    </a:lnTo>
                    <a:lnTo>
                      <a:pt x="2064" y="1634"/>
                    </a:lnTo>
                    <a:lnTo>
                      <a:pt x="1956" y="1501"/>
                    </a:lnTo>
                    <a:lnTo>
                      <a:pt x="1965" y="1404"/>
                    </a:lnTo>
                    <a:lnTo>
                      <a:pt x="2151" y="1307"/>
                    </a:lnTo>
                    <a:lnTo>
                      <a:pt x="2202" y="1168"/>
                    </a:lnTo>
                    <a:lnTo>
                      <a:pt x="2103" y="1215"/>
                    </a:lnTo>
                    <a:lnTo>
                      <a:pt x="1995" y="1210"/>
                    </a:lnTo>
                    <a:lnTo>
                      <a:pt x="1971" y="1168"/>
                    </a:lnTo>
                    <a:lnTo>
                      <a:pt x="2064" y="1075"/>
                    </a:lnTo>
                    <a:lnTo>
                      <a:pt x="1979" y="1071"/>
                    </a:lnTo>
                    <a:lnTo>
                      <a:pt x="1988" y="972"/>
                    </a:lnTo>
                    <a:lnTo>
                      <a:pt x="2028" y="832"/>
                    </a:lnTo>
                    <a:lnTo>
                      <a:pt x="2120" y="876"/>
                    </a:lnTo>
                    <a:lnTo>
                      <a:pt x="2151" y="963"/>
                    </a:lnTo>
                    <a:lnTo>
                      <a:pt x="2186" y="840"/>
                    </a:lnTo>
                    <a:lnTo>
                      <a:pt x="2145" y="537"/>
                    </a:lnTo>
                    <a:lnTo>
                      <a:pt x="2168" y="311"/>
                    </a:lnTo>
                    <a:lnTo>
                      <a:pt x="2094" y="645"/>
                    </a:lnTo>
                    <a:lnTo>
                      <a:pt x="1979" y="816"/>
                    </a:lnTo>
                    <a:lnTo>
                      <a:pt x="1760" y="1134"/>
                    </a:lnTo>
                    <a:lnTo>
                      <a:pt x="1608" y="1282"/>
                    </a:lnTo>
                    <a:lnTo>
                      <a:pt x="1398" y="1422"/>
                    </a:lnTo>
                    <a:lnTo>
                      <a:pt x="1331" y="1429"/>
                    </a:lnTo>
                    <a:lnTo>
                      <a:pt x="1398" y="1307"/>
                    </a:lnTo>
                    <a:lnTo>
                      <a:pt x="1430" y="1111"/>
                    </a:lnTo>
                    <a:lnTo>
                      <a:pt x="1446" y="800"/>
                    </a:lnTo>
                    <a:lnTo>
                      <a:pt x="1430" y="521"/>
                    </a:lnTo>
                    <a:lnTo>
                      <a:pt x="1398" y="269"/>
                    </a:lnTo>
                    <a:lnTo>
                      <a:pt x="1349" y="113"/>
                    </a:lnTo>
                    <a:lnTo>
                      <a:pt x="1241" y="0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3" name="Freeform 377"/>
              <p:cNvSpPr>
                <a:spLocks/>
              </p:cNvSpPr>
              <p:nvPr/>
            </p:nvSpPr>
            <p:spPr bwMode="auto">
              <a:xfrm>
                <a:off x="2677" y="1945"/>
                <a:ext cx="71" cy="44"/>
              </a:xfrm>
              <a:custGeom>
                <a:avLst/>
                <a:gdLst>
                  <a:gd name="T0" fmla="*/ 0 w 567"/>
                  <a:gd name="T1" fmla="*/ 0 h 351"/>
                  <a:gd name="T2" fmla="*/ 0 w 567"/>
                  <a:gd name="T3" fmla="*/ 0 h 351"/>
                  <a:gd name="T4" fmla="*/ 0 w 567"/>
                  <a:gd name="T5" fmla="*/ 0 h 351"/>
                  <a:gd name="T6" fmla="*/ 0 w 567"/>
                  <a:gd name="T7" fmla="*/ 0 h 351"/>
                  <a:gd name="T8" fmla="*/ 0 w 567"/>
                  <a:gd name="T9" fmla="*/ 0 h 351"/>
                  <a:gd name="T10" fmla="*/ 0 w 567"/>
                  <a:gd name="T11" fmla="*/ 0 h 351"/>
                  <a:gd name="T12" fmla="*/ 0 w 567"/>
                  <a:gd name="T13" fmla="*/ 0 h 351"/>
                  <a:gd name="T14" fmla="*/ 0 w 567"/>
                  <a:gd name="T15" fmla="*/ 0 h 351"/>
                  <a:gd name="T16" fmla="*/ 0 w 567"/>
                  <a:gd name="T17" fmla="*/ 0 h 351"/>
                  <a:gd name="T18" fmla="*/ 0 w 567"/>
                  <a:gd name="T19" fmla="*/ 0 h 351"/>
                  <a:gd name="T20" fmla="*/ 0 w 567"/>
                  <a:gd name="T21" fmla="*/ 0 h 351"/>
                  <a:gd name="T22" fmla="*/ 0 w 567"/>
                  <a:gd name="T23" fmla="*/ 0 h 351"/>
                  <a:gd name="T24" fmla="*/ 0 w 567"/>
                  <a:gd name="T25" fmla="*/ 0 h 351"/>
                  <a:gd name="T26" fmla="*/ 0 w 567"/>
                  <a:gd name="T27" fmla="*/ 0 h 351"/>
                  <a:gd name="T28" fmla="*/ 0 w 567"/>
                  <a:gd name="T29" fmla="*/ 0 h 35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7"/>
                  <a:gd name="T46" fmla="*/ 0 h 351"/>
                  <a:gd name="T47" fmla="*/ 567 w 567"/>
                  <a:gd name="T48" fmla="*/ 351 h 35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7" h="351">
                    <a:moveTo>
                      <a:pt x="129" y="0"/>
                    </a:moveTo>
                    <a:lnTo>
                      <a:pt x="198" y="72"/>
                    </a:lnTo>
                    <a:lnTo>
                      <a:pt x="173" y="162"/>
                    </a:lnTo>
                    <a:lnTo>
                      <a:pt x="237" y="114"/>
                    </a:lnTo>
                    <a:lnTo>
                      <a:pt x="261" y="251"/>
                    </a:lnTo>
                    <a:lnTo>
                      <a:pt x="355" y="169"/>
                    </a:lnTo>
                    <a:lnTo>
                      <a:pt x="426" y="219"/>
                    </a:lnTo>
                    <a:lnTo>
                      <a:pt x="375" y="268"/>
                    </a:lnTo>
                    <a:lnTo>
                      <a:pt x="417" y="327"/>
                    </a:lnTo>
                    <a:lnTo>
                      <a:pt x="507" y="309"/>
                    </a:lnTo>
                    <a:lnTo>
                      <a:pt x="567" y="351"/>
                    </a:lnTo>
                    <a:lnTo>
                      <a:pt x="204" y="351"/>
                    </a:lnTo>
                    <a:lnTo>
                      <a:pt x="0" y="196"/>
                    </a:lnTo>
                    <a:lnTo>
                      <a:pt x="23" y="37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4" name="Freeform 378"/>
              <p:cNvSpPr>
                <a:spLocks/>
              </p:cNvSpPr>
              <p:nvPr/>
            </p:nvSpPr>
            <p:spPr bwMode="auto">
              <a:xfrm>
                <a:off x="2705" y="1865"/>
                <a:ext cx="20" cy="25"/>
              </a:xfrm>
              <a:custGeom>
                <a:avLst/>
                <a:gdLst>
                  <a:gd name="T0" fmla="*/ 0 w 156"/>
                  <a:gd name="T1" fmla="*/ 0 h 200"/>
                  <a:gd name="T2" fmla="*/ 0 w 156"/>
                  <a:gd name="T3" fmla="*/ 0 h 200"/>
                  <a:gd name="T4" fmla="*/ 0 w 156"/>
                  <a:gd name="T5" fmla="*/ 0 h 200"/>
                  <a:gd name="T6" fmla="*/ 0 w 156"/>
                  <a:gd name="T7" fmla="*/ 0 h 200"/>
                  <a:gd name="T8" fmla="*/ 0 w 156"/>
                  <a:gd name="T9" fmla="*/ 0 h 200"/>
                  <a:gd name="T10" fmla="*/ 0 w 156"/>
                  <a:gd name="T11" fmla="*/ 0 h 200"/>
                  <a:gd name="T12" fmla="*/ 0 w 156"/>
                  <a:gd name="T13" fmla="*/ 0 h 2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6"/>
                  <a:gd name="T22" fmla="*/ 0 h 200"/>
                  <a:gd name="T23" fmla="*/ 156 w 156"/>
                  <a:gd name="T24" fmla="*/ 200 h 2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6" h="200">
                    <a:moveTo>
                      <a:pt x="0" y="79"/>
                    </a:moveTo>
                    <a:lnTo>
                      <a:pt x="81" y="79"/>
                    </a:lnTo>
                    <a:lnTo>
                      <a:pt x="74" y="137"/>
                    </a:lnTo>
                    <a:lnTo>
                      <a:pt x="18" y="128"/>
                    </a:lnTo>
                    <a:lnTo>
                      <a:pt x="127" y="200"/>
                    </a:lnTo>
                    <a:lnTo>
                      <a:pt x="156" y="0"/>
                    </a:lnTo>
                    <a:lnTo>
                      <a:pt x="0" y="79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5" name="Freeform 379"/>
              <p:cNvSpPr>
                <a:spLocks/>
              </p:cNvSpPr>
              <p:nvPr/>
            </p:nvSpPr>
            <p:spPr bwMode="auto">
              <a:xfrm>
                <a:off x="2559" y="1930"/>
                <a:ext cx="121" cy="78"/>
              </a:xfrm>
              <a:custGeom>
                <a:avLst/>
                <a:gdLst>
                  <a:gd name="T0" fmla="*/ 0 w 966"/>
                  <a:gd name="T1" fmla="*/ 0 h 621"/>
                  <a:gd name="T2" fmla="*/ 0 w 966"/>
                  <a:gd name="T3" fmla="*/ 0 h 621"/>
                  <a:gd name="T4" fmla="*/ 0 w 966"/>
                  <a:gd name="T5" fmla="*/ 0 h 621"/>
                  <a:gd name="T6" fmla="*/ 0 w 966"/>
                  <a:gd name="T7" fmla="*/ 0 h 621"/>
                  <a:gd name="T8" fmla="*/ 0 w 966"/>
                  <a:gd name="T9" fmla="*/ 0 h 621"/>
                  <a:gd name="T10" fmla="*/ 0 w 966"/>
                  <a:gd name="T11" fmla="*/ 0 h 621"/>
                  <a:gd name="T12" fmla="*/ 0 w 966"/>
                  <a:gd name="T13" fmla="*/ 0 h 621"/>
                  <a:gd name="T14" fmla="*/ 0 w 966"/>
                  <a:gd name="T15" fmla="*/ 0 h 621"/>
                  <a:gd name="T16" fmla="*/ 0 w 966"/>
                  <a:gd name="T17" fmla="*/ 0 h 621"/>
                  <a:gd name="T18" fmla="*/ 0 w 966"/>
                  <a:gd name="T19" fmla="*/ 0 h 621"/>
                  <a:gd name="T20" fmla="*/ 0 w 966"/>
                  <a:gd name="T21" fmla="*/ 0 h 621"/>
                  <a:gd name="T22" fmla="*/ 0 w 966"/>
                  <a:gd name="T23" fmla="*/ 0 h 621"/>
                  <a:gd name="T24" fmla="*/ 0 w 966"/>
                  <a:gd name="T25" fmla="*/ 0 h 62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966"/>
                  <a:gd name="T40" fmla="*/ 0 h 621"/>
                  <a:gd name="T41" fmla="*/ 966 w 966"/>
                  <a:gd name="T42" fmla="*/ 621 h 62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966" h="621">
                    <a:moveTo>
                      <a:pt x="0" y="237"/>
                    </a:moveTo>
                    <a:lnTo>
                      <a:pt x="70" y="310"/>
                    </a:lnTo>
                    <a:lnTo>
                      <a:pt x="138" y="432"/>
                    </a:lnTo>
                    <a:lnTo>
                      <a:pt x="171" y="545"/>
                    </a:lnTo>
                    <a:lnTo>
                      <a:pt x="303" y="621"/>
                    </a:lnTo>
                    <a:lnTo>
                      <a:pt x="484" y="596"/>
                    </a:lnTo>
                    <a:lnTo>
                      <a:pt x="681" y="561"/>
                    </a:lnTo>
                    <a:lnTo>
                      <a:pt x="966" y="450"/>
                    </a:lnTo>
                    <a:lnTo>
                      <a:pt x="966" y="220"/>
                    </a:lnTo>
                    <a:lnTo>
                      <a:pt x="910" y="81"/>
                    </a:lnTo>
                    <a:lnTo>
                      <a:pt x="562" y="0"/>
                    </a:lnTo>
                    <a:lnTo>
                      <a:pt x="244" y="160"/>
                    </a:lnTo>
                    <a:lnTo>
                      <a:pt x="0" y="237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6" name="Freeform 380"/>
              <p:cNvSpPr>
                <a:spLocks/>
              </p:cNvSpPr>
              <p:nvPr/>
            </p:nvSpPr>
            <p:spPr bwMode="auto">
              <a:xfrm>
                <a:off x="2543" y="1719"/>
                <a:ext cx="16" cy="14"/>
              </a:xfrm>
              <a:custGeom>
                <a:avLst/>
                <a:gdLst>
                  <a:gd name="T0" fmla="*/ 0 w 125"/>
                  <a:gd name="T1" fmla="*/ 0 h 113"/>
                  <a:gd name="T2" fmla="*/ 0 w 125"/>
                  <a:gd name="T3" fmla="*/ 0 h 113"/>
                  <a:gd name="T4" fmla="*/ 0 w 125"/>
                  <a:gd name="T5" fmla="*/ 0 h 113"/>
                  <a:gd name="T6" fmla="*/ 0 w 125"/>
                  <a:gd name="T7" fmla="*/ 0 h 113"/>
                  <a:gd name="T8" fmla="*/ 0 w 125"/>
                  <a:gd name="T9" fmla="*/ 0 h 113"/>
                  <a:gd name="T10" fmla="*/ 0 w 125"/>
                  <a:gd name="T11" fmla="*/ 0 h 113"/>
                  <a:gd name="T12" fmla="*/ 0 w 125"/>
                  <a:gd name="T13" fmla="*/ 0 h 113"/>
                  <a:gd name="T14" fmla="*/ 0 w 125"/>
                  <a:gd name="T15" fmla="*/ 0 h 1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25"/>
                  <a:gd name="T25" fmla="*/ 0 h 113"/>
                  <a:gd name="T26" fmla="*/ 125 w 125"/>
                  <a:gd name="T27" fmla="*/ 113 h 11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25" h="113">
                    <a:moveTo>
                      <a:pt x="90" y="0"/>
                    </a:moveTo>
                    <a:lnTo>
                      <a:pt x="33" y="14"/>
                    </a:lnTo>
                    <a:lnTo>
                      <a:pt x="0" y="69"/>
                    </a:lnTo>
                    <a:lnTo>
                      <a:pt x="42" y="113"/>
                    </a:lnTo>
                    <a:lnTo>
                      <a:pt x="99" y="113"/>
                    </a:lnTo>
                    <a:lnTo>
                      <a:pt x="125" y="78"/>
                    </a:lnTo>
                    <a:lnTo>
                      <a:pt x="125" y="30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rgbClr val="FFE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7" name="Freeform 381"/>
              <p:cNvSpPr>
                <a:spLocks/>
              </p:cNvSpPr>
              <p:nvPr/>
            </p:nvSpPr>
            <p:spPr bwMode="auto">
              <a:xfrm>
                <a:off x="2557" y="1807"/>
                <a:ext cx="11" cy="11"/>
              </a:xfrm>
              <a:custGeom>
                <a:avLst/>
                <a:gdLst>
                  <a:gd name="T0" fmla="*/ 0 w 88"/>
                  <a:gd name="T1" fmla="*/ 0 h 94"/>
                  <a:gd name="T2" fmla="*/ 0 w 88"/>
                  <a:gd name="T3" fmla="*/ 0 h 94"/>
                  <a:gd name="T4" fmla="*/ 0 w 88"/>
                  <a:gd name="T5" fmla="*/ 0 h 94"/>
                  <a:gd name="T6" fmla="*/ 0 w 88"/>
                  <a:gd name="T7" fmla="*/ 0 h 94"/>
                  <a:gd name="T8" fmla="*/ 0 w 88"/>
                  <a:gd name="T9" fmla="*/ 0 h 94"/>
                  <a:gd name="T10" fmla="*/ 0 w 88"/>
                  <a:gd name="T11" fmla="*/ 0 h 94"/>
                  <a:gd name="T12" fmla="*/ 0 w 88"/>
                  <a:gd name="T13" fmla="*/ 0 h 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8"/>
                  <a:gd name="T22" fmla="*/ 0 h 94"/>
                  <a:gd name="T23" fmla="*/ 88 w 88"/>
                  <a:gd name="T24" fmla="*/ 94 h 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8" h="94">
                    <a:moveTo>
                      <a:pt x="82" y="21"/>
                    </a:moveTo>
                    <a:lnTo>
                      <a:pt x="55" y="0"/>
                    </a:lnTo>
                    <a:lnTo>
                      <a:pt x="7" y="12"/>
                    </a:lnTo>
                    <a:lnTo>
                      <a:pt x="0" y="69"/>
                    </a:lnTo>
                    <a:lnTo>
                      <a:pt x="42" y="94"/>
                    </a:lnTo>
                    <a:lnTo>
                      <a:pt x="88" y="69"/>
                    </a:lnTo>
                    <a:lnTo>
                      <a:pt x="82" y="21"/>
                    </a:lnTo>
                    <a:close/>
                  </a:path>
                </a:pathLst>
              </a:custGeom>
              <a:solidFill>
                <a:srgbClr val="FFE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8" name="Freeform 382"/>
              <p:cNvSpPr>
                <a:spLocks/>
              </p:cNvSpPr>
              <p:nvPr/>
            </p:nvSpPr>
            <p:spPr bwMode="auto">
              <a:xfrm>
                <a:off x="2464" y="1462"/>
                <a:ext cx="144" cy="251"/>
              </a:xfrm>
              <a:custGeom>
                <a:avLst/>
                <a:gdLst>
                  <a:gd name="T0" fmla="*/ 0 w 1157"/>
                  <a:gd name="T1" fmla="*/ 0 h 2007"/>
                  <a:gd name="T2" fmla="*/ 0 w 1157"/>
                  <a:gd name="T3" fmla="*/ 0 h 2007"/>
                  <a:gd name="T4" fmla="*/ 0 w 1157"/>
                  <a:gd name="T5" fmla="*/ 0 h 2007"/>
                  <a:gd name="T6" fmla="*/ 0 w 1157"/>
                  <a:gd name="T7" fmla="*/ 0 h 2007"/>
                  <a:gd name="T8" fmla="*/ 0 w 1157"/>
                  <a:gd name="T9" fmla="*/ 0 h 2007"/>
                  <a:gd name="T10" fmla="*/ 0 w 1157"/>
                  <a:gd name="T11" fmla="*/ 0 h 2007"/>
                  <a:gd name="T12" fmla="*/ 0 w 1157"/>
                  <a:gd name="T13" fmla="*/ 0 h 2007"/>
                  <a:gd name="T14" fmla="*/ 0 w 1157"/>
                  <a:gd name="T15" fmla="*/ 0 h 2007"/>
                  <a:gd name="T16" fmla="*/ 0 w 1157"/>
                  <a:gd name="T17" fmla="*/ 0 h 2007"/>
                  <a:gd name="T18" fmla="*/ 0 w 1157"/>
                  <a:gd name="T19" fmla="*/ 0 h 2007"/>
                  <a:gd name="T20" fmla="*/ 0 w 1157"/>
                  <a:gd name="T21" fmla="*/ 0 h 2007"/>
                  <a:gd name="T22" fmla="*/ 0 w 1157"/>
                  <a:gd name="T23" fmla="*/ 0 h 2007"/>
                  <a:gd name="T24" fmla="*/ 0 w 1157"/>
                  <a:gd name="T25" fmla="*/ 0 h 2007"/>
                  <a:gd name="T26" fmla="*/ 0 w 1157"/>
                  <a:gd name="T27" fmla="*/ 0 h 2007"/>
                  <a:gd name="T28" fmla="*/ 0 w 1157"/>
                  <a:gd name="T29" fmla="*/ 0 h 2007"/>
                  <a:gd name="T30" fmla="*/ 0 w 1157"/>
                  <a:gd name="T31" fmla="*/ 0 h 2007"/>
                  <a:gd name="T32" fmla="*/ 0 w 1157"/>
                  <a:gd name="T33" fmla="*/ 0 h 2007"/>
                  <a:gd name="T34" fmla="*/ 0 w 1157"/>
                  <a:gd name="T35" fmla="*/ 0 h 2007"/>
                  <a:gd name="T36" fmla="*/ 0 w 1157"/>
                  <a:gd name="T37" fmla="*/ 0 h 2007"/>
                  <a:gd name="T38" fmla="*/ 0 w 1157"/>
                  <a:gd name="T39" fmla="*/ 0 h 2007"/>
                  <a:gd name="T40" fmla="*/ 0 w 1157"/>
                  <a:gd name="T41" fmla="*/ 0 h 2007"/>
                  <a:gd name="T42" fmla="*/ 0 w 1157"/>
                  <a:gd name="T43" fmla="*/ 0 h 2007"/>
                  <a:gd name="T44" fmla="*/ 0 w 1157"/>
                  <a:gd name="T45" fmla="*/ 0 h 2007"/>
                  <a:gd name="T46" fmla="*/ 0 w 1157"/>
                  <a:gd name="T47" fmla="*/ 0 h 2007"/>
                  <a:gd name="T48" fmla="*/ 0 w 1157"/>
                  <a:gd name="T49" fmla="*/ 0 h 2007"/>
                  <a:gd name="T50" fmla="*/ 0 w 1157"/>
                  <a:gd name="T51" fmla="*/ 0 h 2007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157"/>
                  <a:gd name="T79" fmla="*/ 0 h 2007"/>
                  <a:gd name="T80" fmla="*/ 1157 w 1157"/>
                  <a:gd name="T81" fmla="*/ 2007 h 2007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157" h="2007">
                    <a:moveTo>
                      <a:pt x="35" y="1688"/>
                    </a:moveTo>
                    <a:lnTo>
                      <a:pt x="95" y="1780"/>
                    </a:lnTo>
                    <a:lnTo>
                      <a:pt x="251" y="1881"/>
                    </a:lnTo>
                    <a:lnTo>
                      <a:pt x="411" y="1937"/>
                    </a:lnTo>
                    <a:lnTo>
                      <a:pt x="596" y="1976"/>
                    </a:lnTo>
                    <a:lnTo>
                      <a:pt x="789" y="2007"/>
                    </a:lnTo>
                    <a:lnTo>
                      <a:pt x="895" y="1971"/>
                    </a:lnTo>
                    <a:lnTo>
                      <a:pt x="945" y="1911"/>
                    </a:lnTo>
                    <a:lnTo>
                      <a:pt x="956" y="1766"/>
                    </a:lnTo>
                    <a:lnTo>
                      <a:pt x="915" y="1577"/>
                    </a:lnTo>
                    <a:lnTo>
                      <a:pt x="875" y="1422"/>
                    </a:lnTo>
                    <a:lnTo>
                      <a:pt x="961" y="1317"/>
                    </a:lnTo>
                    <a:lnTo>
                      <a:pt x="1055" y="1143"/>
                    </a:lnTo>
                    <a:lnTo>
                      <a:pt x="1093" y="1009"/>
                    </a:lnTo>
                    <a:lnTo>
                      <a:pt x="1148" y="772"/>
                    </a:lnTo>
                    <a:lnTo>
                      <a:pt x="1157" y="648"/>
                    </a:lnTo>
                    <a:lnTo>
                      <a:pt x="1157" y="480"/>
                    </a:lnTo>
                    <a:lnTo>
                      <a:pt x="1125" y="231"/>
                    </a:lnTo>
                    <a:lnTo>
                      <a:pt x="994" y="14"/>
                    </a:lnTo>
                    <a:lnTo>
                      <a:pt x="411" y="0"/>
                    </a:lnTo>
                    <a:lnTo>
                      <a:pt x="129" y="378"/>
                    </a:lnTo>
                    <a:lnTo>
                      <a:pt x="0" y="576"/>
                    </a:lnTo>
                    <a:lnTo>
                      <a:pt x="5" y="733"/>
                    </a:lnTo>
                    <a:lnTo>
                      <a:pt x="69" y="1056"/>
                    </a:lnTo>
                    <a:lnTo>
                      <a:pt x="23" y="1568"/>
                    </a:lnTo>
                    <a:lnTo>
                      <a:pt x="35" y="1688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9" name="Freeform 383"/>
              <p:cNvSpPr>
                <a:spLocks/>
              </p:cNvSpPr>
              <p:nvPr/>
            </p:nvSpPr>
            <p:spPr bwMode="auto">
              <a:xfrm>
                <a:off x="2471" y="1569"/>
                <a:ext cx="16" cy="29"/>
              </a:xfrm>
              <a:custGeom>
                <a:avLst/>
                <a:gdLst>
                  <a:gd name="T0" fmla="*/ 0 w 129"/>
                  <a:gd name="T1" fmla="*/ 0 h 233"/>
                  <a:gd name="T2" fmla="*/ 0 w 129"/>
                  <a:gd name="T3" fmla="*/ 0 h 233"/>
                  <a:gd name="T4" fmla="*/ 0 w 129"/>
                  <a:gd name="T5" fmla="*/ 0 h 233"/>
                  <a:gd name="T6" fmla="*/ 0 w 129"/>
                  <a:gd name="T7" fmla="*/ 0 h 233"/>
                  <a:gd name="T8" fmla="*/ 0 w 129"/>
                  <a:gd name="T9" fmla="*/ 0 h 233"/>
                  <a:gd name="T10" fmla="*/ 0 w 129"/>
                  <a:gd name="T11" fmla="*/ 0 h 233"/>
                  <a:gd name="T12" fmla="*/ 0 w 129"/>
                  <a:gd name="T13" fmla="*/ 0 h 233"/>
                  <a:gd name="T14" fmla="*/ 0 w 129"/>
                  <a:gd name="T15" fmla="*/ 0 h 233"/>
                  <a:gd name="T16" fmla="*/ 0 w 129"/>
                  <a:gd name="T17" fmla="*/ 0 h 23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29"/>
                  <a:gd name="T28" fmla="*/ 0 h 233"/>
                  <a:gd name="T29" fmla="*/ 129 w 129"/>
                  <a:gd name="T30" fmla="*/ 233 h 23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29" h="233">
                    <a:moveTo>
                      <a:pt x="33" y="12"/>
                    </a:moveTo>
                    <a:lnTo>
                      <a:pt x="67" y="0"/>
                    </a:lnTo>
                    <a:lnTo>
                      <a:pt x="101" y="25"/>
                    </a:lnTo>
                    <a:lnTo>
                      <a:pt x="129" y="79"/>
                    </a:lnTo>
                    <a:lnTo>
                      <a:pt x="123" y="194"/>
                    </a:lnTo>
                    <a:lnTo>
                      <a:pt x="81" y="233"/>
                    </a:lnTo>
                    <a:lnTo>
                      <a:pt x="0" y="194"/>
                    </a:lnTo>
                    <a:lnTo>
                      <a:pt x="0" y="95"/>
                    </a:lnTo>
                    <a:lnTo>
                      <a:pt x="33" y="12"/>
                    </a:lnTo>
                    <a:close/>
                  </a:path>
                </a:pathLst>
              </a:custGeom>
              <a:solidFill>
                <a:srgbClr val="FFE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0" name="Freeform 384"/>
              <p:cNvSpPr>
                <a:spLocks/>
              </p:cNvSpPr>
              <p:nvPr/>
            </p:nvSpPr>
            <p:spPr bwMode="auto">
              <a:xfrm>
                <a:off x="2601" y="1577"/>
                <a:ext cx="5" cy="15"/>
              </a:xfrm>
              <a:custGeom>
                <a:avLst/>
                <a:gdLst>
                  <a:gd name="T0" fmla="*/ 0 w 44"/>
                  <a:gd name="T1" fmla="*/ 0 h 123"/>
                  <a:gd name="T2" fmla="*/ 0 w 44"/>
                  <a:gd name="T3" fmla="*/ 0 h 123"/>
                  <a:gd name="T4" fmla="*/ 0 w 44"/>
                  <a:gd name="T5" fmla="*/ 0 h 123"/>
                  <a:gd name="T6" fmla="*/ 0 w 44"/>
                  <a:gd name="T7" fmla="*/ 0 h 123"/>
                  <a:gd name="T8" fmla="*/ 0 w 44"/>
                  <a:gd name="T9" fmla="*/ 0 h 123"/>
                  <a:gd name="T10" fmla="*/ 0 w 44"/>
                  <a:gd name="T11" fmla="*/ 0 h 1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4"/>
                  <a:gd name="T19" fmla="*/ 0 h 123"/>
                  <a:gd name="T20" fmla="*/ 44 w 44"/>
                  <a:gd name="T21" fmla="*/ 123 h 1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4" h="123">
                    <a:moveTo>
                      <a:pt x="24" y="0"/>
                    </a:moveTo>
                    <a:lnTo>
                      <a:pt x="0" y="123"/>
                    </a:lnTo>
                    <a:lnTo>
                      <a:pt x="28" y="121"/>
                    </a:lnTo>
                    <a:lnTo>
                      <a:pt x="44" y="88"/>
                    </a:lnTo>
                    <a:lnTo>
                      <a:pt x="39" y="42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FE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1" name="Freeform 385"/>
              <p:cNvSpPr>
                <a:spLocks/>
              </p:cNvSpPr>
              <p:nvPr/>
            </p:nvSpPr>
            <p:spPr bwMode="auto">
              <a:xfrm>
                <a:off x="1883" y="1681"/>
                <a:ext cx="654" cy="484"/>
              </a:xfrm>
              <a:custGeom>
                <a:avLst/>
                <a:gdLst>
                  <a:gd name="T0" fmla="*/ 0 w 5233"/>
                  <a:gd name="T1" fmla="*/ 0 h 3878"/>
                  <a:gd name="T2" fmla="*/ 0 w 5233"/>
                  <a:gd name="T3" fmla="*/ 0 h 3878"/>
                  <a:gd name="T4" fmla="*/ 0 w 5233"/>
                  <a:gd name="T5" fmla="*/ 0 h 3878"/>
                  <a:gd name="T6" fmla="*/ 0 w 5233"/>
                  <a:gd name="T7" fmla="*/ 0 h 3878"/>
                  <a:gd name="T8" fmla="*/ 0 w 5233"/>
                  <a:gd name="T9" fmla="*/ 0 h 3878"/>
                  <a:gd name="T10" fmla="*/ 0 w 5233"/>
                  <a:gd name="T11" fmla="*/ 0 h 3878"/>
                  <a:gd name="T12" fmla="*/ 0 w 5233"/>
                  <a:gd name="T13" fmla="*/ 0 h 3878"/>
                  <a:gd name="T14" fmla="*/ 0 w 5233"/>
                  <a:gd name="T15" fmla="*/ 0 h 3878"/>
                  <a:gd name="T16" fmla="*/ 0 w 5233"/>
                  <a:gd name="T17" fmla="*/ 0 h 3878"/>
                  <a:gd name="T18" fmla="*/ 0 w 5233"/>
                  <a:gd name="T19" fmla="*/ 0 h 3878"/>
                  <a:gd name="T20" fmla="*/ 0 w 5233"/>
                  <a:gd name="T21" fmla="*/ 0 h 3878"/>
                  <a:gd name="T22" fmla="*/ 0 w 5233"/>
                  <a:gd name="T23" fmla="*/ 0 h 3878"/>
                  <a:gd name="T24" fmla="*/ 0 w 5233"/>
                  <a:gd name="T25" fmla="*/ 0 h 3878"/>
                  <a:gd name="T26" fmla="*/ 0 w 5233"/>
                  <a:gd name="T27" fmla="*/ 0 h 3878"/>
                  <a:gd name="T28" fmla="*/ 0 w 5233"/>
                  <a:gd name="T29" fmla="*/ 0 h 3878"/>
                  <a:gd name="T30" fmla="*/ 0 w 5233"/>
                  <a:gd name="T31" fmla="*/ 0 h 3878"/>
                  <a:gd name="T32" fmla="*/ 0 w 5233"/>
                  <a:gd name="T33" fmla="*/ 0 h 3878"/>
                  <a:gd name="T34" fmla="*/ 0 w 5233"/>
                  <a:gd name="T35" fmla="*/ 0 h 3878"/>
                  <a:gd name="T36" fmla="*/ 0 w 5233"/>
                  <a:gd name="T37" fmla="*/ 0 h 3878"/>
                  <a:gd name="T38" fmla="*/ 0 w 5233"/>
                  <a:gd name="T39" fmla="*/ 0 h 3878"/>
                  <a:gd name="T40" fmla="*/ 0 w 5233"/>
                  <a:gd name="T41" fmla="*/ 0 h 3878"/>
                  <a:gd name="T42" fmla="*/ 0 w 5233"/>
                  <a:gd name="T43" fmla="*/ 0 h 3878"/>
                  <a:gd name="T44" fmla="*/ 0 w 5233"/>
                  <a:gd name="T45" fmla="*/ 0 h 3878"/>
                  <a:gd name="T46" fmla="*/ 0 w 5233"/>
                  <a:gd name="T47" fmla="*/ 0 h 3878"/>
                  <a:gd name="T48" fmla="*/ 0 w 5233"/>
                  <a:gd name="T49" fmla="*/ 0 h 3878"/>
                  <a:gd name="T50" fmla="*/ 0 w 5233"/>
                  <a:gd name="T51" fmla="*/ 0 h 3878"/>
                  <a:gd name="T52" fmla="*/ 0 w 5233"/>
                  <a:gd name="T53" fmla="*/ 0 h 3878"/>
                  <a:gd name="T54" fmla="*/ 0 w 5233"/>
                  <a:gd name="T55" fmla="*/ 0 h 3878"/>
                  <a:gd name="T56" fmla="*/ 0 w 5233"/>
                  <a:gd name="T57" fmla="*/ 0 h 3878"/>
                  <a:gd name="T58" fmla="*/ 0 w 5233"/>
                  <a:gd name="T59" fmla="*/ 0 h 3878"/>
                  <a:gd name="T60" fmla="*/ 0 w 5233"/>
                  <a:gd name="T61" fmla="*/ 0 h 3878"/>
                  <a:gd name="T62" fmla="*/ 0 w 5233"/>
                  <a:gd name="T63" fmla="*/ 0 h 3878"/>
                  <a:gd name="T64" fmla="*/ 0 w 5233"/>
                  <a:gd name="T65" fmla="*/ 0 h 3878"/>
                  <a:gd name="T66" fmla="*/ 0 w 5233"/>
                  <a:gd name="T67" fmla="*/ 0 h 3878"/>
                  <a:gd name="T68" fmla="*/ 0 w 5233"/>
                  <a:gd name="T69" fmla="*/ 0 h 3878"/>
                  <a:gd name="T70" fmla="*/ 0 w 5233"/>
                  <a:gd name="T71" fmla="*/ 0 h 3878"/>
                  <a:gd name="T72" fmla="*/ 0 w 5233"/>
                  <a:gd name="T73" fmla="*/ 0 h 3878"/>
                  <a:gd name="T74" fmla="*/ 0 w 5233"/>
                  <a:gd name="T75" fmla="*/ 0 h 3878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5233"/>
                  <a:gd name="T115" fmla="*/ 0 h 3878"/>
                  <a:gd name="T116" fmla="*/ 5233 w 5233"/>
                  <a:gd name="T117" fmla="*/ 3878 h 3878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5233" h="3878">
                    <a:moveTo>
                      <a:pt x="4452" y="3024"/>
                    </a:moveTo>
                    <a:lnTo>
                      <a:pt x="4030" y="2787"/>
                    </a:lnTo>
                    <a:lnTo>
                      <a:pt x="3672" y="2893"/>
                    </a:lnTo>
                    <a:lnTo>
                      <a:pt x="3525" y="2812"/>
                    </a:lnTo>
                    <a:lnTo>
                      <a:pt x="3052" y="2393"/>
                    </a:lnTo>
                    <a:lnTo>
                      <a:pt x="2947" y="3010"/>
                    </a:lnTo>
                    <a:lnTo>
                      <a:pt x="3131" y="3089"/>
                    </a:lnTo>
                    <a:lnTo>
                      <a:pt x="3356" y="2999"/>
                    </a:lnTo>
                    <a:lnTo>
                      <a:pt x="3608" y="3076"/>
                    </a:lnTo>
                    <a:lnTo>
                      <a:pt x="3790" y="3063"/>
                    </a:lnTo>
                    <a:lnTo>
                      <a:pt x="4318" y="3052"/>
                    </a:lnTo>
                    <a:lnTo>
                      <a:pt x="4468" y="3234"/>
                    </a:lnTo>
                    <a:lnTo>
                      <a:pt x="4410" y="3612"/>
                    </a:lnTo>
                    <a:lnTo>
                      <a:pt x="4336" y="3681"/>
                    </a:lnTo>
                    <a:lnTo>
                      <a:pt x="3845" y="3681"/>
                    </a:lnTo>
                    <a:lnTo>
                      <a:pt x="1901" y="3878"/>
                    </a:lnTo>
                    <a:lnTo>
                      <a:pt x="11" y="3654"/>
                    </a:lnTo>
                    <a:lnTo>
                      <a:pt x="0" y="1987"/>
                    </a:lnTo>
                    <a:lnTo>
                      <a:pt x="103" y="1510"/>
                    </a:lnTo>
                    <a:lnTo>
                      <a:pt x="304" y="1037"/>
                    </a:lnTo>
                    <a:lnTo>
                      <a:pt x="408" y="892"/>
                    </a:lnTo>
                    <a:lnTo>
                      <a:pt x="685" y="590"/>
                    </a:lnTo>
                    <a:lnTo>
                      <a:pt x="975" y="394"/>
                    </a:lnTo>
                    <a:lnTo>
                      <a:pt x="1213" y="248"/>
                    </a:lnTo>
                    <a:lnTo>
                      <a:pt x="1466" y="145"/>
                    </a:lnTo>
                    <a:lnTo>
                      <a:pt x="1572" y="0"/>
                    </a:lnTo>
                    <a:lnTo>
                      <a:pt x="2604" y="343"/>
                    </a:lnTo>
                    <a:lnTo>
                      <a:pt x="2747" y="514"/>
                    </a:lnTo>
                    <a:lnTo>
                      <a:pt x="2947" y="643"/>
                    </a:lnTo>
                    <a:lnTo>
                      <a:pt x="3172" y="828"/>
                    </a:lnTo>
                    <a:lnTo>
                      <a:pt x="3474" y="1210"/>
                    </a:lnTo>
                    <a:lnTo>
                      <a:pt x="4307" y="1995"/>
                    </a:lnTo>
                    <a:lnTo>
                      <a:pt x="4491" y="2079"/>
                    </a:lnTo>
                    <a:lnTo>
                      <a:pt x="4544" y="2236"/>
                    </a:lnTo>
                    <a:lnTo>
                      <a:pt x="4956" y="2340"/>
                    </a:lnTo>
                    <a:lnTo>
                      <a:pt x="5140" y="2551"/>
                    </a:lnTo>
                    <a:lnTo>
                      <a:pt x="5233" y="2812"/>
                    </a:lnTo>
                    <a:lnTo>
                      <a:pt x="4452" y="3024"/>
                    </a:lnTo>
                    <a:close/>
                  </a:path>
                </a:pathLst>
              </a:custGeom>
              <a:solidFill>
                <a:srgbClr val="00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2" name="Freeform 386"/>
              <p:cNvSpPr>
                <a:spLocks/>
              </p:cNvSpPr>
              <p:nvPr/>
            </p:nvSpPr>
            <p:spPr bwMode="auto">
              <a:xfrm>
                <a:off x="2537" y="1950"/>
                <a:ext cx="101" cy="159"/>
              </a:xfrm>
              <a:custGeom>
                <a:avLst/>
                <a:gdLst>
                  <a:gd name="T0" fmla="*/ 0 w 803"/>
                  <a:gd name="T1" fmla="*/ 0 h 1268"/>
                  <a:gd name="T2" fmla="*/ 0 w 803"/>
                  <a:gd name="T3" fmla="*/ 0 h 1268"/>
                  <a:gd name="T4" fmla="*/ 0 w 803"/>
                  <a:gd name="T5" fmla="*/ 0 h 1268"/>
                  <a:gd name="T6" fmla="*/ 0 w 803"/>
                  <a:gd name="T7" fmla="*/ 0 h 1268"/>
                  <a:gd name="T8" fmla="*/ 0 w 803"/>
                  <a:gd name="T9" fmla="*/ 0 h 1268"/>
                  <a:gd name="T10" fmla="*/ 0 w 803"/>
                  <a:gd name="T11" fmla="*/ 0 h 1268"/>
                  <a:gd name="T12" fmla="*/ 0 w 803"/>
                  <a:gd name="T13" fmla="*/ 0 h 1268"/>
                  <a:gd name="T14" fmla="*/ 0 w 803"/>
                  <a:gd name="T15" fmla="*/ 0 h 1268"/>
                  <a:gd name="T16" fmla="*/ 0 w 803"/>
                  <a:gd name="T17" fmla="*/ 0 h 126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03"/>
                  <a:gd name="T28" fmla="*/ 0 h 1268"/>
                  <a:gd name="T29" fmla="*/ 803 w 803"/>
                  <a:gd name="T30" fmla="*/ 1268 h 126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03" h="1268">
                    <a:moveTo>
                      <a:pt x="0" y="23"/>
                    </a:moveTo>
                    <a:lnTo>
                      <a:pt x="0" y="44"/>
                    </a:lnTo>
                    <a:lnTo>
                      <a:pt x="12" y="69"/>
                    </a:lnTo>
                    <a:lnTo>
                      <a:pt x="708" y="1183"/>
                    </a:lnTo>
                    <a:lnTo>
                      <a:pt x="803" y="1268"/>
                    </a:lnTo>
                    <a:lnTo>
                      <a:pt x="759" y="1139"/>
                    </a:lnTo>
                    <a:lnTo>
                      <a:pt x="61" y="5"/>
                    </a:lnTo>
                    <a:lnTo>
                      <a:pt x="19" y="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FFE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3" name="Freeform 387"/>
              <p:cNvSpPr>
                <a:spLocks/>
              </p:cNvSpPr>
              <p:nvPr/>
            </p:nvSpPr>
            <p:spPr bwMode="auto">
              <a:xfrm>
                <a:off x="2461" y="2018"/>
                <a:ext cx="151" cy="96"/>
              </a:xfrm>
              <a:custGeom>
                <a:avLst/>
                <a:gdLst>
                  <a:gd name="T0" fmla="*/ 0 w 1202"/>
                  <a:gd name="T1" fmla="*/ 0 h 775"/>
                  <a:gd name="T2" fmla="*/ 0 w 1202"/>
                  <a:gd name="T3" fmla="*/ 0 h 775"/>
                  <a:gd name="T4" fmla="*/ 0 w 1202"/>
                  <a:gd name="T5" fmla="*/ 0 h 775"/>
                  <a:gd name="T6" fmla="*/ 0 w 1202"/>
                  <a:gd name="T7" fmla="*/ 0 h 775"/>
                  <a:gd name="T8" fmla="*/ 0 w 1202"/>
                  <a:gd name="T9" fmla="*/ 0 h 775"/>
                  <a:gd name="T10" fmla="*/ 0 w 1202"/>
                  <a:gd name="T11" fmla="*/ 0 h 775"/>
                  <a:gd name="T12" fmla="*/ 0 w 1202"/>
                  <a:gd name="T13" fmla="*/ 0 h 775"/>
                  <a:gd name="T14" fmla="*/ 0 w 1202"/>
                  <a:gd name="T15" fmla="*/ 0 h 775"/>
                  <a:gd name="T16" fmla="*/ 0 w 1202"/>
                  <a:gd name="T17" fmla="*/ 0 h 775"/>
                  <a:gd name="T18" fmla="*/ 0 w 1202"/>
                  <a:gd name="T19" fmla="*/ 0 h 775"/>
                  <a:gd name="T20" fmla="*/ 0 w 1202"/>
                  <a:gd name="T21" fmla="*/ 0 h 775"/>
                  <a:gd name="T22" fmla="*/ 0 w 1202"/>
                  <a:gd name="T23" fmla="*/ 0 h 775"/>
                  <a:gd name="T24" fmla="*/ 0 w 1202"/>
                  <a:gd name="T25" fmla="*/ 0 h 775"/>
                  <a:gd name="T26" fmla="*/ 0 w 1202"/>
                  <a:gd name="T27" fmla="*/ 0 h 775"/>
                  <a:gd name="T28" fmla="*/ 0 w 1202"/>
                  <a:gd name="T29" fmla="*/ 0 h 775"/>
                  <a:gd name="T30" fmla="*/ 0 w 1202"/>
                  <a:gd name="T31" fmla="*/ 0 h 775"/>
                  <a:gd name="T32" fmla="*/ 0 w 1202"/>
                  <a:gd name="T33" fmla="*/ 0 h 775"/>
                  <a:gd name="T34" fmla="*/ 0 w 1202"/>
                  <a:gd name="T35" fmla="*/ 0 h 775"/>
                  <a:gd name="T36" fmla="*/ 0 w 1202"/>
                  <a:gd name="T37" fmla="*/ 0 h 77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202"/>
                  <a:gd name="T58" fmla="*/ 0 h 775"/>
                  <a:gd name="T59" fmla="*/ 1202 w 1202"/>
                  <a:gd name="T60" fmla="*/ 775 h 77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202" h="775">
                    <a:moveTo>
                      <a:pt x="0" y="289"/>
                    </a:moveTo>
                    <a:lnTo>
                      <a:pt x="63" y="132"/>
                    </a:lnTo>
                    <a:lnTo>
                      <a:pt x="182" y="66"/>
                    </a:lnTo>
                    <a:lnTo>
                      <a:pt x="287" y="81"/>
                    </a:lnTo>
                    <a:lnTo>
                      <a:pt x="487" y="118"/>
                    </a:lnTo>
                    <a:lnTo>
                      <a:pt x="607" y="28"/>
                    </a:lnTo>
                    <a:lnTo>
                      <a:pt x="709" y="0"/>
                    </a:lnTo>
                    <a:lnTo>
                      <a:pt x="1147" y="66"/>
                    </a:lnTo>
                    <a:lnTo>
                      <a:pt x="1188" y="171"/>
                    </a:lnTo>
                    <a:lnTo>
                      <a:pt x="1135" y="199"/>
                    </a:lnTo>
                    <a:lnTo>
                      <a:pt x="793" y="224"/>
                    </a:lnTo>
                    <a:lnTo>
                      <a:pt x="1162" y="382"/>
                    </a:lnTo>
                    <a:lnTo>
                      <a:pt x="1202" y="475"/>
                    </a:lnTo>
                    <a:lnTo>
                      <a:pt x="1174" y="552"/>
                    </a:lnTo>
                    <a:lnTo>
                      <a:pt x="1068" y="630"/>
                    </a:lnTo>
                    <a:lnTo>
                      <a:pt x="1029" y="738"/>
                    </a:lnTo>
                    <a:lnTo>
                      <a:pt x="709" y="775"/>
                    </a:lnTo>
                    <a:lnTo>
                      <a:pt x="130" y="710"/>
                    </a:lnTo>
                    <a:lnTo>
                      <a:pt x="0" y="289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4" name="Freeform 388"/>
              <p:cNvSpPr>
                <a:spLocks/>
              </p:cNvSpPr>
              <p:nvPr/>
            </p:nvSpPr>
            <p:spPr bwMode="auto">
              <a:xfrm>
                <a:off x="2071" y="1548"/>
                <a:ext cx="205" cy="239"/>
              </a:xfrm>
              <a:custGeom>
                <a:avLst/>
                <a:gdLst>
                  <a:gd name="T0" fmla="*/ 0 w 1639"/>
                  <a:gd name="T1" fmla="*/ 0 h 1907"/>
                  <a:gd name="T2" fmla="*/ 0 w 1639"/>
                  <a:gd name="T3" fmla="*/ 0 h 1907"/>
                  <a:gd name="T4" fmla="*/ 0 w 1639"/>
                  <a:gd name="T5" fmla="*/ 0 h 1907"/>
                  <a:gd name="T6" fmla="*/ 0 w 1639"/>
                  <a:gd name="T7" fmla="*/ 0 h 1907"/>
                  <a:gd name="T8" fmla="*/ 0 w 1639"/>
                  <a:gd name="T9" fmla="*/ 0 h 1907"/>
                  <a:gd name="T10" fmla="*/ 0 w 1639"/>
                  <a:gd name="T11" fmla="*/ 0 h 1907"/>
                  <a:gd name="T12" fmla="*/ 0 w 1639"/>
                  <a:gd name="T13" fmla="*/ 0 h 1907"/>
                  <a:gd name="T14" fmla="*/ 0 w 1639"/>
                  <a:gd name="T15" fmla="*/ 0 h 1907"/>
                  <a:gd name="T16" fmla="*/ 0 w 1639"/>
                  <a:gd name="T17" fmla="*/ 0 h 1907"/>
                  <a:gd name="T18" fmla="*/ 0 w 1639"/>
                  <a:gd name="T19" fmla="*/ 0 h 1907"/>
                  <a:gd name="T20" fmla="*/ 0 w 1639"/>
                  <a:gd name="T21" fmla="*/ 0 h 1907"/>
                  <a:gd name="T22" fmla="*/ 0 w 1639"/>
                  <a:gd name="T23" fmla="*/ 0 h 1907"/>
                  <a:gd name="T24" fmla="*/ 0 w 1639"/>
                  <a:gd name="T25" fmla="*/ 0 h 1907"/>
                  <a:gd name="T26" fmla="*/ 0 w 1639"/>
                  <a:gd name="T27" fmla="*/ 0 h 1907"/>
                  <a:gd name="T28" fmla="*/ 0 w 1639"/>
                  <a:gd name="T29" fmla="*/ 0 h 1907"/>
                  <a:gd name="T30" fmla="*/ 0 w 1639"/>
                  <a:gd name="T31" fmla="*/ 0 h 1907"/>
                  <a:gd name="T32" fmla="*/ 0 w 1639"/>
                  <a:gd name="T33" fmla="*/ 0 h 1907"/>
                  <a:gd name="T34" fmla="*/ 0 w 1639"/>
                  <a:gd name="T35" fmla="*/ 0 h 1907"/>
                  <a:gd name="T36" fmla="*/ 0 w 1639"/>
                  <a:gd name="T37" fmla="*/ 0 h 1907"/>
                  <a:gd name="T38" fmla="*/ 0 w 1639"/>
                  <a:gd name="T39" fmla="*/ 0 h 1907"/>
                  <a:gd name="T40" fmla="*/ 0 w 1639"/>
                  <a:gd name="T41" fmla="*/ 0 h 1907"/>
                  <a:gd name="T42" fmla="*/ 0 w 1639"/>
                  <a:gd name="T43" fmla="*/ 0 h 1907"/>
                  <a:gd name="T44" fmla="*/ 0 w 1639"/>
                  <a:gd name="T45" fmla="*/ 0 h 1907"/>
                  <a:gd name="T46" fmla="*/ 0 w 1639"/>
                  <a:gd name="T47" fmla="*/ 0 h 1907"/>
                  <a:gd name="T48" fmla="*/ 0 w 1639"/>
                  <a:gd name="T49" fmla="*/ 0 h 1907"/>
                  <a:gd name="T50" fmla="*/ 0 w 1639"/>
                  <a:gd name="T51" fmla="*/ 0 h 1907"/>
                  <a:gd name="T52" fmla="*/ 0 w 1639"/>
                  <a:gd name="T53" fmla="*/ 0 h 1907"/>
                  <a:gd name="T54" fmla="*/ 0 w 1639"/>
                  <a:gd name="T55" fmla="*/ 0 h 1907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639"/>
                  <a:gd name="T85" fmla="*/ 0 h 1907"/>
                  <a:gd name="T86" fmla="*/ 1639 w 1639"/>
                  <a:gd name="T87" fmla="*/ 1907 h 1907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639" h="1907">
                    <a:moveTo>
                      <a:pt x="0" y="538"/>
                    </a:moveTo>
                    <a:lnTo>
                      <a:pt x="53" y="850"/>
                    </a:lnTo>
                    <a:lnTo>
                      <a:pt x="73" y="949"/>
                    </a:lnTo>
                    <a:lnTo>
                      <a:pt x="127" y="1008"/>
                    </a:lnTo>
                    <a:lnTo>
                      <a:pt x="99" y="1109"/>
                    </a:lnTo>
                    <a:lnTo>
                      <a:pt x="154" y="1217"/>
                    </a:lnTo>
                    <a:lnTo>
                      <a:pt x="207" y="1305"/>
                    </a:lnTo>
                    <a:lnTo>
                      <a:pt x="272" y="1409"/>
                    </a:lnTo>
                    <a:lnTo>
                      <a:pt x="495" y="1599"/>
                    </a:lnTo>
                    <a:lnTo>
                      <a:pt x="784" y="1907"/>
                    </a:lnTo>
                    <a:lnTo>
                      <a:pt x="822" y="1859"/>
                    </a:lnTo>
                    <a:lnTo>
                      <a:pt x="881" y="1736"/>
                    </a:lnTo>
                    <a:lnTo>
                      <a:pt x="905" y="1598"/>
                    </a:lnTo>
                    <a:lnTo>
                      <a:pt x="1030" y="1630"/>
                    </a:lnTo>
                    <a:lnTo>
                      <a:pt x="1155" y="1617"/>
                    </a:lnTo>
                    <a:lnTo>
                      <a:pt x="1213" y="1584"/>
                    </a:lnTo>
                    <a:lnTo>
                      <a:pt x="1270" y="1522"/>
                    </a:lnTo>
                    <a:lnTo>
                      <a:pt x="1429" y="1179"/>
                    </a:lnTo>
                    <a:lnTo>
                      <a:pt x="1510" y="1077"/>
                    </a:lnTo>
                    <a:lnTo>
                      <a:pt x="1572" y="905"/>
                    </a:lnTo>
                    <a:lnTo>
                      <a:pt x="1586" y="718"/>
                    </a:lnTo>
                    <a:lnTo>
                      <a:pt x="1618" y="632"/>
                    </a:lnTo>
                    <a:lnTo>
                      <a:pt x="1635" y="575"/>
                    </a:lnTo>
                    <a:lnTo>
                      <a:pt x="1639" y="261"/>
                    </a:lnTo>
                    <a:lnTo>
                      <a:pt x="1609" y="118"/>
                    </a:lnTo>
                    <a:lnTo>
                      <a:pt x="1540" y="0"/>
                    </a:lnTo>
                    <a:lnTo>
                      <a:pt x="207" y="155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5" name="Freeform 389"/>
              <p:cNvSpPr>
                <a:spLocks/>
              </p:cNvSpPr>
              <p:nvPr/>
            </p:nvSpPr>
            <p:spPr bwMode="auto">
              <a:xfrm>
                <a:off x="2159" y="1797"/>
                <a:ext cx="46" cy="241"/>
              </a:xfrm>
              <a:custGeom>
                <a:avLst/>
                <a:gdLst>
                  <a:gd name="T0" fmla="*/ 0 w 369"/>
                  <a:gd name="T1" fmla="*/ 0 h 1920"/>
                  <a:gd name="T2" fmla="*/ 0 w 369"/>
                  <a:gd name="T3" fmla="*/ 0 h 1920"/>
                  <a:gd name="T4" fmla="*/ 0 w 369"/>
                  <a:gd name="T5" fmla="*/ 0 h 1920"/>
                  <a:gd name="T6" fmla="*/ 0 w 369"/>
                  <a:gd name="T7" fmla="*/ 0 h 1920"/>
                  <a:gd name="T8" fmla="*/ 0 w 369"/>
                  <a:gd name="T9" fmla="*/ 0 h 1920"/>
                  <a:gd name="T10" fmla="*/ 0 w 369"/>
                  <a:gd name="T11" fmla="*/ 0 h 1920"/>
                  <a:gd name="T12" fmla="*/ 0 w 369"/>
                  <a:gd name="T13" fmla="*/ 0 h 1920"/>
                  <a:gd name="T14" fmla="*/ 0 w 369"/>
                  <a:gd name="T15" fmla="*/ 0 h 1920"/>
                  <a:gd name="T16" fmla="*/ 0 w 369"/>
                  <a:gd name="T17" fmla="*/ 0 h 1920"/>
                  <a:gd name="T18" fmla="*/ 0 w 369"/>
                  <a:gd name="T19" fmla="*/ 0 h 1920"/>
                  <a:gd name="T20" fmla="*/ 0 w 369"/>
                  <a:gd name="T21" fmla="*/ 0 h 1920"/>
                  <a:gd name="T22" fmla="*/ 0 w 369"/>
                  <a:gd name="T23" fmla="*/ 0 h 1920"/>
                  <a:gd name="T24" fmla="*/ 0 w 369"/>
                  <a:gd name="T25" fmla="*/ 0 h 1920"/>
                  <a:gd name="T26" fmla="*/ 0 w 369"/>
                  <a:gd name="T27" fmla="*/ 0 h 1920"/>
                  <a:gd name="T28" fmla="*/ 0 w 369"/>
                  <a:gd name="T29" fmla="*/ 0 h 1920"/>
                  <a:gd name="T30" fmla="*/ 0 w 369"/>
                  <a:gd name="T31" fmla="*/ 0 h 1920"/>
                  <a:gd name="T32" fmla="*/ 0 w 369"/>
                  <a:gd name="T33" fmla="*/ 0 h 192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69"/>
                  <a:gd name="T52" fmla="*/ 0 h 1920"/>
                  <a:gd name="T53" fmla="*/ 369 w 369"/>
                  <a:gd name="T54" fmla="*/ 1920 h 192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69" h="1920">
                    <a:moveTo>
                      <a:pt x="92" y="0"/>
                    </a:moveTo>
                    <a:lnTo>
                      <a:pt x="40" y="52"/>
                    </a:lnTo>
                    <a:lnTo>
                      <a:pt x="0" y="142"/>
                    </a:lnTo>
                    <a:lnTo>
                      <a:pt x="27" y="313"/>
                    </a:lnTo>
                    <a:lnTo>
                      <a:pt x="14" y="973"/>
                    </a:lnTo>
                    <a:lnTo>
                      <a:pt x="40" y="1433"/>
                    </a:lnTo>
                    <a:lnTo>
                      <a:pt x="119" y="1920"/>
                    </a:lnTo>
                    <a:lnTo>
                      <a:pt x="200" y="1920"/>
                    </a:lnTo>
                    <a:lnTo>
                      <a:pt x="319" y="1920"/>
                    </a:lnTo>
                    <a:lnTo>
                      <a:pt x="369" y="1841"/>
                    </a:lnTo>
                    <a:lnTo>
                      <a:pt x="263" y="1498"/>
                    </a:lnTo>
                    <a:lnTo>
                      <a:pt x="212" y="1169"/>
                    </a:lnTo>
                    <a:lnTo>
                      <a:pt x="200" y="776"/>
                    </a:lnTo>
                    <a:lnTo>
                      <a:pt x="159" y="313"/>
                    </a:lnTo>
                    <a:lnTo>
                      <a:pt x="185" y="211"/>
                    </a:lnTo>
                    <a:lnTo>
                      <a:pt x="159" y="66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6" name="Freeform 390"/>
              <p:cNvSpPr>
                <a:spLocks/>
              </p:cNvSpPr>
              <p:nvPr/>
            </p:nvSpPr>
            <p:spPr bwMode="auto">
              <a:xfrm>
                <a:off x="2182" y="1487"/>
                <a:ext cx="114" cy="117"/>
              </a:xfrm>
              <a:custGeom>
                <a:avLst/>
                <a:gdLst>
                  <a:gd name="T0" fmla="*/ 0 w 914"/>
                  <a:gd name="T1" fmla="*/ 0 h 936"/>
                  <a:gd name="T2" fmla="*/ 0 w 914"/>
                  <a:gd name="T3" fmla="*/ 0 h 936"/>
                  <a:gd name="T4" fmla="*/ 0 w 914"/>
                  <a:gd name="T5" fmla="*/ 0 h 936"/>
                  <a:gd name="T6" fmla="*/ 0 w 914"/>
                  <a:gd name="T7" fmla="*/ 0 h 936"/>
                  <a:gd name="T8" fmla="*/ 0 w 914"/>
                  <a:gd name="T9" fmla="*/ 0 h 936"/>
                  <a:gd name="T10" fmla="*/ 0 w 914"/>
                  <a:gd name="T11" fmla="*/ 0 h 936"/>
                  <a:gd name="T12" fmla="*/ 0 w 914"/>
                  <a:gd name="T13" fmla="*/ 0 h 936"/>
                  <a:gd name="T14" fmla="*/ 0 w 914"/>
                  <a:gd name="T15" fmla="*/ 0 h 936"/>
                  <a:gd name="T16" fmla="*/ 0 w 914"/>
                  <a:gd name="T17" fmla="*/ 0 h 936"/>
                  <a:gd name="T18" fmla="*/ 0 w 914"/>
                  <a:gd name="T19" fmla="*/ 0 h 936"/>
                  <a:gd name="T20" fmla="*/ 0 w 914"/>
                  <a:gd name="T21" fmla="*/ 0 h 936"/>
                  <a:gd name="T22" fmla="*/ 0 w 914"/>
                  <a:gd name="T23" fmla="*/ 0 h 936"/>
                  <a:gd name="T24" fmla="*/ 0 w 914"/>
                  <a:gd name="T25" fmla="*/ 0 h 936"/>
                  <a:gd name="T26" fmla="*/ 0 w 914"/>
                  <a:gd name="T27" fmla="*/ 0 h 936"/>
                  <a:gd name="T28" fmla="*/ 0 w 914"/>
                  <a:gd name="T29" fmla="*/ 0 h 9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914"/>
                  <a:gd name="T46" fmla="*/ 0 h 936"/>
                  <a:gd name="T47" fmla="*/ 914 w 914"/>
                  <a:gd name="T48" fmla="*/ 936 h 9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914" h="936">
                    <a:moveTo>
                      <a:pt x="635" y="499"/>
                    </a:moveTo>
                    <a:lnTo>
                      <a:pt x="714" y="607"/>
                    </a:lnTo>
                    <a:lnTo>
                      <a:pt x="844" y="936"/>
                    </a:lnTo>
                    <a:lnTo>
                      <a:pt x="899" y="855"/>
                    </a:lnTo>
                    <a:lnTo>
                      <a:pt x="914" y="581"/>
                    </a:lnTo>
                    <a:lnTo>
                      <a:pt x="914" y="510"/>
                    </a:lnTo>
                    <a:lnTo>
                      <a:pt x="859" y="462"/>
                    </a:lnTo>
                    <a:lnTo>
                      <a:pt x="767" y="381"/>
                    </a:lnTo>
                    <a:lnTo>
                      <a:pt x="686" y="224"/>
                    </a:lnTo>
                    <a:lnTo>
                      <a:pt x="541" y="79"/>
                    </a:lnTo>
                    <a:lnTo>
                      <a:pt x="356" y="40"/>
                    </a:lnTo>
                    <a:lnTo>
                      <a:pt x="145" y="0"/>
                    </a:lnTo>
                    <a:lnTo>
                      <a:pt x="0" y="51"/>
                    </a:lnTo>
                    <a:lnTo>
                      <a:pt x="15" y="593"/>
                    </a:lnTo>
                    <a:lnTo>
                      <a:pt x="635" y="499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7" name="Freeform 391"/>
              <p:cNvSpPr>
                <a:spLocks/>
              </p:cNvSpPr>
              <p:nvPr/>
            </p:nvSpPr>
            <p:spPr bwMode="auto">
              <a:xfrm>
                <a:off x="2169" y="1613"/>
                <a:ext cx="31" cy="12"/>
              </a:xfrm>
              <a:custGeom>
                <a:avLst/>
                <a:gdLst>
                  <a:gd name="T0" fmla="*/ 0 w 251"/>
                  <a:gd name="T1" fmla="*/ 0 h 93"/>
                  <a:gd name="T2" fmla="*/ 0 w 251"/>
                  <a:gd name="T3" fmla="*/ 0 h 93"/>
                  <a:gd name="T4" fmla="*/ 0 w 251"/>
                  <a:gd name="T5" fmla="*/ 0 h 93"/>
                  <a:gd name="T6" fmla="*/ 0 w 251"/>
                  <a:gd name="T7" fmla="*/ 0 h 93"/>
                  <a:gd name="T8" fmla="*/ 0 w 251"/>
                  <a:gd name="T9" fmla="*/ 0 h 93"/>
                  <a:gd name="T10" fmla="*/ 0 w 251"/>
                  <a:gd name="T11" fmla="*/ 0 h 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1"/>
                  <a:gd name="T19" fmla="*/ 0 h 93"/>
                  <a:gd name="T20" fmla="*/ 251 w 251"/>
                  <a:gd name="T21" fmla="*/ 93 h 9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1" h="93">
                    <a:moveTo>
                      <a:pt x="0" y="55"/>
                    </a:moveTo>
                    <a:lnTo>
                      <a:pt x="147" y="70"/>
                    </a:lnTo>
                    <a:lnTo>
                      <a:pt x="251" y="93"/>
                    </a:lnTo>
                    <a:lnTo>
                      <a:pt x="196" y="0"/>
                    </a:lnTo>
                    <a:lnTo>
                      <a:pt x="53" y="0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8" name="Freeform 392"/>
              <p:cNvSpPr>
                <a:spLocks/>
              </p:cNvSpPr>
              <p:nvPr/>
            </p:nvSpPr>
            <p:spPr bwMode="auto">
              <a:xfrm>
                <a:off x="2240" y="1627"/>
                <a:ext cx="23" cy="14"/>
              </a:xfrm>
              <a:custGeom>
                <a:avLst/>
                <a:gdLst>
                  <a:gd name="T0" fmla="*/ 0 w 183"/>
                  <a:gd name="T1" fmla="*/ 0 h 119"/>
                  <a:gd name="T2" fmla="*/ 0 w 183"/>
                  <a:gd name="T3" fmla="*/ 0 h 119"/>
                  <a:gd name="T4" fmla="*/ 0 w 183"/>
                  <a:gd name="T5" fmla="*/ 0 h 119"/>
                  <a:gd name="T6" fmla="*/ 0 w 183"/>
                  <a:gd name="T7" fmla="*/ 0 h 119"/>
                  <a:gd name="T8" fmla="*/ 0 w 183"/>
                  <a:gd name="T9" fmla="*/ 0 h 119"/>
                  <a:gd name="T10" fmla="*/ 0 w 183"/>
                  <a:gd name="T11" fmla="*/ 0 h 11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83"/>
                  <a:gd name="T19" fmla="*/ 0 h 119"/>
                  <a:gd name="T20" fmla="*/ 183 w 183"/>
                  <a:gd name="T21" fmla="*/ 119 h 11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83" h="119">
                    <a:moveTo>
                      <a:pt x="0" y="66"/>
                    </a:moveTo>
                    <a:lnTo>
                      <a:pt x="106" y="119"/>
                    </a:lnTo>
                    <a:lnTo>
                      <a:pt x="183" y="105"/>
                    </a:lnTo>
                    <a:lnTo>
                      <a:pt x="172" y="77"/>
                    </a:lnTo>
                    <a:lnTo>
                      <a:pt x="37" y="0"/>
                    </a:ln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9" name="Freeform 393"/>
              <p:cNvSpPr>
                <a:spLocks/>
              </p:cNvSpPr>
              <p:nvPr/>
            </p:nvSpPr>
            <p:spPr bwMode="auto">
              <a:xfrm>
                <a:off x="2509" y="1541"/>
                <a:ext cx="28" cy="11"/>
              </a:xfrm>
              <a:custGeom>
                <a:avLst/>
                <a:gdLst>
                  <a:gd name="T0" fmla="*/ 0 w 218"/>
                  <a:gd name="T1" fmla="*/ 0 h 86"/>
                  <a:gd name="T2" fmla="*/ 0 w 218"/>
                  <a:gd name="T3" fmla="*/ 0 h 86"/>
                  <a:gd name="T4" fmla="*/ 0 w 218"/>
                  <a:gd name="T5" fmla="*/ 0 h 86"/>
                  <a:gd name="T6" fmla="*/ 0 w 218"/>
                  <a:gd name="T7" fmla="*/ 0 h 86"/>
                  <a:gd name="T8" fmla="*/ 0 w 218"/>
                  <a:gd name="T9" fmla="*/ 0 h 86"/>
                  <a:gd name="T10" fmla="*/ 0 w 218"/>
                  <a:gd name="T11" fmla="*/ 0 h 86"/>
                  <a:gd name="T12" fmla="*/ 0 w 218"/>
                  <a:gd name="T13" fmla="*/ 0 h 86"/>
                  <a:gd name="T14" fmla="*/ 0 w 218"/>
                  <a:gd name="T15" fmla="*/ 0 h 86"/>
                  <a:gd name="T16" fmla="*/ 0 w 218"/>
                  <a:gd name="T17" fmla="*/ 0 h 8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18"/>
                  <a:gd name="T28" fmla="*/ 0 h 86"/>
                  <a:gd name="T29" fmla="*/ 218 w 218"/>
                  <a:gd name="T30" fmla="*/ 86 h 8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18" h="86">
                    <a:moveTo>
                      <a:pt x="0" y="14"/>
                    </a:moveTo>
                    <a:lnTo>
                      <a:pt x="62" y="60"/>
                    </a:lnTo>
                    <a:lnTo>
                      <a:pt x="97" y="86"/>
                    </a:lnTo>
                    <a:lnTo>
                      <a:pt x="181" y="86"/>
                    </a:lnTo>
                    <a:lnTo>
                      <a:pt x="218" y="58"/>
                    </a:lnTo>
                    <a:lnTo>
                      <a:pt x="177" y="9"/>
                    </a:lnTo>
                    <a:lnTo>
                      <a:pt x="103" y="0"/>
                    </a:lnTo>
                    <a:lnTo>
                      <a:pt x="20" y="9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0" name="Freeform 394"/>
              <p:cNvSpPr>
                <a:spLocks/>
              </p:cNvSpPr>
              <p:nvPr/>
            </p:nvSpPr>
            <p:spPr bwMode="auto">
              <a:xfrm>
                <a:off x="2568" y="1545"/>
                <a:ext cx="27" cy="10"/>
              </a:xfrm>
              <a:custGeom>
                <a:avLst/>
                <a:gdLst>
                  <a:gd name="T0" fmla="*/ 0 w 216"/>
                  <a:gd name="T1" fmla="*/ 0 h 83"/>
                  <a:gd name="T2" fmla="*/ 0 w 216"/>
                  <a:gd name="T3" fmla="*/ 0 h 83"/>
                  <a:gd name="T4" fmla="*/ 0 w 216"/>
                  <a:gd name="T5" fmla="*/ 0 h 83"/>
                  <a:gd name="T6" fmla="*/ 0 w 216"/>
                  <a:gd name="T7" fmla="*/ 0 h 83"/>
                  <a:gd name="T8" fmla="*/ 0 w 216"/>
                  <a:gd name="T9" fmla="*/ 0 h 83"/>
                  <a:gd name="T10" fmla="*/ 0 w 216"/>
                  <a:gd name="T11" fmla="*/ 0 h 83"/>
                  <a:gd name="T12" fmla="*/ 0 w 216"/>
                  <a:gd name="T13" fmla="*/ 0 h 83"/>
                  <a:gd name="T14" fmla="*/ 0 w 216"/>
                  <a:gd name="T15" fmla="*/ 0 h 83"/>
                  <a:gd name="T16" fmla="*/ 0 w 216"/>
                  <a:gd name="T17" fmla="*/ 0 h 8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16"/>
                  <a:gd name="T28" fmla="*/ 0 h 83"/>
                  <a:gd name="T29" fmla="*/ 216 w 216"/>
                  <a:gd name="T30" fmla="*/ 83 h 8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16" h="83">
                    <a:moveTo>
                      <a:pt x="0" y="48"/>
                    </a:moveTo>
                    <a:lnTo>
                      <a:pt x="50" y="7"/>
                    </a:lnTo>
                    <a:lnTo>
                      <a:pt x="130" y="0"/>
                    </a:lnTo>
                    <a:lnTo>
                      <a:pt x="216" y="35"/>
                    </a:lnTo>
                    <a:lnTo>
                      <a:pt x="163" y="66"/>
                    </a:lnTo>
                    <a:lnTo>
                      <a:pt x="121" y="81"/>
                    </a:lnTo>
                    <a:lnTo>
                      <a:pt x="75" y="83"/>
                    </a:lnTo>
                    <a:lnTo>
                      <a:pt x="18" y="62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1" name="Freeform 395"/>
              <p:cNvSpPr>
                <a:spLocks/>
              </p:cNvSpPr>
              <p:nvPr/>
            </p:nvSpPr>
            <p:spPr bwMode="auto">
              <a:xfrm>
                <a:off x="2528" y="1606"/>
                <a:ext cx="43" cy="9"/>
              </a:xfrm>
              <a:custGeom>
                <a:avLst/>
                <a:gdLst>
                  <a:gd name="T0" fmla="*/ 0 w 350"/>
                  <a:gd name="T1" fmla="*/ 0 h 67"/>
                  <a:gd name="T2" fmla="*/ 0 w 350"/>
                  <a:gd name="T3" fmla="*/ 0 h 67"/>
                  <a:gd name="T4" fmla="*/ 0 w 350"/>
                  <a:gd name="T5" fmla="*/ 0 h 67"/>
                  <a:gd name="T6" fmla="*/ 0 w 350"/>
                  <a:gd name="T7" fmla="*/ 0 h 67"/>
                  <a:gd name="T8" fmla="*/ 0 w 350"/>
                  <a:gd name="T9" fmla="*/ 0 h 67"/>
                  <a:gd name="T10" fmla="*/ 0 w 350"/>
                  <a:gd name="T11" fmla="*/ 0 h 67"/>
                  <a:gd name="T12" fmla="*/ 0 w 350"/>
                  <a:gd name="T13" fmla="*/ 0 h 67"/>
                  <a:gd name="T14" fmla="*/ 0 w 350"/>
                  <a:gd name="T15" fmla="*/ 0 h 67"/>
                  <a:gd name="T16" fmla="*/ 0 w 350"/>
                  <a:gd name="T17" fmla="*/ 0 h 67"/>
                  <a:gd name="T18" fmla="*/ 0 w 350"/>
                  <a:gd name="T19" fmla="*/ 0 h 67"/>
                  <a:gd name="T20" fmla="*/ 0 w 350"/>
                  <a:gd name="T21" fmla="*/ 0 h 6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50"/>
                  <a:gd name="T34" fmla="*/ 0 h 67"/>
                  <a:gd name="T35" fmla="*/ 350 w 350"/>
                  <a:gd name="T36" fmla="*/ 67 h 6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50" h="67">
                    <a:moveTo>
                      <a:pt x="0" y="4"/>
                    </a:moveTo>
                    <a:lnTo>
                      <a:pt x="82" y="50"/>
                    </a:lnTo>
                    <a:lnTo>
                      <a:pt x="203" y="67"/>
                    </a:lnTo>
                    <a:lnTo>
                      <a:pt x="260" y="65"/>
                    </a:lnTo>
                    <a:lnTo>
                      <a:pt x="299" y="46"/>
                    </a:lnTo>
                    <a:lnTo>
                      <a:pt x="332" y="21"/>
                    </a:lnTo>
                    <a:lnTo>
                      <a:pt x="350" y="0"/>
                    </a:lnTo>
                    <a:lnTo>
                      <a:pt x="249" y="6"/>
                    </a:lnTo>
                    <a:lnTo>
                      <a:pt x="194" y="14"/>
                    </a:lnTo>
                    <a:lnTo>
                      <a:pt x="108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2" name="Freeform 396"/>
              <p:cNvSpPr>
                <a:spLocks/>
              </p:cNvSpPr>
              <p:nvPr/>
            </p:nvSpPr>
            <p:spPr bwMode="auto">
              <a:xfrm>
                <a:off x="3253" y="1642"/>
                <a:ext cx="591" cy="522"/>
              </a:xfrm>
              <a:custGeom>
                <a:avLst/>
                <a:gdLst>
                  <a:gd name="T0" fmla="*/ 0 w 4729"/>
                  <a:gd name="T1" fmla="*/ 0 h 4178"/>
                  <a:gd name="T2" fmla="*/ 0 w 4729"/>
                  <a:gd name="T3" fmla="*/ 0 h 4178"/>
                  <a:gd name="T4" fmla="*/ 0 w 4729"/>
                  <a:gd name="T5" fmla="*/ 0 h 4178"/>
                  <a:gd name="T6" fmla="*/ 0 w 4729"/>
                  <a:gd name="T7" fmla="*/ 0 h 4178"/>
                  <a:gd name="T8" fmla="*/ 0 w 4729"/>
                  <a:gd name="T9" fmla="*/ 0 h 4178"/>
                  <a:gd name="T10" fmla="*/ 0 w 4729"/>
                  <a:gd name="T11" fmla="*/ 0 h 4178"/>
                  <a:gd name="T12" fmla="*/ 0 w 4729"/>
                  <a:gd name="T13" fmla="*/ 0 h 4178"/>
                  <a:gd name="T14" fmla="*/ 0 w 4729"/>
                  <a:gd name="T15" fmla="*/ 0 h 4178"/>
                  <a:gd name="T16" fmla="*/ 0 w 4729"/>
                  <a:gd name="T17" fmla="*/ 0 h 4178"/>
                  <a:gd name="T18" fmla="*/ 0 w 4729"/>
                  <a:gd name="T19" fmla="*/ 0 h 4178"/>
                  <a:gd name="T20" fmla="*/ 0 w 4729"/>
                  <a:gd name="T21" fmla="*/ 0 h 4178"/>
                  <a:gd name="T22" fmla="*/ 0 w 4729"/>
                  <a:gd name="T23" fmla="*/ 0 h 4178"/>
                  <a:gd name="T24" fmla="*/ 0 w 4729"/>
                  <a:gd name="T25" fmla="*/ 0 h 4178"/>
                  <a:gd name="T26" fmla="*/ 0 w 4729"/>
                  <a:gd name="T27" fmla="*/ 0 h 4178"/>
                  <a:gd name="T28" fmla="*/ 0 w 4729"/>
                  <a:gd name="T29" fmla="*/ 0 h 4178"/>
                  <a:gd name="T30" fmla="*/ 0 w 4729"/>
                  <a:gd name="T31" fmla="*/ 0 h 4178"/>
                  <a:gd name="T32" fmla="*/ 0 w 4729"/>
                  <a:gd name="T33" fmla="*/ 0 h 4178"/>
                  <a:gd name="T34" fmla="*/ 0 w 4729"/>
                  <a:gd name="T35" fmla="*/ 0 h 4178"/>
                  <a:gd name="T36" fmla="*/ 0 w 4729"/>
                  <a:gd name="T37" fmla="*/ 0 h 4178"/>
                  <a:gd name="T38" fmla="*/ 0 w 4729"/>
                  <a:gd name="T39" fmla="*/ 0 h 4178"/>
                  <a:gd name="T40" fmla="*/ 0 w 4729"/>
                  <a:gd name="T41" fmla="*/ 0 h 4178"/>
                  <a:gd name="T42" fmla="*/ 0 w 4729"/>
                  <a:gd name="T43" fmla="*/ 0 h 4178"/>
                  <a:gd name="T44" fmla="*/ 0 w 4729"/>
                  <a:gd name="T45" fmla="*/ 0 h 4178"/>
                  <a:gd name="T46" fmla="*/ 0 w 4729"/>
                  <a:gd name="T47" fmla="*/ 0 h 4178"/>
                  <a:gd name="T48" fmla="*/ 0 w 4729"/>
                  <a:gd name="T49" fmla="*/ 0 h 4178"/>
                  <a:gd name="T50" fmla="*/ 0 w 4729"/>
                  <a:gd name="T51" fmla="*/ 0 h 4178"/>
                  <a:gd name="T52" fmla="*/ 0 w 4729"/>
                  <a:gd name="T53" fmla="*/ 0 h 4178"/>
                  <a:gd name="T54" fmla="*/ 0 w 4729"/>
                  <a:gd name="T55" fmla="*/ 0 h 4178"/>
                  <a:gd name="T56" fmla="*/ 0 w 4729"/>
                  <a:gd name="T57" fmla="*/ 0 h 4178"/>
                  <a:gd name="T58" fmla="*/ 0 w 4729"/>
                  <a:gd name="T59" fmla="*/ 0 h 4178"/>
                  <a:gd name="T60" fmla="*/ 0 w 4729"/>
                  <a:gd name="T61" fmla="*/ 0 h 4178"/>
                  <a:gd name="T62" fmla="*/ 0 w 4729"/>
                  <a:gd name="T63" fmla="*/ 0 h 4178"/>
                  <a:gd name="T64" fmla="*/ 0 w 4729"/>
                  <a:gd name="T65" fmla="*/ 0 h 4178"/>
                  <a:gd name="T66" fmla="*/ 0 w 4729"/>
                  <a:gd name="T67" fmla="*/ 0 h 4178"/>
                  <a:gd name="T68" fmla="*/ 0 w 4729"/>
                  <a:gd name="T69" fmla="*/ 0 h 4178"/>
                  <a:gd name="T70" fmla="*/ 0 w 4729"/>
                  <a:gd name="T71" fmla="*/ 0 h 4178"/>
                  <a:gd name="T72" fmla="*/ 0 w 4729"/>
                  <a:gd name="T73" fmla="*/ 0 h 4178"/>
                  <a:gd name="T74" fmla="*/ 0 w 4729"/>
                  <a:gd name="T75" fmla="*/ 0 h 4178"/>
                  <a:gd name="T76" fmla="*/ 0 w 4729"/>
                  <a:gd name="T77" fmla="*/ 0 h 4178"/>
                  <a:gd name="T78" fmla="*/ 0 w 4729"/>
                  <a:gd name="T79" fmla="*/ 0 h 4178"/>
                  <a:gd name="T80" fmla="*/ 0 w 4729"/>
                  <a:gd name="T81" fmla="*/ 0 h 4178"/>
                  <a:gd name="T82" fmla="*/ 0 w 4729"/>
                  <a:gd name="T83" fmla="*/ 0 h 4178"/>
                  <a:gd name="T84" fmla="*/ 0 w 4729"/>
                  <a:gd name="T85" fmla="*/ 0 h 4178"/>
                  <a:gd name="T86" fmla="*/ 0 w 4729"/>
                  <a:gd name="T87" fmla="*/ 0 h 4178"/>
                  <a:gd name="T88" fmla="*/ 0 w 4729"/>
                  <a:gd name="T89" fmla="*/ 0 h 4178"/>
                  <a:gd name="T90" fmla="*/ 0 w 4729"/>
                  <a:gd name="T91" fmla="*/ 0 h 4178"/>
                  <a:gd name="T92" fmla="*/ 0 w 4729"/>
                  <a:gd name="T93" fmla="*/ 0 h 4178"/>
                  <a:gd name="T94" fmla="*/ 0 w 4729"/>
                  <a:gd name="T95" fmla="*/ 0 h 4178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4729"/>
                  <a:gd name="T145" fmla="*/ 0 h 4178"/>
                  <a:gd name="T146" fmla="*/ 4729 w 4729"/>
                  <a:gd name="T147" fmla="*/ 4178 h 4178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4729" h="4178">
                    <a:moveTo>
                      <a:pt x="602" y="3182"/>
                    </a:moveTo>
                    <a:lnTo>
                      <a:pt x="1411" y="2760"/>
                    </a:lnTo>
                    <a:lnTo>
                      <a:pt x="1677" y="2463"/>
                    </a:lnTo>
                    <a:lnTo>
                      <a:pt x="1928" y="3087"/>
                    </a:lnTo>
                    <a:lnTo>
                      <a:pt x="1940" y="3300"/>
                    </a:lnTo>
                    <a:lnTo>
                      <a:pt x="1846" y="3325"/>
                    </a:lnTo>
                    <a:lnTo>
                      <a:pt x="1640" y="3288"/>
                    </a:lnTo>
                    <a:lnTo>
                      <a:pt x="1486" y="3279"/>
                    </a:lnTo>
                    <a:lnTo>
                      <a:pt x="1398" y="3241"/>
                    </a:lnTo>
                    <a:lnTo>
                      <a:pt x="1218" y="3265"/>
                    </a:lnTo>
                    <a:lnTo>
                      <a:pt x="1050" y="3230"/>
                    </a:lnTo>
                    <a:lnTo>
                      <a:pt x="844" y="3168"/>
                    </a:lnTo>
                    <a:lnTo>
                      <a:pt x="672" y="3254"/>
                    </a:lnTo>
                    <a:lnTo>
                      <a:pt x="541" y="3491"/>
                    </a:lnTo>
                    <a:lnTo>
                      <a:pt x="640" y="3841"/>
                    </a:lnTo>
                    <a:lnTo>
                      <a:pt x="1070" y="3903"/>
                    </a:lnTo>
                    <a:lnTo>
                      <a:pt x="1640" y="4032"/>
                    </a:lnTo>
                    <a:lnTo>
                      <a:pt x="2013" y="4139"/>
                    </a:lnTo>
                    <a:lnTo>
                      <a:pt x="2919" y="4178"/>
                    </a:lnTo>
                    <a:lnTo>
                      <a:pt x="3270" y="4153"/>
                    </a:lnTo>
                    <a:lnTo>
                      <a:pt x="3620" y="4056"/>
                    </a:lnTo>
                    <a:lnTo>
                      <a:pt x="4667" y="2951"/>
                    </a:lnTo>
                    <a:lnTo>
                      <a:pt x="4729" y="1824"/>
                    </a:lnTo>
                    <a:lnTo>
                      <a:pt x="4584" y="1298"/>
                    </a:lnTo>
                    <a:lnTo>
                      <a:pt x="4425" y="1019"/>
                    </a:lnTo>
                    <a:lnTo>
                      <a:pt x="4138" y="639"/>
                    </a:lnTo>
                    <a:lnTo>
                      <a:pt x="3595" y="384"/>
                    </a:lnTo>
                    <a:lnTo>
                      <a:pt x="3450" y="422"/>
                    </a:lnTo>
                    <a:lnTo>
                      <a:pt x="3342" y="362"/>
                    </a:lnTo>
                    <a:lnTo>
                      <a:pt x="3256" y="194"/>
                    </a:lnTo>
                    <a:lnTo>
                      <a:pt x="3053" y="121"/>
                    </a:lnTo>
                    <a:lnTo>
                      <a:pt x="2872" y="0"/>
                    </a:lnTo>
                    <a:lnTo>
                      <a:pt x="2666" y="12"/>
                    </a:lnTo>
                    <a:lnTo>
                      <a:pt x="1709" y="602"/>
                    </a:lnTo>
                    <a:lnTo>
                      <a:pt x="1558" y="720"/>
                    </a:lnTo>
                    <a:lnTo>
                      <a:pt x="1460" y="817"/>
                    </a:lnTo>
                    <a:lnTo>
                      <a:pt x="1281" y="911"/>
                    </a:lnTo>
                    <a:lnTo>
                      <a:pt x="1070" y="1503"/>
                    </a:lnTo>
                    <a:lnTo>
                      <a:pt x="1064" y="1702"/>
                    </a:lnTo>
                    <a:lnTo>
                      <a:pt x="989" y="1979"/>
                    </a:lnTo>
                    <a:lnTo>
                      <a:pt x="808" y="2039"/>
                    </a:lnTo>
                    <a:lnTo>
                      <a:pt x="723" y="2136"/>
                    </a:lnTo>
                    <a:lnTo>
                      <a:pt x="699" y="2259"/>
                    </a:lnTo>
                    <a:lnTo>
                      <a:pt x="578" y="2377"/>
                    </a:lnTo>
                    <a:lnTo>
                      <a:pt x="240" y="2606"/>
                    </a:lnTo>
                    <a:lnTo>
                      <a:pt x="0" y="2917"/>
                    </a:lnTo>
                    <a:lnTo>
                      <a:pt x="277" y="3145"/>
                    </a:lnTo>
                    <a:lnTo>
                      <a:pt x="602" y="318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3" name="Freeform 397"/>
              <p:cNvSpPr>
                <a:spLocks/>
              </p:cNvSpPr>
              <p:nvPr/>
            </p:nvSpPr>
            <p:spPr bwMode="auto">
              <a:xfrm>
                <a:off x="3313" y="1776"/>
                <a:ext cx="174" cy="272"/>
              </a:xfrm>
              <a:custGeom>
                <a:avLst/>
                <a:gdLst>
                  <a:gd name="T0" fmla="*/ 0 w 1387"/>
                  <a:gd name="T1" fmla="*/ 0 h 2184"/>
                  <a:gd name="T2" fmla="*/ 0 w 1387"/>
                  <a:gd name="T3" fmla="*/ 0 h 2184"/>
                  <a:gd name="T4" fmla="*/ 0 w 1387"/>
                  <a:gd name="T5" fmla="*/ 0 h 2184"/>
                  <a:gd name="T6" fmla="*/ 0 w 1387"/>
                  <a:gd name="T7" fmla="*/ 0 h 2184"/>
                  <a:gd name="T8" fmla="*/ 0 w 1387"/>
                  <a:gd name="T9" fmla="*/ 0 h 2184"/>
                  <a:gd name="T10" fmla="*/ 0 w 1387"/>
                  <a:gd name="T11" fmla="*/ 0 h 2184"/>
                  <a:gd name="T12" fmla="*/ 0 w 1387"/>
                  <a:gd name="T13" fmla="*/ 0 h 2184"/>
                  <a:gd name="T14" fmla="*/ 0 w 1387"/>
                  <a:gd name="T15" fmla="*/ 0 h 2184"/>
                  <a:gd name="T16" fmla="*/ 0 w 1387"/>
                  <a:gd name="T17" fmla="*/ 0 h 2184"/>
                  <a:gd name="T18" fmla="*/ 0 w 1387"/>
                  <a:gd name="T19" fmla="*/ 0 h 2184"/>
                  <a:gd name="T20" fmla="*/ 0 w 1387"/>
                  <a:gd name="T21" fmla="*/ 0 h 2184"/>
                  <a:gd name="T22" fmla="*/ 0 w 1387"/>
                  <a:gd name="T23" fmla="*/ 0 h 2184"/>
                  <a:gd name="T24" fmla="*/ 0 w 1387"/>
                  <a:gd name="T25" fmla="*/ 0 h 2184"/>
                  <a:gd name="T26" fmla="*/ 0 w 1387"/>
                  <a:gd name="T27" fmla="*/ 0 h 2184"/>
                  <a:gd name="T28" fmla="*/ 0 w 1387"/>
                  <a:gd name="T29" fmla="*/ 0 h 2184"/>
                  <a:gd name="T30" fmla="*/ 0 w 1387"/>
                  <a:gd name="T31" fmla="*/ 0 h 2184"/>
                  <a:gd name="T32" fmla="*/ 0 w 1387"/>
                  <a:gd name="T33" fmla="*/ 0 h 2184"/>
                  <a:gd name="T34" fmla="*/ 0 w 1387"/>
                  <a:gd name="T35" fmla="*/ 0 h 2184"/>
                  <a:gd name="T36" fmla="*/ 0 w 1387"/>
                  <a:gd name="T37" fmla="*/ 0 h 2184"/>
                  <a:gd name="T38" fmla="*/ 0 w 1387"/>
                  <a:gd name="T39" fmla="*/ 0 h 2184"/>
                  <a:gd name="T40" fmla="*/ 0 w 1387"/>
                  <a:gd name="T41" fmla="*/ 0 h 2184"/>
                  <a:gd name="T42" fmla="*/ 0 w 1387"/>
                  <a:gd name="T43" fmla="*/ 0 h 2184"/>
                  <a:gd name="T44" fmla="*/ 0 w 1387"/>
                  <a:gd name="T45" fmla="*/ 0 h 2184"/>
                  <a:gd name="T46" fmla="*/ 0 w 1387"/>
                  <a:gd name="T47" fmla="*/ 0 h 2184"/>
                  <a:gd name="T48" fmla="*/ 0 w 1387"/>
                  <a:gd name="T49" fmla="*/ 0 h 2184"/>
                  <a:gd name="T50" fmla="*/ 0 w 1387"/>
                  <a:gd name="T51" fmla="*/ 0 h 2184"/>
                  <a:gd name="T52" fmla="*/ 0 w 1387"/>
                  <a:gd name="T53" fmla="*/ 0 h 2184"/>
                  <a:gd name="T54" fmla="*/ 0 w 1387"/>
                  <a:gd name="T55" fmla="*/ 0 h 2184"/>
                  <a:gd name="T56" fmla="*/ 0 w 1387"/>
                  <a:gd name="T57" fmla="*/ 0 h 2184"/>
                  <a:gd name="T58" fmla="*/ 0 w 1387"/>
                  <a:gd name="T59" fmla="*/ 0 h 2184"/>
                  <a:gd name="T60" fmla="*/ 0 w 1387"/>
                  <a:gd name="T61" fmla="*/ 0 h 2184"/>
                  <a:gd name="T62" fmla="*/ 0 w 1387"/>
                  <a:gd name="T63" fmla="*/ 0 h 2184"/>
                  <a:gd name="T64" fmla="*/ 0 w 1387"/>
                  <a:gd name="T65" fmla="*/ 0 h 2184"/>
                  <a:gd name="T66" fmla="*/ 0 w 1387"/>
                  <a:gd name="T67" fmla="*/ 0 h 2184"/>
                  <a:gd name="T68" fmla="*/ 0 w 1387"/>
                  <a:gd name="T69" fmla="*/ 0 h 2184"/>
                  <a:gd name="T70" fmla="*/ 0 w 1387"/>
                  <a:gd name="T71" fmla="*/ 0 h 2184"/>
                  <a:gd name="T72" fmla="*/ 0 w 1387"/>
                  <a:gd name="T73" fmla="*/ 0 h 2184"/>
                  <a:gd name="T74" fmla="*/ 0 w 1387"/>
                  <a:gd name="T75" fmla="*/ 0 h 2184"/>
                  <a:gd name="T76" fmla="*/ 0 w 1387"/>
                  <a:gd name="T77" fmla="*/ 0 h 2184"/>
                  <a:gd name="T78" fmla="*/ 0 w 1387"/>
                  <a:gd name="T79" fmla="*/ 0 h 2184"/>
                  <a:gd name="T80" fmla="*/ 0 w 1387"/>
                  <a:gd name="T81" fmla="*/ 0 h 2184"/>
                  <a:gd name="T82" fmla="*/ 0 w 1387"/>
                  <a:gd name="T83" fmla="*/ 0 h 2184"/>
                  <a:gd name="T84" fmla="*/ 0 w 1387"/>
                  <a:gd name="T85" fmla="*/ 0 h 218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387"/>
                  <a:gd name="T130" fmla="*/ 0 h 2184"/>
                  <a:gd name="T131" fmla="*/ 1387 w 1387"/>
                  <a:gd name="T132" fmla="*/ 2184 h 2184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387" h="2184">
                    <a:moveTo>
                      <a:pt x="691" y="312"/>
                    </a:moveTo>
                    <a:lnTo>
                      <a:pt x="679" y="433"/>
                    </a:lnTo>
                    <a:lnTo>
                      <a:pt x="712" y="479"/>
                    </a:lnTo>
                    <a:lnTo>
                      <a:pt x="807" y="528"/>
                    </a:lnTo>
                    <a:lnTo>
                      <a:pt x="859" y="578"/>
                    </a:lnTo>
                    <a:lnTo>
                      <a:pt x="859" y="683"/>
                    </a:lnTo>
                    <a:lnTo>
                      <a:pt x="664" y="731"/>
                    </a:lnTo>
                    <a:lnTo>
                      <a:pt x="605" y="731"/>
                    </a:lnTo>
                    <a:lnTo>
                      <a:pt x="555" y="671"/>
                    </a:lnTo>
                    <a:lnTo>
                      <a:pt x="508" y="899"/>
                    </a:lnTo>
                    <a:lnTo>
                      <a:pt x="290" y="1031"/>
                    </a:lnTo>
                    <a:lnTo>
                      <a:pt x="664" y="899"/>
                    </a:lnTo>
                    <a:lnTo>
                      <a:pt x="749" y="899"/>
                    </a:lnTo>
                    <a:lnTo>
                      <a:pt x="712" y="945"/>
                    </a:lnTo>
                    <a:lnTo>
                      <a:pt x="447" y="1103"/>
                    </a:lnTo>
                    <a:lnTo>
                      <a:pt x="726" y="1103"/>
                    </a:lnTo>
                    <a:lnTo>
                      <a:pt x="737" y="1213"/>
                    </a:lnTo>
                    <a:lnTo>
                      <a:pt x="133" y="1273"/>
                    </a:lnTo>
                    <a:lnTo>
                      <a:pt x="0" y="1369"/>
                    </a:lnTo>
                    <a:lnTo>
                      <a:pt x="170" y="1426"/>
                    </a:lnTo>
                    <a:lnTo>
                      <a:pt x="279" y="1525"/>
                    </a:lnTo>
                    <a:lnTo>
                      <a:pt x="290" y="1593"/>
                    </a:lnTo>
                    <a:lnTo>
                      <a:pt x="181" y="1690"/>
                    </a:lnTo>
                    <a:lnTo>
                      <a:pt x="181" y="1810"/>
                    </a:lnTo>
                    <a:lnTo>
                      <a:pt x="242" y="1932"/>
                    </a:lnTo>
                    <a:lnTo>
                      <a:pt x="84" y="2075"/>
                    </a:lnTo>
                    <a:lnTo>
                      <a:pt x="218" y="2184"/>
                    </a:lnTo>
                    <a:lnTo>
                      <a:pt x="373" y="2098"/>
                    </a:lnTo>
                    <a:lnTo>
                      <a:pt x="472" y="2123"/>
                    </a:lnTo>
                    <a:lnTo>
                      <a:pt x="679" y="1964"/>
                    </a:lnTo>
                    <a:lnTo>
                      <a:pt x="989" y="1630"/>
                    </a:lnTo>
                    <a:lnTo>
                      <a:pt x="1207" y="1379"/>
                    </a:lnTo>
                    <a:lnTo>
                      <a:pt x="1350" y="1752"/>
                    </a:lnTo>
                    <a:lnTo>
                      <a:pt x="1387" y="1358"/>
                    </a:lnTo>
                    <a:lnTo>
                      <a:pt x="1387" y="1199"/>
                    </a:lnTo>
                    <a:lnTo>
                      <a:pt x="1242" y="1093"/>
                    </a:lnTo>
                    <a:lnTo>
                      <a:pt x="1122" y="923"/>
                    </a:lnTo>
                    <a:lnTo>
                      <a:pt x="1014" y="740"/>
                    </a:lnTo>
                    <a:lnTo>
                      <a:pt x="930" y="528"/>
                    </a:lnTo>
                    <a:lnTo>
                      <a:pt x="834" y="228"/>
                    </a:lnTo>
                    <a:lnTo>
                      <a:pt x="800" y="0"/>
                    </a:lnTo>
                    <a:lnTo>
                      <a:pt x="700" y="215"/>
                    </a:lnTo>
                    <a:lnTo>
                      <a:pt x="691" y="312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4" name="Freeform 398"/>
              <p:cNvSpPr>
                <a:spLocks/>
              </p:cNvSpPr>
              <p:nvPr/>
            </p:nvSpPr>
            <p:spPr bwMode="auto">
              <a:xfrm>
                <a:off x="3401" y="1778"/>
                <a:ext cx="357" cy="391"/>
              </a:xfrm>
              <a:custGeom>
                <a:avLst/>
                <a:gdLst>
                  <a:gd name="T0" fmla="*/ 0 w 2861"/>
                  <a:gd name="T1" fmla="*/ 0 h 3124"/>
                  <a:gd name="T2" fmla="*/ 0 w 2861"/>
                  <a:gd name="T3" fmla="*/ 0 h 3124"/>
                  <a:gd name="T4" fmla="*/ 0 w 2861"/>
                  <a:gd name="T5" fmla="*/ 0 h 3124"/>
                  <a:gd name="T6" fmla="*/ 0 w 2861"/>
                  <a:gd name="T7" fmla="*/ 0 h 3124"/>
                  <a:gd name="T8" fmla="*/ 0 w 2861"/>
                  <a:gd name="T9" fmla="*/ 0 h 3124"/>
                  <a:gd name="T10" fmla="*/ 0 w 2861"/>
                  <a:gd name="T11" fmla="*/ 0 h 3124"/>
                  <a:gd name="T12" fmla="*/ 0 w 2861"/>
                  <a:gd name="T13" fmla="*/ 0 h 3124"/>
                  <a:gd name="T14" fmla="*/ 0 w 2861"/>
                  <a:gd name="T15" fmla="*/ 0 h 3124"/>
                  <a:gd name="T16" fmla="*/ 0 w 2861"/>
                  <a:gd name="T17" fmla="*/ 0 h 3124"/>
                  <a:gd name="T18" fmla="*/ 0 w 2861"/>
                  <a:gd name="T19" fmla="*/ 0 h 3124"/>
                  <a:gd name="T20" fmla="*/ 0 w 2861"/>
                  <a:gd name="T21" fmla="*/ 0 h 3124"/>
                  <a:gd name="T22" fmla="*/ 0 w 2861"/>
                  <a:gd name="T23" fmla="*/ 0 h 3124"/>
                  <a:gd name="T24" fmla="*/ 0 w 2861"/>
                  <a:gd name="T25" fmla="*/ 0 h 3124"/>
                  <a:gd name="T26" fmla="*/ 0 w 2861"/>
                  <a:gd name="T27" fmla="*/ 0 h 3124"/>
                  <a:gd name="T28" fmla="*/ 0 w 2861"/>
                  <a:gd name="T29" fmla="*/ 0 h 3124"/>
                  <a:gd name="T30" fmla="*/ 0 w 2861"/>
                  <a:gd name="T31" fmla="*/ 0 h 3124"/>
                  <a:gd name="T32" fmla="*/ 0 w 2861"/>
                  <a:gd name="T33" fmla="*/ 0 h 3124"/>
                  <a:gd name="T34" fmla="*/ 0 w 2861"/>
                  <a:gd name="T35" fmla="*/ 0 h 3124"/>
                  <a:gd name="T36" fmla="*/ 0 w 2861"/>
                  <a:gd name="T37" fmla="*/ 0 h 3124"/>
                  <a:gd name="T38" fmla="*/ 0 w 2861"/>
                  <a:gd name="T39" fmla="*/ 0 h 3124"/>
                  <a:gd name="T40" fmla="*/ 0 w 2861"/>
                  <a:gd name="T41" fmla="*/ 0 h 3124"/>
                  <a:gd name="T42" fmla="*/ 0 w 2861"/>
                  <a:gd name="T43" fmla="*/ 0 h 3124"/>
                  <a:gd name="T44" fmla="*/ 0 w 2861"/>
                  <a:gd name="T45" fmla="*/ 0 h 3124"/>
                  <a:gd name="T46" fmla="*/ 0 w 2861"/>
                  <a:gd name="T47" fmla="*/ 0 h 3124"/>
                  <a:gd name="T48" fmla="*/ 0 w 2861"/>
                  <a:gd name="T49" fmla="*/ 0 h 3124"/>
                  <a:gd name="T50" fmla="*/ 0 w 2861"/>
                  <a:gd name="T51" fmla="*/ 0 h 3124"/>
                  <a:gd name="T52" fmla="*/ 0 w 2861"/>
                  <a:gd name="T53" fmla="*/ 0 h 3124"/>
                  <a:gd name="T54" fmla="*/ 0 w 2861"/>
                  <a:gd name="T55" fmla="*/ 0 h 3124"/>
                  <a:gd name="T56" fmla="*/ 0 w 2861"/>
                  <a:gd name="T57" fmla="*/ 0 h 3124"/>
                  <a:gd name="T58" fmla="*/ 0 w 2861"/>
                  <a:gd name="T59" fmla="*/ 0 h 3124"/>
                  <a:gd name="T60" fmla="*/ 0 w 2861"/>
                  <a:gd name="T61" fmla="*/ 0 h 3124"/>
                  <a:gd name="T62" fmla="*/ 0 w 2861"/>
                  <a:gd name="T63" fmla="*/ 0 h 3124"/>
                  <a:gd name="T64" fmla="*/ 0 w 2861"/>
                  <a:gd name="T65" fmla="*/ 0 h 3124"/>
                  <a:gd name="T66" fmla="*/ 0 w 2861"/>
                  <a:gd name="T67" fmla="*/ 0 h 3124"/>
                  <a:gd name="T68" fmla="*/ 0 w 2861"/>
                  <a:gd name="T69" fmla="*/ 0 h 3124"/>
                  <a:gd name="T70" fmla="*/ 0 w 2861"/>
                  <a:gd name="T71" fmla="*/ 0 h 3124"/>
                  <a:gd name="T72" fmla="*/ 0 w 2861"/>
                  <a:gd name="T73" fmla="*/ 0 h 3124"/>
                  <a:gd name="T74" fmla="*/ 0 w 2861"/>
                  <a:gd name="T75" fmla="*/ 0 h 3124"/>
                  <a:gd name="T76" fmla="*/ 0 w 2861"/>
                  <a:gd name="T77" fmla="*/ 0 h 3124"/>
                  <a:gd name="T78" fmla="*/ 0 w 2861"/>
                  <a:gd name="T79" fmla="*/ 0 h 3124"/>
                  <a:gd name="T80" fmla="*/ 0 w 2861"/>
                  <a:gd name="T81" fmla="*/ 0 h 3124"/>
                  <a:gd name="T82" fmla="*/ 0 w 2861"/>
                  <a:gd name="T83" fmla="*/ 0 h 3124"/>
                  <a:gd name="T84" fmla="*/ 0 w 2861"/>
                  <a:gd name="T85" fmla="*/ 0 h 3124"/>
                  <a:gd name="T86" fmla="*/ 0 w 2861"/>
                  <a:gd name="T87" fmla="*/ 0 h 3124"/>
                  <a:gd name="T88" fmla="*/ 0 w 2861"/>
                  <a:gd name="T89" fmla="*/ 0 h 3124"/>
                  <a:gd name="T90" fmla="*/ 0 w 2861"/>
                  <a:gd name="T91" fmla="*/ 0 h 3124"/>
                  <a:gd name="T92" fmla="*/ 0 w 2861"/>
                  <a:gd name="T93" fmla="*/ 0 h 3124"/>
                  <a:gd name="T94" fmla="*/ 0 w 2861"/>
                  <a:gd name="T95" fmla="*/ 0 h 3124"/>
                  <a:gd name="T96" fmla="*/ 0 w 2861"/>
                  <a:gd name="T97" fmla="*/ 0 h 3124"/>
                  <a:gd name="T98" fmla="*/ 0 w 2861"/>
                  <a:gd name="T99" fmla="*/ 0 h 312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2861"/>
                  <a:gd name="T151" fmla="*/ 0 h 3124"/>
                  <a:gd name="T152" fmla="*/ 2861 w 2861"/>
                  <a:gd name="T153" fmla="*/ 3124 h 312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2861" h="3124">
                    <a:moveTo>
                      <a:pt x="988" y="1321"/>
                    </a:moveTo>
                    <a:lnTo>
                      <a:pt x="1377" y="1443"/>
                    </a:lnTo>
                    <a:lnTo>
                      <a:pt x="1691" y="1504"/>
                    </a:lnTo>
                    <a:lnTo>
                      <a:pt x="1909" y="1095"/>
                    </a:lnTo>
                    <a:lnTo>
                      <a:pt x="1895" y="698"/>
                    </a:lnTo>
                    <a:lnTo>
                      <a:pt x="2146" y="231"/>
                    </a:lnTo>
                    <a:lnTo>
                      <a:pt x="2642" y="0"/>
                    </a:lnTo>
                    <a:lnTo>
                      <a:pt x="2232" y="399"/>
                    </a:lnTo>
                    <a:lnTo>
                      <a:pt x="2111" y="770"/>
                    </a:lnTo>
                    <a:lnTo>
                      <a:pt x="2111" y="1168"/>
                    </a:lnTo>
                    <a:lnTo>
                      <a:pt x="2350" y="985"/>
                    </a:lnTo>
                    <a:lnTo>
                      <a:pt x="2665" y="627"/>
                    </a:lnTo>
                    <a:lnTo>
                      <a:pt x="2861" y="420"/>
                    </a:lnTo>
                    <a:lnTo>
                      <a:pt x="2861" y="590"/>
                    </a:lnTo>
                    <a:lnTo>
                      <a:pt x="2642" y="1010"/>
                    </a:lnTo>
                    <a:lnTo>
                      <a:pt x="2280" y="1478"/>
                    </a:lnTo>
                    <a:lnTo>
                      <a:pt x="1981" y="1741"/>
                    </a:lnTo>
                    <a:lnTo>
                      <a:pt x="1773" y="1838"/>
                    </a:lnTo>
                    <a:lnTo>
                      <a:pt x="1773" y="1959"/>
                    </a:lnTo>
                    <a:lnTo>
                      <a:pt x="1918" y="2188"/>
                    </a:lnTo>
                    <a:lnTo>
                      <a:pt x="2063" y="2545"/>
                    </a:lnTo>
                    <a:lnTo>
                      <a:pt x="1955" y="2451"/>
                    </a:lnTo>
                    <a:lnTo>
                      <a:pt x="1836" y="2333"/>
                    </a:lnTo>
                    <a:lnTo>
                      <a:pt x="1665" y="2257"/>
                    </a:lnTo>
                    <a:lnTo>
                      <a:pt x="1508" y="2222"/>
                    </a:lnTo>
                    <a:lnTo>
                      <a:pt x="1388" y="2197"/>
                    </a:lnTo>
                    <a:lnTo>
                      <a:pt x="1460" y="2429"/>
                    </a:lnTo>
                    <a:lnTo>
                      <a:pt x="1691" y="2621"/>
                    </a:lnTo>
                    <a:lnTo>
                      <a:pt x="1872" y="2725"/>
                    </a:lnTo>
                    <a:lnTo>
                      <a:pt x="1785" y="2534"/>
                    </a:lnTo>
                    <a:lnTo>
                      <a:pt x="1981" y="2582"/>
                    </a:lnTo>
                    <a:lnTo>
                      <a:pt x="2052" y="2750"/>
                    </a:lnTo>
                    <a:lnTo>
                      <a:pt x="2025" y="2978"/>
                    </a:lnTo>
                    <a:lnTo>
                      <a:pt x="1895" y="3110"/>
                    </a:lnTo>
                    <a:lnTo>
                      <a:pt x="1665" y="3124"/>
                    </a:lnTo>
                    <a:lnTo>
                      <a:pt x="1425" y="3001"/>
                    </a:lnTo>
                    <a:lnTo>
                      <a:pt x="1326" y="2796"/>
                    </a:lnTo>
                    <a:lnTo>
                      <a:pt x="1181" y="2400"/>
                    </a:lnTo>
                    <a:lnTo>
                      <a:pt x="988" y="2284"/>
                    </a:lnTo>
                    <a:lnTo>
                      <a:pt x="485" y="2391"/>
                    </a:lnTo>
                    <a:lnTo>
                      <a:pt x="171" y="2568"/>
                    </a:lnTo>
                    <a:lnTo>
                      <a:pt x="134" y="2499"/>
                    </a:lnTo>
                    <a:lnTo>
                      <a:pt x="217" y="2319"/>
                    </a:lnTo>
                    <a:lnTo>
                      <a:pt x="0" y="2400"/>
                    </a:lnTo>
                    <a:lnTo>
                      <a:pt x="87" y="2271"/>
                    </a:lnTo>
                    <a:lnTo>
                      <a:pt x="362" y="2197"/>
                    </a:lnTo>
                    <a:lnTo>
                      <a:pt x="558" y="2222"/>
                    </a:lnTo>
                    <a:lnTo>
                      <a:pt x="676" y="2234"/>
                    </a:lnTo>
                    <a:lnTo>
                      <a:pt x="950" y="2174"/>
                    </a:lnTo>
                    <a:lnTo>
                      <a:pt x="988" y="1321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5" name="Freeform 399"/>
              <p:cNvSpPr>
                <a:spLocks/>
              </p:cNvSpPr>
              <p:nvPr/>
            </p:nvSpPr>
            <p:spPr bwMode="auto">
              <a:xfrm>
                <a:off x="3517" y="1777"/>
                <a:ext cx="63" cy="178"/>
              </a:xfrm>
              <a:custGeom>
                <a:avLst/>
                <a:gdLst>
                  <a:gd name="T0" fmla="*/ 0 w 507"/>
                  <a:gd name="T1" fmla="*/ 0 h 1428"/>
                  <a:gd name="T2" fmla="*/ 0 w 507"/>
                  <a:gd name="T3" fmla="*/ 0 h 1428"/>
                  <a:gd name="T4" fmla="*/ 0 w 507"/>
                  <a:gd name="T5" fmla="*/ 0 h 1428"/>
                  <a:gd name="T6" fmla="*/ 0 w 507"/>
                  <a:gd name="T7" fmla="*/ 0 h 1428"/>
                  <a:gd name="T8" fmla="*/ 0 w 507"/>
                  <a:gd name="T9" fmla="*/ 0 h 1428"/>
                  <a:gd name="T10" fmla="*/ 0 w 507"/>
                  <a:gd name="T11" fmla="*/ 0 h 1428"/>
                  <a:gd name="T12" fmla="*/ 0 w 507"/>
                  <a:gd name="T13" fmla="*/ 0 h 1428"/>
                  <a:gd name="T14" fmla="*/ 0 w 507"/>
                  <a:gd name="T15" fmla="*/ 0 h 1428"/>
                  <a:gd name="T16" fmla="*/ 0 w 507"/>
                  <a:gd name="T17" fmla="*/ 0 h 1428"/>
                  <a:gd name="T18" fmla="*/ 0 w 507"/>
                  <a:gd name="T19" fmla="*/ 0 h 1428"/>
                  <a:gd name="T20" fmla="*/ 0 w 507"/>
                  <a:gd name="T21" fmla="*/ 0 h 1428"/>
                  <a:gd name="T22" fmla="*/ 0 w 507"/>
                  <a:gd name="T23" fmla="*/ 0 h 142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07"/>
                  <a:gd name="T37" fmla="*/ 0 h 1428"/>
                  <a:gd name="T38" fmla="*/ 507 w 507"/>
                  <a:gd name="T39" fmla="*/ 1428 h 142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07" h="1428">
                    <a:moveTo>
                      <a:pt x="143" y="1404"/>
                    </a:moveTo>
                    <a:lnTo>
                      <a:pt x="180" y="1130"/>
                    </a:lnTo>
                    <a:lnTo>
                      <a:pt x="242" y="780"/>
                    </a:lnTo>
                    <a:lnTo>
                      <a:pt x="242" y="613"/>
                    </a:lnTo>
                    <a:lnTo>
                      <a:pt x="194" y="446"/>
                    </a:lnTo>
                    <a:lnTo>
                      <a:pt x="206" y="312"/>
                    </a:lnTo>
                    <a:lnTo>
                      <a:pt x="266" y="134"/>
                    </a:lnTo>
                    <a:lnTo>
                      <a:pt x="507" y="158"/>
                    </a:lnTo>
                    <a:lnTo>
                      <a:pt x="143" y="0"/>
                    </a:lnTo>
                    <a:lnTo>
                      <a:pt x="0" y="325"/>
                    </a:lnTo>
                    <a:lnTo>
                      <a:pt x="21" y="1428"/>
                    </a:lnTo>
                    <a:lnTo>
                      <a:pt x="143" y="1404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6" name="Freeform 400"/>
              <p:cNvSpPr>
                <a:spLocks/>
              </p:cNvSpPr>
              <p:nvPr/>
            </p:nvSpPr>
            <p:spPr bwMode="auto">
              <a:xfrm>
                <a:off x="3595" y="1640"/>
                <a:ext cx="249" cy="534"/>
              </a:xfrm>
              <a:custGeom>
                <a:avLst/>
                <a:gdLst>
                  <a:gd name="T0" fmla="*/ 0 w 1991"/>
                  <a:gd name="T1" fmla="*/ 0 h 4272"/>
                  <a:gd name="T2" fmla="*/ 0 w 1991"/>
                  <a:gd name="T3" fmla="*/ 0 h 4272"/>
                  <a:gd name="T4" fmla="*/ 0 w 1991"/>
                  <a:gd name="T5" fmla="*/ 0 h 4272"/>
                  <a:gd name="T6" fmla="*/ 0 w 1991"/>
                  <a:gd name="T7" fmla="*/ 0 h 4272"/>
                  <a:gd name="T8" fmla="*/ 0 w 1991"/>
                  <a:gd name="T9" fmla="*/ 0 h 4272"/>
                  <a:gd name="T10" fmla="*/ 0 w 1991"/>
                  <a:gd name="T11" fmla="*/ 0 h 4272"/>
                  <a:gd name="T12" fmla="*/ 0 w 1991"/>
                  <a:gd name="T13" fmla="*/ 0 h 4272"/>
                  <a:gd name="T14" fmla="*/ 0 w 1991"/>
                  <a:gd name="T15" fmla="*/ 0 h 4272"/>
                  <a:gd name="T16" fmla="*/ 0 w 1991"/>
                  <a:gd name="T17" fmla="*/ 0 h 4272"/>
                  <a:gd name="T18" fmla="*/ 0 w 1991"/>
                  <a:gd name="T19" fmla="*/ 0 h 4272"/>
                  <a:gd name="T20" fmla="*/ 0 w 1991"/>
                  <a:gd name="T21" fmla="*/ 0 h 4272"/>
                  <a:gd name="T22" fmla="*/ 0 w 1991"/>
                  <a:gd name="T23" fmla="*/ 0 h 4272"/>
                  <a:gd name="T24" fmla="*/ 0 w 1991"/>
                  <a:gd name="T25" fmla="*/ 0 h 4272"/>
                  <a:gd name="T26" fmla="*/ 0 w 1991"/>
                  <a:gd name="T27" fmla="*/ 0 h 4272"/>
                  <a:gd name="T28" fmla="*/ 0 w 1991"/>
                  <a:gd name="T29" fmla="*/ 0 h 4272"/>
                  <a:gd name="T30" fmla="*/ 0 w 1991"/>
                  <a:gd name="T31" fmla="*/ 0 h 4272"/>
                  <a:gd name="T32" fmla="*/ 0 w 1991"/>
                  <a:gd name="T33" fmla="*/ 0 h 4272"/>
                  <a:gd name="T34" fmla="*/ 0 w 1991"/>
                  <a:gd name="T35" fmla="*/ 0 h 4272"/>
                  <a:gd name="T36" fmla="*/ 0 w 1991"/>
                  <a:gd name="T37" fmla="*/ 0 h 4272"/>
                  <a:gd name="T38" fmla="*/ 0 w 1991"/>
                  <a:gd name="T39" fmla="*/ 0 h 4272"/>
                  <a:gd name="T40" fmla="*/ 0 w 1991"/>
                  <a:gd name="T41" fmla="*/ 0 h 4272"/>
                  <a:gd name="T42" fmla="*/ 0 w 1991"/>
                  <a:gd name="T43" fmla="*/ 0 h 4272"/>
                  <a:gd name="T44" fmla="*/ 0 w 1991"/>
                  <a:gd name="T45" fmla="*/ 0 h 4272"/>
                  <a:gd name="T46" fmla="*/ 0 w 1991"/>
                  <a:gd name="T47" fmla="*/ 0 h 4272"/>
                  <a:gd name="T48" fmla="*/ 0 w 1991"/>
                  <a:gd name="T49" fmla="*/ 0 h 4272"/>
                  <a:gd name="T50" fmla="*/ 0 w 1991"/>
                  <a:gd name="T51" fmla="*/ 0 h 4272"/>
                  <a:gd name="T52" fmla="*/ 0 w 1991"/>
                  <a:gd name="T53" fmla="*/ 0 h 4272"/>
                  <a:gd name="T54" fmla="*/ 0 w 1991"/>
                  <a:gd name="T55" fmla="*/ 0 h 4272"/>
                  <a:gd name="T56" fmla="*/ 0 w 1991"/>
                  <a:gd name="T57" fmla="*/ 0 h 4272"/>
                  <a:gd name="T58" fmla="*/ 0 w 1991"/>
                  <a:gd name="T59" fmla="*/ 0 h 4272"/>
                  <a:gd name="T60" fmla="*/ 0 w 1991"/>
                  <a:gd name="T61" fmla="*/ 0 h 4272"/>
                  <a:gd name="T62" fmla="*/ 0 w 1991"/>
                  <a:gd name="T63" fmla="*/ 0 h 4272"/>
                  <a:gd name="T64" fmla="*/ 0 w 1991"/>
                  <a:gd name="T65" fmla="*/ 0 h 4272"/>
                  <a:gd name="T66" fmla="*/ 0 w 1991"/>
                  <a:gd name="T67" fmla="*/ 0 h 4272"/>
                  <a:gd name="T68" fmla="*/ 0 w 1991"/>
                  <a:gd name="T69" fmla="*/ 0 h 4272"/>
                  <a:gd name="T70" fmla="*/ 0 w 1991"/>
                  <a:gd name="T71" fmla="*/ 0 h 4272"/>
                  <a:gd name="T72" fmla="*/ 0 w 1991"/>
                  <a:gd name="T73" fmla="*/ 0 h 4272"/>
                  <a:gd name="T74" fmla="*/ 0 w 1991"/>
                  <a:gd name="T75" fmla="*/ 0 h 4272"/>
                  <a:gd name="T76" fmla="*/ 0 w 1991"/>
                  <a:gd name="T77" fmla="*/ 0 h 4272"/>
                  <a:gd name="T78" fmla="*/ 0 w 1991"/>
                  <a:gd name="T79" fmla="*/ 0 h 4272"/>
                  <a:gd name="T80" fmla="*/ 0 w 1991"/>
                  <a:gd name="T81" fmla="*/ 0 h 4272"/>
                  <a:gd name="T82" fmla="*/ 0 w 1991"/>
                  <a:gd name="T83" fmla="*/ 0 h 4272"/>
                  <a:gd name="T84" fmla="*/ 0 w 1991"/>
                  <a:gd name="T85" fmla="*/ 0 h 4272"/>
                  <a:gd name="T86" fmla="*/ 0 w 1991"/>
                  <a:gd name="T87" fmla="*/ 0 h 4272"/>
                  <a:gd name="T88" fmla="*/ 0 w 1991"/>
                  <a:gd name="T89" fmla="*/ 0 h 4272"/>
                  <a:gd name="T90" fmla="*/ 0 w 1991"/>
                  <a:gd name="T91" fmla="*/ 0 h 4272"/>
                  <a:gd name="T92" fmla="*/ 0 w 1991"/>
                  <a:gd name="T93" fmla="*/ 0 h 4272"/>
                  <a:gd name="T94" fmla="*/ 0 w 1991"/>
                  <a:gd name="T95" fmla="*/ 0 h 4272"/>
                  <a:gd name="T96" fmla="*/ 0 w 1991"/>
                  <a:gd name="T97" fmla="*/ 0 h 427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991"/>
                  <a:gd name="T148" fmla="*/ 0 h 4272"/>
                  <a:gd name="T149" fmla="*/ 1991 w 1991"/>
                  <a:gd name="T150" fmla="*/ 4272 h 427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991" h="4272">
                    <a:moveTo>
                      <a:pt x="48" y="182"/>
                    </a:moveTo>
                    <a:lnTo>
                      <a:pt x="181" y="445"/>
                    </a:lnTo>
                    <a:lnTo>
                      <a:pt x="134" y="922"/>
                    </a:lnTo>
                    <a:lnTo>
                      <a:pt x="325" y="240"/>
                    </a:lnTo>
                    <a:lnTo>
                      <a:pt x="409" y="217"/>
                    </a:lnTo>
                    <a:lnTo>
                      <a:pt x="495" y="339"/>
                    </a:lnTo>
                    <a:lnTo>
                      <a:pt x="468" y="468"/>
                    </a:lnTo>
                    <a:lnTo>
                      <a:pt x="371" y="694"/>
                    </a:lnTo>
                    <a:lnTo>
                      <a:pt x="543" y="519"/>
                    </a:lnTo>
                    <a:lnTo>
                      <a:pt x="613" y="540"/>
                    </a:lnTo>
                    <a:lnTo>
                      <a:pt x="251" y="1092"/>
                    </a:lnTo>
                    <a:lnTo>
                      <a:pt x="903" y="481"/>
                    </a:lnTo>
                    <a:lnTo>
                      <a:pt x="1304" y="661"/>
                    </a:lnTo>
                    <a:lnTo>
                      <a:pt x="1387" y="936"/>
                    </a:lnTo>
                    <a:lnTo>
                      <a:pt x="1664" y="1189"/>
                    </a:lnTo>
                    <a:lnTo>
                      <a:pt x="1687" y="1452"/>
                    </a:lnTo>
                    <a:lnTo>
                      <a:pt x="1822" y="1659"/>
                    </a:lnTo>
                    <a:lnTo>
                      <a:pt x="1738" y="1909"/>
                    </a:lnTo>
                    <a:lnTo>
                      <a:pt x="1422" y="2038"/>
                    </a:lnTo>
                    <a:lnTo>
                      <a:pt x="1433" y="2138"/>
                    </a:lnTo>
                    <a:lnTo>
                      <a:pt x="1712" y="2366"/>
                    </a:lnTo>
                    <a:lnTo>
                      <a:pt x="1496" y="2388"/>
                    </a:lnTo>
                    <a:lnTo>
                      <a:pt x="1253" y="2280"/>
                    </a:lnTo>
                    <a:lnTo>
                      <a:pt x="1747" y="2748"/>
                    </a:lnTo>
                    <a:lnTo>
                      <a:pt x="1687" y="2806"/>
                    </a:lnTo>
                    <a:lnTo>
                      <a:pt x="1350" y="2748"/>
                    </a:lnTo>
                    <a:lnTo>
                      <a:pt x="1350" y="3061"/>
                    </a:lnTo>
                    <a:lnTo>
                      <a:pt x="1182" y="3252"/>
                    </a:lnTo>
                    <a:lnTo>
                      <a:pt x="1073" y="3156"/>
                    </a:lnTo>
                    <a:lnTo>
                      <a:pt x="806" y="3636"/>
                    </a:lnTo>
                    <a:lnTo>
                      <a:pt x="506" y="3898"/>
                    </a:lnTo>
                    <a:lnTo>
                      <a:pt x="387" y="4199"/>
                    </a:lnTo>
                    <a:lnTo>
                      <a:pt x="481" y="4272"/>
                    </a:lnTo>
                    <a:lnTo>
                      <a:pt x="1290" y="3995"/>
                    </a:lnTo>
                    <a:lnTo>
                      <a:pt x="1991" y="2833"/>
                    </a:lnTo>
                    <a:lnTo>
                      <a:pt x="1991" y="1821"/>
                    </a:lnTo>
                    <a:lnTo>
                      <a:pt x="1798" y="1199"/>
                    </a:lnTo>
                    <a:lnTo>
                      <a:pt x="1653" y="947"/>
                    </a:lnTo>
                    <a:lnTo>
                      <a:pt x="1521" y="828"/>
                    </a:lnTo>
                    <a:lnTo>
                      <a:pt x="1387" y="613"/>
                    </a:lnTo>
                    <a:lnTo>
                      <a:pt x="831" y="358"/>
                    </a:lnTo>
                    <a:lnTo>
                      <a:pt x="686" y="433"/>
                    </a:lnTo>
                    <a:lnTo>
                      <a:pt x="613" y="358"/>
                    </a:lnTo>
                    <a:lnTo>
                      <a:pt x="578" y="228"/>
                    </a:lnTo>
                    <a:lnTo>
                      <a:pt x="361" y="108"/>
                    </a:lnTo>
                    <a:lnTo>
                      <a:pt x="244" y="97"/>
                    </a:lnTo>
                    <a:lnTo>
                      <a:pt x="134" y="0"/>
                    </a:lnTo>
                    <a:lnTo>
                      <a:pt x="0" y="11"/>
                    </a:lnTo>
                    <a:lnTo>
                      <a:pt x="48" y="182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7" name="Freeform 401"/>
              <p:cNvSpPr>
                <a:spLocks/>
              </p:cNvSpPr>
              <p:nvPr/>
            </p:nvSpPr>
            <p:spPr bwMode="auto">
              <a:xfrm>
                <a:off x="3488" y="1747"/>
                <a:ext cx="55" cy="307"/>
              </a:xfrm>
              <a:custGeom>
                <a:avLst/>
                <a:gdLst>
                  <a:gd name="T0" fmla="*/ 0 w 434"/>
                  <a:gd name="T1" fmla="*/ 0 h 2461"/>
                  <a:gd name="T2" fmla="*/ 0 w 434"/>
                  <a:gd name="T3" fmla="*/ 0 h 2461"/>
                  <a:gd name="T4" fmla="*/ 0 w 434"/>
                  <a:gd name="T5" fmla="*/ 0 h 2461"/>
                  <a:gd name="T6" fmla="*/ 0 w 434"/>
                  <a:gd name="T7" fmla="*/ 0 h 2461"/>
                  <a:gd name="T8" fmla="*/ 0 w 434"/>
                  <a:gd name="T9" fmla="*/ 0 h 2461"/>
                  <a:gd name="T10" fmla="*/ 0 w 434"/>
                  <a:gd name="T11" fmla="*/ 0 h 2461"/>
                  <a:gd name="T12" fmla="*/ 0 w 434"/>
                  <a:gd name="T13" fmla="*/ 0 h 2461"/>
                  <a:gd name="T14" fmla="*/ 0 w 434"/>
                  <a:gd name="T15" fmla="*/ 0 h 2461"/>
                  <a:gd name="T16" fmla="*/ 0 w 434"/>
                  <a:gd name="T17" fmla="*/ 0 h 2461"/>
                  <a:gd name="T18" fmla="*/ 0 w 434"/>
                  <a:gd name="T19" fmla="*/ 0 h 2461"/>
                  <a:gd name="T20" fmla="*/ 0 w 434"/>
                  <a:gd name="T21" fmla="*/ 0 h 2461"/>
                  <a:gd name="T22" fmla="*/ 0 w 434"/>
                  <a:gd name="T23" fmla="*/ 0 h 2461"/>
                  <a:gd name="T24" fmla="*/ 0 w 434"/>
                  <a:gd name="T25" fmla="*/ 0 h 2461"/>
                  <a:gd name="T26" fmla="*/ 0 w 434"/>
                  <a:gd name="T27" fmla="*/ 0 h 2461"/>
                  <a:gd name="T28" fmla="*/ 0 w 434"/>
                  <a:gd name="T29" fmla="*/ 0 h 2461"/>
                  <a:gd name="T30" fmla="*/ 0 w 434"/>
                  <a:gd name="T31" fmla="*/ 0 h 2461"/>
                  <a:gd name="T32" fmla="*/ 0 w 434"/>
                  <a:gd name="T33" fmla="*/ 0 h 2461"/>
                  <a:gd name="T34" fmla="*/ 0 w 434"/>
                  <a:gd name="T35" fmla="*/ 0 h 2461"/>
                  <a:gd name="T36" fmla="*/ 0 w 434"/>
                  <a:gd name="T37" fmla="*/ 0 h 2461"/>
                  <a:gd name="T38" fmla="*/ 0 w 434"/>
                  <a:gd name="T39" fmla="*/ 0 h 2461"/>
                  <a:gd name="T40" fmla="*/ 0 w 434"/>
                  <a:gd name="T41" fmla="*/ 0 h 2461"/>
                  <a:gd name="T42" fmla="*/ 0 w 434"/>
                  <a:gd name="T43" fmla="*/ 0 h 2461"/>
                  <a:gd name="T44" fmla="*/ 0 w 434"/>
                  <a:gd name="T45" fmla="*/ 0 h 2461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434"/>
                  <a:gd name="T70" fmla="*/ 0 h 2461"/>
                  <a:gd name="T71" fmla="*/ 434 w 434"/>
                  <a:gd name="T72" fmla="*/ 2461 h 2461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434" h="2461">
                    <a:moveTo>
                      <a:pt x="276" y="0"/>
                    </a:moveTo>
                    <a:lnTo>
                      <a:pt x="166" y="72"/>
                    </a:lnTo>
                    <a:lnTo>
                      <a:pt x="106" y="204"/>
                    </a:lnTo>
                    <a:lnTo>
                      <a:pt x="96" y="326"/>
                    </a:lnTo>
                    <a:lnTo>
                      <a:pt x="106" y="688"/>
                    </a:lnTo>
                    <a:lnTo>
                      <a:pt x="72" y="962"/>
                    </a:lnTo>
                    <a:lnTo>
                      <a:pt x="37" y="1275"/>
                    </a:lnTo>
                    <a:lnTo>
                      <a:pt x="0" y="1504"/>
                    </a:lnTo>
                    <a:lnTo>
                      <a:pt x="0" y="1780"/>
                    </a:lnTo>
                    <a:lnTo>
                      <a:pt x="10" y="2029"/>
                    </a:lnTo>
                    <a:lnTo>
                      <a:pt x="145" y="2461"/>
                    </a:lnTo>
                    <a:lnTo>
                      <a:pt x="434" y="2391"/>
                    </a:lnTo>
                    <a:lnTo>
                      <a:pt x="311" y="1993"/>
                    </a:lnTo>
                    <a:lnTo>
                      <a:pt x="263" y="1684"/>
                    </a:lnTo>
                    <a:lnTo>
                      <a:pt x="287" y="1407"/>
                    </a:lnTo>
                    <a:lnTo>
                      <a:pt x="337" y="1130"/>
                    </a:lnTo>
                    <a:lnTo>
                      <a:pt x="397" y="879"/>
                    </a:lnTo>
                    <a:lnTo>
                      <a:pt x="397" y="734"/>
                    </a:lnTo>
                    <a:lnTo>
                      <a:pt x="360" y="602"/>
                    </a:lnTo>
                    <a:lnTo>
                      <a:pt x="311" y="519"/>
                    </a:lnTo>
                    <a:lnTo>
                      <a:pt x="325" y="194"/>
                    </a:lnTo>
                    <a:lnTo>
                      <a:pt x="337" y="12"/>
                    </a:lnTo>
                    <a:lnTo>
                      <a:pt x="276" y="0"/>
                    </a:lnTo>
                    <a:close/>
                  </a:path>
                </a:pathLst>
              </a:custGeom>
              <a:solidFill>
                <a:srgbClr val="FFE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8" name="Freeform 402"/>
              <p:cNvSpPr>
                <a:spLocks/>
              </p:cNvSpPr>
              <p:nvPr/>
            </p:nvSpPr>
            <p:spPr bwMode="auto">
              <a:xfrm>
                <a:off x="3176" y="1982"/>
                <a:ext cx="165" cy="135"/>
              </a:xfrm>
              <a:custGeom>
                <a:avLst/>
                <a:gdLst>
                  <a:gd name="T0" fmla="*/ 0 w 1314"/>
                  <a:gd name="T1" fmla="*/ 0 h 1079"/>
                  <a:gd name="T2" fmla="*/ 0 w 1314"/>
                  <a:gd name="T3" fmla="*/ 0 h 1079"/>
                  <a:gd name="T4" fmla="*/ 0 w 1314"/>
                  <a:gd name="T5" fmla="*/ 0 h 1079"/>
                  <a:gd name="T6" fmla="*/ 0 w 1314"/>
                  <a:gd name="T7" fmla="*/ 0 h 1079"/>
                  <a:gd name="T8" fmla="*/ 0 w 1314"/>
                  <a:gd name="T9" fmla="*/ 0 h 1079"/>
                  <a:gd name="T10" fmla="*/ 0 w 1314"/>
                  <a:gd name="T11" fmla="*/ 0 h 1079"/>
                  <a:gd name="T12" fmla="*/ 0 w 1314"/>
                  <a:gd name="T13" fmla="*/ 0 h 1079"/>
                  <a:gd name="T14" fmla="*/ 0 w 1314"/>
                  <a:gd name="T15" fmla="*/ 0 h 1079"/>
                  <a:gd name="T16" fmla="*/ 0 w 1314"/>
                  <a:gd name="T17" fmla="*/ 0 h 1079"/>
                  <a:gd name="T18" fmla="*/ 0 w 1314"/>
                  <a:gd name="T19" fmla="*/ 0 h 1079"/>
                  <a:gd name="T20" fmla="*/ 0 w 1314"/>
                  <a:gd name="T21" fmla="*/ 0 h 1079"/>
                  <a:gd name="T22" fmla="*/ 0 w 1314"/>
                  <a:gd name="T23" fmla="*/ 0 h 1079"/>
                  <a:gd name="T24" fmla="*/ 0 w 1314"/>
                  <a:gd name="T25" fmla="*/ 0 h 1079"/>
                  <a:gd name="T26" fmla="*/ 0 w 1314"/>
                  <a:gd name="T27" fmla="*/ 0 h 1079"/>
                  <a:gd name="T28" fmla="*/ 0 w 1314"/>
                  <a:gd name="T29" fmla="*/ 0 h 1079"/>
                  <a:gd name="T30" fmla="*/ 0 w 1314"/>
                  <a:gd name="T31" fmla="*/ 0 h 1079"/>
                  <a:gd name="T32" fmla="*/ 0 w 1314"/>
                  <a:gd name="T33" fmla="*/ 0 h 1079"/>
                  <a:gd name="T34" fmla="*/ 0 w 1314"/>
                  <a:gd name="T35" fmla="*/ 0 h 1079"/>
                  <a:gd name="T36" fmla="*/ 0 w 1314"/>
                  <a:gd name="T37" fmla="*/ 0 h 1079"/>
                  <a:gd name="T38" fmla="*/ 0 w 1314"/>
                  <a:gd name="T39" fmla="*/ 0 h 1079"/>
                  <a:gd name="T40" fmla="*/ 0 w 1314"/>
                  <a:gd name="T41" fmla="*/ 0 h 1079"/>
                  <a:gd name="T42" fmla="*/ 0 w 1314"/>
                  <a:gd name="T43" fmla="*/ 0 h 1079"/>
                  <a:gd name="T44" fmla="*/ 0 w 1314"/>
                  <a:gd name="T45" fmla="*/ 0 h 1079"/>
                  <a:gd name="T46" fmla="*/ 0 w 1314"/>
                  <a:gd name="T47" fmla="*/ 0 h 1079"/>
                  <a:gd name="T48" fmla="*/ 0 w 1314"/>
                  <a:gd name="T49" fmla="*/ 0 h 1079"/>
                  <a:gd name="T50" fmla="*/ 0 w 1314"/>
                  <a:gd name="T51" fmla="*/ 0 h 1079"/>
                  <a:gd name="T52" fmla="*/ 0 w 1314"/>
                  <a:gd name="T53" fmla="*/ 0 h 1079"/>
                  <a:gd name="T54" fmla="*/ 0 w 1314"/>
                  <a:gd name="T55" fmla="*/ 0 h 1079"/>
                  <a:gd name="T56" fmla="*/ 0 w 1314"/>
                  <a:gd name="T57" fmla="*/ 0 h 1079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1314"/>
                  <a:gd name="T88" fmla="*/ 0 h 1079"/>
                  <a:gd name="T89" fmla="*/ 1314 w 1314"/>
                  <a:gd name="T90" fmla="*/ 1079 h 1079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1314" h="1079">
                    <a:moveTo>
                      <a:pt x="374" y="0"/>
                    </a:moveTo>
                    <a:lnTo>
                      <a:pt x="300" y="35"/>
                    </a:lnTo>
                    <a:lnTo>
                      <a:pt x="300" y="97"/>
                    </a:lnTo>
                    <a:lnTo>
                      <a:pt x="194" y="143"/>
                    </a:lnTo>
                    <a:lnTo>
                      <a:pt x="167" y="192"/>
                    </a:lnTo>
                    <a:lnTo>
                      <a:pt x="129" y="335"/>
                    </a:lnTo>
                    <a:lnTo>
                      <a:pt x="24" y="395"/>
                    </a:lnTo>
                    <a:lnTo>
                      <a:pt x="0" y="613"/>
                    </a:lnTo>
                    <a:lnTo>
                      <a:pt x="59" y="830"/>
                    </a:lnTo>
                    <a:lnTo>
                      <a:pt x="290" y="934"/>
                    </a:lnTo>
                    <a:lnTo>
                      <a:pt x="662" y="1056"/>
                    </a:lnTo>
                    <a:lnTo>
                      <a:pt x="938" y="1068"/>
                    </a:lnTo>
                    <a:lnTo>
                      <a:pt x="1241" y="1079"/>
                    </a:lnTo>
                    <a:lnTo>
                      <a:pt x="1217" y="925"/>
                    </a:lnTo>
                    <a:lnTo>
                      <a:pt x="1217" y="817"/>
                    </a:lnTo>
                    <a:lnTo>
                      <a:pt x="1229" y="699"/>
                    </a:lnTo>
                    <a:lnTo>
                      <a:pt x="1314" y="529"/>
                    </a:lnTo>
                    <a:lnTo>
                      <a:pt x="1229" y="480"/>
                    </a:lnTo>
                    <a:lnTo>
                      <a:pt x="1156" y="408"/>
                    </a:lnTo>
                    <a:lnTo>
                      <a:pt x="1096" y="309"/>
                    </a:lnTo>
                    <a:lnTo>
                      <a:pt x="1024" y="226"/>
                    </a:lnTo>
                    <a:lnTo>
                      <a:pt x="950" y="167"/>
                    </a:lnTo>
                    <a:lnTo>
                      <a:pt x="879" y="143"/>
                    </a:lnTo>
                    <a:lnTo>
                      <a:pt x="769" y="167"/>
                    </a:lnTo>
                    <a:lnTo>
                      <a:pt x="637" y="204"/>
                    </a:lnTo>
                    <a:lnTo>
                      <a:pt x="588" y="180"/>
                    </a:lnTo>
                    <a:lnTo>
                      <a:pt x="528" y="59"/>
                    </a:lnTo>
                    <a:lnTo>
                      <a:pt x="470" y="26"/>
                    </a:lnTo>
                    <a:lnTo>
                      <a:pt x="374" y="0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9" name="Freeform 403"/>
              <p:cNvSpPr>
                <a:spLocks/>
              </p:cNvSpPr>
              <p:nvPr/>
            </p:nvSpPr>
            <p:spPr bwMode="auto">
              <a:xfrm>
                <a:off x="3400" y="1482"/>
                <a:ext cx="226" cy="269"/>
              </a:xfrm>
              <a:custGeom>
                <a:avLst/>
                <a:gdLst>
                  <a:gd name="T0" fmla="*/ 0 w 1808"/>
                  <a:gd name="T1" fmla="*/ 0 h 2151"/>
                  <a:gd name="T2" fmla="*/ 0 w 1808"/>
                  <a:gd name="T3" fmla="*/ 0 h 2151"/>
                  <a:gd name="T4" fmla="*/ 0 w 1808"/>
                  <a:gd name="T5" fmla="*/ 0 h 2151"/>
                  <a:gd name="T6" fmla="*/ 0 w 1808"/>
                  <a:gd name="T7" fmla="*/ 0 h 2151"/>
                  <a:gd name="T8" fmla="*/ 0 w 1808"/>
                  <a:gd name="T9" fmla="*/ 0 h 2151"/>
                  <a:gd name="T10" fmla="*/ 0 w 1808"/>
                  <a:gd name="T11" fmla="*/ 0 h 2151"/>
                  <a:gd name="T12" fmla="*/ 0 w 1808"/>
                  <a:gd name="T13" fmla="*/ 0 h 2151"/>
                  <a:gd name="T14" fmla="*/ 0 w 1808"/>
                  <a:gd name="T15" fmla="*/ 0 h 2151"/>
                  <a:gd name="T16" fmla="*/ 0 w 1808"/>
                  <a:gd name="T17" fmla="*/ 0 h 2151"/>
                  <a:gd name="T18" fmla="*/ 0 w 1808"/>
                  <a:gd name="T19" fmla="*/ 0 h 2151"/>
                  <a:gd name="T20" fmla="*/ 0 w 1808"/>
                  <a:gd name="T21" fmla="*/ 0 h 2151"/>
                  <a:gd name="T22" fmla="*/ 0 w 1808"/>
                  <a:gd name="T23" fmla="*/ 0 h 2151"/>
                  <a:gd name="T24" fmla="*/ 0 w 1808"/>
                  <a:gd name="T25" fmla="*/ 0 h 2151"/>
                  <a:gd name="T26" fmla="*/ 0 w 1808"/>
                  <a:gd name="T27" fmla="*/ 0 h 2151"/>
                  <a:gd name="T28" fmla="*/ 0 w 1808"/>
                  <a:gd name="T29" fmla="*/ 0 h 2151"/>
                  <a:gd name="T30" fmla="*/ 0 w 1808"/>
                  <a:gd name="T31" fmla="*/ 0 h 2151"/>
                  <a:gd name="T32" fmla="*/ 0 w 1808"/>
                  <a:gd name="T33" fmla="*/ 0 h 2151"/>
                  <a:gd name="T34" fmla="*/ 0 w 1808"/>
                  <a:gd name="T35" fmla="*/ 0 h 2151"/>
                  <a:gd name="T36" fmla="*/ 0 w 1808"/>
                  <a:gd name="T37" fmla="*/ 0 h 2151"/>
                  <a:gd name="T38" fmla="*/ 0 w 1808"/>
                  <a:gd name="T39" fmla="*/ 0 h 2151"/>
                  <a:gd name="T40" fmla="*/ 0 w 1808"/>
                  <a:gd name="T41" fmla="*/ 0 h 2151"/>
                  <a:gd name="T42" fmla="*/ 0 w 1808"/>
                  <a:gd name="T43" fmla="*/ 0 h 2151"/>
                  <a:gd name="T44" fmla="*/ 0 w 1808"/>
                  <a:gd name="T45" fmla="*/ 0 h 2151"/>
                  <a:gd name="T46" fmla="*/ 0 w 1808"/>
                  <a:gd name="T47" fmla="*/ 0 h 2151"/>
                  <a:gd name="T48" fmla="*/ 0 w 1808"/>
                  <a:gd name="T49" fmla="*/ 0 h 2151"/>
                  <a:gd name="T50" fmla="*/ 0 w 1808"/>
                  <a:gd name="T51" fmla="*/ 0 h 2151"/>
                  <a:gd name="T52" fmla="*/ 0 w 1808"/>
                  <a:gd name="T53" fmla="*/ 0 h 2151"/>
                  <a:gd name="T54" fmla="*/ 0 w 1808"/>
                  <a:gd name="T55" fmla="*/ 0 h 2151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808"/>
                  <a:gd name="T85" fmla="*/ 0 h 2151"/>
                  <a:gd name="T86" fmla="*/ 1808 w 1808"/>
                  <a:gd name="T87" fmla="*/ 2151 h 2151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808" h="2151">
                    <a:moveTo>
                      <a:pt x="1784" y="591"/>
                    </a:moveTo>
                    <a:lnTo>
                      <a:pt x="1808" y="681"/>
                    </a:lnTo>
                    <a:lnTo>
                      <a:pt x="1803" y="758"/>
                    </a:lnTo>
                    <a:lnTo>
                      <a:pt x="1773" y="877"/>
                    </a:lnTo>
                    <a:lnTo>
                      <a:pt x="1698" y="1052"/>
                    </a:lnTo>
                    <a:lnTo>
                      <a:pt x="1573" y="1178"/>
                    </a:lnTo>
                    <a:lnTo>
                      <a:pt x="1459" y="1701"/>
                    </a:lnTo>
                    <a:lnTo>
                      <a:pt x="1289" y="1884"/>
                    </a:lnTo>
                    <a:lnTo>
                      <a:pt x="1164" y="2022"/>
                    </a:lnTo>
                    <a:lnTo>
                      <a:pt x="1091" y="2133"/>
                    </a:lnTo>
                    <a:lnTo>
                      <a:pt x="1045" y="2151"/>
                    </a:lnTo>
                    <a:lnTo>
                      <a:pt x="835" y="1868"/>
                    </a:lnTo>
                    <a:lnTo>
                      <a:pt x="657" y="1890"/>
                    </a:lnTo>
                    <a:lnTo>
                      <a:pt x="569" y="1890"/>
                    </a:lnTo>
                    <a:lnTo>
                      <a:pt x="512" y="1852"/>
                    </a:lnTo>
                    <a:lnTo>
                      <a:pt x="477" y="1791"/>
                    </a:lnTo>
                    <a:lnTo>
                      <a:pt x="429" y="1628"/>
                    </a:lnTo>
                    <a:lnTo>
                      <a:pt x="289" y="1351"/>
                    </a:lnTo>
                    <a:lnTo>
                      <a:pt x="141" y="1169"/>
                    </a:lnTo>
                    <a:lnTo>
                      <a:pt x="107" y="1022"/>
                    </a:lnTo>
                    <a:lnTo>
                      <a:pt x="76" y="872"/>
                    </a:lnTo>
                    <a:lnTo>
                      <a:pt x="28" y="653"/>
                    </a:lnTo>
                    <a:lnTo>
                      <a:pt x="0" y="353"/>
                    </a:lnTo>
                    <a:lnTo>
                      <a:pt x="24" y="208"/>
                    </a:lnTo>
                    <a:lnTo>
                      <a:pt x="76" y="99"/>
                    </a:lnTo>
                    <a:lnTo>
                      <a:pt x="1324" y="0"/>
                    </a:lnTo>
                    <a:lnTo>
                      <a:pt x="1698" y="433"/>
                    </a:lnTo>
                    <a:lnTo>
                      <a:pt x="1784" y="591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" name="Freeform 404"/>
              <p:cNvSpPr>
                <a:spLocks/>
              </p:cNvSpPr>
              <p:nvPr/>
            </p:nvSpPr>
            <p:spPr bwMode="auto">
              <a:xfrm>
                <a:off x="3421" y="1586"/>
                <a:ext cx="19" cy="14"/>
              </a:xfrm>
              <a:custGeom>
                <a:avLst/>
                <a:gdLst>
                  <a:gd name="T0" fmla="*/ 0 w 152"/>
                  <a:gd name="T1" fmla="*/ 0 h 113"/>
                  <a:gd name="T2" fmla="*/ 0 w 152"/>
                  <a:gd name="T3" fmla="*/ 0 h 113"/>
                  <a:gd name="T4" fmla="*/ 0 w 152"/>
                  <a:gd name="T5" fmla="*/ 0 h 113"/>
                  <a:gd name="T6" fmla="*/ 0 w 152"/>
                  <a:gd name="T7" fmla="*/ 0 h 113"/>
                  <a:gd name="T8" fmla="*/ 0 w 152"/>
                  <a:gd name="T9" fmla="*/ 0 h 113"/>
                  <a:gd name="T10" fmla="*/ 0 w 152"/>
                  <a:gd name="T11" fmla="*/ 0 h 1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2"/>
                  <a:gd name="T19" fmla="*/ 0 h 113"/>
                  <a:gd name="T20" fmla="*/ 152 w 152"/>
                  <a:gd name="T21" fmla="*/ 113 h 11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2" h="113">
                    <a:moveTo>
                      <a:pt x="0" y="83"/>
                    </a:moveTo>
                    <a:lnTo>
                      <a:pt x="49" y="113"/>
                    </a:lnTo>
                    <a:lnTo>
                      <a:pt x="152" y="79"/>
                    </a:lnTo>
                    <a:lnTo>
                      <a:pt x="152" y="0"/>
                    </a:lnTo>
                    <a:lnTo>
                      <a:pt x="33" y="16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1" name="Freeform 405"/>
              <p:cNvSpPr>
                <a:spLocks/>
              </p:cNvSpPr>
              <p:nvPr/>
            </p:nvSpPr>
            <p:spPr bwMode="auto">
              <a:xfrm>
                <a:off x="3491" y="1572"/>
                <a:ext cx="28" cy="10"/>
              </a:xfrm>
              <a:custGeom>
                <a:avLst/>
                <a:gdLst>
                  <a:gd name="T0" fmla="*/ 0 w 231"/>
                  <a:gd name="T1" fmla="*/ 0 h 83"/>
                  <a:gd name="T2" fmla="*/ 0 w 231"/>
                  <a:gd name="T3" fmla="*/ 0 h 83"/>
                  <a:gd name="T4" fmla="*/ 0 w 231"/>
                  <a:gd name="T5" fmla="*/ 0 h 83"/>
                  <a:gd name="T6" fmla="*/ 0 w 231"/>
                  <a:gd name="T7" fmla="*/ 0 h 83"/>
                  <a:gd name="T8" fmla="*/ 0 w 231"/>
                  <a:gd name="T9" fmla="*/ 0 h 83"/>
                  <a:gd name="T10" fmla="*/ 0 w 231"/>
                  <a:gd name="T11" fmla="*/ 0 h 8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1"/>
                  <a:gd name="T19" fmla="*/ 0 h 83"/>
                  <a:gd name="T20" fmla="*/ 231 w 231"/>
                  <a:gd name="T21" fmla="*/ 83 h 8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1" h="83">
                    <a:moveTo>
                      <a:pt x="27" y="83"/>
                    </a:moveTo>
                    <a:lnTo>
                      <a:pt x="130" y="74"/>
                    </a:lnTo>
                    <a:lnTo>
                      <a:pt x="231" y="47"/>
                    </a:lnTo>
                    <a:lnTo>
                      <a:pt x="104" y="0"/>
                    </a:lnTo>
                    <a:lnTo>
                      <a:pt x="0" y="0"/>
                    </a:lnTo>
                    <a:lnTo>
                      <a:pt x="27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2" name="Freeform 406"/>
              <p:cNvSpPr>
                <a:spLocks/>
              </p:cNvSpPr>
              <p:nvPr/>
            </p:nvSpPr>
            <p:spPr bwMode="auto">
              <a:xfrm>
                <a:off x="3401" y="1446"/>
                <a:ext cx="181" cy="56"/>
              </a:xfrm>
              <a:custGeom>
                <a:avLst/>
                <a:gdLst>
                  <a:gd name="T0" fmla="*/ 0 w 1451"/>
                  <a:gd name="T1" fmla="*/ 0 h 452"/>
                  <a:gd name="T2" fmla="*/ 0 w 1451"/>
                  <a:gd name="T3" fmla="*/ 0 h 452"/>
                  <a:gd name="T4" fmla="*/ 0 w 1451"/>
                  <a:gd name="T5" fmla="*/ 0 h 452"/>
                  <a:gd name="T6" fmla="*/ 0 w 1451"/>
                  <a:gd name="T7" fmla="*/ 0 h 452"/>
                  <a:gd name="T8" fmla="*/ 0 w 1451"/>
                  <a:gd name="T9" fmla="*/ 0 h 452"/>
                  <a:gd name="T10" fmla="*/ 0 w 1451"/>
                  <a:gd name="T11" fmla="*/ 0 h 452"/>
                  <a:gd name="T12" fmla="*/ 0 w 1451"/>
                  <a:gd name="T13" fmla="*/ 0 h 452"/>
                  <a:gd name="T14" fmla="*/ 0 w 1451"/>
                  <a:gd name="T15" fmla="*/ 0 h 452"/>
                  <a:gd name="T16" fmla="*/ 0 w 1451"/>
                  <a:gd name="T17" fmla="*/ 0 h 452"/>
                  <a:gd name="T18" fmla="*/ 0 w 1451"/>
                  <a:gd name="T19" fmla="*/ 0 h 452"/>
                  <a:gd name="T20" fmla="*/ 0 w 1451"/>
                  <a:gd name="T21" fmla="*/ 0 h 452"/>
                  <a:gd name="T22" fmla="*/ 0 w 1451"/>
                  <a:gd name="T23" fmla="*/ 0 h 452"/>
                  <a:gd name="T24" fmla="*/ 0 w 1451"/>
                  <a:gd name="T25" fmla="*/ 0 h 452"/>
                  <a:gd name="T26" fmla="*/ 0 w 1451"/>
                  <a:gd name="T27" fmla="*/ 0 h 452"/>
                  <a:gd name="T28" fmla="*/ 0 w 1451"/>
                  <a:gd name="T29" fmla="*/ 0 h 452"/>
                  <a:gd name="T30" fmla="*/ 0 w 1451"/>
                  <a:gd name="T31" fmla="*/ 0 h 45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451"/>
                  <a:gd name="T49" fmla="*/ 0 h 452"/>
                  <a:gd name="T50" fmla="*/ 1451 w 1451"/>
                  <a:gd name="T51" fmla="*/ 452 h 452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451" h="452">
                    <a:moveTo>
                      <a:pt x="110" y="41"/>
                    </a:moveTo>
                    <a:lnTo>
                      <a:pt x="237" y="0"/>
                    </a:lnTo>
                    <a:lnTo>
                      <a:pt x="603" y="0"/>
                    </a:lnTo>
                    <a:lnTo>
                      <a:pt x="1255" y="165"/>
                    </a:lnTo>
                    <a:lnTo>
                      <a:pt x="1451" y="391"/>
                    </a:lnTo>
                    <a:lnTo>
                      <a:pt x="1134" y="318"/>
                    </a:lnTo>
                    <a:lnTo>
                      <a:pt x="981" y="360"/>
                    </a:lnTo>
                    <a:lnTo>
                      <a:pt x="846" y="424"/>
                    </a:lnTo>
                    <a:lnTo>
                      <a:pt x="647" y="452"/>
                    </a:lnTo>
                    <a:lnTo>
                      <a:pt x="426" y="444"/>
                    </a:lnTo>
                    <a:lnTo>
                      <a:pt x="218" y="391"/>
                    </a:lnTo>
                    <a:lnTo>
                      <a:pt x="68" y="318"/>
                    </a:lnTo>
                    <a:lnTo>
                      <a:pt x="16" y="251"/>
                    </a:lnTo>
                    <a:lnTo>
                      <a:pt x="0" y="186"/>
                    </a:lnTo>
                    <a:lnTo>
                      <a:pt x="4" y="129"/>
                    </a:lnTo>
                    <a:lnTo>
                      <a:pt x="110" y="41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3" name="Freeform 407"/>
              <p:cNvSpPr>
                <a:spLocks/>
              </p:cNvSpPr>
              <p:nvPr/>
            </p:nvSpPr>
            <p:spPr bwMode="auto">
              <a:xfrm>
                <a:off x="3542" y="1498"/>
                <a:ext cx="88" cy="78"/>
              </a:xfrm>
              <a:custGeom>
                <a:avLst/>
                <a:gdLst>
                  <a:gd name="T0" fmla="*/ 0 w 700"/>
                  <a:gd name="T1" fmla="*/ 0 h 629"/>
                  <a:gd name="T2" fmla="*/ 0 w 700"/>
                  <a:gd name="T3" fmla="*/ 0 h 629"/>
                  <a:gd name="T4" fmla="*/ 0 w 700"/>
                  <a:gd name="T5" fmla="*/ 0 h 629"/>
                  <a:gd name="T6" fmla="*/ 0 w 700"/>
                  <a:gd name="T7" fmla="*/ 0 h 629"/>
                  <a:gd name="T8" fmla="*/ 0 w 700"/>
                  <a:gd name="T9" fmla="*/ 0 h 629"/>
                  <a:gd name="T10" fmla="*/ 0 w 700"/>
                  <a:gd name="T11" fmla="*/ 0 h 629"/>
                  <a:gd name="T12" fmla="*/ 0 w 700"/>
                  <a:gd name="T13" fmla="*/ 0 h 629"/>
                  <a:gd name="T14" fmla="*/ 0 w 700"/>
                  <a:gd name="T15" fmla="*/ 0 h 629"/>
                  <a:gd name="T16" fmla="*/ 0 w 700"/>
                  <a:gd name="T17" fmla="*/ 0 h 629"/>
                  <a:gd name="T18" fmla="*/ 0 w 700"/>
                  <a:gd name="T19" fmla="*/ 0 h 629"/>
                  <a:gd name="T20" fmla="*/ 0 w 700"/>
                  <a:gd name="T21" fmla="*/ 0 h 629"/>
                  <a:gd name="T22" fmla="*/ 0 w 700"/>
                  <a:gd name="T23" fmla="*/ 0 h 629"/>
                  <a:gd name="T24" fmla="*/ 0 w 700"/>
                  <a:gd name="T25" fmla="*/ 0 h 629"/>
                  <a:gd name="T26" fmla="*/ 0 w 700"/>
                  <a:gd name="T27" fmla="*/ 0 h 629"/>
                  <a:gd name="T28" fmla="*/ 0 w 700"/>
                  <a:gd name="T29" fmla="*/ 0 h 629"/>
                  <a:gd name="T30" fmla="*/ 0 w 700"/>
                  <a:gd name="T31" fmla="*/ 0 h 62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700"/>
                  <a:gd name="T49" fmla="*/ 0 h 629"/>
                  <a:gd name="T50" fmla="*/ 700 w 700"/>
                  <a:gd name="T51" fmla="*/ 629 h 62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700" h="629">
                    <a:moveTo>
                      <a:pt x="666" y="482"/>
                    </a:moveTo>
                    <a:lnTo>
                      <a:pt x="548" y="411"/>
                    </a:lnTo>
                    <a:lnTo>
                      <a:pt x="449" y="405"/>
                    </a:lnTo>
                    <a:lnTo>
                      <a:pt x="392" y="482"/>
                    </a:lnTo>
                    <a:lnTo>
                      <a:pt x="378" y="629"/>
                    </a:lnTo>
                    <a:lnTo>
                      <a:pt x="173" y="604"/>
                    </a:lnTo>
                    <a:lnTo>
                      <a:pt x="182" y="528"/>
                    </a:lnTo>
                    <a:lnTo>
                      <a:pt x="139" y="433"/>
                    </a:lnTo>
                    <a:lnTo>
                      <a:pt x="76" y="374"/>
                    </a:lnTo>
                    <a:lnTo>
                      <a:pt x="36" y="350"/>
                    </a:lnTo>
                    <a:lnTo>
                      <a:pt x="0" y="141"/>
                    </a:lnTo>
                    <a:lnTo>
                      <a:pt x="286" y="0"/>
                    </a:lnTo>
                    <a:lnTo>
                      <a:pt x="588" y="110"/>
                    </a:lnTo>
                    <a:lnTo>
                      <a:pt x="632" y="360"/>
                    </a:lnTo>
                    <a:lnTo>
                      <a:pt x="700" y="447"/>
                    </a:lnTo>
                    <a:lnTo>
                      <a:pt x="666" y="48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4" name="Freeform 408"/>
              <p:cNvSpPr>
                <a:spLocks/>
              </p:cNvSpPr>
              <p:nvPr/>
            </p:nvSpPr>
            <p:spPr bwMode="auto">
              <a:xfrm>
                <a:off x="3533" y="1483"/>
                <a:ext cx="97" cy="80"/>
              </a:xfrm>
              <a:custGeom>
                <a:avLst/>
                <a:gdLst>
                  <a:gd name="T0" fmla="*/ 0 w 775"/>
                  <a:gd name="T1" fmla="*/ 0 h 641"/>
                  <a:gd name="T2" fmla="*/ 0 w 775"/>
                  <a:gd name="T3" fmla="*/ 0 h 641"/>
                  <a:gd name="T4" fmla="*/ 0 w 775"/>
                  <a:gd name="T5" fmla="*/ 0 h 641"/>
                  <a:gd name="T6" fmla="*/ 0 w 775"/>
                  <a:gd name="T7" fmla="*/ 0 h 641"/>
                  <a:gd name="T8" fmla="*/ 0 w 775"/>
                  <a:gd name="T9" fmla="*/ 0 h 641"/>
                  <a:gd name="T10" fmla="*/ 0 w 775"/>
                  <a:gd name="T11" fmla="*/ 0 h 641"/>
                  <a:gd name="T12" fmla="*/ 0 w 775"/>
                  <a:gd name="T13" fmla="*/ 0 h 641"/>
                  <a:gd name="T14" fmla="*/ 0 w 775"/>
                  <a:gd name="T15" fmla="*/ 0 h 641"/>
                  <a:gd name="T16" fmla="*/ 0 w 775"/>
                  <a:gd name="T17" fmla="*/ 0 h 641"/>
                  <a:gd name="T18" fmla="*/ 0 w 775"/>
                  <a:gd name="T19" fmla="*/ 0 h 641"/>
                  <a:gd name="T20" fmla="*/ 0 w 775"/>
                  <a:gd name="T21" fmla="*/ 0 h 641"/>
                  <a:gd name="T22" fmla="*/ 0 w 775"/>
                  <a:gd name="T23" fmla="*/ 0 h 641"/>
                  <a:gd name="T24" fmla="*/ 0 w 775"/>
                  <a:gd name="T25" fmla="*/ 0 h 641"/>
                  <a:gd name="T26" fmla="*/ 0 w 775"/>
                  <a:gd name="T27" fmla="*/ 0 h 641"/>
                  <a:gd name="T28" fmla="*/ 0 w 775"/>
                  <a:gd name="T29" fmla="*/ 0 h 641"/>
                  <a:gd name="T30" fmla="*/ 0 w 775"/>
                  <a:gd name="T31" fmla="*/ 0 h 641"/>
                  <a:gd name="T32" fmla="*/ 0 w 775"/>
                  <a:gd name="T33" fmla="*/ 0 h 641"/>
                  <a:gd name="T34" fmla="*/ 0 w 775"/>
                  <a:gd name="T35" fmla="*/ 0 h 641"/>
                  <a:gd name="T36" fmla="*/ 0 w 775"/>
                  <a:gd name="T37" fmla="*/ 0 h 641"/>
                  <a:gd name="T38" fmla="*/ 0 w 775"/>
                  <a:gd name="T39" fmla="*/ 0 h 641"/>
                  <a:gd name="T40" fmla="*/ 0 w 775"/>
                  <a:gd name="T41" fmla="*/ 0 h 641"/>
                  <a:gd name="T42" fmla="*/ 0 w 775"/>
                  <a:gd name="T43" fmla="*/ 0 h 641"/>
                  <a:gd name="T44" fmla="*/ 0 w 775"/>
                  <a:gd name="T45" fmla="*/ 0 h 641"/>
                  <a:gd name="T46" fmla="*/ 0 w 775"/>
                  <a:gd name="T47" fmla="*/ 0 h 641"/>
                  <a:gd name="T48" fmla="*/ 0 w 775"/>
                  <a:gd name="T49" fmla="*/ 0 h 641"/>
                  <a:gd name="T50" fmla="*/ 0 w 775"/>
                  <a:gd name="T51" fmla="*/ 0 h 641"/>
                  <a:gd name="T52" fmla="*/ 0 w 775"/>
                  <a:gd name="T53" fmla="*/ 0 h 641"/>
                  <a:gd name="T54" fmla="*/ 0 w 775"/>
                  <a:gd name="T55" fmla="*/ 0 h 641"/>
                  <a:gd name="T56" fmla="*/ 0 w 775"/>
                  <a:gd name="T57" fmla="*/ 0 h 641"/>
                  <a:gd name="T58" fmla="*/ 0 w 775"/>
                  <a:gd name="T59" fmla="*/ 0 h 641"/>
                  <a:gd name="T60" fmla="*/ 0 w 775"/>
                  <a:gd name="T61" fmla="*/ 0 h 641"/>
                  <a:gd name="T62" fmla="*/ 0 w 775"/>
                  <a:gd name="T63" fmla="*/ 0 h 641"/>
                  <a:gd name="T64" fmla="*/ 0 w 775"/>
                  <a:gd name="T65" fmla="*/ 0 h 641"/>
                  <a:gd name="T66" fmla="*/ 0 w 775"/>
                  <a:gd name="T67" fmla="*/ 0 h 641"/>
                  <a:gd name="T68" fmla="*/ 0 w 775"/>
                  <a:gd name="T69" fmla="*/ 0 h 641"/>
                  <a:gd name="T70" fmla="*/ 0 w 775"/>
                  <a:gd name="T71" fmla="*/ 0 h 641"/>
                  <a:gd name="T72" fmla="*/ 0 w 775"/>
                  <a:gd name="T73" fmla="*/ 0 h 641"/>
                  <a:gd name="T74" fmla="*/ 0 w 775"/>
                  <a:gd name="T75" fmla="*/ 0 h 641"/>
                  <a:gd name="T76" fmla="*/ 0 w 775"/>
                  <a:gd name="T77" fmla="*/ 0 h 641"/>
                  <a:gd name="T78" fmla="*/ 0 w 775"/>
                  <a:gd name="T79" fmla="*/ 0 h 641"/>
                  <a:gd name="T80" fmla="*/ 0 w 775"/>
                  <a:gd name="T81" fmla="*/ 0 h 641"/>
                  <a:gd name="T82" fmla="*/ 0 w 775"/>
                  <a:gd name="T83" fmla="*/ 0 h 641"/>
                  <a:gd name="T84" fmla="*/ 0 w 775"/>
                  <a:gd name="T85" fmla="*/ 0 h 641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775"/>
                  <a:gd name="T130" fmla="*/ 0 h 641"/>
                  <a:gd name="T131" fmla="*/ 775 w 775"/>
                  <a:gd name="T132" fmla="*/ 641 h 641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775" h="641">
                    <a:moveTo>
                      <a:pt x="747" y="575"/>
                    </a:moveTo>
                    <a:lnTo>
                      <a:pt x="701" y="518"/>
                    </a:lnTo>
                    <a:lnTo>
                      <a:pt x="643" y="461"/>
                    </a:lnTo>
                    <a:lnTo>
                      <a:pt x="608" y="397"/>
                    </a:lnTo>
                    <a:lnTo>
                      <a:pt x="617" y="309"/>
                    </a:lnTo>
                    <a:lnTo>
                      <a:pt x="586" y="261"/>
                    </a:lnTo>
                    <a:lnTo>
                      <a:pt x="530" y="230"/>
                    </a:lnTo>
                    <a:lnTo>
                      <a:pt x="496" y="226"/>
                    </a:lnTo>
                    <a:lnTo>
                      <a:pt x="440" y="230"/>
                    </a:lnTo>
                    <a:lnTo>
                      <a:pt x="488" y="316"/>
                    </a:lnTo>
                    <a:lnTo>
                      <a:pt x="571" y="397"/>
                    </a:lnTo>
                    <a:lnTo>
                      <a:pt x="440" y="316"/>
                    </a:lnTo>
                    <a:lnTo>
                      <a:pt x="343" y="274"/>
                    </a:lnTo>
                    <a:lnTo>
                      <a:pt x="242" y="283"/>
                    </a:lnTo>
                    <a:lnTo>
                      <a:pt x="161" y="288"/>
                    </a:lnTo>
                    <a:lnTo>
                      <a:pt x="118" y="300"/>
                    </a:lnTo>
                    <a:lnTo>
                      <a:pt x="152" y="371"/>
                    </a:lnTo>
                    <a:lnTo>
                      <a:pt x="320" y="378"/>
                    </a:lnTo>
                    <a:lnTo>
                      <a:pt x="454" y="447"/>
                    </a:lnTo>
                    <a:lnTo>
                      <a:pt x="336" y="447"/>
                    </a:lnTo>
                    <a:lnTo>
                      <a:pt x="384" y="518"/>
                    </a:lnTo>
                    <a:lnTo>
                      <a:pt x="413" y="602"/>
                    </a:lnTo>
                    <a:lnTo>
                      <a:pt x="378" y="641"/>
                    </a:lnTo>
                    <a:lnTo>
                      <a:pt x="274" y="586"/>
                    </a:lnTo>
                    <a:lnTo>
                      <a:pt x="182" y="542"/>
                    </a:lnTo>
                    <a:lnTo>
                      <a:pt x="161" y="503"/>
                    </a:lnTo>
                    <a:lnTo>
                      <a:pt x="90" y="480"/>
                    </a:lnTo>
                    <a:lnTo>
                      <a:pt x="57" y="378"/>
                    </a:lnTo>
                    <a:lnTo>
                      <a:pt x="48" y="239"/>
                    </a:lnTo>
                    <a:lnTo>
                      <a:pt x="23" y="191"/>
                    </a:lnTo>
                    <a:lnTo>
                      <a:pt x="39" y="136"/>
                    </a:lnTo>
                    <a:lnTo>
                      <a:pt x="0" y="127"/>
                    </a:lnTo>
                    <a:lnTo>
                      <a:pt x="48" y="78"/>
                    </a:lnTo>
                    <a:lnTo>
                      <a:pt x="175" y="63"/>
                    </a:lnTo>
                    <a:lnTo>
                      <a:pt x="343" y="85"/>
                    </a:lnTo>
                    <a:lnTo>
                      <a:pt x="518" y="0"/>
                    </a:lnTo>
                    <a:lnTo>
                      <a:pt x="622" y="94"/>
                    </a:lnTo>
                    <a:lnTo>
                      <a:pt x="678" y="182"/>
                    </a:lnTo>
                    <a:lnTo>
                      <a:pt x="692" y="274"/>
                    </a:lnTo>
                    <a:lnTo>
                      <a:pt x="701" y="406"/>
                    </a:lnTo>
                    <a:lnTo>
                      <a:pt x="705" y="489"/>
                    </a:lnTo>
                    <a:lnTo>
                      <a:pt x="775" y="595"/>
                    </a:lnTo>
                    <a:lnTo>
                      <a:pt x="747" y="575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5" name="Freeform 409"/>
              <p:cNvSpPr>
                <a:spLocks/>
              </p:cNvSpPr>
              <p:nvPr/>
            </p:nvSpPr>
            <p:spPr bwMode="auto">
              <a:xfrm>
                <a:off x="2877" y="1587"/>
                <a:ext cx="540" cy="400"/>
              </a:xfrm>
              <a:custGeom>
                <a:avLst/>
                <a:gdLst>
                  <a:gd name="T0" fmla="*/ 0 w 4318"/>
                  <a:gd name="T1" fmla="*/ 0 h 3200"/>
                  <a:gd name="T2" fmla="*/ 0 w 4318"/>
                  <a:gd name="T3" fmla="*/ 0 h 3200"/>
                  <a:gd name="T4" fmla="*/ 0 w 4318"/>
                  <a:gd name="T5" fmla="*/ 0 h 3200"/>
                  <a:gd name="T6" fmla="*/ 0 w 4318"/>
                  <a:gd name="T7" fmla="*/ 0 h 3200"/>
                  <a:gd name="T8" fmla="*/ 0 w 4318"/>
                  <a:gd name="T9" fmla="*/ 0 h 3200"/>
                  <a:gd name="T10" fmla="*/ 0 w 4318"/>
                  <a:gd name="T11" fmla="*/ 0 h 3200"/>
                  <a:gd name="T12" fmla="*/ 0 w 4318"/>
                  <a:gd name="T13" fmla="*/ 0 h 3200"/>
                  <a:gd name="T14" fmla="*/ 0 w 4318"/>
                  <a:gd name="T15" fmla="*/ 0 h 3200"/>
                  <a:gd name="T16" fmla="*/ 0 w 4318"/>
                  <a:gd name="T17" fmla="*/ 0 h 3200"/>
                  <a:gd name="T18" fmla="*/ 0 w 4318"/>
                  <a:gd name="T19" fmla="*/ 0 h 3200"/>
                  <a:gd name="T20" fmla="*/ 0 w 4318"/>
                  <a:gd name="T21" fmla="*/ 0 h 3200"/>
                  <a:gd name="T22" fmla="*/ 0 w 4318"/>
                  <a:gd name="T23" fmla="*/ 0 h 3200"/>
                  <a:gd name="T24" fmla="*/ 0 w 4318"/>
                  <a:gd name="T25" fmla="*/ 0 h 3200"/>
                  <a:gd name="T26" fmla="*/ 0 w 4318"/>
                  <a:gd name="T27" fmla="*/ 0 h 3200"/>
                  <a:gd name="T28" fmla="*/ 0 w 4318"/>
                  <a:gd name="T29" fmla="*/ 0 h 3200"/>
                  <a:gd name="T30" fmla="*/ 0 w 4318"/>
                  <a:gd name="T31" fmla="*/ 0 h 3200"/>
                  <a:gd name="T32" fmla="*/ 0 w 4318"/>
                  <a:gd name="T33" fmla="*/ 0 h 3200"/>
                  <a:gd name="T34" fmla="*/ 0 w 4318"/>
                  <a:gd name="T35" fmla="*/ 0 h 3200"/>
                  <a:gd name="T36" fmla="*/ 0 w 4318"/>
                  <a:gd name="T37" fmla="*/ 0 h 3200"/>
                  <a:gd name="T38" fmla="*/ 0 w 4318"/>
                  <a:gd name="T39" fmla="*/ 0 h 3200"/>
                  <a:gd name="T40" fmla="*/ 0 w 4318"/>
                  <a:gd name="T41" fmla="*/ 0 h 3200"/>
                  <a:gd name="T42" fmla="*/ 0 w 4318"/>
                  <a:gd name="T43" fmla="*/ 0 h 3200"/>
                  <a:gd name="T44" fmla="*/ 0 w 4318"/>
                  <a:gd name="T45" fmla="*/ 0 h 3200"/>
                  <a:gd name="T46" fmla="*/ 0 w 4318"/>
                  <a:gd name="T47" fmla="*/ 0 h 3200"/>
                  <a:gd name="T48" fmla="*/ 0 w 4318"/>
                  <a:gd name="T49" fmla="*/ 0 h 3200"/>
                  <a:gd name="T50" fmla="*/ 0 w 4318"/>
                  <a:gd name="T51" fmla="*/ 0 h 3200"/>
                  <a:gd name="T52" fmla="*/ 0 w 4318"/>
                  <a:gd name="T53" fmla="*/ 0 h 3200"/>
                  <a:gd name="T54" fmla="*/ 0 w 4318"/>
                  <a:gd name="T55" fmla="*/ 0 h 3200"/>
                  <a:gd name="T56" fmla="*/ 0 w 4318"/>
                  <a:gd name="T57" fmla="*/ 0 h 3200"/>
                  <a:gd name="T58" fmla="*/ 0 w 4318"/>
                  <a:gd name="T59" fmla="*/ 0 h 3200"/>
                  <a:gd name="T60" fmla="*/ 0 w 4318"/>
                  <a:gd name="T61" fmla="*/ 0 h 3200"/>
                  <a:gd name="T62" fmla="*/ 0 w 4318"/>
                  <a:gd name="T63" fmla="*/ 0 h 3200"/>
                  <a:gd name="T64" fmla="*/ 0 w 4318"/>
                  <a:gd name="T65" fmla="*/ 0 h 3200"/>
                  <a:gd name="T66" fmla="*/ 0 w 4318"/>
                  <a:gd name="T67" fmla="*/ 0 h 3200"/>
                  <a:gd name="T68" fmla="*/ 0 w 4318"/>
                  <a:gd name="T69" fmla="*/ 0 h 3200"/>
                  <a:gd name="T70" fmla="*/ 0 w 4318"/>
                  <a:gd name="T71" fmla="*/ 0 h 3200"/>
                  <a:gd name="T72" fmla="*/ 0 w 4318"/>
                  <a:gd name="T73" fmla="*/ 0 h 3200"/>
                  <a:gd name="T74" fmla="*/ 0 w 4318"/>
                  <a:gd name="T75" fmla="*/ 0 h 3200"/>
                  <a:gd name="T76" fmla="*/ 0 w 4318"/>
                  <a:gd name="T77" fmla="*/ 0 h 3200"/>
                  <a:gd name="T78" fmla="*/ 0 w 4318"/>
                  <a:gd name="T79" fmla="*/ 0 h 3200"/>
                  <a:gd name="T80" fmla="*/ 0 w 4318"/>
                  <a:gd name="T81" fmla="*/ 0 h 3200"/>
                  <a:gd name="T82" fmla="*/ 0 w 4318"/>
                  <a:gd name="T83" fmla="*/ 0 h 3200"/>
                  <a:gd name="T84" fmla="*/ 0 w 4318"/>
                  <a:gd name="T85" fmla="*/ 0 h 3200"/>
                  <a:gd name="T86" fmla="*/ 0 w 4318"/>
                  <a:gd name="T87" fmla="*/ 0 h 3200"/>
                  <a:gd name="T88" fmla="*/ 0 w 4318"/>
                  <a:gd name="T89" fmla="*/ 0 h 3200"/>
                  <a:gd name="T90" fmla="*/ 0 w 4318"/>
                  <a:gd name="T91" fmla="*/ 0 h 3200"/>
                  <a:gd name="T92" fmla="*/ 0 w 4318"/>
                  <a:gd name="T93" fmla="*/ 0 h 3200"/>
                  <a:gd name="T94" fmla="*/ 0 w 4318"/>
                  <a:gd name="T95" fmla="*/ 0 h 3200"/>
                  <a:gd name="T96" fmla="*/ 0 w 4318"/>
                  <a:gd name="T97" fmla="*/ 0 h 3200"/>
                  <a:gd name="T98" fmla="*/ 0 w 4318"/>
                  <a:gd name="T99" fmla="*/ 0 h 3200"/>
                  <a:gd name="T100" fmla="*/ 0 w 4318"/>
                  <a:gd name="T101" fmla="*/ 0 h 3200"/>
                  <a:gd name="T102" fmla="*/ 0 w 4318"/>
                  <a:gd name="T103" fmla="*/ 0 h 3200"/>
                  <a:gd name="T104" fmla="*/ 0 w 4318"/>
                  <a:gd name="T105" fmla="*/ 0 h 320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4318"/>
                  <a:gd name="T160" fmla="*/ 0 h 3200"/>
                  <a:gd name="T161" fmla="*/ 4318 w 4318"/>
                  <a:gd name="T162" fmla="*/ 3200 h 3200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4318" h="3200">
                    <a:moveTo>
                      <a:pt x="4072" y="2092"/>
                    </a:moveTo>
                    <a:lnTo>
                      <a:pt x="4095" y="1897"/>
                    </a:lnTo>
                    <a:lnTo>
                      <a:pt x="4208" y="1706"/>
                    </a:lnTo>
                    <a:lnTo>
                      <a:pt x="4318" y="1345"/>
                    </a:lnTo>
                    <a:lnTo>
                      <a:pt x="4249" y="1246"/>
                    </a:lnTo>
                    <a:lnTo>
                      <a:pt x="4090" y="1246"/>
                    </a:lnTo>
                    <a:lnTo>
                      <a:pt x="3986" y="1086"/>
                    </a:lnTo>
                    <a:lnTo>
                      <a:pt x="3929" y="1035"/>
                    </a:lnTo>
                    <a:lnTo>
                      <a:pt x="3909" y="1035"/>
                    </a:lnTo>
                    <a:lnTo>
                      <a:pt x="3808" y="1057"/>
                    </a:lnTo>
                    <a:lnTo>
                      <a:pt x="3498" y="561"/>
                    </a:lnTo>
                    <a:lnTo>
                      <a:pt x="3329" y="459"/>
                    </a:lnTo>
                    <a:lnTo>
                      <a:pt x="3087" y="139"/>
                    </a:lnTo>
                    <a:lnTo>
                      <a:pt x="2935" y="99"/>
                    </a:lnTo>
                    <a:lnTo>
                      <a:pt x="2834" y="132"/>
                    </a:lnTo>
                    <a:lnTo>
                      <a:pt x="2723" y="113"/>
                    </a:lnTo>
                    <a:lnTo>
                      <a:pt x="2615" y="148"/>
                    </a:lnTo>
                    <a:lnTo>
                      <a:pt x="2327" y="180"/>
                    </a:lnTo>
                    <a:lnTo>
                      <a:pt x="2237" y="148"/>
                    </a:lnTo>
                    <a:lnTo>
                      <a:pt x="2126" y="189"/>
                    </a:lnTo>
                    <a:lnTo>
                      <a:pt x="2057" y="113"/>
                    </a:lnTo>
                    <a:lnTo>
                      <a:pt x="1973" y="31"/>
                    </a:lnTo>
                    <a:lnTo>
                      <a:pt x="1914" y="0"/>
                    </a:lnTo>
                    <a:lnTo>
                      <a:pt x="1232" y="249"/>
                    </a:lnTo>
                    <a:lnTo>
                      <a:pt x="1171" y="420"/>
                    </a:lnTo>
                    <a:lnTo>
                      <a:pt x="853" y="589"/>
                    </a:lnTo>
                    <a:lnTo>
                      <a:pt x="632" y="627"/>
                    </a:lnTo>
                    <a:lnTo>
                      <a:pt x="441" y="807"/>
                    </a:lnTo>
                    <a:lnTo>
                      <a:pt x="413" y="910"/>
                    </a:lnTo>
                    <a:lnTo>
                      <a:pt x="371" y="1015"/>
                    </a:lnTo>
                    <a:lnTo>
                      <a:pt x="259" y="1356"/>
                    </a:lnTo>
                    <a:lnTo>
                      <a:pt x="210" y="1624"/>
                    </a:lnTo>
                    <a:lnTo>
                      <a:pt x="270" y="1854"/>
                    </a:lnTo>
                    <a:lnTo>
                      <a:pt x="180" y="2075"/>
                    </a:lnTo>
                    <a:lnTo>
                      <a:pt x="90" y="2103"/>
                    </a:lnTo>
                    <a:lnTo>
                      <a:pt x="0" y="2193"/>
                    </a:lnTo>
                    <a:lnTo>
                      <a:pt x="191" y="2792"/>
                    </a:lnTo>
                    <a:lnTo>
                      <a:pt x="399" y="2861"/>
                    </a:lnTo>
                    <a:lnTo>
                      <a:pt x="761" y="2613"/>
                    </a:lnTo>
                    <a:lnTo>
                      <a:pt x="1042" y="1945"/>
                    </a:lnTo>
                    <a:lnTo>
                      <a:pt x="1211" y="2262"/>
                    </a:lnTo>
                    <a:lnTo>
                      <a:pt x="1303" y="2771"/>
                    </a:lnTo>
                    <a:lnTo>
                      <a:pt x="1232" y="2903"/>
                    </a:lnTo>
                    <a:lnTo>
                      <a:pt x="1204" y="3129"/>
                    </a:lnTo>
                    <a:lnTo>
                      <a:pt x="1261" y="3200"/>
                    </a:lnTo>
                    <a:lnTo>
                      <a:pt x="3408" y="2892"/>
                    </a:lnTo>
                    <a:lnTo>
                      <a:pt x="3355" y="1517"/>
                    </a:lnTo>
                    <a:lnTo>
                      <a:pt x="3569" y="1695"/>
                    </a:lnTo>
                    <a:lnTo>
                      <a:pt x="3707" y="1714"/>
                    </a:lnTo>
                    <a:lnTo>
                      <a:pt x="3777" y="1846"/>
                    </a:lnTo>
                    <a:lnTo>
                      <a:pt x="3938" y="1854"/>
                    </a:lnTo>
                    <a:lnTo>
                      <a:pt x="4028" y="1994"/>
                    </a:lnTo>
                    <a:lnTo>
                      <a:pt x="4072" y="20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6" name="Freeform 410"/>
              <p:cNvSpPr>
                <a:spLocks/>
              </p:cNvSpPr>
              <p:nvPr/>
            </p:nvSpPr>
            <p:spPr bwMode="auto">
              <a:xfrm>
                <a:off x="3154" y="1939"/>
                <a:ext cx="50" cy="35"/>
              </a:xfrm>
              <a:custGeom>
                <a:avLst/>
                <a:gdLst>
                  <a:gd name="T0" fmla="*/ 0 w 400"/>
                  <a:gd name="T1" fmla="*/ 0 h 279"/>
                  <a:gd name="T2" fmla="*/ 0 w 400"/>
                  <a:gd name="T3" fmla="*/ 0 h 279"/>
                  <a:gd name="T4" fmla="*/ 0 w 400"/>
                  <a:gd name="T5" fmla="*/ 0 h 279"/>
                  <a:gd name="T6" fmla="*/ 0 w 400"/>
                  <a:gd name="T7" fmla="*/ 0 h 279"/>
                  <a:gd name="T8" fmla="*/ 0 w 400"/>
                  <a:gd name="T9" fmla="*/ 0 h 279"/>
                  <a:gd name="T10" fmla="*/ 0 w 400"/>
                  <a:gd name="T11" fmla="*/ 0 h 279"/>
                  <a:gd name="T12" fmla="*/ 0 w 400"/>
                  <a:gd name="T13" fmla="*/ 0 h 279"/>
                  <a:gd name="T14" fmla="*/ 0 w 400"/>
                  <a:gd name="T15" fmla="*/ 0 h 279"/>
                  <a:gd name="T16" fmla="*/ 0 w 400"/>
                  <a:gd name="T17" fmla="*/ 0 h 27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00"/>
                  <a:gd name="T28" fmla="*/ 0 h 279"/>
                  <a:gd name="T29" fmla="*/ 400 w 400"/>
                  <a:gd name="T30" fmla="*/ 279 h 27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00" h="279">
                    <a:moveTo>
                      <a:pt x="279" y="0"/>
                    </a:moveTo>
                    <a:lnTo>
                      <a:pt x="130" y="0"/>
                    </a:lnTo>
                    <a:lnTo>
                      <a:pt x="8" y="83"/>
                    </a:lnTo>
                    <a:lnTo>
                      <a:pt x="0" y="242"/>
                    </a:lnTo>
                    <a:lnTo>
                      <a:pt x="40" y="279"/>
                    </a:lnTo>
                    <a:lnTo>
                      <a:pt x="391" y="210"/>
                    </a:lnTo>
                    <a:lnTo>
                      <a:pt x="400" y="162"/>
                    </a:lnTo>
                    <a:lnTo>
                      <a:pt x="349" y="30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rgbClr val="FFE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7" name="Freeform 411"/>
              <p:cNvSpPr>
                <a:spLocks/>
              </p:cNvSpPr>
              <p:nvPr/>
            </p:nvSpPr>
            <p:spPr bwMode="auto">
              <a:xfrm>
                <a:off x="2904" y="1706"/>
                <a:ext cx="28" cy="123"/>
              </a:xfrm>
              <a:custGeom>
                <a:avLst/>
                <a:gdLst>
                  <a:gd name="T0" fmla="*/ 0 w 231"/>
                  <a:gd name="T1" fmla="*/ 0 h 977"/>
                  <a:gd name="T2" fmla="*/ 0 w 231"/>
                  <a:gd name="T3" fmla="*/ 0 h 977"/>
                  <a:gd name="T4" fmla="*/ 0 w 231"/>
                  <a:gd name="T5" fmla="*/ 0 h 977"/>
                  <a:gd name="T6" fmla="*/ 0 w 231"/>
                  <a:gd name="T7" fmla="*/ 0 h 977"/>
                  <a:gd name="T8" fmla="*/ 0 w 231"/>
                  <a:gd name="T9" fmla="*/ 0 h 977"/>
                  <a:gd name="T10" fmla="*/ 0 w 231"/>
                  <a:gd name="T11" fmla="*/ 0 h 977"/>
                  <a:gd name="T12" fmla="*/ 0 w 231"/>
                  <a:gd name="T13" fmla="*/ 0 h 977"/>
                  <a:gd name="T14" fmla="*/ 0 w 231"/>
                  <a:gd name="T15" fmla="*/ 0 h 977"/>
                  <a:gd name="T16" fmla="*/ 0 w 231"/>
                  <a:gd name="T17" fmla="*/ 0 h 977"/>
                  <a:gd name="T18" fmla="*/ 0 w 231"/>
                  <a:gd name="T19" fmla="*/ 0 h 97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31"/>
                  <a:gd name="T31" fmla="*/ 0 h 977"/>
                  <a:gd name="T32" fmla="*/ 231 w 231"/>
                  <a:gd name="T33" fmla="*/ 977 h 97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31" h="977">
                    <a:moveTo>
                      <a:pt x="183" y="0"/>
                    </a:moveTo>
                    <a:lnTo>
                      <a:pt x="183" y="283"/>
                    </a:lnTo>
                    <a:lnTo>
                      <a:pt x="231" y="659"/>
                    </a:lnTo>
                    <a:lnTo>
                      <a:pt x="90" y="648"/>
                    </a:lnTo>
                    <a:lnTo>
                      <a:pt x="210" y="856"/>
                    </a:lnTo>
                    <a:lnTo>
                      <a:pt x="148" y="977"/>
                    </a:lnTo>
                    <a:lnTo>
                      <a:pt x="0" y="687"/>
                    </a:lnTo>
                    <a:lnTo>
                      <a:pt x="0" y="560"/>
                    </a:lnTo>
                    <a:lnTo>
                      <a:pt x="130" y="129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8" name="Freeform 412"/>
              <p:cNvSpPr>
                <a:spLocks/>
              </p:cNvSpPr>
              <p:nvPr/>
            </p:nvSpPr>
            <p:spPr bwMode="auto">
              <a:xfrm>
                <a:off x="2884" y="1756"/>
                <a:ext cx="126" cy="187"/>
              </a:xfrm>
              <a:custGeom>
                <a:avLst/>
                <a:gdLst>
                  <a:gd name="T0" fmla="*/ 0 w 1008"/>
                  <a:gd name="T1" fmla="*/ 0 h 1494"/>
                  <a:gd name="T2" fmla="*/ 0 w 1008"/>
                  <a:gd name="T3" fmla="*/ 0 h 1494"/>
                  <a:gd name="T4" fmla="*/ 0 w 1008"/>
                  <a:gd name="T5" fmla="*/ 0 h 1494"/>
                  <a:gd name="T6" fmla="*/ 0 w 1008"/>
                  <a:gd name="T7" fmla="*/ 0 h 1494"/>
                  <a:gd name="T8" fmla="*/ 0 w 1008"/>
                  <a:gd name="T9" fmla="*/ 0 h 1494"/>
                  <a:gd name="T10" fmla="*/ 0 w 1008"/>
                  <a:gd name="T11" fmla="*/ 0 h 1494"/>
                  <a:gd name="T12" fmla="*/ 0 w 1008"/>
                  <a:gd name="T13" fmla="*/ 0 h 1494"/>
                  <a:gd name="T14" fmla="*/ 0 w 1008"/>
                  <a:gd name="T15" fmla="*/ 0 h 1494"/>
                  <a:gd name="T16" fmla="*/ 0 w 1008"/>
                  <a:gd name="T17" fmla="*/ 0 h 1494"/>
                  <a:gd name="T18" fmla="*/ 0 w 1008"/>
                  <a:gd name="T19" fmla="*/ 0 h 1494"/>
                  <a:gd name="T20" fmla="*/ 0 w 1008"/>
                  <a:gd name="T21" fmla="*/ 0 h 1494"/>
                  <a:gd name="T22" fmla="*/ 0 w 1008"/>
                  <a:gd name="T23" fmla="*/ 0 h 1494"/>
                  <a:gd name="T24" fmla="*/ 0 w 1008"/>
                  <a:gd name="T25" fmla="*/ 0 h 1494"/>
                  <a:gd name="T26" fmla="*/ 0 w 1008"/>
                  <a:gd name="T27" fmla="*/ 0 h 1494"/>
                  <a:gd name="T28" fmla="*/ 0 w 1008"/>
                  <a:gd name="T29" fmla="*/ 0 h 1494"/>
                  <a:gd name="T30" fmla="*/ 0 w 1008"/>
                  <a:gd name="T31" fmla="*/ 0 h 1494"/>
                  <a:gd name="T32" fmla="*/ 0 w 1008"/>
                  <a:gd name="T33" fmla="*/ 0 h 1494"/>
                  <a:gd name="T34" fmla="*/ 0 w 1008"/>
                  <a:gd name="T35" fmla="*/ 0 h 1494"/>
                  <a:gd name="T36" fmla="*/ 0 w 1008"/>
                  <a:gd name="T37" fmla="*/ 0 h 1494"/>
                  <a:gd name="T38" fmla="*/ 0 w 1008"/>
                  <a:gd name="T39" fmla="*/ 0 h 1494"/>
                  <a:gd name="T40" fmla="*/ 0 w 1008"/>
                  <a:gd name="T41" fmla="*/ 0 h 1494"/>
                  <a:gd name="T42" fmla="*/ 0 w 1008"/>
                  <a:gd name="T43" fmla="*/ 0 h 1494"/>
                  <a:gd name="T44" fmla="*/ 0 w 1008"/>
                  <a:gd name="T45" fmla="*/ 0 h 1494"/>
                  <a:gd name="T46" fmla="*/ 0 w 1008"/>
                  <a:gd name="T47" fmla="*/ 0 h 1494"/>
                  <a:gd name="T48" fmla="*/ 0 w 1008"/>
                  <a:gd name="T49" fmla="*/ 0 h 149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008"/>
                  <a:gd name="T76" fmla="*/ 0 h 1494"/>
                  <a:gd name="T77" fmla="*/ 1008 w 1008"/>
                  <a:gd name="T78" fmla="*/ 1494 h 1494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008" h="1494">
                    <a:moveTo>
                      <a:pt x="0" y="778"/>
                    </a:moveTo>
                    <a:lnTo>
                      <a:pt x="28" y="837"/>
                    </a:lnTo>
                    <a:lnTo>
                      <a:pt x="28" y="975"/>
                    </a:lnTo>
                    <a:lnTo>
                      <a:pt x="99" y="1156"/>
                    </a:lnTo>
                    <a:lnTo>
                      <a:pt x="159" y="1048"/>
                    </a:lnTo>
                    <a:lnTo>
                      <a:pt x="281" y="1305"/>
                    </a:lnTo>
                    <a:lnTo>
                      <a:pt x="120" y="1378"/>
                    </a:lnTo>
                    <a:lnTo>
                      <a:pt x="342" y="1494"/>
                    </a:lnTo>
                    <a:lnTo>
                      <a:pt x="648" y="1385"/>
                    </a:lnTo>
                    <a:lnTo>
                      <a:pt x="839" y="1057"/>
                    </a:lnTo>
                    <a:lnTo>
                      <a:pt x="883" y="820"/>
                    </a:lnTo>
                    <a:lnTo>
                      <a:pt x="911" y="589"/>
                    </a:lnTo>
                    <a:lnTo>
                      <a:pt x="1008" y="310"/>
                    </a:lnTo>
                    <a:lnTo>
                      <a:pt x="869" y="30"/>
                    </a:lnTo>
                    <a:lnTo>
                      <a:pt x="812" y="0"/>
                    </a:lnTo>
                    <a:lnTo>
                      <a:pt x="710" y="279"/>
                    </a:lnTo>
                    <a:lnTo>
                      <a:pt x="779" y="350"/>
                    </a:lnTo>
                    <a:lnTo>
                      <a:pt x="890" y="400"/>
                    </a:lnTo>
                    <a:lnTo>
                      <a:pt x="770" y="679"/>
                    </a:lnTo>
                    <a:lnTo>
                      <a:pt x="770" y="848"/>
                    </a:lnTo>
                    <a:lnTo>
                      <a:pt x="648" y="1026"/>
                    </a:lnTo>
                    <a:lnTo>
                      <a:pt x="438" y="1057"/>
                    </a:lnTo>
                    <a:lnTo>
                      <a:pt x="307" y="589"/>
                    </a:lnTo>
                    <a:lnTo>
                      <a:pt x="69" y="736"/>
                    </a:lnTo>
                    <a:lnTo>
                      <a:pt x="0" y="778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9" name="Freeform 413"/>
              <p:cNvSpPr>
                <a:spLocks/>
              </p:cNvSpPr>
              <p:nvPr/>
            </p:nvSpPr>
            <p:spPr bwMode="auto">
              <a:xfrm>
                <a:off x="3001" y="1646"/>
                <a:ext cx="295" cy="343"/>
              </a:xfrm>
              <a:custGeom>
                <a:avLst/>
                <a:gdLst>
                  <a:gd name="T0" fmla="*/ 0 w 2355"/>
                  <a:gd name="T1" fmla="*/ 0 h 2742"/>
                  <a:gd name="T2" fmla="*/ 0 w 2355"/>
                  <a:gd name="T3" fmla="*/ 0 h 2742"/>
                  <a:gd name="T4" fmla="*/ 0 w 2355"/>
                  <a:gd name="T5" fmla="*/ 0 h 2742"/>
                  <a:gd name="T6" fmla="*/ 0 w 2355"/>
                  <a:gd name="T7" fmla="*/ 0 h 2742"/>
                  <a:gd name="T8" fmla="*/ 0 w 2355"/>
                  <a:gd name="T9" fmla="*/ 0 h 2742"/>
                  <a:gd name="T10" fmla="*/ 0 w 2355"/>
                  <a:gd name="T11" fmla="*/ 0 h 2742"/>
                  <a:gd name="T12" fmla="*/ 0 w 2355"/>
                  <a:gd name="T13" fmla="*/ 0 h 2742"/>
                  <a:gd name="T14" fmla="*/ 0 w 2355"/>
                  <a:gd name="T15" fmla="*/ 0 h 2742"/>
                  <a:gd name="T16" fmla="*/ 0 w 2355"/>
                  <a:gd name="T17" fmla="*/ 0 h 2742"/>
                  <a:gd name="T18" fmla="*/ 0 w 2355"/>
                  <a:gd name="T19" fmla="*/ 0 h 2742"/>
                  <a:gd name="T20" fmla="*/ 0 w 2355"/>
                  <a:gd name="T21" fmla="*/ 0 h 2742"/>
                  <a:gd name="T22" fmla="*/ 0 w 2355"/>
                  <a:gd name="T23" fmla="*/ 0 h 2742"/>
                  <a:gd name="T24" fmla="*/ 0 w 2355"/>
                  <a:gd name="T25" fmla="*/ 0 h 2742"/>
                  <a:gd name="T26" fmla="*/ 0 w 2355"/>
                  <a:gd name="T27" fmla="*/ 0 h 2742"/>
                  <a:gd name="T28" fmla="*/ 0 w 2355"/>
                  <a:gd name="T29" fmla="*/ 0 h 2742"/>
                  <a:gd name="T30" fmla="*/ 0 w 2355"/>
                  <a:gd name="T31" fmla="*/ 0 h 2742"/>
                  <a:gd name="T32" fmla="*/ 0 w 2355"/>
                  <a:gd name="T33" fmla="*/ 0 h 2742"/>
                  <a:gd name="T34" fmla="*/ 0 w 2355"/>
                  <a:gd name="T35" fmla="*/ 0 h 2742"/>
                  <a:gd name="T36" fmla="*/ 0 w 2355"/>
                  <a:gd name="T37" fmla="*/ 0 h 2742"/>
                  <a:gd name="T38" fmla="*/ 0 w 2355"/>
                  <a:gd name="T39" fmla="*/ 0 h 2742"/>
                  <a:gd name="T40" fmla="*/ 0 w 2355"/>
                  <a:gd name="T41" fmla="*/ 0 h 2742"/>
                  <a:gd name="T42" fmla="*/ 0 w 2355"/>
                  <a:gd name="T43" fmla="*/ 0 h 2742"/>
                  <a:gd name="T44" fmla="*/ 0 w 2355"/>
                  <a:gd name="T45" fmla="*/ 0 h 2742"/>
                  <a:gd name="T46" fmla="*/ 0 w 2355"/>
                  <a:gd name="T47" fmla="*/ 0 h 2742"/>
                  <a:gd name="T48" fmla="*/ 0 w 2355"/>
                  <a:gd name="T49" fmla="*/ 0 h 2742"/>
                  <a:gd name="T50" fmla="*/ 0 w 2355"/>
                  <a:gd name="T51" fmla="*/ 0 h 2742"/>
                  <a:gd name="T52" fmla="*/ 0 w 2355"/>
                  <a:gd name="T53" fmla="*/ 0 h 2742"/>
                  <a:gd name="T54" fmla="*/ 0 w 2355"/>
                  <a:gd name="T55" fmla="*/ 0 h 2742"/>
                  <a:gd name="T56" fmla="*/ 0 w 2355"/>
                  <a:gd name="T57" fmla="*/ 0 h 2742"/>
                  <a:gd name="T58" fmla="*/ 0 w 2355"/>
                  <a:gd name="T59" fmla="*/ 0 h 2742"/>
                  <a:gd name="T60" fmla="*/ 0 w 2355"/>
                  <a:gd name="T61" fmla="*/ 0 h 2742"/>
                  <a:gd name="T62" fmla="*/ 0 w 2355"/>
                  <a:gd name="T63" fmla="*/ 0 h 2742"/>
                  <a:gd name="T64" fmla="*/ 0 w 2355"/>
                  <a:gd name="T65" fmla="*/ 0 h 2742"/>
                  <a:gd name="T66" fmla="*/ 0 w 2355"/>
                  <a:gd name="T67" fmla="*/ 0 h 2742"/>
                  <a:gd name="T68" fmla="*/ 0 w 2355"/>
                  <a:gd name="T69" fmla="*/ 0 h 2742"/>
                  <a:gd name="T70" fmla="*/ 0 w 2355"/>
                  <a:gd name="T71" fmla="*/ 0 h 2742"/>
                  <a:gd name="T72" fmla="*/ 0 w 2355"/>
                  <a:gd name="T73" fmla="*/ 0 h 2742"/>
                  <a:gd name="T74" fmla="*/ 0 w 2355"/>
                  <a:gd name="T75" fmla="*/ 0 h 2742"/>
                  <a:gd name="T76" fmla="*/ 0 w 2355"/>
                  <a:gd name="T77" fmla="*/ 0 h 2742"/>
                  <a:gd name="T78" fmla="*/ 0 w 2355"/>
                  <a:gd name="T79" fmla="*/ 0 h 2742"/>
                  <a:gd name="T80" fmla="*/ 0 w 2355"/>
                  <a:gd name="T81" fmla="*/ 0 h 2742"/>
                  <a:gd name="T82" fmla="*/ 0 w 2355"/>
                  <a:gd name="T83" fmla="*/ 0 h 2742"/>
                  <a:gd name="T84" fmla="*/ 0 w 2355"/>
                  <a:gd name="T85" fmla="*/ 0 h 2742"/>
                  <a:gd name="T86" fmla="*/ 0 w 2355"/>
                  <a:gd name="T87" fmla="*/ 0 h 2742"/>
                  <a:gd name="T88" fmla="*/ 0 w 2355"/>
                  <a:gd name="T89" fmla="*/ 0 h 2742"/>
                  <a:gd name="T90" fmla="*/ 0 w 2355"/>
                  <a:gd name="T91" fmla="*/ 0 h 2742"/>
                  <a:gd name="T92" fmla="*/ 0 w 2355"/>
                  <a:gd name="T93" fmla="*/ 0 h 2742"/>
                  <a:gd name="T94" fmla="*/ 0 w 2355"/>
                  <a:gd name="T95" fmla="*/ 0 h 2742"/>
                  <a:gd name="T96" fmla="*/ 0 w 2355"/>
                  <a:gd name="T97" fmla="*/ 0 h 2742"/>
                  <a:gd name="T98" fmla="*/ 0 w 2355"/>
                  <a:gd name="T99" fmla="*/ 0 h 2742"/>
                  <a:gd name="T100" fmla="*/ 0 w 2355"/>
                  <a:gd name="T101" fmla="*/ 0 h 2742"/>
                  <a:gd name="T102" fmla="*/ 0 w 2355"/>
                  <a:gd name="T103" fmla="*/ 0 h 2742"/>
                  <a:gd name="T104" fmla="*/ 0 w 2355"/>
                  <a:gd name="T105" fmla="*/ 0 h 2742"/>
                  <a:gd name="T106" fmla="*/ 0 w 2355"/>
                  <a:gd name="T107" fmla="*/ 0 h 2742"/>
                  <a:gd name="T108" fmla="*/ 0 w 2355"/>
                  <a:gd name="T109" fmla="*/ 0 h 2742"/>
                  <a:gd name="T110" fmla="*/ 0 w 2355"/>
                  <a:gd name="T111" fmla="*/ 0 h 2742"/>
                  <a:gd name="T112" fmla="*/ 0 w 2355"/>
                  <a:gd name="T113" fmla="*/ 0 h 2742"/>
                  <a:gd name="T114" fmla="*/ 0 w 2355"/>
                  <a:gd name="T115" fmla="*/ 0 h 2742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2355"/>
                  <a:gd name="T175" fmla="*/ 0 h 2742"/>
                  <a:gd name="T176" fmla="*/ 2355 w 2355"/>
                  <a:gd name="T177" fmla="*/ 2742 h 2742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2355" h="2742">
                    <a:moveTo>
                      <a:pt x="303" y="558"/>
                    </a:moveTo>
                    <a:lnTo>
                      <a:pt x="413" y="639"/>
                    </a:lnTo>
                    <a:lnTo>
                      <a:pt x="289" y="1119"/>
                    </a:lnTo>
                    <a:lnTo>
                      <a:pt x="289" y="1398"/>
                    </a:lnTo>
                    <a:lnTo>
                      <a:pt x="630" y="1476"/>
                    </a:lnTo>
                    <a:lnTo>
                      <a:pt x="604" y="411"/>
                    </a:lnTo>
                    <a:lnTo>
                      <a:pt x="630" y="208"/>
                    </a:lnTo>
                    <a:lnTo>
                      <a:pt x="503" y="150"/>
                    </a:lnTo>
                    <a:lnTo>
                      <a:pt x="382" y="231"/>
                    </a:lnTo>
                    <a:lnTo>
                      <a:pt x="360" y="208"/>
                    </a:lnTo>
                    <a:lnTo>
                      <a:pt x="450" y="143"/>
                    </a:lnTo>
                    <a:lnTo>
                      <a:pt x="503" y="72"/>
                    </a:lnTo>
                    <a:lnTo>
                      <a:pt x="833" y="0"/>
                    </a:lnTo>
                    <a:lnTo>
                      <a:pt x="991" y="84"/>
                    </a:lnTo>
                    <a:lnTo>
                      <a:pt x="943" y="121"/>
                    </a:lnTo>
                    <a:lnTo>
                      <a:pt x="833" y="112"/>
                    </a:lnTo>
                    <a:lnTo>
                      <a:pt x="782" y="252"/>
                    </a:lnTo>
                    <a:lnTo>
                      <a:pt x="1092" y="1558"/>
                    </a:lnTo>
                    <a:lnTo>
                      <a:pt x="1413" y="1747"/>
                    </a:lnTo>
                    <a:lnTo>
                      <a:pt x="1965" y="2035"/>
                    </a:lnTo>
                    <a:lnTo>
                      <a:pt x="1905" y="1875"/>
                    </a:lnTo>
                    <a:lnTo>
                      <a:pt x="2207" y="1993"/>
                    </a:lnTo>
                    <a:lnTo>
                      <a:pt x="2297" y="1773"/>
                    </a:lnTo>
                    <a:lnTo>
                      <a:pt x="2345" y="1785"/>
                    </a:lnTo>
                    <a:lnTo>
                      <a:pt x="2306" y="2145"/>
                    </a:lnTo>
                    <a:lnTo>
                      <a:pt x="2355" y="2343"/>
                    </a:lnTo>
                    <a:lnTo>
                      <a:pt x="2133" y="2393"/>
                    </a:lnTo>
                    <a:lnTo>
                      <a:pt x="1598" y="2356"/>
                    </a:lnTo>
                    <a:lnTo>
                      <a:pt x="1723" y="2272"/>
                    </a:lnTo>
                    <a:lnTo>
                      <a:pt x="1644" y="2126"/>
                    </a:lnTo>
                    <a:lnTo>
                      <a:pt x="1732" y="2085"/>
                    </a:lnTo>
                    <a:lnTo>
                      <a:pt x="1503" y="2015"/>
                    </a:lnTo>
                    <a:lnTo>
                      <a:pt x="1503" y="2165"/>
                    </a:lnTo>
                    <a:lnTo>
                      <a:pt x="1444" y="2334"/>
                    </a:lnTo>
                    <a:lnTo>
                      <a:pt x="1246" y="2405"/>
                    </a:lnTo>
                    <a:lnTo>
                      <a:pt x="1273" y="2384"/>
                    </a:lnTo>
                    <a:lnTo>
                      <a:pt x="1135" y="2043"/>
                    </a:lnTo>
                    <a:lnTo>
                      <a:pt x="863" y="1868"/>
                    </a:lnTo>
                    <a:lnTo>
                      <a:pt x="591" y="1826"/>
                    </a:lnTo>
                    <a:lnTo>
                      <a:pt x="663" y="1916"/>
                    </a:lnTo>
                    <a:lnTo>
                      <a:pt x="624" y="1936"/>
                    </a:lnTo>
                    <a:lnTo>
                      <a:pt x="773" y="1976"/>
                    </a:lnTo>
                    <a:lnTo>
                      <a:pt x="1054" y="2204"/>
                    </a:lnTo>
                    <a:lnTo>
                      <a:pt x="1171" y="2322"/>
                    </a:lnTo>
                    <a:lnTo>
                      <a:pt x="962" y="2315"/>
                    </a:lnTo>
                    <a:lnTo>
                      <a:pt x="734" y="2246"/>
                    </a:lnTo>
                    <a:lnTo>
                      <a:pt x="923" y="2405"/>
                    </a:lnTo>
                    <a:lnTo>
                      <a:pt x="743" y="2463"/>
                    </a:lnTo>
                    <a:lnTo>
                      <a:pt x="521" y="2601"/>
                    </a:lnTo>
                    <a:lnTo>
                      <a:pt x="851" y="2525"/>
                    </a:lnTo>
                    <a:lnTo>
                      <a:pt x="552" y="2742"/>
                    </a:lnTo>
                    <a:lnTo>
                      <a:pt x="250" y="2742"/>
                    </a:lnTo>
                    <a:lnTo>
                      <a:pt x="213" y="2652"/>
                    </a:lnTo>
                    <a:lnTo>
                      <a:pt x="303" y="2272"/>
                    </a:lnTo>
                    <a:lnTo>
                      <a:pt x="270" y="2114"/>
                    </a:lnTo>
                    <a:lnTo>
                      <a:pt x="0" y="1178"/>
                    </a:lnTo>
                    <a:lnTo>
                      <a:pt x="81" y="720"/>
                    </a:lnTo>
                    <a:lnTo>
                      <a:pt x="303" y="558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0" name="Freeform 414"/>
              <p:cNvSpPr>
                <a:spLocks/>
              </p:cNvSpPr>
              <p:nvPr/>
            </p:nvSpPr>
            <p:spPr bwMode="auto">
              <a:xfrm>
                <a:off x="3140" y="1598"/>
                <a:ext cx="107" cy="77"/>
              </a:xfrm>
              <a:custGeom>
                <a:avLst/>
                <a:gdLst>
                  <a:gd name="T0" fmla="*/ 0 w 851"/>
                  <a:gd name="T1" fmla="*/ 0 h 616"/>
                  <a:gd name="T2" fmla="*/ 0 w 851"/>
                  <a:gd name="T3" fmla="*/ 0 h 616"/>
                  <a:gd name="T4" fmla="*/ 0 w 851"/>
                  <a:gd name="T5" fmla="*/ 0 h 616"/>
                  <a:gd name="T6" fmla="*/ 0 w 851"/>
                  <a:gd name="T7" fmla="*/ 0 h 616"/>
                  <a:gd name="T8" fmla="*/ 0 w 851"/>
                  <a:gd name="T9" fmla="*/ 0 h 616"/>
                  <a:gd name="T10" fmla="*/ 0 w 851"/>
                  <a:gd name="T11" fmla="*/ 0 h 616"/>
                  <a:gd name="T12" fmla="*/ 0 w 851"/>
                  <a:gd name="T13" fmla="*/ 0 h 616"/>
                  <a:gd name="T14" fmla="*/ 0 w 851"/>
                  <a:gd name="T15" fmla="*/ 0 h 616"/>
                  <a:gd name="T16" fmla="*/ 0 w 851"/>
                  <a:gd name="T17" fmla="*/ 0 h 616"/>
                  <a:gd name="T18" fmla="*/ 0 w 851"/>
                  <a:gd name="T19" fmla="*/ 0 h 616"/>
                  <a:gd name="T20" fmla="*/ 0 w 851"/>
                  <a:gd name="T21" fmla="*/ 0 h 616"/>
                  <a:gd name="T22" fmla="*/ 0 w 851"/>
                  <a:gd name="T23" fmla="*/ 0 h 616"/>
                  <a:gd name="T24" fmla="*/ 0 w 851"/>
                  <a:gd name="T25" fmla="*/ 0 h 616"/>
                  <a:gd name="T26" fmla="*/ 0 w 851"/>
                  <a:gd name="T27" fmla="*/ 0 h 616"/>
                  <a:gd name="T28" fmla="*/ 0 w 851"/>
                  <a:gd name="T29" fmla="*/ 0 h 616"/>
                  <a:gd name="T30" fmla="*/ 0 w 851"/>
                  <a:gd name="T31" fmla="*/ 0 h 616"/>
                  <a:gd name="T32" fmla="*/ 0 w 851"/>
                  <a:gd name="T33" fmla="*/ 0 h 616"/>
                  <a:gd name="T34" fmla="*/ 0 w 851"/>
                  <a:gd name="T35" fmla="*/ 0 h 61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51"/>
                  <a:gd name="T55" fmla="*/ 0 h 616"/>
                  <a:gd name="T56" fmla="*/ 851 w 851"/>
                  <a:gd name="T57" fmla="*/ 616 h 61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51" h="616">
                    <a:moveTo>
                      <a:pt x="0" y="385"/>
                    </a:moveTo>
                    <a:lnTo>
                      <a:pt x="77" y="207"/>
                    </a:lnTo>
                    <a:lnTo>
                      <a:pt x="77" y="348"/>
                    </a:lnTo>
                    <a:lnTo>
                      <a:pt x="299" y="97"/>
                    </a:lnTo>
                    <a:lnTo>
                      <a:pt x="378" y="616"/>
                    </a:lnTo>
                    <a:lnTo>
                      <a:pt x="417" y="227"/>
                    </a:lnTo>
                    <a:lnTo>
                      <a:pt x="618" y="69"/>
                    </a:lnTo>
                    <a:lnTo>
                      <a:pt x="740" y="97"/>
                    </a:lnTo>
                    <a:lnTo>
                      <a:pt x="851" y="7"/>
                    </a:lnTo>
                    <a:lnTo>
                      <a:pt x="721" y="40"/>
                    </a:lnTo>
                    <a:lnTo>
                      <a:pt x="653" y="40"/>
                    </a:lnTo>
                    <a:lnTo>
                      <a:pt x="618" y="0"/>
                    </a:lnTo>
                    <a:lnTo>
                      <a:pt x="521" y="69"/>
                    </a:lnTo>
                    <a:lnTo>
                      <a:pt x="389" y="47"/>
                    </a:lnTo>
                    <a:lnTo>
                      <a:pt x="279" y="40"/>
                    </a:lnTo>
                    <a:lnTo>
                      <a:pt x="118" y="77"/>
                    </a:lnTo>
                    <a:lnTo>
                      <a:pt x="21" y="189"/>
                    </a:lnTo>
                    <a:lnTo>
                      <a:pt x="0" y="385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1" name="Freeform 415"/>
              <p:cNvSpPr>
                <a:spLocks/>
              </p:cNvSpPr>
              <p:nvPr/>
            </p:nvSpPr>
            <p:spPr bwMode="auto">
              <a:xfrm>
                <a:off x="3256" y="1669"/>
                <a:ext cx="101" cy="198"/>
              </a:xfrm>
              <a:custGeom>
                <a:avLst/>
                <a:gdLst>
                  <a:gd name="T0" fmla="*/ 0 w 811"/>
                  <a:gd name="T1" fmla="*/ 0 h 1587"/>
                  <a:gd name="T2" fmla="*/ 0 w 811"/>
                  <a:gd name="T3" fmla="*/ 0 h 1587"/>
                  <a:gd name="T4" fmla="*/ 0 w 811"/>
                  <a:gd name="T5" fmla="*/ 0 h 1587"/>
                  <a:gd name="T6" fmla="*/ 0 w 811"/>
                  <a:gd name="T7" fmla="*/ 0 h 1587"/>
                  <a:gd name="T8" fmla="*/ 0 w 811"/>
                  <a:gd name="T9" fmla="*/ 0 h 1587"/>
                  <a:gd name="T10" fmla="*/ 0 w 811"/>
                  <a:gd name="T11" fmla="*/ 0 h 1587"/>
                  <a:gd name="T12" fmla="*/ 0 w 811"/>
                  <a:gd name="T13" fmla="*/ 0 h 1587"/>
                  <a:gd name="T14" fmla="*/ 0 w 811"/>
                  <a:gd name="T15" fmla="*/ 0 h 1587"/>
                  <a:gd name="T16" fmla="*/ 0 w 811"/>
                  <a:gd name="T17" fmla="*/ 0 h 1587"/>
                  <a:gd name="T18" fmla="*/ 0 w 811"/>
                  <a:gd name="T19" fmla="*/ 0 h 1587"/>
                  <a:gd name="T20" fmla="*/ 0 w 811"/>
                  <a:gd name="T21" fmla="*/ 0 h 1587"/>
                  <a:gd name="T22" fmla="*/ 0 w 811"/>
                  <a:gd name="T23" fmla="*/ 0 h 1587"/>
                  <a:gd name="T24" fmla="*/ 0 w 811"/>
                  <a:gd name="T25" fmla="*/ 0 h 1587"/>
                  <a:gd name="T26" fmla="*/ 0 w 811"/>
                  <a:gd name="T27" fmla="*/ 0 h 1587"/>
                  <a:gd name="T28" fmla="*/ 0 w 811"/>
                  <a:gd name="T29" fmla="*/ 0 h 1587"/>
                  <a:gd name="T30" fmla="*/ 0 w 811"/>
                  <a:gd name="T31" fmla="*/ 0 h 1587"/>
                  <a:gd name="T32" fmla="*/ 0 w 811"/>
                  <a:gd name="T33" fmla="*/ 0 h 1587"/>
                  <a:gd name="T34" fmla="*/ 0 w 811"/>
                  <a:gd name="T35" fmla="*/ 0 h 1587"/>
                  <a:gd name="T36" fmla="*/ 0 w 811"/>
                  <a:gd name="T37" fmla="*/ 0 h 1587"/>
                  <a:gd name="T38" fmla="*/ 0 w 811"/>
                  <a:gd name="T39" fmla="*/ 0 h 1587"/>
                  <a:gd name="T40" fmla="*/ 0 w 811"/>
                  <a:gd name="T41" fmla="*/ 0 h 1587"/>
                  <a:gd name="T42" fmla="*/ 0 w 811"/>
                  <a:gd name="T43" fmla="*/ 0 h 1587"/>
                  <a:gd name="T44" fmla="*/ 0 w 811"/>
                  <a:gd name="T45" fmla="*/ 0 h 1587"/>
                  <a:gd name="T46" fmla="*/ 0 w 811"/>
                  <a:gd name="T47" fmla="*/ 0 h 1587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811"/>
                  <a:gd name="T73" fmla="*/ 0 h 1587"/>
                  <a:gd name="T74" fmla="*/ 811 w 811"/>
                  <a:gd name="T75" fmla="*/ 1587 h 1587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811" h="1587">
                    <a:moveTo>
                      <a:pt x="481" y="171"/>
                    </a:moveTo>
                    <a:lnTo>
                      <a:pt x="481" y="429"/>
                    </a:lnTo>
                    <a:lnTo>
                      <a:pt x="380" y="600"/>
                    </a:lnTo>
                    <a:lnTo>
                      <a:pt x="239" y="429"/>
                    </a:lnTo>
                    <a:lnTo>
                      <a:pt x="128" y="259"/>
                    </a:lnTo>
                    <a:lnTo>
                      <a:pt x="239" y="860"/>
                    </a:lnTo>
                    <a:lnTo>
                      <a:pt x="207" y="1257"/>
                    </a:lnTo>
                    <a:lnTo>
                      <a:pt x="0" y="1556"/>
                    </a:lnTo>
                    <a:lnTo>
                      <a:pt x="170" y="1587"/>
                    </a:lnTo>
                    <a:lnTo>
                      <a:pt x="361" y="1483"/>
                    </a:lnTo>
                    <a:lnTo>
                      <a:pt x="318" y="840"/>
                    </a:lnTo>
                    <a:lnTo>
                      <a:pt x="509" y="1049"/>
                    </a:lnTo>
                    <a:lnTo>
                      <a:pt x="640" y="1049"/>
                    </a:lnTo>
                    <a:lnTo>
                      <a:pt x="541" y="939"/>
                    </a:lnTo>
                    <a:lnTo>
                      <a:pt x="521" y="770"/>
                    </a:lnTo>
                    <a:lnTo>
                      <a:pt x="582" y="600"/>
                    </a:lnTo>
                    <a:lnTo>
                      <a:pt x="659" y="489"/>
                    </a:lnTo>
                    <a:lnTo>
                      <a:pt x="721" y="392"/>
                    </a:lnTo>
                    <a:lnTo>
                      <a:pt x="762" y="528"/>
                    </a:lnTo>
                    <a:lnTo>
                      <a:pt x="811" y="400"/>
                    </a:lnTo>
                    <a:lnTo>
                      <a:pt x="780" y="293"/>
                    </a:lnTo>
                    <a:lnTo>
                      <a:pt x="721" y="150"/>
                    </a:lnTo>
                    <a:lnTo>
                      <a:pt x="548" y="0"/>
                    </a:lnTo>
                    <a:lnTo>
                      <a:pt x="481" y="171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2" name="Freeform 416"/>
              <p:cNvSpPr>
                <a:spLocks/>
              </p:cNvSpPr>
              <p:nvPr/>
            </p:nvSpPr>
            <p:spPr bwMode="auto">
              <a:xfrm>
                <a:off x="3349" y="1737"/>
                <a:ext cx="69" cy="76"/>
              </a:xfrm>
              <a:custGeom>
                <a:avLst/>
                <a:gdLst>
                  <a:gd name="T0" fmla="*/ 0 w 552"/>
                  <a:gd name="T1" fmla="*/ 0 h 609"/>
                  <a:gd name="T2" fmla="*/ 0 w 552"/>
                  <a:gd name="T3" fmla="*/ 0 h 609"/>
                  <a:gd name="T4" fmla="*/ 0 w 552"/>
                  <a:gd name="T5" fmla="*/ 0 h 609"/>
                  <a:gd name="T6" fmla="*/ 0 w 552"/>
                  <a:gd name="T7" fmla="*/ 0 h 609"/>
                  <a:gd name="T8" fmla="*/ 0 w 552"/>
                  <a:gd name="T9" fmla="*/ 0 h 609"/>
                  <a:gd name="T10" fmla="*/ 0 w 552"/>
                  <a:gd name="T11" fmla="*/ 0 h 609"/>
                  <a:gd name="T12" fmla="*/ 0 w 552"/>
                  <a:gd name="T13" fmla="*/ 0 h 609"/>
                  <a:gd name="T14" fmla="*/ 0 w 552"/>
                  <a:gd name="T15" fmla="*/ 0 h 609"/>
                  <a:gd name="T16" fmla="*/ 0 w 552"/>
                  <a:gd name="T17" fmla="*/ 0 h 609"/>
                  <a:gd name="T18" fmla="*/ 0 w 552"/>
                  <a:gd name="T19" fmla="*/ 0 h 609"/>
                  <a:gd name="T20" fmla="*/ 0 w 552"/>
                  <a:gd name="T21" fmla="*/ 0 h 609"/>
                  <a:gd name="T22" fmla="*/ 0 w 552"/>
                  <a:gd name="T23" fmla="*/ 0 h 60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52"/>
                  <a:gd name="T37" fmla="*/ 0 h 609"/>
                  <a:gd name="T38" fmla="*/ 552 w 552"/>
                  <a:gd name="T39" fmla="*/ 609 h 60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52" h="609">
                    <a:moveTo>
                      <a:pt x="152" y="0"/>
                    </a:moveTo>
                    <a:lnTo>
                      <a:pt x="31" y="152"/>
                    </a:lnTo>
                    <a:lnTo>
                      <a:pt x="132" y="293"/>
                    </a:lnTo>
                    <a:lnTo>
                      <a:pt x="373" y="133"/>
                    </a:lnTo>
                    <a:lnTo>
                      <a:pt x="453" y="293"/>
                    </a:lnTo>
                    <a:lnTo>
                      <a:pt x="0" y="609"/>
                    </a:lnTo>
                    <a:lnTo>
                      <a:pt x="420" y="541"/>
                    </a:lnTo>
                    <a:lnTo>
                      <a:pt x="552" y="133"/>
                    </a:lnTo>
                    <a:lnTo>
                      <a:pt x="453" y="42"/>
                    </a:lnTo>
                    <a:lnTo>
                      <a:pt x="299" y="62"/>
                    </a:lnTo>
                    <a:lnTo>
                      <a:pt x="193" y="23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" name="Freeform 417"/>
              <p:cNvSpPr>
                <a:spLocks/>
              </p:cNvSpPr>
              <p:nvPr/>
            </p:nvSpPr>
            <p:spPr bwMode="auto">
              <a:xfrm>
                <a:off x="3079" y="1640"/>
                <a:ext cx="103" cy="307"/>
              </a:xfrm>
              <a:custGeom>
                <a:avLst/>
                <a:gdLst>
                  <a:gd name="T0" fmla="*/ 0 w 820"/>
                  <a:gd name="T1" fmla="*/ 0 h 2453"/>
                  <a:gd name="T2" fmla="*/ 0 w 820"/>
                  <a:gd name="T3" fmla="*/ 0 h 2453"/>
                  <a:gd name="T4" fmla="*/ 0 w 820"/>
                  <a:gd name="T5" fmla="*/ 0 h 2453"/>
                  <a:gd name="T6" fmla="*/ 0 w 820"/>
                  <a:gd name="T7" fmla="*/ 0 h 2453"/>
                  <a:gd name="T8" fmla="*/ 0 w 820"/>
                  <a:gd name="T9" fmla="*/ 0 h 2453"/>
                  <a:gd name="T10" fmla="*/ 0 w 820"/>
                  <a:gd name="T11" fmla="*/ 0 h 2453"/>
                  <a:gd name="T12" fmla="*/ 0 w 820"/>
                  <a:gd name="T13" fmla="*/ 0 h 2453"/>
                  <a:gd name="T14" fmla="*/ 0 w 820"/>
                  <a:gd name="T15" fmla="*/ 0 h 2453"/>
                  <a:gd name="T16" fmla="*/ 0 w 820"/>
                  <a:gd name="T17" fmla="*/ 0 h 2453"/>
                  <a:gd name="T18" fmla="*/ 0 w 820"/>
                  <a:gd name="T19" fmla="*/ 0 h 2453"/>
                  <a:gd name="T20" fmla="*/ 0 w 820"/>
                  <a:gd name="T21" fmla="*/ 0 h 2453"/>
                  <a:gd name="T22" fmla="*/ 0 w 820"/>
                  <a:gd name="T23" fmla="*/ 0 h 2453"/>
                  <a:gd name="T24" fmla="*/ 0 w 820"/>
                  <a:gd name="T25" fmla="*/ 0 h 2453"/>
                  <a:gd name="T26" fmla="*/ 0 w 820"/>
                  <a:gd name="T27" fmla="*/ 0 h 2453"/>
                  <a:gd name="T28" fmla="*/ 0 w 820"/>
                  <a:gd name="T29" fmla="*/ 0 h 2453"/>
                  <a:gd name="T30" fmla="*/ 0 w 820"/>
                  <a:gd name="T31" fmla="*/ 0 h 2453"/>
                  <a:gd name="T32" fmla="*/ 0 w 820"/>
                  <a:gd name="T33" fmla="*/ 0 h 2453"/>
                  <a:gd name="T34" fmla="*/ 0 w 820"/>
                  <a:gd name="T35" fmla="*/ 0 h 2453"/>
                  <a:gd name="T36" fmla="*/ 0 w 820"/>
                  <a:gd name="T37" fmla="*/ 0 h 2453"/>
                  <a:gd name="T38" fmla="*/ 0 w 820"/>
                  <a:gd name="T39" fmla="*/ 0 h 245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820"/>
                  <a:gd name="T61" fmla="*/ 0 h 2453"/>
                  <a:gd name="T62" fmla="*/ 820 w 820"/>
                  <a:gd name="T63" fmla="*/ 2453 h 245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820" h="2453">
                    <a:moveTo>
                      <a:pt x="186" y="21"/>
                    </a:moveTo>
                    <a:lnTo>
                      <a:pt x="178" y="110"/>
                    </a:lnTo>
                    <a:lnTo>
                      <a:pt x="136" y="198"/>
                    </a:lnTo>
                    <a:lnTo>
                      <a:pt x="119" y="228"/>
                    </a:lnTo>
                    <a:lnTo>
                      <a:pt x="186" y="309"/>
                    </a:lnTo>
                    <a:lnTo>
                      <a:pt x="288" y="487"/>
                    </a:lnTo>
                    <a:lnTo>
                      <a:pt x="400" y="817"/>
                    </a:lnTo>
                    <a:lnTo>
                      <a:pt x="520" y="1245"/>
                    </a:lnTo>
                    <a:lnTo>
                      <a:pt x="693" y="1806"/>
                    </a:lnTo>
                    <a:lnTo>
                      <a:pt x="820" y="2125"/>
                    </a:lnTo>
                    <a:lnTo>
                      <a:pt x="672" y="2453"/>
                    </a:lnTo>
                    <a:lnTo>
                      <a:pt x="347" y="2204"/>
                    </a:lnTo>
                    <a:lnTo>
                      <a:pt x="68" y="708"/>
                    </a:lnTo>
                    <a:lnTo>
                      <a:pt x="46" y="440"/>
                    </a:lnTo>
                    <a:lnTo>
                      <a:pt x="68" y="270"/>
                    </a:lnTo>
                    <a:lnTo>
                      <a:pt x="68" y="228"/>
                    </a:lnTo>
                    <a:lnTo>
                      <a:pt x="0" y="141"/>
                    </a:lnTo>
                    <a:lnTo>
                      <a:pt x="6" y="0"/>
                    </a:lnTo>
                    <a:lnTo>
                      <a:pt x="149" y="11"/>
                    </a:lnTo>
                    <a:lnTo>
                      <a:pt x="186" y="21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4" name="Freeform 418"/>
              <p:cNvSpPr>
                <a:spLocks/>
              </p:cNvSpPr>
              <p:nvPr/>
            </p:nvSpPr>
            <p:spPr bwMode="auto">
              <a:xfrm>
                <a:off x="3074" y="1640"/>
                <a:ext cx="108" cy="310"/>
              </a:xfrm>
              <a:custGeom>
                <a:avLst/>
                <a:gdLst>
                  <a:gd name="T0" fmla="*/ 0 w 862"/>
                  <a:gd name="T1" fmla="*/ 0 h 2474"/>
                  <a:gd name="T2" fmla="*/ 0 w 862"/>
                  <a:gd name="T3" fmla="*/ 0 h 2474"/>
                  <a:gd name="T4" fmla="*/ 0 w 862"/>
                  <a:gd name="T5" fmla="*/ 0 h 2474"/>
                  <a:gd name="T6" fmla="*/ 0 w 862"/>
                  <a:gd name="T7" fmla="*/ 0 h 2474"/>
                  <a:gd name="T8" fmla="*/ 0 w 862"/>
                  <a:gd name="T9" fmla="*/ 0 h 2474"/>
                  <a:gd name="T10" fmla="*/ 0 w 862"/>
                  <a:gd name="T11" fmla="*/ 0 h 2474"/>
                  <a:gd name="T12" fmla="*/ 0 w 862"/>
                  <a:gd name="T13" fmla="*/ 0 h 2474"/>
                  <a:gd name="T14" fmla="*/ 0 w 862"/>
                  <a:gd name="T15" fmla="*/ 0 h 2474"/>
                  <a:gd name="T16" fmla="*/ 0 w 862"/>
                  <a:gd name="T17" fmla="*/ 0 h 2474"/>
                  <a:gd name="T18" fmla="*/ 0 w 862"/>
                  <a:gd name="T19" fmla="*/ 0 h 2474"/>
                  <a:gd name="T20" fmla="*/ 0 w 862"/>
                  <a:gd name="T21" fmla="*/ 0 h 2474"/>
                  <a:gd name="T22" fmla="*/ 0 w 862"/>
                  <a:gd name="T23" fmla="*/ 0 h 2474"/>
                  <a:gd name="T24" fmla="*/ 0 w 862"/>
                  <a:gd name="T25" fmla="*/ 0 h 2474"/>
                  <a:gd name="T26" fmla="*/ 0 w 862"/>
                  <a:gd name="T27" fmla="*/ 0 h 2474"/>
                  <a:gd name="T28" fmla="*/ 0 w 862"/>
                  <a:gd name="T29" fmla="*/ 0 h 2474"/>
                  <a:gd name="T30" fmla="*/ 0 w 862"/>
                  <a:gd name="T31" fmla="*/ 0 h 2474"/>
                  <a:gd name="T32" fmla="*/ 0 w 862"/>
                  <a:gd name="T33" fmla="*/ 0 h 2474"/>
                  <a:gd name="T34" fmla="*/ 0 w 862"/>
                  <a:gd name="T35" fmla="*/ 0 h 2474"/>
                  <a:gd name="T36" fmla="*/ 0 w 862"/>
                  <a:gd name="T37" fmla="*/ 0 h 2474"/>
                  <a:gd name="T38" fmla="*/ 0 w 862"/>
                  <a:gd name="T39" fmla="*/ 0 h 2474"/>
                  <a:gd name="T40" fmla="*/ 0 w 862"/>
                  <a:gd name="T41" fmla="*/ 0 h 2474"/>
                  <a:gd name="T42" fmla="*/ 0 w 862"/>
                  <a:gd name="T43" fmla="*/ 0 h 2474"/>
                  <a:gd name="T44" fmla="*/ 0 w 862"/>
                  <a:gd name="T45" fmla="*/ 0 h 2474"/>
                  <a:gd name="T46" fmla="*/ 0 w 862"/>
                  <a:gd name="T47" fmla="*/ 0 h 2474"/>
                  <a:gd name="T48" fmla="*/ 0 w 862"/>
                  <a:gd name="T49" fmla="*/ 0 h 2474"/>
                  <a:gd name="T50" fmla="*/ 0 w 862"/>
                  <a:gd name="T51" fmla="*/ 0 h 2474"/>
                  <a:gd name="T52" fmla="*/ 0 w 862"/>
                  <a:gd name="T53" fmla="*/ 0 h 2474"/>
                  <a:gd name="T54" fmla="*/ 0 w 862"/>
                  <a:gd name="T55" fmla="*/ 0 h 2474"/>
                  <a:gd name="T56" fmla="*/ 0 w 862"/>
                  <a:gd name="T57" fmla="*/ 0 h 2474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862"/>
                  <a:gd name="T88" fmla="*/ 0 h 2474"/>
                  <a:gd name="T89" fmla="*/ 862 w 862"/>
                  <a:gd name="T90" fmla="*/ 2474 h 2474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862" h="2474">
                    <a:moveTo>
                      <a:pt x="152" y="11"/>
                    </a:moveTo>
                    <a:lnTo>
                      <a:pt x="129" y="251"/>
                    </a:lnTo>
                    <a:lnTo>
                      <a:pt x="178" y="670"/>
                    </a:lnTo>
                    <a:lnTo>
                      <a:pt x="281" y="1141"/>
                    </a:lnTo>
                    <a:lnTo>
                      <a:pt x="461" y="1863"/>
                    </a:lnTo>
                    <a:lnTo>
                      <a:pt x="499" y="2174"/>
                    </a:lnTo>
                    <a:lnTo>
                      <a:pt x="691" y="2370"/>
                    </a:lnTo>
                    <a:lnTo>
                      <a:pt x="811" y="2112"/>
                    </a:lnTo>
                    <a:lnTo>
                      <a:pt x="629" y="1694"/>
                    </a:lnTo>
                    <a:lnTo>
                      <a:pt x="519" y="1257"/>
                    </a:lnTo>
                    <a:lnTo>
                      <a:pt x="422" y="876"/>
                    </a:lnTo>
                    <a:lnTo>
                      <a:pt x="288" y="468"/>
                    </a:lnTo>
                    <a:lnTo>
                      <a:pt x="211" y="309"/>
                    </a:lnTo>
                    <a:lnTo>
                      <a:pt x="170" y="228"/>
                    </a:lnTo>
                    <a:lnTo>
                      <a:pt x="288" y="389"/>
                    </a:lnTo>
                    <a:lnTo>
                      <a:pt x="409" y="738"/>
                    </a:lnTo>
                    <a:lnTo>
                      <a:pt x="562" y="1195"/>
                    </a:lnTo>
                    <a:lnTo>
                      <a:pt x="714" y="1705"/>
                    </a:lnTo>
                    <a:lnTo>
                      <a:pt x="783" y="1936"/>
                    </a:lnTo>
                    <a:lnTo>
                      <a:pt x="862" y="2112"/>
                    </a:lnTo>
                    <a:lnTo>
                      <a:pt x="721" y="2474"/>
                    </a:lnTo>
                    <a:lnTo>
                      <a:pt x="380" y="2193"/>
                    </a:lnTo>
                    <a:lnTo>
                      <a:pt x="251" y="1505"/>
                    </a:lnTo>
                    <a:lnTo>
                      <a:pt x="119" y="717"/>
                    </a:lnTo>
                    <a:lnTo>
                      <a:pt x="110" y="440"/>
                    </a:lnTo>
                    <a:lnTo>
                      <a:pt x="88" y="228"/>
                    </a:lnTo>
                    <a:lnTo>
                      <a:pt x="0" y="110"/>
                    </a:lnTo>
                    <a:lnTo>
                      <a:pt x="60" y="0"/>
                    </a:lnTo>
                    <a:lnTo>
                      <a:pt x="152" y="11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5" name="Freeform 419"/>
              <p:cNvSpPr>
                <a:spLocks/>
              </p:cNvSpPr>
              <p:nvPr/>
            </p:nvSpPr>
            <p:spPr bwMode="auto">
              <a:xfrm>
                <a:off x="2976" y="1630"/>
                <a:ext cx="72" cy="128"/>
              </a:xfrm>
              <a:custGeom>
                <a:avLst/>
                <a:gdLst>
                  <a:gd name="T0" fmla="*/ 0 w 578"/>
                  <a:gd name="T1" fmla="*/ 0 h 1028"/>
                  <a:gd name="T2" fmla="*/ 0 w 578"/>
                  <a:gd name="T3" fmla="*/ 0 h 1028"/>
                  <a:gd name="T4" fmla="*/ 0 w 578"/>
                  <a:gd name="T5" fmla="*/ 0 h 1028"/>
                  <a:gd name="T6" fmla="*/ 0 w 578"/>
                  <a:gd name="T7" fmla="*/ 0 h 1028"/>
                  <a:gd name="T8" fmla="*/ 0 w 578"/>
                  <a:gd name="T9" fmla="*/ 0 h 1028"/>
                  <a:gd name="T10" fmla="*/ 0 w 578"/>
                  <a:gd name="T11" fmla="*/ 0 h 1028"/>
                  <a:gd name="T12" fmla="*/ 0 w 578"/>
                  <a:gd name="T13" fmla="*/ 0 h 1028"/>
                  <a:gd name="T14" fmla="*/ 0 w 578"/>
                  <a:gd name="T15" fmla="*/ 0 h 1028"/>
                  <a:gd name="T16" fmla="*/ 0 w 578"/>
                  <a:gd name="T17" fmla="*/ 0 h 1028"/>
                  <a:gd name="T18" fmla="*/ 0 w 578"/>
                  <a:gd name="T19" fmla="*/ 0 h 1028"/>
                  <a:gd name="T20" fmla="*/ 0 w 578"/>
                  <a:gd name="T21" fmla="*/ 0 h 1028"/>
                  <a:gd name="T22" fmla="*/ 0 w 578"/>
                  <a:gd name="T23" fmla="*/ 0 h 1028"/>
                  <a:gd name="T24" fmla="*/ 0 w 578"/>
                  <a:gd name="T25" fmla="*/ 0 h 1028"/>
                  <a:gd name="T26" fmla="*/ 0 w 578"/>
                  <a:gd name="T27" fmla="*/ 0 h 1028"/>
                  <a:gd name="T28" fmla="*/ 0 w 578"/>
                  <a:gd name="T29" fmla="*/ 0 h 1028"/>
                  <a:gd name="T30" fmla="*/ 0 w 578"/>
                  <a:gd name="T31" fmla="*/ 0 h 1028"/>
                  <a:gd name="T32" fmla="*/ 0 w 578"/>
                  <a:gd name="T33" fmla="*/ 0 h 102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8"/>
                  <a:gd name="T52" fmla="*/ 0 h 1028"/>
                  <a:gd name="T53" fmla="*/ 578 w 578"/>
                  <a:gd name="T54" fmla="*/ 1028 h 102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8" h="1028">
                    <a:moveTo>
                      <a:pt x="42" y="938"/>
                    </a:moveTo>
                    <a:lnTo>
                      <a:pt x="37" y="775"/>
                    </a:lnTo>
                    <a:lnTo>
                      <a:pt x="0" y="360"/>
                    </a:lnTo>
                    <a:lnTo>
                      <a:pt x="37" y="276"/>
                    </a:lnTo>
                    <a:lnTo>
                      <a:pt x="293" y="0"/>
                    </a:lnTo>
                    <a:lnTo>
                      <a:pt x="523" y="48"/>
                    </a:lnTo>
                    <a:lnTo>
                      <a:pt x="578" y="184"/>
                    </a:lnTo>
                    <a:lnTo>
                      <a:pt x="528" y="247"/>
                    </a:lnTo>
                    <a:lnTo>
                      <a:pt x="563" y="465"/>
                    </a:lnTo>
                    <a:lnTo>
                      <a:pt x="486" y="487"/>
                    </a:lnTo>
                    <a:lnTo>
                      <a:pt x="464" y="705"/>
                    </a:lnTo>
                    <a:lnTo>
                      <a:pt x="406" y="805"/>
                    </a:lnTo>
                    <a:lnTo>
                      <a:pt x="358" y="874"/>
                    </a:lnTo>
                    <a:lnTo>
                      <a:pt x="305" y="938"/>
                    </a:lnTo>
                    <a:lnTo>
                      <a:pt x="263" y="1028"/>
                    </a:lnTo>
                    <a:lnTo>
                      <a:pt x="92" y="1001"/>
                    </a:lnTo>
                    <a:lnTo>
                      <a:pt x="42" y="938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6" name="Freeform 420"/>
              <p:cNvSpPr>
                <a:spLocks/>
              </p:cNvSpPr>
              <p:nvPr/>
            </p:nvSpPr>
            <p:spPr bwMode="auto">
              <a:xfrm>
                <a:off x="2982" y="1431"/>
                <a:ext cx="162" cy="204"/>
              </a:xfrm>
              <a:custGeom>
                <a:avLst/>
                <a:gdLst>
                  <a:gd name="T0" fmla="*/ 0 w 1289"/>
                  <a:gd name="T1" fmla="*/ 0 h 1630"/>
                  <a:gd name="T2" fmla="*/ 0 w 1289"/>
                  <a:gd name="T3" fmla="*/ 0 h 1630"/>
                  <a:gd name="T4" fmla="*/ 0 w 1289"/>
                  <a:gd name="T5" fmla="*/ 0 h 1630"/>
                  <a:gd name="T6" fmla="*/ 0 w 1289"/>
                  <a:gd name="T7" fmla="*/ 0 h 1630"/>
                  <a:gd name="T8" fmla="*/ 0 w 1289"/>
                  <a:gd name="T9" fmla="*/ 0 h 1630"/>
                  <a:gd name="T10" fmla="*/ 0 w 1289"/>
                  <a:gd name="T11" fmla="*/ 0 h 1630"/>
                  <a:gd name="T12" fmla="*/ 0 w 1289"/>
                  <a:gd name="T13" fmla="*/ 0 h 1630"/>
                  <a:gd name="T14" fmla="*/ 0 w 1289"/>
                  <a:gd name="T15" fmla="*/ 0 h 1630"/>
                  <a:gd name="T16" fmla="*/ 0 w 1289"/>
                  <a:gd name="T17" fmla="*/ 0 h 1630"/>
                  <a:gd name="T18" fmla="*/ 0 w 1289"/>
                  <a:gd name="T19" fmla="*/ 0 h 1630"/>
                  <a:gd name="T20" fmla="*/ 0 w 1289"/>
                  <a:gd name="T21" fmla="*/ 0 h 1630"/>
                  <a:gd name="T22" fmla="*/ 0 w 1289"/>
                  <a:gd name="T23" fmla="*/ 0 h 1630"/>
                  <a:gd name="T24" fmla="*/ 0 w 1289"/>
                  <a:gd name="T25" fmla="*/ 0 h 1630"/>
                  <a:gd name="T26" fmla="*/ 0 w 1289"/>
                  <a:gd name="T27" fmla="*/ 0 h 1630"/>
                  <a:gd name="T28" fmla="*/ 0 w 1289"/>
                  <a:gd name="T29" fmla="*/ 0 h 1630"/>
                  <a:gd name="T30" fmla="*/ 0 w 1289"/>
                  <a:gd name="T31" fmla="*/ 0 h 1630"/>
                  <a:gd name="T32" fmla="*/ 0 w 1289"/>
                  <a:gd name="T33" fmla="*/ 0 h 1630"/>
                  <a:gd name="T34" fmla="*/ 0 w 1289"/>
                  <a:gd name="T35" fmla="*/ 0 h 1630"/>
                  <a:gd name="T36" fmla="*/ 0 w 1289"/>
                  <a:gd name="T37" fmla="*/ 0 h 1630"/>
                  <a:gd name="T38" fmla="*/ 0 w 1289"/>
                  <a:gd name="T39" fmla="*/ 0 h 1630"/>
                  <a:gd name="T40" fmla="*/ 0 w 1289"/>
                  <a:gd name="T41" fmla="*/ 0 h 1630"/>
                  <a:gd name="T42" fmla="*/ 0 w 1289"/>
                  <a:gd name="T43" fmla="*/ 0 h 1630"/>
                  <a:gd name="T44" fmla="*/ 0 w 1289"/>
                  <a:gd name="T45" fmla="*/ 0 h 1630"/>
                  <a:gd name="T46" fmla="*/ 0 w 1289"/>
                  <a:gd name="T47" fmla="*/ 0 h 1630"/>
                  <a:gd name="T48" fmla="*/ 0 w 1289"/>
                  <a:gd name="T49" fmla="*/ 0 h 1630"/>
                  <a:gd name="T50" fmla="*/ 0 w 1289"/>
                  <a:gd name="T51" fmla="*/ 0 h 1630"/>
                  <a:gd name="T52" fmla="*/ 0 w 1289"/>
                  <a:gd name="T53" fmla="*/ 0 h 1630"/>
                  <a:gd name="T54" fmla="*/ 0 w 1289"/>
                  <a:gd name="T55" fmla="*/ 0 h 1630"/>
                  <a:gd name="T56" fmla="*/ 0 w 1289"/>
                  <a:gd name="T57" fmla="*/ 0 h 1630"/>
                  <a:gd name="T58" fmla="*/ 0 w 1289"/>
                  <a:gd name="T59" fmla="*/ 0 h 1630"/>
                  <a:gd name="T60" fmla="*/ 0 w 1289"/>
                  <a:gd name="T61" fmla="*/ 0 h 1630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289"/>
                  <a:gd name="T94" fmla="*/ 0 h 1630"/>
                  <a:gd name="T95" fmla="*/ 1289 w 1289"/>
                  <a:gd name="T96" fmla="*/ 1630 h 1630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289" h="1630">
                    <a:moveTo>
                      <a:pt x="37" y="717"/>
                    </a:moveTo>
                    <a:lnTo>
                      <a:pt x="0" y="784"/>
                    </a:lnTo>
                    <a:lnTo>
                      <a:pt x="0" y="915"/>
                    </a:lnTo>
                    <a:lnTo>
                      <a:pt x="85" y="1036"/>
                    </a:lnTo>
                    <a:lnTo>
                      <a:pt x="200" y="1120"/>
                    </a:lnTo>
                    <a:lnTo>
                      <a:pt x="235" y="1120"/>
                    </a:lnTo>
                    <a:lnTo>
                      <a:pt x="298" y="1263"/>
                    </a:lnTo>
                    <a:lnTo>
                      <a:pt x="348" y="1395"/>
                    </a:lnTo>
                    <a:lnTo>
                      <a:pt x="447" y="1508"/>
                    </a:lnTo>
                    <a:lnTo>
                      <a:pt x="555" y="1572"/>
                    </a:lnTo>
                    <a:lnTo>
                      <a:pt x="705" y="1621"/>
                    </a:lnTo>
                    <a:lnTo>
                      <a:pt x="855" y="1630"/>
                    </a:lnTo>
                    <a:lnTo>
                      <a:pt x="947" y="1579"/>
                    </a:lnTo>
                    <a:lnTo>
                      <a:pt x="1019" y="1494"/>
                    </a:lnTo>
                    <a:lnTo>
                      <a:pt x="1090" y="1374"/>
                    </a:lnTo>
                    <a:lnTo>
                      <a:pt x="1118" y="1263"/>
                    </a:lnTo>
                    <a:lnTo>
                      <a:pt x="1140" y="1056"/>
                    </a:lnTo>
                    <a:lnTo>
                      <a:pt x="1203" y="1001"/>
                    </a:lnTo>
                    <a:lnTo>
                      <a:pt x="1284" y="889"/>
                    </a:lnTo>
                    <a:lnTo>
                      <a:pt x="1289" y="768"/>
                    </a:lnTo>
                    <a:lnTo>
                      <a:pt x="1274" y="662"/>
                    </a:lnTo>
                    <a:lnTo>
                      <a:pt x="1261" y="627"/>
                    </a:lnTo>
                    <a:lnTo>
                      <a:pt x="1203" y="595"/>
                    </a:lnTo>
                    <a:lnTo>
                      <a:pt x="1118" y="325"/>
                    </a:lnTo>
                    <a:lnTo>
                      <a:pt x="1012" y="94"/>
                    </a:lnTo>
                    <a:lnTo>
                      <a:pt x="692" y="0"/>
                    </a:lnTo>
                    <a:lnTo>
                      <a:pt x="270" y="85"/>
                    </a:lnTo>
                    <a:lnTo>
                      <a:pt x="85" y="247"/>
                    </a:lnTo>
                    <a:lnTo>
                      <a:pt x="41" y="429"/>
                    </a:lnTo>
                    <a:lnTo>
                      <a:pt x="41" y="657"/>
                    </a:lnTo>
                    <a:lnTo>
                      <a:pt x="37" y="717"/>
                    </a:lnTo>
                    <a:close/>
                  </a:path>
                </a:pathLst>
              </a:custGeom>
              <a:solidFill>
                <a:srgbClr val="70230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7" name="Freeform 421"/>
              <p:cNvSpPr>
                <a:spLocks/>
              </p:cNvSpPr>
              <p:nvPr/>
            </p:nvSpPr>
            <p:spPr bwMode="auto">
              <a:xfrm>
                <a:off x="3020" y="1552"/>
                <a:ext cx="28" cy="16"/>
              </a:xfrm>
              <a:custGeom>
                <a:avLst/>
                <a:gdLst>
                  <a:gd name="T0" fmla="*/ 0 w 223"/>
                  <a:gd name="T1" fmla="*/ 0 h 120"/>
                  <a:gd name="T2" fmla="*/ 0 w 223"/>
                  <a:gd name="T3" fmla="*/ 0 h 120"/>
                  <a:gd name="T4" fmla="*/ 0 w 223"/>
                  <a:gd name="T5" fmla="*/ 0 h 120"/>
                  <a:gd name="T6" fmla="*/ 0 w 223"/>
                  <a:gd name="T7" fmla="*/ 0 h 120"/>
                  <a:gd name="T8" fmla="*/ 0 w 223"/>
                  <a:gd name="T9" fmla="*/ 0 h 120"/>
                  <a:gd name="T10" fmla="*/ 0 w 223"/>
                  <a:gd name="T11" fmla="*/ 0 h 120"/>
                  <a:gd name="T12" fmla="*/ 0 w 223"/>
                  <a:gd name="T13" fmla="*/ 0 h 120"/>
                  <a:gd name="T14" fmla="*/ 0 w 223"/>
                  <a:gd name="T15" fmla="*/ 0 h 120"/>
                  <a:gd name="T16" fmla="*/ 0 w 223"/>
                  <a:gd name="T17" fmla="*/ 0 h 12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23"/>
                  <a:gd name="T28" fmla="*/ 0 h 120"/>
                  <a:gd name="T29" fmla="*/ 223 w 223"/>
                  <a:gd name="T30" fmla="*/ 120 h 12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23" h="120">
                    <a:moveTo>
                      <a:pt x="223" y="6"/>
                    </a:moveTo>
                    <a:lnTo>
                      <a:pt x="223" y="41"/>
                    </a:lnTo>
                    <a:lnTo>
                      <a:pt x="140" y="108"/>
                    </a:lnTo>
                    <a:lnTo>
                      <a:pt x="57" y="120"/>
                    </a:lnTo>
                    <a:lnTo>
                      <a:pt x="0" y="78"/>
                    </a:lnTo>
                    <a:lnTo>
                      <a:pt x="16" y="0"/>
                    </a:lnTo>
                    <a:lnTo>
                      <a:pt x="92" y="28"/>
                    </a:lnTo>
                    <a:lnTo>
                      <a:pt x="140" y="35"/>
                    </a:lnTo>
                    <a:lnTo>
                      <a:pt x="223" y="6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8" name="Freeform 422"/>
              <p:cNvSpPr>
                <a:spLocks/>
              </p:cNvSpPr>
              <p:nvPr/>
            </p:nvSpPr>
            <p:spPr bwMode="auto">
              <a:xfrm>
                <a:off x="3085" y="1539"/>
                <a:ext cx="30" cy="18"/>
              </a:xfrm>
              <a:custGeom>
                <a:avLst/>
                <a:gdLst>
                  <a:gd name="T0" fmla="*/ 0 w 245"/>
                  <a:gd name="T1" fmla="*/ 0 h 141"/>
                  <a:gd name="T2" fmla="*/ 0 w 245"/>
                  <a:gd name="T3" fmla="*/ 0 h 141"/>
                  <a:gd name="T4" fmla="*/ 0 w 245"/>
                  <a:gd name="T5" fmla="*/ 0 h 141"/>
                  <a:gd name="T6" fmla="*/ 0 w 245"/>
                  <a:gd name="T7" fmla="*/ 0 h 141"/>
                  <a:gd name="T8" fmla="*/ 0 w 245"/>
                  <a:gd name="T9" fmla="*/ 0 h 141"/>
                  <a:gd name="T10" fmla="*/ 0 w 245"/>
                  <a:gd name="T11" fmla="*/ 0 h 141"/>
                  <a:gd name="T12" fmla="*/ 0 w 245"/>
                  <a:gd name="T13" fmla="*/ 0 h 141"/>
                  <a:gd name="T14" fmla="*/ 0 w 245"/>
                  <a:gd name="T15" fmla="*/ 0 h 141"/>
                  <a:gd name="T16" fmla="*/ 0 w 245"/>
                  <a:gd name="T17" fmla="*/ 0 h 141"/>
                  <a:gd name="T18" fmla="*/ 0 w 245"/>
                  <a:gd name="T19" fmla="*/ 0 h 14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5"/>
                  <a:gd name="T31" fmla="*/ 0 h 141"/>
                  <a:gd name="T32" fmla="*/ 245 w 245"/>
                  <a:gd name="T33" fmla="*/ 141 h 14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5" h="141">
                    <a:moveTo>
                      <a:pt x="0" y="85"/>
                    </a:moveTo>
                    <a:lnTo>
                      <a:pt x="18" y="112"/>
                    </a:lnTo>
                    <a:lnTo>
                      <a:pt x="117" y="141"/>
                    </a:lnTo>
                    <a:lnTo>
                      <a:pt x="212" y="134"/>
                    </a:lnTo>
                    <a:lnTo>
                      <a:pt x="245" y="79"/>
                    </a:lnTo>
                    <a:lnTo>
                      <a:pt x="238" y="0"/>
                    </a:lnTo>
                    <a:lnTo>
                      <a:pt x="179" y="42"/>
                    </a:lnTo>
                    <a:lnTo>
                      <a:pt x="139" y="79"/>
                    </a:lnTo>
                    <a:lnTo>
                      <a:pt x="83" y="90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9" name="Freeform 423"/>
              <p:cNvSpPr>
                <a:spLocks/>
              </p:cNvSpPr>
              <p:nvPr/>
            </p:nvSpPr>
            <p:spPr bwMode="auto">
              <a:xfrm>
                <a:off x="3063" y="1545"/>
                <a:ext cx="16" cy="30"/>
              </a:xfrm>
              <a:custGeom>
                <a:avLst/>
                <a:gdLst>
                  <a:gd name="T0" fmla="*/ 0 w 120"/>
                  <a:gd name="T1" fmla="*/ 0 h 235"/>
                  <a:gd name="T2" fmla="*/ 0 w 120"/>
                  <a:gd name="T3" fmla="*/ 0 h 235"/>
                  <a:gd name="T4" fmla="*/ 0 w 120"/>
                  <a:gd name="T5" fmla="*/ 0 h 235"/>
                  <a:gd name="T6" fmla="*/ 0 w 120"/>
                  <a:gd name="T7" fmla="*/ 0 h 235"/>
                  <a:gd name="T8" fmla="*/ 0 w 120"/>
                  <a:gd name="T9" fmla="*/ 0 h 235"/>
                  <a:gd name="T10" fmla="*/ 0 w 120"/>
                  <a:gd name="T11" fmla="*/ 0 h 235"/>
                  <a:gd name="T12" fmla="*/ 0 w 120"/>
                  <a:gd name="T13" fmla="*/ 0 h 235"/>
                  <a:gd name="T14" fmla="*/ 0 w 120"/>
                  <a:gd name="T15" fmla="*/ 0 h 235"/>
                  <a:gd name="T16" fmla="*/ 0 w 120"/>
                  <a:gd name="T17" fmla="*/ 0 h 235"/>
                  <a:gd name="T18" fmla="*/ 0 w 120"/>
                  <a:gd name="T19" fmla="*/ 0 h 235"/>
                  <a:gd name="T20" fmla="*/ 0 w 120"/>
                  <a:gd name="T21" fmla="*/ 0 h 235"/>
                  <a:gd name="T22" fmla="*/ 0 w 120"/>
                  <a:gd name="T23" fmla="*/ 0 h 23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20"/>
                  <a:gd name="T37" fmla="*/ 0 h 235"/>
                  <a:gd name="T38" fmla="*/ 120 w 120"/>
                  <a:gd name="T39" fmla="*/ 235 h 23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20" h="235">
                    <a:moveTo>
                      <a:pt x="57" y="37"/>
                    </a:moveTo>
                    <a:lnTo>
                      <a:pt x="37" y="0"/>
                    </a:lnTo>
                    <a:lnTo>
                      <a:pt x="13" y="16"/>
                    </a:lnTo>
                    <a:lnTo>
                      <a:pt x="22" y="141"/>
                    </a:lnTo>
                    <a:lnTo>
                      <a:pt x="0" y="169"/>
                    </a:lnTo>
                    <a:lnTo>
                      <a:pt x="13" y="220"/>
                    </a:lnTo>
                    <a:lnTo>
                      <a:pt x="64" y="235"/>
                    </a:lnTo>
                    <a:lnTo>
                      <a:pt x="108" y="220"/>
                    </a:lnTo>
                    <a:lnTo>
                      <a:pt x="120" y="178"/>
                    </a:lnTo>
                    <a:lnTo>
                      <a:pt x="112" y="148"/>
                    </a:lnTo>
                    <a:lnTo>
                      <a:pt x="78" y="121"/>
                    </a:lnTo>
                    <a:lnTo>
                      <a:pt x="57" y="37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0" name="Freeform 424"/>
              <p:cNvSpPr>
                <a:spLocks/>
              </p:cNvSpPr>
              <p:nvPr/>
            </p:nvSpPr>
            <p:spPr bwMode="auto">
              <a:xfrm>
                <a:off x="3051" y="1563"/>
                <a:ext cx="6" cy="5"/>
              </a:xfrm>
              <a:custGeom>
                <a:avLst/>
                <a:gdLst>
                  <a:gd name="T0" fmla="*/ 0 w 51"/>
                  <a:gd name="T1" fmla="*/ 0 h 42"/>
                  <a:gd name="T2" fmla="*/ 0 w 51"/>
                  <a:gd name="T3" fmla="*/ 0 h 42"/>
                  <a:gd name="T4" fmla="*/ 0 w 51"/>
                  <a:gd name="T5" fmla="*/ 0 h 42"/>
                  <a:gd name="T6" fmla="*/ 0 w 51"/>
                  <a:gd name="T7" fmla="*/ 0 h 42"/>
                  <a:gd name="T8" fmla="*/ 0 w 51"/>
                  <a:gd name="T9" fmla="*/ 0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1"/>
                  <a:gd name="T16" fmla="*/ 0 h 42"/>
                  <a:gd name="T17" fmla="*/ 51 w 51"/>
                  <a:gd name="T18" fmla="*/ 42 h 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1" h="42">
                    <a:moveTo>
                      <a:pt x="25" y="0"/>
                    </a:moveTo>
                    <a:lnTo>
                      <a:pt x="0" y="25"/>
                    </a:lnTo>
                    <a:lnTo>
                      <a:pt x="25" y="42"/>
                    </a:lnTo>
                    <a:lnTo>
                      <a:pt x="51" y="7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1" name="Freeform 425"/>
              <p:cNvSpPr>
                <a:spLocks/>
              </p:cNvSpPr>
              <p:nvPr/>
            </p:nvSpPr>
            <p:spPr bwMode="auto">
              <a:xfrm>
                <a:off x="3081" y="1560"/>
                <a:ext cx="6" cy="5"/>
              </a:xfrm>
              <a:custGeom>
                <a:avLst/>
                <a:gdLst>
                  <a:gd name="T0" fmla="*/ 0 w 48"/>
                  <a:gd name="T1" fmla="*/ 0 h 36"/>
                  <a:gd name="T2" fmla="*/ 0 w 48"/>
                  <a:gd name="T3" fmla="*/ 0 h 36"/>
                  <a:gd name="T4" fmla="*/ 0 w 48"/>
                  <a:gd name="T5" fmla="*/ 0 h 36"/>
                  <a:gd name="T6" fmla="*/ 0 w 48"/>
                  <a:gd name="T7" fmla="*/ 0 h 36"/>
                  <a:gd name="T8" fmla="*/ 0 w 48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36"/>
                  <a:gd name="T17" fmla="*/ 48 w 48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36">
                    <a:moveTo>
                      <a:pt x="0" y="6"/>
                    </a:moveTo>
                    <a:lnTo>
                      <a:pt x="21" y="36"/>
                    </a:lnTo>
                    <a:lnTo>
                      <a:pt x="48" y="6"/>
                    </a:lnTo>
                    <a:lnTo>
                      <a:pt x="25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2" name="Freeform 426"/>
              <p:cNvSpPr>
                <a:spLocks/>
              </p:cNvSpPr>
              <p:nvPr/>
            </p:nvSpPr>
            <p:spPr bwMode="auto">
              <a:xfrm>
                <a:off x="3055" y="1593"/>
                <a:ext cx="42" cy="9"/>
              </a:xfrm>
              <a:custGeom>
                <a:avLst/>
                <a:gdLst>
                  <a:gd name="T0" fmla="*/ 0 w 343"/>
                  <a:gd name="T1" fmla="*/ 0 h 70"/>
                  <a:gd name="T2" fmla="*/ 0 w 343"/>
                  <a:gd name="T3" fmla="*/ 0 h 70"/>
                  <a:gd name="T4" fmla="*/ 0 w 343"/>
                  <a:gd name="T5" fmla="*/ 0 h 70"/>
                  <a:gd name="T6" fmla="*/ 0 w 343"/>
                  <a:gd name="T7" fmla="*/ 0 h 70"/>
                  <a:gd name="T8" fmla="*/ 0 w 343"/>
                  <a:gd name="T9" fmla="*/ 0 h 70"/>
                  <a:gd name="T10" fmla="*/ 0 w 343"/>
                  <a:gd name="T11" fmla="*/ 0 h 70"/>
                  <a:gd name="T12" fmla="*/ 0 w 343"/>
                  <a:gd name="T13" fmla="*/ 0 h 70"/>
                  <a:gd name="T14" fmla="*/ 0 w 343"/>
                  <a:gd name="T15" fmla="*/ 0 h 70"/>
                  <a:gd name="T16" fmla="*/ 0 w 343"/>
                  <a:gd name="T17" fmla="*/ 0 h 70"/>
                  <a:gd name="T18" fmla="*/ 0 w 343"/>
                  <a:gd name="T19" fmla="*/ 0 h 7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43"/>
                  <a:gd name="T31" fmla="*/ 0 h 70"/>
                  <a:gd name="T32" fmla="*/ 343 w 343"/>
                  <a:gd name="T33" fmla="*/ 70 h 7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43" h="70">
                    <a:moveTo>
                      <a:pt x="0" y="44"/>
                    </a:moveTo>
                    <a:lnTo>
                      <a:pt x="128" y="70"/>
                    </a:lnTo>
                    <a:lnTo>
                      <a:pt x="235" y="55"/>
                    </a:lnTo>
                    <a:lnTo>
                      <a:pt x="322" y="21"/>
                    </a:lnTo>
                    <a:lnTo>
                      <a:pt x="343" y="7"/>
                    </a:lnTo>
                    <a:lnTo>
                      <a:pt x="297" y="0"/>
                    </a:lnTo>
                    <a:lnTo>
                      <a:pt x="214" y="21"/>
                    </a:lnTo>
                    <a:lnTo>
                      <a:pt x="135" y="26"/>
                    </a:lnTo>
                    <a:lnTo>
                      <a:pt x="20" y="21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3" name="Freeform 427"/>
              <p:cNvSpPr>
                <a:spLocks/>
              </p:cNvSpPr>
              <p:nvPr/>
            </p:nvSpPr>
            <p:spPr bwMode="auto">
              <a:xfrm>
                <a:off x="3001" y="1470"/>
                <a:ext cx="45" cy="53"/>
              </a:xfrm>
              <a:custGeom>
                <a:avLst/>
                <a:gdLst>
                  <a:gd name="T0" fmla="*/ 0 w 363"/>
                  <a:gd name="T1" fmla="*/ 0 h 429"/>
                  <a:gd name="T2" fmla="*/ 0 w 363"/>
                  <a:gd name="T3" fmla="*/ 0 h 429"/>
                  <a:gd name="T4" fmla="*/ 0 w 363"/>
                  <a:gd name="T5" fmla="*/ 0 h 429"/>
                  <a:gd name="T6" fmla="*/ 0 w 363"/>
                  <a:gd name="T7" fmla="*/ 0 h 429"/>
                  <a:gd name="T8" fmla="*/ 0 w 363"/>
                  <a:gd name="T9" fmla="*/ 0 h 429"/>
                  <a:gd name="T10" fmla="*/ 0 w 363"/>
                  <a:gd name="T11" fmla="*/ 0 h 429"/>
                  <a:gd name="T12" fmla="*/ 0 w 363"/>
                  <a:gd name="T13" fmla="*/ 0 h 429"/>
                  <a:gd name="T14" fmla="*/ 0 w 363"/>
                  <a:gd name="T15" fmla="*/ 0 h 429"/>
                  <a:gd name="T16" fmla="*/ 0 w 363"/>
                  <a:gd name="T17" fmla="*/ 0 h 429"/>
                  <a:gd name="T18" fmla="*/ 0 w 363"/>
                  <a:gd name="T19" fmla="*/ 0 h 429"/>
                  <a:gd name="T20" fmla="*/ 0 w 363"/>
                  <a:gd name="T21" fmla="*/ 0 h 429"/>
                  <a:gd name="T22" fmla="*/ 0 w 363"/>
                  <a:gd name="T23" fmla="*/ 0 h 429"/>
                  <a:gd name="T24" fmla="*/ 0 w 363"/>
                  <a:gd name="T25" fmla="*/ 0 h 429"/>
                  <a:gd name="T26" fmla="*/ 0 w 363"/>
                  <a:gd name="T27" fmla="*/ 0 h 429"/>
                  <a:gd name="T28" fmla="*/ 0 w 363"/>
                  <a:gd name="T29" fmla="*/ 0 h 429"/>
                  <a:gd name="T30" fmla="*/ 0 w 363"/>
                  <a:gd name="T31" fmla="*/ 0 h 429"/>
                  <a:gd name="T32" fmla="*/ 0 w 363"/>
                  <a:gd name="T33" fmla="*/ 0 h 42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63"/>
                  <a:gd name="T52" fmla="*/ 0 h 429"/>
                  <a:gd name="T53" fmla="*/ 363 w 363"/>
                  <a:gd name="T54" fmla="*/ 429 h 42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63" h="429">
                    <a:moveTo>
                      <a:pt x="226" y="35"/>
                    </a:moveTo>
                    <a:lnTo>
                      <a:pt x="158" y="99"/>
                    </a:lnTo>
                    <a:lnTo>
                      <a:pt x="127" y="182"/>
                    </a:lnTo>
                    <a:lnTo>
                      <a:pt x="127" y="266"/>
                    </a:lnTo>
                    <a:lnTo>
                      <a:pt x="149" y="337"/>
                    </a:lnTo>
                    <a:lnTo>
                      <a:pt x="363" y="394"/>
                    </a:lnTo>
                    <a:lnTo>
                      <a:pt x="185" y="389"/>
                    </a:lnTo>
                    <a:lnTo>
                      <a:pt x="63" y="429"/>
                    </a:lnTo>
                    <a:lnTo>
                      <a:pt x="79" y="380"/>
                    </a:lnTo>
                    <a:lnTo>
                      <a:pt x="33" y="323"/>
                    </a:lnTo>
                    <a:lnTo>
                      <a:pt x="6" y="231"/>
                    </a:lnTo>
                    <a:lnTo>
                      <a:pt x="0" y="134"/>
                    </a:lnTo>
                    <a:lnTo>
                      <a:pt x="19" y="62"/>
                    </a:lnTo>
                    <a:lnTo>
                      <a:pt x="68" y="14"/>
                    </a:lnTo>
                    <a:lnTo>
                      <a:pt x="136" y="0"/>
                    </a:lnTo>
                    <a:lnTo>
                      <a:pt x="192" y="7"/>
                    </a:lnTo>
                    <a:lnTo>
                      <a:pt x="226" y="35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4" name="Freeform 428"/>
              <p:cNvSpPr>
                <a:spLocks/>
              </p:cNvSpPr>
              <p:nvPr/>
            </p:nvSpPr>
            <p:spPr bwMode="auto">
              <a:xfrm>
                <a:off x="3070" y="1497"/>
                <a:ext cx="39" cy="19"/>
              </a:xfrm>
              <a:custGeom>
                <a:avLst/>
                <a:gdLst>
                  <a:gd name="T0" fmla="*/ 0 w 314"/>
                  <a:gd name="T1" fmla="*/ 0 h 154"/>
                  <a:gd name="T2" fmla="*/ 0 w 314"/>
                  <a:gd name="T3" fmla="*/ 0 h 154"/>
                  <a:gd name="T4" fmla="*/ 0 w 314"/>
                  <a:gd name="T5" fmla="*/ 0 h 154"/>
                  <a:gd name="T6" fmla="*/ 0 w 314"/>
                  <a:gd name="T7" fmla="*/ 0 h 154"/>
                  <a:gd name="T8" fmla="*/ 0 w 314"/>
                  <a:gd name="T9" fmla="*/ 0 h 154"/>
                  <a:gd name="T10" fmla="*/ 0 w 314"/>
                  <a:gd name="T11" fmla="*/ 0 h 154"/>
                  <a:gd name="T12" fmla="*/ 0 w 314"/>
                  <a:gd name="T13" fmla="*/ 0 h 1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14"/>
                  <a:gd name="T22" fmla="*/ 0 h 154"/>
                  <a:gd name="T23" fmla="*/ 314 w 314"/>
                  <a:gd name="T24" fmla="*/ 154 h 15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14" h="154">
                    <a:moveTo>
                      <a:pt x="70" y="115"/>
                    </a:moveTo>
                    <a:lnTo>
                      <a:pt x="226" y="34"/>
                    </a:lnTo>
                    <a:lnTo>
                      <a:pt x="314" y="30"/>
                    </a:lnTo>
                    <a:lnTo>
                      <a:pt x="249" y="0"/>
                    </a:lnTo>
                    <a:lnTo>
                      <a:pt x="176" y="30"/>
                    </a:lnTo>
                    <a:lnTo>
                      <a:pt x="0" y="154"/>
                    </a:lnTo>
                    <a:lnTo>
                      <a:pt x="70" y="115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5" name="Freeform 429"/>
              <p:cNvSpPr>
                <a:spLocks/>
              </p:cNvSpPr>
              <p:nvPr/>
            </p:nvSpPr>
            <p:spPr bwMode="auto">
              <a:xfrm>
                <a:off x="2987" y="1529"/>
                <a:ext cx="13" cy="8"/>
              </a:xfrm>
              <a:custGeom>
                <a:avLst/>
                <a:gdLst>
                  <a:gd name="T0" fmla="*/ 0 w 105"/>
                  <a:gd name="T1" fmla="*/ 0 h 60"/>
                  <a:gd name="T2" fmla="*/ 0 w 105"/>
                  <a:gd name="T3" fmla="*/ 0 h 60"/>
                  <a:gd name="T4" fmla="*/ 0 w 105"/>
                  <a:gd name="T5" fmla="*/ 0 h 60"/>
                  <a:gd name="T6" fmla="*/ 0 w 105"/>
                  <a:gd name="T7" fmla="*/ 0 h 60"/>
                  <a:gd name="T8" fmla="*/ 0 w 105"/>
                  <a:gd name="T9" fmla="*/ 0 h 60"/>
                  <a:gd name="T10" fmla="*/ 0 w 105"/>
                  <a:gd name="T11" fmla="*/ 0 h 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5"/>
                  <a:gd name="T19" fmla="*/ 0 h 60"/>
                  <a:gd name="T20" fmla="*/ 105 w 105"/>
                  <a:gd name="T21" fmla="*/ 60 h 6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5" h="60">
                    <a:moveTo>
                      <a:pt x="0" y="44"/>
                    </a:moveTo>
                    <a:lnTo>
                      <a:pt x="96" y="60"/>
                    </a:lnTo>
                    <a:lnTo>
                      <a:pt x="105" y="31"/>
                    </a:lnTo>
                    <a:lnTo>
                      <a:pt x="48" y="0"/>
                    </a:lnTo>
                    <a:lnTo>
                      <a:pt x="0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6" name="Freeform 430"/>
              <p:cNvSpPr>
                <a:spLocks/>
              </p:cNvSpPr>
              <p:nvPr/>
            </p:nvSpPr>
            <p:spPr bwMode="auto">
              <a:xfrm>
                <a:off x="3123" y="1511"/>
                <a:ext cx="13" cy="14"/>
              </a:xfrm>
              <a:custGeom>
                <a:avLst/>
                <a:gdLst>
                  <a:gd name="T0" fmla="*/ 0 w 99"/>
                  <a:gd name="T1" fmla="*/ 0 h 111"/>
                  <a:gd name="T2" fmla="*/ 0 w 99"/>
                  <a:gd name="T3" fmla="*/ 0 h 111"/>
                  <a:gd name="T4" fmla="*/ 0 w 99"/>
                  <a:gd name="T5" fmla="*/ 0 h 111"/>
                  <a:gd name="T6" fmla="*/ 0 w 99"/>
                  <a:gd name="T7" fmla="*/ 0 h 111"/>
                  <a:gd name="T8" fmla="*/ 0 w 99"/>
                  <a:gd name="T9" fmla="*/ 0 h 111"/>
                  <a:gd name="T10" fmla="*/ 0 w 99"/>
                  <a:gd name="T11" fmla="*/ 0 h 111"/>
                  <a:gd name="T12" fmla="*/ 0 w 99"/>
                  <a:gd name="T13" fmla="*/ 0 h 1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9"/>
                  <a:gd name="T22" fmla="*/ 0 h 111"/>
                  <a:gd name="T23" fmla="*/ 99 w 99"/>
                  <a:gd name="T24" fmla="*/ 111 h 1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9" h="111">
                    <a:moveTo>
                      <a:pt x="0" y="111"/>
                    </a:moveTo>
                    <a:lnTo>
                      <a:pt x="19" y="111"/>
                    </a:lnTo>
                    <a:lnTo>
                      <a:pt x="99" y="35"/>
                    </a:lnTo>
                    <a:lnTo>
                      <a:pt x="90" y="0"/>
                    </a:lnTo>
                    <a:lnTo>
                      <a:pt x="55" y="0"/>
                    </a:lnTo>
                    <a:lnTo>
                      <a:pt x="7" y="39"/>
                    </a:lnTo>
                    <a:lnTo>
                      <a:pt x="0" y="111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7" name="Freeform 431"/>
              <p:cNvSpPr>
                <a:spLocks/>
              </p:cNvSpPr>
              <p:nvPr/>
            </p:nvSpPr>
            <p:spPr bwMode="auto">
              <a:xfrm>
                <a:off x="3068" y="1615"/>
                <a:ext cx="19" cy="10"/>
              </a:xfrm>
              <a:custGeom>
                <a:avLst/>
                <a:gdLst>
                  <a:gd name="T0" fmla="*/ 0 w 154"/>
                  <a:gd name="T1" fmla="*/ 0 h 84"/>
                  <a:gd name="T2" fmla="*/ 0 w 154"/>
                  <a:gd name="T3" fmla="*/ 0 h 84"/>
                  <a:gd name="T4" fmla="*/ 0 w 154"/>
                  <a:gd name="T5" fmla="*/ 0 h 84"/>
                  <a:gd name="T6" fmla="*/ 0 w 154"/>
                  <a:gd name="T7" fmla="*/ 0 h 84"/>
                  <a:gd name="T8" fmla="*/ 0 w 154"/>
                  <a:gd name="T9" fmla="*/ 0 h 84"/>
                  <a:gd name="T10" fmla="*/ 0 w 154"/>
                  <a:gd name="T11" fmla="*/ 0 h 84"/>
                  <a:gd name="T12" fmla="*/ 0 w 154"/>
                  <a:gd name="T13" fmla="*/ 0 h 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4"/>
                  <a:gd name="T22" fmla="*/ 0 h 84"/>
                  <a:gd name="T23" fmla="*/ 154 w 154"/>
                  <a:gd name="T24" fmla="*/ 84 h 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4" h="84">
                    <a:moveTo>
                      <a:pt x="27" y="7"/>
                    </a:moveTo>
                    <a:lnTo>
                      <a:pt x="0" y="49"/>
                    </a:lnTo>
                    <a:lnTo>
                      <a:pt x="32" y="84"/>
                    </a:lnTo>
                    <a:lnTo>
                      <a:pt x="140" y="69"/>
                    </a:lnTo>
                    <a:lnTo>
                      <a:pt x="154" y="27"/>
                    </a:lnTo>
                    <a:lnTo>
                      <a:pt x="127" y="0"/>
                    </a:lnTo>
                    <a:lnTo>
                      <a:pt x="27" y="7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8" name="Freeform 432"/>
              <p:cNvSpPr>
                <a:spLocks/>
              </p:cNvSpPr>
              <p:nvPr/>
            </p:nvSpPr>
            <p:spPr bwMode="auto">
              <a:xfrm>
                <a:off x="2985" y="1689"/>
                <a:ext cx="22" cy="42"/>
              </a:xfrm>
              <a:custGeom>
                <a:avLst/>
                <a:gdLst>
                  <a:gd name="T0" fmla="*/ 0 w 172"/>
                  <a:gd name="T1" fmla="*/ 0 h 336"/>
                  <a:gd name="T2" fmla="*/ 0 w 172"/>
                  <a:gd name="T3" fmla="*/ 0 h 336"/>
                  <a:gd name="T4" fmla="*/ 0 w 172"/>
                  <a:gd name="T5" fmla="*/ 0 h 336"/>
                  <a:gd name="T6" fmla="*/ 0 w 172"/>
                  <a:gd name="T7" fmla="*/ 0 h 336"/>
                  <a:gd name="T8" fmla="*/ 0 w 172"/>
                  <a:gd name="T9" fmla="*/ 0 h 336"/>
                  <a:gd name="T10" fmla="*/ 0 w 172"/>
                  <a:gd name="T11" fmla="*/ 0 h 336"/>
                  <a:gd name="T12" fmla="*/ 0 w 172"/>
                  <a:gd name="T13" fmla="*/ 0 h 336"/>
                  <a:gd name="T14" fmla="*/ 0 w 172"/>
                  <a:gd name="T15" fmla="*/ 0 h 336"/>
                  <a:gd name="T16" fmla="*/ 0 w 172"/>
                  <a:gd name="T17" fmla="*/ 0 h 336"/>
                  <a:gd name="T18" fmla="*/ 0 w 172"/>
                  <a:gd name="T19" fmla="*/ 0 h 3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2"/>
                  <a:gd name="T31" fmla="*/ 0 h 336"/>
                  <a:gd name="T32" fmla="*/ 172 w 172"/>
                  <a:gd name="T33" fmla="*/ 336 h 3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2" h="336">
                    <a:moveTo>
                      <a:pt x="7" y="42"/>
                    </a:moveTo>
                    <a:lnTo>
                      <a:pt x="51" y="211"/>
                    </a:lnTo>
                    <a:lnTo>
                      <a:pt x="73" y="336"/>
                    </a:lnTo>
                    <a:lnTo>
                      <a:pt x="156" y="336"/>
                    </a:lnTo>
                    <a:lnTo>
                      <a:pt x="172" y="279"/>
                    </a:lnTo>
                    <a:lnTo>
                      <a:pt x="99" y="231"/>
                    </a:lnTo>
                    <a:lnTo>
                      <a:pt x="73" y="147"/>
                    </a:lnTo>
                    <a:lnTo>
                      <a:pt x="78" y="75"/>
                    </a:lnTo>
                    <a:lnTo>
                      <a:pt x="0" y="0"/>
                    </a:lnTo>
                    <a:lnTo>
                      <a:pt x="7" y="42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9" name="Freeform 433"/>
              <p:cNvSpPr>
                <a:spLocks/>
              </p:cNvSpPr>
              <p:nvPr/>
            </p:nvSpPr>
            <p:spPr bwMode="auto">
              <a:xfrm>
                <a:off x="2986" y="1661"/>
                <a:ext cx="33" cy="15"/>
              </a:xfrm>
              <a:custGeom>
                <a:avLst/>
                <a:gdLst>
                  <a:gd name="T0" fmla="*/ 0 w 264"/>
                  <a:gd name="T1" fmla="*/ 0 h 122"/>
                  <a:gd name="T2" fmla="*/ 0 w 264"/>
                  <a:gd name="T3" fmla="*/ 0 h 122"/>
                  <a:gd name="T4" fmla="*/ 0 w 264"/>
                  <a:gd name="T5" fmla="*/ 0 h 122"/>
                  <a:gd name="T6" fmla="*/ 0 w 264"/>
                  <a:gd name="T7" fmla="*/ 0 h 122"/>
                  <a:gd name="T8" fmla="*/ 0 w 264"/>
                  <a:gd name="T9" fmla="*/ 0 h 122"/>
                  <a:gd name="T10" fmla="*/ 0 w 264"/>
                  <a:gd name="T11" fmla="*/ 0 h 122"/>
                  <a:gd name="T12" fmla="*/ 0 w 264"/>
                  <a:gd name="T13" fmla="*/ 0 h 122"/>
                  <a:gd name="T14" fmla="*/ 0 w 264"/>
                  <a:gd name="T15" fmla="*/ 0 h 122"/>
                  <a:gd name="T16" fmla="*/ 0 w 264"/>
                  <a:gd name="T17" fmla="*/ 0 h 122"/>
                  <a:gd name="T18" fmla="*/ 0 w 264"/>
                  <a:gd name="T19" fmla="*/ 0 h 12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64"/>
                  <a:gd name="T31" fmla="*/ 0 h 122"/>
                  <a:gd name="T32" fmla="*/ 264 w 264"/>
                  <a:gd name="T33" fmla="*/ 122 h 12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64" h="122">
                    <a:moveTo>
                      <a:pt x="0" y="106"/>
                    </a:moveTo>
                    <a:lnTo>
                      <a:pt x="13" y="122"/>
                    </a:lnTo>
                    <a:lnTo>
                      <a:pt x="57" y="78"/>
                    </a:lnTo>
                    <a:lnTo>
                      <a:pt x="114" y="97"/>
                    </a:lnTo>
                    <a:lnTo>
                      <a:pt x="140" y="53"/>
                    </a:lnTo>
                    <a:lnTo>
                      <a:pt x="264" y="106"/>
                    </a:lnTo>
                    <a:lnTo>
                      <a:pt x="127" y="0"/>
                    </a:lnTo>
                    <a:lnTo>
                      <a:pt x="101" y="14"/>
                    </a:lnTo>
                    <a:lnTo>
                      <a:pt x="32" y="64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0" name="Freeform 434"/>
              <p:cNvSpPr>
                <a:spLocks/>
              </p:cNvSpPr>
              <p:nvPr/>
            </p:nvSpPr>
            <p:spPr bwMode="auto">
              <a:xfrm>
                <a:off x="3012" y="1710"/>
                <a:ext cx="13" cy="19"/>
              </a:xfrm>
              <a:custGeom>
                <a:avLst/>
                <a:gdLst>
                  <a:gd name="T0" fmla="*/ 0 w 106"/>
                  <a:gd name="T1" fmla="*/ 0 h 147"/>
                  <a:gd name="T2" fmla="*/ 0 w 106"/>
                  <a:gd name="T3" fmla="*/ 0 h 147"/>
                  <a:gd name="T4" fmla="*/ 0 w 106"/>
                  <a:gd name="T5" fmla="*/ 0 h 147"/>
                  <a:gd name="T6" fmla="*/ 0 w 106"/>
                  <a:gd name="T7" fmla="*/ 0 h 147"/>
                  <a:gd name="T8" fmla="*/ 0 w 106"/>
                  <a:gd name="T9" fmla="*/ 0 h 147"/>
                  <a:gd name="T10" fmla="*/ 0 w 106"/>
                  <a:gd name="T11" fmla="*/ 0 h 147"/>
                  <a:gd name="T12" fmla="*/ 0 w 106"/>
                  <a:gd name="T13" fmla="*/ 0 h 147"/>
                  <a:gd name="T14" fmla="*/ 0 w 106"/>
                  <a:gd name="T15" fmla="*/ 0 h 14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6"/>
                  <a:gd name="T25" fmla="*/ 0 h 147"/>
                  <a:gd name="T26" fmla="*/ 106 w 106"/>
                  <a:gd name="T27" fmla="*/ 147 h 14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6" h="147">
                    <a:moveTo>
                      <a:pt x="0" y="44"/>
                    </a:moveTo>
                    <a:lnTo>
                      <a:pt x="41" y="85"/>
                    </a:lnTo>
                    <a:lnTo>
                      <a:pt x="63" y="147"/>
                    </a:lnTo>
                    <a:lnTo>
                      <a:pt x="106" y="92"/>
                    </a:lnTo>
                    <a:lnTo>
                      <a:pt x="99" y="35"/>
                    </a:lnTo>
                    <a:lnTo>
                      <a:pt x="63" y="9"/>
                    </a:lnTo>
                    <a:lnTo>
                      <a:pt x="7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FFC98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1" name="Freeform 435"/>
              <p:cNvSpPr>
                <a:spLocks/>
              </p:cNvSpPr>
              <p:nvPr/>
            </p:nvSpPr>
            <p:spPr bwMode="auto">
              <a:xfrm>
                <a:off x="3025" y="1534"/>
                <a:ext cx="31" cy="12"/>
              </a:xfrm>
              <a:custGeom>
                <a:avLst/>
                <a:gdLst>
                  <a:gd name="T0" fmla="*/ 0 w 244"/>
                  <a:gd name="T1" fmla="*/ 0 h 94"/>
                  <a:gd name="T2" fmla="*/ 0 w 244"/>
                  <a:gd name="T3" fmla="*/ 0 h 94"/>
                  <a:gd name="T4" fmla="*/ 0 w 244"/>
                  <a:gd name="T5" fmla="*/ 0 h 94"/>
                  <a:gd name="T6" fmla="*/ 0 w 244"/>
                  <a:gd name="T7" fmla="*/ 0 h 94"/>
                  <a:gd name="T8" fmla="*/ 0 w 244"/>
                  <a:gd name="T9" fmla="*/ 0 h 94"/>
                  <a:gd name="T10" fmla="*/ 0 w 244"/>
                  <a:gd name="T11" fmla="*/ 0 h 94"/>
                  <a:gd name="T12" fmla="*/ 0 w 244"/>
                  <a:gd name="T13" fmla="*/ 0 h 94"/>
                  <a:gd name="T14" fmla="*/ 0 w 244"/>
                  <a:gd name="T15" fmla="*/ 0 h 94"/>
                  <a:gd name="T16" fmla="*/ 0 w 244"/>
                  <a:gd name="T17" fmla="*/ 0 h 94"/>
                  <a:gd name="T18" fmla="*/ 0 w 244"/>
                  <a:gd name="T19" fmla="*/ 0 h 9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4"/>
                  <a:gd name="T31" fmla="*/ 0 h 94"/>
                  <a:gd name="T32" fmla="*/ 244 w 244"/>
                  <a:gd name="T33" fmla="*/ 94 h 9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4" h="94">
                    <a:moveTo>
                      <a:pt x="0" y="34"/>
                    </a:moveTo>
                    <a:lnTo>
                      <a:pt x="45" y="81"/>
                    </a:lnTo>
                    <a:lnTo>
                      <a:pt x="89" y="94"/>
                    </a:lnTo>
                    <a:lnTo>
                      <a:pt x="114" y="94"/>
                    </a:lnTo>
                    <a:lnTo>
                      <a:pt x="167" y="94"/>
                    </a:lnTo>
                    <a:lnTo>
                      <a:pt x="244" y="43"/>
                    </a:lnTo>
                    <a:lnTo>
                      <a:pt x="204" y="0"/>
                    </a:lnTo>
                    <a:lnTo>
                      <a:pt x="123" y="9"/>
                    </a:lnTo>
                    <a:lnTo>
                      <a:pt x="45" y="28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2" name="Freeform 436"/>
              <p:cNvSpPr>
                <a:spLocks/>
              </p:cNvSpPr>
              <p:nvPr/>
            </p:nvSpPr>
            <p:spPr bwMode="auto">
              <a:xfrm>
                <a:off x="3080" y="1529"/>
                <a:ext cx="27" cy="11"/>
              </a:xfrm>
              <a:custGeom>
                <a:avLst/>
                <a:gdLst>
                  <a:gd name="T0" fmla="*/ 0 w 221"/>
                  <a:gd name="T1" fmla="*/ 0 h 85"/>
                  <a:gd name="T2" fmla="*/ 0 w 221"/>
                  <a:gd name="T3" fmla="*/ 0 h 85"/>
                  <a:gd name="T4" fmla="*/ 0 w 221"/>
                  <a:gd name="T5" fmla="*/ 0 h 85"/>
                  <a:gd name="T6" fmla="*/ 0 w 221"/>
                  <a:gd name="T7" fmla="*/ 0 h 85"/>
                  <a:gd name="T8" fmla="*/ 0 w 221"/>
                  <a:gd name="T9" fmla="*/ 0 h 85"/>
                  <a:gd name="T10" fmla="*/ 0 w 221"/>
                  <a:gd name="T11" fmla="*/ 0 h 85"/>
                  <a:gd name="T12" fmla="*/ 0 w 221"/>
                  <a:gd name="T13" fmla="*/ 0 h 85"/>
                  <a:gd name="T14" fmla="*/ 0 w 221"/>
                  <a:gd name="T15" fmla="*/ 0 h 85"/>
                  <a:gd name="T16" fmla="*/ 0 w 221"/>
                  <a:gd name="T17" fmla="*/ 0 h 85"/>
                  <a:gd name="T18" fmla="*/ 0 w 221"/>
                  <a:gd name="T19" fmla="*/ 0 h 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21"/>
                  <a:gd name="T31" fmla="*/ 0 h 85"/>
                  <a:gd name="T32" fmla="*/ 221 w 221"/>
                  <a:gd name="T33" fmla="*/ 85 h 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21" h="85">
                    <a:moveTo>
                      <a:pt x="0" y="70"/>
                    </a:moveTo>
                    <a:lnTo>
                      <a:pt x="44" y="7"/>
                    </a:lnTo>
                    <a:lnTo>
                      <a:pt x="129" y="0"/>
                    </a:lnTo>
                    <a:lnTo>
                      <a:pt x="221" y="7"/>
                    </a:lnTo>
                    <a:lnTo>
                      <a:pt x="216" y="26"/>
                    </a:lnTo>
                    <a:lnTo>
                      <a:pt x="185" y="57"/>
                    </a:lnTo>
                    <a:lnTo>
                      <a:pt x="115" y="85"/>
                    </a:lnTo>
                    <a:lnTo>
                      <a:pt x="51" y="85"/>
                    </a:lnTo>
                    <a:lnTo>
                      <a:pt x="9" y="85"/>
                    </a:lnTo>
                    <a:lnTo>
                      <a:pt x="0" y="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3" name="Freeform 437"/>
              <p:cNvSpPr>
                <a:spLocks/>
              </p:cNvSpPr>
              <p:nvPr/>
            </p:nvSpPr>
            <p:spPr bwMode="auto">
              <a:xfrm>
                <a:off x="2152" y="1590"/>
                <a:ext cx="68" cy="44"/>
              </a:xfrm>
              <a:custGeom>
                <a:avLst/>
                <a:gdLst>
                  <a:gd name="T0" fmla="*/ 0 w 546"/>
                  <a:gd name="T1" fmla="*/ 0 h 352"/>
                  <a:gd name="T2" fmla="*/ 0 w 546"/>
                  <a:gd name="T3" fmla="*/ 0 h 352"/>
                  <a:gd name="T4" fmla="*/ 0 w 546"/>
                  <a:gd name="T5" fmla="*/ 0 h 352"/>
                  <a:gd name="T6" fmla="*/ 0 w 546"/>
                  <a:gd name="T7" fmla="*/ 0 h 352"/>
                  <a:gd name="T8" fmla="*/ 0 w 546"/>
                  <a:gd name="T9" fmla="*/ 0 h 352"/>
                  <a:gd name="T10" fmla="*/ 0 w 546"/>
                  <a:gd name="T11" fmla="*/ 0 h 352"/>
                  <a:gd name="T12" fmla="*/ 0 w 546"/>
                  <a:gd name="T13" fmla="*/ 0 h 352"/>
                  <a:gd name="T14" fmla="*/ 0 w 546"/>
                  <a:gd name="T15" fmla="*/ 0 h 352"/>
                  <a:gd name="T16" fmla="*/ 0 w 546"/>
                  <a:gd name="T17" fmla="*/ 0 h 352"/>
                  <a:gd name="T18" fmla="*/ 0 w 546"/>
                  <a:gd name="T19" fmla="*/ 0 h 352"/>
                  <a:gd name="T20" fmla="*/ 0 w 546"/>
                  <a:gd name="T21" fmla="*/ 0 h 352"/>
                  <a:gd name="T22" fmla="*/ 0 w 546"/>
                  <a:gd name="T23" fmla="*/ 0 h 352"/>
                  <a:gd name="T24" fmla="*/ 0 w 546"/>
                  <a:gd name="T25" fmla="*/ 0 h 352"/>
                  <a:gd name="T26" fmla="*/ 0 w 546"/>
                  <a:gd name="T27" fmla="*/ 0 h 352"/>
                  <a:gd name="T28" fmla="*/ 0 w 546"/>
                  <a:gd name="T29" fmla="*/ 0 h 352"/>
                  <a:gd name="T30" fmla="*/ 0 w 546"/>
                  <a:gd name="T31" fmla="*/ 0 h 352"/>
                  <a:gd name="T32" fmla="*/ 0 w 546"/>
                  <a:gd name="T33" fmla="*/ 0 h 352"/>
                  <a:gd name="T34" fmla="*/ 0 w 546"/>
                  <a:gd name="T35" fmla="*/ 0 h 352"/>
                  <a:gd name="T36" fmla="*/ 0 w 546"/>
                  <a:gd name="T37" fmla="*/ 0 h 352"/>
                  <a:gd name="T38" fmla="*/ 0 w 546"/>
                  <a:gd name="T39" fmla="*/ 0 h 352"/>
                  <a:gd name="T40" fmla="*/ 0 w 546"/>
                  <a:gd name="T41" fmla="*/ 0 h 352"/>
                  <a:gd name="T42" fmla="*/ 0 w 546"/>
                  <a:gd name="T43" fmla="*/ 0 h 352"/>
                  <a:gd name="T44" fmla="*/ 0 w 546"/>
                  <a:gd name="T45" fmla="*/ 0 h 352"/>
                  <a:gd name="T46" fmla="*/ 0 w 546"/>
                  <a:gd name="T47" fmla="*/ 0 h 352"/>
                  <a:gd name="T48" fmla="*/ 0 w 546"/>
                  <a:gd name="T49" fmla="*/ 0 h 352"/>
                  <a:gd name="T50" fmla="*/ 0 w 546"/>
                  <a:gd name="T51" fmla="*/ 0 h 352"/>
                  <a:gd name="T52" fmla="*/ 0 w 546"/>
                  <a:gd name="T53" fmla="*/ 0 h 352"/>
                  <a:gd name="T54" fmla="*/ 0 w 546"/>
                  <a:gd name="T55" fmla="*/ 0 h 352"/>
                  <a:gd name="T56" fmla="*/ 0 w 546"/>
                  <a:gd name="T57" fmla="*/ 0 h 352"/>
                  <a:gd name="T58" fmla="*/ 0 w 546"/>
                  <a:gd name="T59" fmla="*/ 0 h 352"/>
                  <a:gd name="T60" fmla="*/ 0 w 546"/>
                  <a:gd name="T61" fmla="*/ 0 h 352"/>
                  <a:gd name="T62" fmla="*/ 0 w 546"/>
                  <a:gd name="T63" fmla="*/ 0 h 352"/>
                  <a:gd name="T64" fmla="*/ 0 w 546"/>
                  <a:gd name="T65" fmla="*/ 0 h 35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546"/>
                  <a:gd name="T100" fmla="*/ 0 h 352"/>
                  <a:gd name="T101" fmla="*/ 546 w 546"/>
                  <a:gd name="T102" fmla="*/ 352 h 35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546" h="352">
                    <a:moveTo>
                      <a:pt x="53" y="229"/>
                    </a:moveTo>
                    <a:lnTo>
                      <a:pt x="126" y="174"/>
                    </a:lnTo>
                    <a:lnTo>
                      <a:pt x="163" y="161"/>
                    </a:lnTo>
                    <a:lnTo>
                      <a:pt x="313" y="161"/>
                    </a:lnTo>
                    <a:lnTo>
                      <a:pt x="387" y="167"/>
                    </a:lnTo>
                    <a:lnTo>
                      <a:pt x="194" y="94"/>
                    </a:lnTo>
                    <a:lnTo>
                      <a:pt x="60" y="94"/>
                    </a:lnTo>
                    <a:lnTo>
                      <a:pt x="9" y="82"/>
                    </a:lnTo>
                    <a:lnTo>
                      <a:pt x="0" y="75"/>
                    </a:lnTo>
                    <a:lnTo>
                      <a:pt x="145" y="0"/>
                    </a:lnTo>
                    <a:lnTo>
                      <a:pt x="224" y="13"/>
                    </a:lnTo>
                    <a:lnTo>
                      <a:pt x="313" y="64"/>
                    </a:lnTo>
                    <a:lnTo>
                      <a:pt x="415" y="108"/>
                    </a:lnTo>
                    <a:lnTo>
                      <a:pt x="498" y="130"/>
                    </a:lnTo>
                    <a:lnTo>
                      <a:pt x="546" y="198"/>
                    </a:lnTo>
                    <a:lnTo>
                      <a:pt x="521" y="255"/>
                    </a:lnTo>
                    <a:lnTo>
                      <a:pt x="484" y="255"/>
                    </a:lnTo>
                    <a:lnTo>
                      <a:pt x="431" y="322"/>
                    </a:lnTo>
                    <a:lnTo>
                      <a:pt x="376" y="329"/>
                    </a:lnTo>
                    <a:lnTo>
                      <a:pt x="286" y="352"/>
                    </a:lnTo>
                    <a:lnTo>
                      <a:pt x="365" y="280"/>
                    </a:lnTo>
                    <a:lnTo>
                      <a:pt x="401" y="235"/>
                    </a:lnTo>
                    <a:lnTo>
                      <a:pt x="401" y="218"/>
                    </a:lnTo>
                    <a:lnTo>
                      <a:pt x="365" y="209"/>
                    </a:lnTo>
                    <a:lnTo>
                      <a:pt x="304" y="191"/>
                    </a:lnTo>
                    <a:lnTo>
                      <a:pt x="286" y="235"/>
                    </a:lnTo>
                    <a:lnTo>
                      <a:pt x="282" y="205"/>
                    </a:lnTo>
                    <a:lnTo>
                      <a:pt x="256" y="205"/>
                    </a:lnTo>
                    <a:lnTo>
                      <a:pt x="253" y="225"/>
                    </a:lnTo>
                    <a:lnTo>
                      <a:pt x="277" y="244"/>
                    </a:lnTo>
                    <a:lnTo>
                      <a:pt x="268" y="266"/>
                    </a:lnTo>
                    <a:lnTo>
                      <a:pt x="84" y="244"/>
                    </a:lnTo>
                    <a:lnTo>
                      <a:pt x="53" y="2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4" name="Freeform 438"/>
              <p:cNvSpPr>
                <a:spLocks/>
              </p:cNvSpPr>
              <p:nvPr/>
            </p:nvSpPr>
            <p:spPr bwMode="auto">
              <a:xfrm>
                <a:off x="2165" y="1625"/>
                <a:ext cx="28" cy="6"/>
              </a:xfrm>
              <a:custGeom>
                <a:avLst/>
                <a:gdLst>
                  <a:gd name="T0" fmla="*/ 0 w 224"/>
                  <a:gd name="T1" fmla="*/ 0 h 49"/>
                  <a:gd name="T2" fmla="*/ 0 w 224"/>
                  <a:gd name="T3" fmla="*/ 0 h 49"/>
                  <a:gd name="T4" fmla="*/ 0 w 224"/>
                  <a:gd name="T5" fmla="*/ 0 h 49"/>
                  <a:gd name="T6" fmla="*/ 0 w 224"/>
                  <a:gd name="T7" fmla="*/ 0 h 49"/>
                  <a:gd name="T8" fmla="*/ 0 w 224"/>
                  <a:gd name="T9" fmla="*/ 0 h 49"/>
                  <a:gd name="T10" fmla="*/ 0 w 224"/>
                  <a:gd name="T11" fmla="*/ 0 h 4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4"/>
                  <a:gd name="T19" fmla="*/ 0 h 49"/>
                  <a:gd name="T20" fmla="*/ 224 w 224"/>
                  <a:gd name="T21" fmla="*/ 49 h 4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4" h="49">
                    <a:moveTo>
                      <a:pt x="0" y="0"/>
                    </a:moveTo>
                    <a:lnTo>
                      <a:pt x="40" y="33"/>
                    </a:lnTo>
                    <a:lnTo>
                      <a:pt x="139" y="49"/>
                    </a:lnTo>
                    <a:lnTo>
                      <a:pt x="224" y="3"/>
                    </a:lnTo>
                    <a:lnTo>
                      <a:pt x="132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5" name="Freeform 439"/>
              <p:cNvSpPr>
                <a:spLocks/>
              </p:cNvSpPr>
              <p:nvPr/>
            </p:nvSpPr>
            <p:spPr bwMode="auto">
              <a:xfrm>
                <a:off x="2193" y="1613"/>
                <a:ext cx="8" cy="12"/>
              </a:xfrm>
              <a:custGeom>
                <a:avLst/>
                <a:gdLst>
                  <a:gd name="T0" fmla="*/ 0 w 64"/>
                  <a:gd name="T1" fmla="*/ 0 h 98"/>
                  <a:gd name="T2" fmla="*/ 0 w 64"/>
                  <a:gd name="T3" fmla="*/ 0 h 98"/>
                  <a:gd name="T4" fmla="*/ 0 w 64"/>
                  <a:gd name="T5" fmla="*/ 0 h 98"/>
                  <a:gd name="T6" fmla="*/ 0 w 64"/>
                  <a:gd name="T7" fmla="*/ 0 h 98"/>
                  <a:gd name="T8" fmla="*/ 0 w 64"/>
                  <a:gd name="T9" fmla="*/ 0 h 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4"/>
                  <a:gd name="T16" fmla="*/ 0 h 98"/>
                  <a:gd name="T17" fmla="*/ 64 w 64"/>
                  <a:gd name="T18" fmla="*/ 98 h 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4" h="98">
                    <a:moveTo>
                      <a:pt x="0" y="0"/>
                    </a:moveTo>
                    <a:lnTo>
                      <a:pt x="53" y="98"/>
                    </a:lnTo>
                    <a:lnTo>
                      <a:pt x="64" y="81"/>
                    </a:lnTo>
                    <a:lnTo>
                      <a:pt x="34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6" name="Freeform 440"/>
              <p:cNvSpPr>
                <a:spLocks/>
              </p:cNvSpPr>
              <p:nvPr/>
            </p:nvSpPr>
            <p:spPr bwMode="auto">
              <a:xfrm>
                <a:off x="2226" y="1612"/>
                <a:ext cx="51" cy="65"/>
              </a:xfrm>
              <a:custGeom>
                <a:avLst/>
                <a:gdLst>
                  <a:gd name="T0" fmla="*/ 0 w 406"/>
                  <a:gd name="T1" fmla="*/ 0 h 514"/>
                  <a:gd name="T2" fmla="*/ 0 w 406"/>
                  <a:gd name="T3" fmla="*/ 0 h 514"/>
                  <a:gd name="T4" fmla="*/ 0 w 406"/>
                  <a:gd name="T5" fmla="*/ 0 h 514"/>
                  <a:gd name="T6" fmla="*/ 0 w 406"/>
                  <a:gd name="T7" fmla="*/ 0 h 514"/>
                  <a:gd name="T8" fmla="*/ 0 w 406"/>
                  <a:gd name="T9" fmla="*/ 0 h 514"/>
                  <a:gd name="T10" fmla="*/ 0 w 406"/>
                  <a:gd name="T11" fmla="*/ 0 h 514"/>
                  <a:gd name="T12" fmla="*/ 0 w 406"/>
                  <a:gd name="T13" fmla="*/ 0 h 514"/>
                  <a:gd name="T14" fmla="*/ 0 w 406"/>
                  <a:gd name="T15" fmla="*/ 0 h 514"/>
                  <a:gd name="T16" fmla="*/ 0 w 406"/>
                  <a:gd name="T17" fmla="*/ 0 h 514"/>
                  <a:gd name="T18" fmla="*/ 0 w 406"/>
                  <a:gd name="T19" fmla="*/ 0 h 514"/>
                  <a:gd name="T20" fmla="*/ 0 w 406"/>
                  <a:gd name="T21" fmla="*/ 0 h 514"/>
                  <a:gd name="T22" fmla="*/ 0 w 406"/>
                  <a:gd name="T23" fmla="*/ 0 h 514"/>
                  <a:gd name="T24" fmla="*/ 0 w 406"/>
                  <a:gd name="T25" fmla="*/ 0 h 514"/>
                  <a:gd name="T26" fmla="*/ 0 w 406"/>
                  <a:gd name="T27" fmla="*/ 0 h 514"/>
                  <a:gd name="T28" fmla="*/ 0 w 406"/>
                  <a:gd name="T29" fmla="*/ 0 h 514"/>
                  <a:gd name="T30" fmla="*/ 0 w 406"/>
                  <a:gd name="T31" fmla="*/ 0 h 514"/>
                  <a:gd name="T32" fmla="*/ 0 w 406"/>
                  <a:gd name="T33" fmla="*/ 0 h 514"/>
                  <a:gd name="T34" fmla="*/ 0 w 406"/>
                  <a:gd name="T35" fmla="*/ 0 h 514"/>
                  <a:gd name="T36" fmla="*/ 0 w 406"/>
                  <a:gd name="T37" fmla="*/ 0 h 514"/>
                  <a:gd name="T38" fmla="*/ 0 w 406"/>
                  <a:gd name="T39" fmla="*/ 0 h 514"/>
                  <a:gd name="T40" fmla="*/ 0 w 406"/>
                  <a:gd name="T41" fmla="*/ 0 h 514"/>
                  <a:gd name="T42" fmla="*/ 0 w 406"/>
                  <a:gd name="T43" fmla="*/ 0 h 514"/>
                  <a:gd name="T44" fmla="*/ 0 w 406"/>
                  <a:gd name="T45" fmla="*/ 0 h 514"/>
                  <a:gd name="T46" fmla="*/ 0 w 406"/>
                  <a:gd name="T47" fmla="*/ 0 h 514"/>
                  <a:gd name="T48" fmla="*/ 0 w 406"/>
                  <a:gd name="T49" fmla="*/ 0 h 514"/>
                  <a:gd name="T50" fmla="*/ 0 w 406"/>
                  <a:gd name="T51" fmla="*/ 0 h 514"/>
                  <a:gd name="T52" fmla="*/ 0 w 406"/>
                  <a:gd name="T53" fmla="*/ 0 h 514"/>
                  <a:gd name="T54" fmla="*/ 0 w 406"/>
                  <a:gd name="T55" fmla="*/ 0 h 514"/>
                  <a:gd name="T56" fmla="*/ 0 w 406"/>
                  <a:gd name="T57" fmla="*/ 0 h 514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406"/>
                  <a:gd name="T88" fmla="*/ 0 h 514"/>
                  <a:gd name="T89" fmla="*/ 406 w 406"/>
                  <a:gd name="T90" fmla="*/ 514 h 514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406" h="514">
                    <a:moveTo>
                      <a:pt x="0" y="10"/>
                    </a:moveTo>
                    <a:lnTo>
                      <a:pt x="0" y="63"/>
                    </a:lnTo>
                    <a:lnTo>
                      <a:pt x="28" y="99"/>
                    </a:lnTo>
                    <a:lnTo>
                      <a:pt x="12" y="388"/>
                    </a:lnTo>
                    <a:lnTo>
                      <a:pt x="35" y="514"/>
                    </a:lnTo>
                    <a:lnTo>
                      <a:pt x="28" y="380"/>
                    </a:lnTo>
                    <a:lnTo>
                      <a:pt x="39" y="213"/>
                    </a:lnTo>
                    <a:lnTo>
                      <a:pt x="146" y="288"/>
                    </a:lnTo>
                    <a:lnTo>
                      <a:pt x="105" y="201"/>
                    </a:lnTo>
                    <a:lnTo>
                      <a:pt x="197" y="235"/>
                    </a:lnTo>
                    <a:lnTo>
                      <a:pt x="275" y="222"/>
                    </a:lnTo>
                    <a:lnTo>
                      <a:pt x="202" y="201"/>
                    </a:lnTo>
                    <a:lnTo>
                      <a:pt x="202" y="178"/>
                    </a:lnTo>
                    <a:lnTo>
                      <a:pt x="233" y="160"/>
                    </a:lnTo>
                    <a:lnTo>
                      <a:pt x="294" y="208"/>
                    </a:lnTo>
                    <a:lnTo>
                      <a:pt x="328" y="189"/>
                    </a:lnTo>
                    <a:lnTo>
                      <a:pt x="250" y="114"/>
                    </a:lnTo>
                    <a:lnTo>
                      <a:pt x="202" y="85"/>
                    </a:lnTo>
                    <a:lnTo>
                      <a:pt x="202" y="65"/>
                    </a:lnTo>
                    <a:lnTo>
                      <a:pt x="321" y="90"/>
                    </a:lnTo>
                    <a:lnTo>
                      <a:pt x="356" y="132"/>
                    </a:lnTo>
                    <a:lnTo>
                      <a:pt x="344" y="164"/>
                    </a:lnTo>
                    <a:lnTo>
                      <a:pt x="406" y="141"/>
                    </a:lnTo>
                    <a:lnTo>
                      <a:pt x="406" y="54"/>
                    </a:lnTo>
                    <a:lnTo>
                      <a:pt x="365" y="17"/>
                    </a:lnTo>
                    <a:lnTo>
                      <a:pt x="270" y="17"/>
                    </a:lnTo>
                    <a:lnTo>
                      <a:pt x="79" y="0"/>
                    </a:lnTo>
                    <a:lnTo>
                      <a:pt x="35" y="1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7" name="Freeform 441"/>
              <p:cNvSpPr>
                <a:spLocks/>
              </p:cNvSpPr>
              <p:nvPr/>
            </p:nvSpPr>
            <p:spPr bwMode="auto">
              <a:xfrm>
                <a:off x="2224" y="1681"/>
                <a:ext cx="6" cy="8"/>
              </a:xfrm>
              <a:custGeom>
                <a:avLst/>
                <a:gdLst>
                  <a:gd name="T0" fmla="*/ 0 w 44"/>
                  <a:gd name="T1" fmla="*/ 0 h 62"/>
                  <a:gd name="T2" fmla="*/ 0 w 44"/>
                  <a:gd name="T3" fmla="*/ 0 h 62"/>
                  <a:gd name="T4" fmla="*/ 0 w 44"/>
                  <a:gd name="T5" fmla="*/ 0 h 62"/>
                  <a:gd name="T6" fmla="*/ 0 w 44"/>
                  <a:gd name="T7" fmla="*/ 0 h 62"/>
                  <a:gd name="T8" fmla="*/ 0 w 44"/>
                  <a:gd name="T9" fmla="*/ 0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"/>
                  <a:gd name="T16" fmla="*/ 0 h 62"/>
                  <a:gd name="T17" fmla="*/ 44 w 44"/>
                  <a:gd name="T18" fmla="*/ 62 h 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" h="62">
                    <a:moveTo>
                      <a:pt x="0" y="46"/>
                    </a:moveTo>
                    <a:lnTo>
                      <a:pt x="28" y="62"/>
                    </a:lnTo>
                    <a:lnTo>
                      <a:pt x="44" y="49"/>
                    </a:lnTo>
                    <a:lnTo>
                      <a:pt x="35" y="0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8" name="Freeform 442"/>
              <p:cNvSpPr>
                <a:spLocks/>
              </p:cNvSpPr>
              <p:nvPr/>
            </p:nvSpPr>
            <p:spPr bwMode="auto">
              <a:xfrm>
                <a:off x="2157" y="1673"/>
                <a:ext cx="81" cy="43"/>
              </a:xfrm>
              <a:custGeom>
                <a:avLst/>
                <a:gdLst>
                  <a:gd name="T0" fmla="*/ 0 w 647"/>
                  <a:gd name="T1" fmla="*/ 0 h 347"/>
                  <a:gd name="T2" fmla="*/ 0 w 647"/>
                  <a:gd name="T3" fmla="*/ 0 h 347"/>
                  <a:gd name="T4" fmla="*/ 0 w 647"/>
                  <a:gd name="T5" fmla="*/ 0 h 347"/>
                  <a:gd name="T6" fmla="*/ 0 w 647"/>
                  <a:gd name="T7" fmla="*/ 0 h 347"/>
                  <a:gd name="T8" fmla="*/ 0 w 647"/>
                  <a:gd name="T9" fmla="*/ 0 h 347"/>
                  <a:gd name="T10" fmla="*/ 0 w 647"/>
                  <a:gd name="T11" fmla="*/ 0 h 347"/>
                  <a:gd name="T12" fmla="*/ 0 w 647"/>
                  <a:gd name="T13" fmla="*/ 0 h 347"/>
                  <a:gd name="T14" fmla="*/ 0 w 647"/>
                  <a:gd name="T15" fmla="*/ 0 h 347"/>
                  <a:gd name="T16" fmla="*/ 0 w 647"/>
                  <a:gd name="T17" fmla="*/ 0 h 347"/>
                  <a:gd name="T18" fmla="*/ 0 w 647"/>
                  <a:gd name="T19" fmla="*/ 0 h 347"/>
                  <a:gd name="T20" fmla="*/ 0 w 647"/>
                  <a:gd name="T21" fmla="*/ 0 h 347"/>
                  <a:gd name="T22" fmla="*/ 0 w 647"/>
                  <a:gd name="T23" fmla="*/ 0 h 347"/>
                  <a:gd name="T24" fmla="*/ 0 w 647"/>
                  <a:gd name="T25" fmla="*/ 0 h 347"/>
                  <a:gd name="T26" fmla="*/ 0 w 647"/>
                  <a:gd name="T27" fmla="*/ 0 h 347"/>
                  <a:gd name="T28" fmla="*/ 0 w 647"/>
                  <a:gd name="T29" fmla="*/ 0 h 347"/>
                  <a:gd name="T30" fmla="*/ 0 w 647"/>
                  <a:gd name="T31" fmla="*/ 0 h 347"/>
                  <a:gd name="T32" fmla="*/ 0 w 647"/>
                  <a:gd name="T33" fmla="*/ 0 h 347"/>
                  <a:gd name="T34" fmla="*/ 0 w 647"/>
                  <a:gd name="T35" fmla="*/ 0 h 347"/>
                  <a:gd name="T36" fmla="*/ 0 w 647"/>
                  <a:gd name="T37" fmla="*/ 0 h 347"/>
                  <a:gd name="T38" fmla="*/ 0 w 647"/>
                  <a:gd name="T39" fmla="*/ 0 h 347"/>
                  <a:gd name="T40" fmla="*/ 0 w 647"/>
                  <a:gd name="T41" fmla="*/ 0 h 347"/>
                  <a:gd name="T42" fmla="*/ 0 w 647"/>
                  <a:gd name="T43" fmla="*/ 0 h 34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47"/>
                  <a:gd name="T67" fmla="*/ 0 h 347"/>
                  <a:gd name="T68" fmla="*/ 647 w 647"/>
                  <a:gd name="T69" fmla="*/ 347 h 34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47" h="347">
                    <a:moveTo>
                      <a:pt x="509" y="114"/>
                    </a:moveTo>
                    <a:lnTo>
                      <a:pt x="466" y="117"/>
                    </a:lnTo>
                    <a:lnTo>
                      <a:pt x="374" y="29"/>
                    </a:lnTo>
                    <a:lnTo>
                      <a:pt x="311" y="0"/>
                    </a:lnTo>
                    <a:lnTo>
                      <a:pt x="219" y="31"/>
                    </a:lnTo>
                    <a:lnTo>
                      <a:pt x="219" y="57"/>
                    </a:lnTo>
                    <a:lnTo>
                      <a:pt x="258" y="64"/>
                    </a:lnTo>
                    <a:lnTo>
                      <a:pt x="120" y="105"/>
                    </a:lnTo>
                    <a:lnTo>
                      <a:pt x="0" y="181"/>
                    </a:lnTo>
                    <a:lnTo>
                      <a:pt x="23" y="225"/>
                    </a:lnTo>
                    <a:lnTo>
                      <a:pt x="95" y="220"/>
                    </a:lnTo>
                    <a:lnTo>
                      <a:pt x="157" y="237"/>
                    </a:lnTo>
                    <a:lnTo>
                      <a:pt x="240" y="193"/>
                    </a:lnTo>
                    <a:lnTo>
                      <a:pt x="357" y="211"/>
                    </a:lnTo>
                    <a:lnTo>
                      <a:pt x="461" y="200"/>
                    </a:lnTo>
                    <a:lnTo>
                      <a:pt x="521" y="257"/>
                    </a:lnTo>
                    <a:lnTo>
                      <a:pt x="567" y="279"/>
                    </a:lnTo>
                    <a:lnTo>
                      <a:pt x="620" y="347"/>
                    </a:lnTo>
                    <a:lnTo>
                      <a:pt x="647" y="334"/>
                    </a:lnTo>
                    <a:lnTo>
                      <a:pt x="643" y="225"/>
                    </a:lnTo>
                    <a:lnTo>
                      <a:pt x="567" y="105"/>
                    </a:lnTo>
                    <a:lnTo>
                      <a:pt x="509" y="1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9" name="Freeform 443"/>
              <p:cNvSpPr>
                <a:spLocks/>
              </p:cNvSpPr>
              <p:nvPr/>
            </p:nvSpPr>
            <p:spPr bwMode="auto">
              <a:xfrm>
                <a:off x="2202" y="1653"/>
                <a:ext cx="9" cy="11"/>
              </a:xfrm>
              <a:custGeom>
                <a:avLst/>
                <a:gdLst>
                  <a:gd name="T0" fmla="*/ 0 w 72"/>
                  <a:gd name="T1" fmla="*/ 0 h 86"/>
                  <a:gd name="T2" fmla="*/ 0 w 72"/>
                  <a:gd name="T3" fmla="*/ 0 h 86"/>
                  <a:gd name="T4" fmla="*/ 0 w 72"/>
                  <a:gd name="T5" fmla="*/ 0 h 86"/>
                  <a:gd name="T6" fmla="*/ 0 w 72"/>
                  <a:gd name="T7" fmla="*/ 0 h 86"/>
                  <a:gd name="T8" fmla="*/ 0 w 72"/>
                  <a:gd name="T9" fmla="*/ 0 h 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"/>
                  <a:gd name="T16" fmla="*/ 0 h 86"/>
                  <a:gd name="T17" fmla="*/ 72 w 72"/>
                  <a:gd name="T18" fmla="*/ 86 h 8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" h="86">
                    <a:moveTo>
                      <a:pt x="0" y="55"/>
                    </a:moveTo>
                    <a:lnTo>
                      <a:pt x="37" y="86"/>
                    </a:lnTo>
                    <a:lnTo>
                      <a:pt x="72" y="24"/>
                    </a:lnTo>
                    <a:lnTo>
                      <a:pt x="60" y="0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0" name="Freeform 444"/>
              <p:cNvSpPr>
                <a:spLocks/>
              </p:cNvSpPr>
              <p:nvPr/>
            </p:nvSpPr>
            <p:spPr bwMode="auto">
              <a:xfrm>
                <a:off x="2184" y="1707"/>
                <a:ext cx="38" cy="16"/>
              </a:xfrm>
              <a:custGeom>
                <a:avLst/>
                <a:gdLst>
                  <a:gd name="T0" fmla="*/ 0 w 302"/>
                  <a:gd name="T1" fmla="*/ 0 h 129"/>
                  <a:gd name="T2" fmla="*/ 0 w 302"/>
                  <a:gd name="T3" fmla="*/ 0 h 129"/>
                  <a:gd name="T4" fmla="*/ 0 w 302"/>
                  <a:gd name="T5" fmla="*/ 0 h 129"/>
                  <a:gd name="T6" fmla="*/ 0 w 302"/>
                  <a:gd name="T7" fmla="*/ 0 h 129"/>
                  <a:gd name="T8" fmla="*/ 0 w 302"/>
                  <a:gd name="T9" fmla="*/ 0 h 129"/>
                  <a:gd name="T10" fmla="*/ 0 w 302"/>
                  <a:gd name="T11" fmla="*/ 0 h 129"/>
                  <a:gd name="T12" fmla="*/ 0 w 302"/>
                  <a:gd name="T13" fmla="*/ 0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02"/>
                  <a:gd name="T22" fmla="*/ 0 h 129"/>
                  <a:gd name="T23" fmla="*/ 302 w 302"/>
                  <a:gd name="T24" fmla="*/ 129 h 1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02" h="129">
                    <a:moveTo>
                      <a:pt x="0" y="26"/>
                    </a:moveTo>
                    <a:lnTo>
                      <a:pt x="48" y="0"/>
                    </a:lnTo>
                    <a:lnTo>
                      <a:pt x="302" y="42"/>
                    </a:lnTo>
                    <a:lnTo>
                      <a:pt x="279" y="129"/>
                    </a:lnTo>
                    <a:lnTo>
                      <a:pt x="228" y="98"/>
                    </a:lnTo>
                    <a:lnTo>
                      <a:pt x="30" y="98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1" name="Freeform 445"/>
              <p:cNvSpPr>
                <a:spLocks/>
              </p:cNvSpPr>
              <p:nvPr/>
            </p:nvSpPr>
            <p:spPr bwMode="auto">
              <a:xfrm>
                <a:off x="2123" y="1485"/>
                <a:ext cx="159" cy="86"/>
              </a:xfrm>
              <a:custGeom>
                <a:avLst/>
                <a:gdLst>
                  <a:gd name="T0" fmla="*/ 0 w 1275"/>
                  <a:gd name="T1" fmla="*/ 0 h 682"/>
                  <a:gd name="T2" fmla="*/ 0 w 1275"/>
                  <a:gd name="T3" fmla="*/ 0 h 682"/>
                  <a:gd name="T4" fmla="*/ 0 w 1275"/>
                  <a:gd name="T5" fmla="*/ 0 h 682"/>
                  <a:gd name="T6" fmla="*/ 0 w 1275"/>
                  <a:gd name="T7" fmla="*/ 0 h 682"/>
                  <a:gd name="T8" fmla="*/ 0 w 1275"/>
                  <a:gd name="T9" fmla="*/ 0 h 682"/>
                  <a:gd name="T10" fmla="*/ 0 w 1275"/>
                  <a:gd name="T11" fmla="*/ 0 h 682"/>
                  <a:gd name="T12" fmla="*/ 0 w 1275"/>
                  <a:gd name="T13" fmla="*/ 0 h 682"/>
                  <a:gd name="T14" fmla="*/ 0 w 1275"/>
                  <a:gd name="T15" fmla="*/ 0 h 682"/>
                  <a:gd name="T16" fmla="*/ 0 w 1275"/>
                  <a:gd name="T17" fmla="*/ 0 h 682"/>
                  <a:gd name="T18" fmla="*/ 0 w 1275"/>
                  <a:gd name="T19" fmla="*/ 0 h 682"/>
                  <a:gd name="T20" fmla="*/ 0 w 1275"/>
                  <a:gd name="T21" fmla="*/ 0 h 682"/>
                  <a:gd name="T22" fmla="*/ 0 w 1275"/>
                  <a:gd name="T23" fmla="*/ 0 h 682"/>
                  <a:gd name="T24" fmla="*/ 0 w 1275"/>
                  <a:gd name="T25" fmla="*/ 0 h 682"/>
                  <a:gd name="T26" fmla="*/ 0 w 1275"/>
                  <a:gd name="T27" fmla="*/ 0 h 682"/>
                  <a:gd name="T28" fmla="*/ 0 w 1275"/>
                  <a:gd name="T29" fmla="*/ 0 h 682"/>
                  <a:gd name="T30" fmla="*/ 0 w 1275"/>
                  <a:gd name="T31" fmla="*/ 0 h 682"/>
                  <a:gd name="T32" fmla="*/ 0 w 1275"/>
                  <a:gd name="T33" fmla="*/ 0 h 682"/>
                  <a:gd name="T34" fmla="*/ 0 w 1275"/>
                  <a:gd name="T35" fmla="*/ 0 h 682"/>
                  <a:gd name="T36" fmla="*/ 0 w 1275"/>
                  <a:gd name="T37" fmla="*/ 0 h 682"/>
                  <a:gd name="T38" fmla="*/ 0 w 1275"/>
                  <a:gd name="T39" fmla="*/ 0 h 682"/>
                  <a:gd name="T40" fmla="*/ 0 w 1275"/>
                  <a:gd name="T41" fmla="*/ 0 h 682"/>
                  <a:gd name="T42" fmla="*/ 0 w 1275"/>
                  <a:gd name="T43" fmla="*/ 0 h 682"/>
                  <a:gd name="T44" fmla="*/ 0 w 1275"/>
                  <a:gd name="T45" fmla="*/ 0 h 682"/>
                  <a:gd name="T46" fmla="*/ 0 w 1275"/>
                  <a:gd name="T47" fmla="*/ 0 h 682"/>
                  <a:gd name="T48" fmla="*/ 0 w 1275"/>
                  <a:gd name="T49" fmla="*/ 0 h 682"/>
                  <a:gd name="T50" fmla="*/ 0 w 1275"/>
                  <a:gd name="T51" fmla="*/ 0 h 682"/>
                  <a:gd name="T52" fmla="*/ 0 w 1275"/>
                  <a:gd name="T53" fmla="*/ 0 h 682"/>
                  <a:gd name="T54" fmla="*/ 0 w 1275"/>
                  <a:gd name="T55" fmla="*/ 0 h 682"/>
                  <a:gd name="T56" fmla="*/ 0 w 1275"/>
                  <a:gd name="T57" fmla="*/ 0 h 682"/>
                  <a:gd name="T58" fmla="*/ 0 w 1275"/>
                  <a:gd name="T59" fmla="*/ 0 h 682"/>
                  <a:gd name="T60" fmla="*/ 0 w 1275"/>
                  <a:gd name="T61" fmla="*/ 0 h 682"/>
                  <a:gd name="T62" fmla="*/ 0 w 1275"/>
                  <a:gd name="T63" fmla="*/ 0 h 682"/>
                  <a:gd name="T64" fmla="*/ 0 w 1275"/>
                  <a:gd name="T65" fmla="*/ 0 h 682"/>
                  <a:gd name="T66" fmla="*/ 0 w 1275"/>
                  <a:gd name="T67" fmla="*/ 0 h 682"/>
                  <a:gd name="T68" fmla="*/ 0 w 1275"/>
                  <a:gd name="T69" fmla="*/ 0 h 682"/>
                  <a:gd name="T70" fmla="*/ 0 w 1275"/>
                  <a:gd name="T71" fmla="*/ 0 h 68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275"/>
                  <a:gd name="T109" fmla="*/ 0 h 682"/>
                  <a:gd name="T110" fmla="*/ 1275 w 1275"/>
                  <a:gd name="T111" fmla="*/ 682 h 68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275" h="682">
                    <a:moveTo>
                      <a:pt x="934" y="170"/>
                    </a:moveTo>
                    <a:lnTo>
                      <a:pt x="1037" y="159"/>
                    </a:lnTo>
                    <a:lnTo>
                      <a:pt x="1037" y="136"/>
                    </a:lnTo>
                    <a:lnTo>
                      <a:pt x="970" y="92"/>
                    </a:lnTo>
                    <a:lnTo>
                      <a:pt x="834" y="42"/>
                    </a:lnTo>
                    <a:lnTo>
                      <a:pt x="730" y="25"/>
                    </a:lnTo>
                    <a:lnTo>
                      <a:pt x="431" y="7"/>
                    </a:lnTo>
                    <a:lnTo>
                      <a:pt x="652" y="0"/>
                    </a:lnTo>
                    <a:lnTo>
                      <a:pt x="868" y="18"/>
                    </a:lnTo>
                    <a:lnTo>
                      <a:pt x="1037" y="73"/>
                    </a:lnTo>
                    <a:lnTo>
                      <a:pt x="1157" y="154"/>
                    </a:lnTo>
                    <a:lnTo>
                      <a:pt x="1249" y="251"/>
                    </a:lnTo>
                    <a:lnTo>
                      <a:pt x="1275" y="325"/>
                    </a:lnTo>
                    <a:lnTo>
                      <a:pt x="1275" y="387"/>
                    </a:lnTo>
                    <a:lnTo>
                      <a:pt x="1217" y="449"/>
                    </a:lnTo>
                    <a:lnTo>
                      <a:pt x="1104" y="530"/>
                    </a:lnTo>
                    <a:lnTo>
                      <a:pt x="943" y="578"/>
                    </a:lnTo>
                    <a:lnTo>
                      <a:pt x="730" y="631"/>
                    </a:lnTo>
                    <a:lnTo>
                      <a:pt x="315" y="664"/>
                    </a:lnTo>
                    <a:lnTo>
                      <a:pt x="0" y="682"/>
                    </a:lnTo>
                    <a:lnTo>
                      <a:pt x="703" y="504"/>
                    </a:lnTo>
                    <a:lnTo>
                      <a:pt x="864" y="449"/>
                    </a:lnTo>
                    <a:lnTo>
                      <a:pt x="952" y="407"/>
                    </a:lnTo>
                    <a:lnTo>
                      <a:pt x="975" y="387"/>
                    </a:lnTo>
                    <a:lnTo>
                      <a:pt x="970" y="374"/>
                    </a:lnTo>
                    <a:lnTo>
                      <a:pt x="917" y="367"/>
                    </a:lnTo>
                    <a:lnTo>
                      <a:pt x="1074" y="325"/>
                    </a:lnTo>
                    <a:lnTo>
                      <a:pt x="1086" y="304"/>
                    </a:lnTo>
                    <a:lnTo>
                      <a:pt x="1157" y="306"/>
                    </a:lnTo>
                    <a:lnTo>
                      <a:pt x="1161" y="284"/>
                    </a:lnTo>
                    <a:lnTo>
                      <a:pt x="1136" y="271"/>
                    </a:lnTo>
                    <a:lnTo>
                      <a:pt x="1018" y="242"/>
                    </a:lnTo>
                    <a:lnTo>
                      <a:pt x="1123" y="242"/>
                    </a:lnTo>
                    <a:lnTo>
                      <a:pt x="1123" y="216"/>
                    </a:lnTo>
                    <a:lnTo>
                      <a:pt x="1044" y="189"/>
                    </a:lnTo>
                    <a:lnTo>
                      <a:pt x="934" y="17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2" name="Freeform 446"/>
              <p:cNvSpPr>
                <a:spLocks/>
              </p:cNvSpPr>
              <p:nvPr/>
            </p:nvSpPr>
            <p:spPr bwMode="auto">
              <a:xfrm>
                <a:off x="2066" y="1485"/>
                <a:ext cx="174" cy="170"/>
              </a:xfrm>
              <a:custGeom>
                <a:avLst/>
                <a:gdLst>
                  <a:gd name="T0" fmla="*/ 0 w 1400"/>
                  <a:gd name="T1" fmla="*/ 0 h 1354"/>
                  <a:gd name="T2" fmla="*/ 0 w 1400"/>
                  <a:gd name="T3" fmla="*/ 0 h 1354"/>
                  <a:gd name="T4" fmla="*/ 0 w 1400"/>
                  <a:gd name="T5" fmla="*/ 0 h 1354"/>
                  <a:gd name="T6" fmla="*/ 0 w 1400"/>
                  <a:gd name="T7" fmla="*/ 0 h 1354"/>
                  <a:gd name="T8" fmla="*/ 0 w 1400"/>
                  <a:gd name="T9" fmla="*/ 0 h 1354"/>
                  <a:gd name="T10" fmla="*/ 0 w 1400"/>
                  <a:gd name="T11" fmla="*/ 0 h 1354"/>
                  <a:gd name="T12" fmla="*/ 0 w 1400"/>
                  <a:gd name="T13" fmla="*/ 0 h 1354"/>
                  <a:gd name="T14" fmla="*/ 0 w 1400"/>
                  <a:gd name="T15" fmla="*/ 0 h 1354"/>
                  <a:gd name="T16" fmla="*/ 0 w 1400"/>
                  <a:gd name="T17" fmla="*/ 0 h 1354"/>
                  <a:gd name="T18" fmla="*/ 0 w 1400"/>
                  <a:gd name="T19" fmla="*/ 0 h 1354"/>
                  <a:gd name="T20" fmla="*/ 0 w 1400"/>
                  <a:gd name="T21" fmla="*/ 0 h 1354"/>
                  <a:gd name="T22" fmla="*/ 0 w 1400"/>
                  <a:gd name="T23" fmla="*/ 0 h 1354"/>
                  <a:gd name="T24" fmla="*/ 0 w 1400"/>
                  <a:gd name="T25" fmla="*/ 0 h 1354"/>
                  <a:gd name="T26" fmla="*/ 0 w 1400"/>
                  <a:gd name="T27" fmla="*/ 0 h 1354"/>
                  <a:gd name="T28" fmla="*/ 0 w 1400"/>
                  <a:gd name="T29" fmla="*/ 0 h 1354"/>
                  <a:gd name="T30" fmla="*/ 0 w 1400"/>
                  <a:gd name="T31" fmla="*/ 0 h 1354"/>
                  <a:gd name="T32" fmla="*/ 0 w 1400"/>
                  <a:gd name="T33" fmla="*/ 0 h 1354"/>
                  <a:gd name="T34" fmla="*/ 0 w 1400"/>
                  <a:gd name="T35" fmla="*/ 0 h 1354"/>
                  <a:gd name="T36" fmla="*/ 0 w 1400"/>
                  <a:gd name="T37" fmla="*/ 0 h 1354"/>
                  <a:gd name="T38" fmla="*/ 0 w 1400"/>
                  <a:gd name="T39" fmla="*/ 0 h 1354"/>
                  <a:gd name="T40" fmla="*/ 0 w 1400"/>
                  <a:gd name="T41" fmla="*/ 0 h 1354"/>
                  <a:gd name="T42" fmla="*/ 0 w 1400"/>
                  <a:gd name="T43" fmla="*/ 0 h 1354"/>
                  <a:gd name="T44" fmla="*/ 0 w 1400"/>
                  <a:gd name="T45" fmla="*/ 0 h 1354"/>
                  <a:gd name="T46" fmla="*/ 0 w 1400"/>
                  <a:gd name="T47" fmla="*/ 0 h 1354"/>
                  <a:gd name="T48" fmla="*/ 0 w 1400"/>
                  <a:gd name="T49" fmla="*/ 0 h 1354"/>
                  <a:gd name="T50" fmla="*/ 0 w 1400"/>
                  <a:gd name="T51" fmla="*/ 0 h 1354"/>
                  <a:gd name="T52" fmla="*/ 0 w 1400"/>
                  <a:gd name="T53" fmla="*/ 0 h 1354"/>
                  <a:gd name="T54" fmla="*/ 0 w 1400"/>
                  <a:gd name="T55" fmla="*/ 0 h 1354"/>
                  <a:gd name="T56" fmla="*/ 0 w 1400"/>
                  <a:gd name="T57" fmla="*/ 0 h 1354"/>
                  <a:gd name="T58" fmla="*/ 0 w 1400"/>
                  <a:gd name="T59" fmla="*/ 0 h 1354"/>
                  <a:gd name="T60" fmla="*/ 0 w 1400"/>
                  <a:gd name="T61" fmla="*/ 0 h 1354"/>
                  <a:gd name="T62" fmla="*/ 0 w 1400"/>
                  <a:gd name="T63" fmla="*/ 0 h 1354"/>
                  <a:gd name="T64" fmla="*/ 0 w 1400"/>
                  <a:gd name="T65" fmla="*/ 0 h 1354"/>
                  <a:gd name="T66" fmla="*/ 0 w 1400"/>
                  <a:gd name="T67" fmla="*/ 0 h 1354"/>
                  <a:gd name="T68" fmla="*/ 0 w 1400"/>
                  <a:gd name="T69" fmla="*/ 0 h 1354"/>
                  <a:gd name="T70" fmla="*/ 0 w 1400"/>
                  <a:gd name="T71" fmla="*/ 0 h 1354"/>
                  <a:gd name="T72" fmla="*/ 0 w 1400"/>
                  <a:gd name="T73" fmla="*/ 0 h 1354"/>
                  <a:gd name="T74" fmla="*/ 0 w 1400"/>
                  <a:gd name="T75" fmla="*/ 0 h 135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1400"/>
                  <a:gd name="T115" fmla="*/ 0 h 1354"/>
                  <a:gd name="T116" fmla="*/ 1400 w 1400"/>
                  <a:gd name="T117" fmla="*/ 1354 h 1354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1400" h="1354">
                    <a:moveTo>
                      <a:pt x="585" y="668"/>
                    </a:moveTo>
                    <a:lnTo>
                      <a:pt x="486" y="811"/>
                    </a:lnTo>
                    <a:lnTo>
                      <a:pt x="468" y="885"/>
                    </a:lnTo>
                    <a:lnTo>
                      <a:pt x="413" y="947"/>
                    </a:lnTo>
                    <a:lnTo>
                      <a:pt x="352" y="1130"/>
                    </a:lnTo>
                    <a:lnTo>
                      <a:pt x="277" y="1118"/>
                    </a:lnTo>
                    <a:lnTo>
                      <a:pt x="233" y="1002"/>
                    </a:lnTo>
                    <a:lnTo>
                      <a:pt x="171" y="975"/>
                    </a:lnTo>
                    <a:lnTo>
                      <a:pt x="110" y="991"/>
                    </a:lnTo>
                    <a:lnTo>
                      <a:pt x="67" y="1064"/>
                    </a:lnTo>
                    <a:lnTo>
                      <a:pt x="97" y="1354"/>
                    </a:lnTo>
                    <a:lnTo>
                      <a:pt x="46" y="1263"/>
                    </a:lnTo>
                    <a:lnTo>
                      <a:pt x="0" y="730"/>
                    </a:lnTo>
                    <a:lnTo>
                      <a:pt x="40" y="627"/>
                    </a:lnTo>
                    <a:lnTo>
                      <a:pt x="110" y="438"/>
                    </a:lnTo>
                    <a:lnTo>
                      <a:pt x="270" y="242"/>
                    </a:lnTo>
                    <a:lnTo>
                      <a:pt x="486" y="71"/>
                    </a:lnTo>
                    <a:lnTo>
                      <a:pt x="754" y="11"/>
                    </a:lnTo>
                    <a:lnTo>
                      <a:pt x="976" y="0"/>
                    </a:lnTo>
                    <a:lnTo>
                      <a:pt x="1095" y="55"/>
                    </a:lnTo>
                    <a:lnTo>
                      <a:pt x="1160" y="124"/>
                    </a:lnTo>
                    <a:lnTo>
                      <a:pt x="1286" y="165"/>
                    </a:lnTo>
                    <a:lnTo>
                      <a:pt x="1240" y="165"/>
                    </a:lnTo>
                    <a:lnTo>
                      <a:pt x="1240" y="189"/>
                    </a:lnTo>
                    <a:lnTo>
                      <a:pt x="1342" y="223"/>
                    </a:lnTo>
                    <a:lnTo>
                      <a:pt x="1270" y="251"/>
                    </a:lnTo>
                    <a:lnTo>
                      <a:pt x="1277" y="271"/>
                    </a:lnTo>
                    <a:lnTo>
                      <a:pt x="1314" y="290"/>
                    </a:lnTo>
                    <a:lnTo>
                      <a:pt x="1229" y="318"/>
                    </a:lnTo>
                    <a:lnTo>
                      <a:pt x="1277" y="365"/>
                    </a:lnTo>
                    <a:lnTo>
                      <a:pt x="1125" y="403"/>
                    </a:lnTo>
                    <a:lnTo>
                      <a:pt x="1125" y="413"/>
                    </a:lnTo>
                    <a:lnTo>
                      <a:pt x="1266" y="424"/>
                    </a:lnTo>
                    <a:lnTo>
                      <a:pt x="1116" y="470"/>
                    </a:lnTo>
                    <a:lnTo>
                      <a:pt x="1400" y="438"/>
                    </a:lnTo>
                    <a:lnTo>
                      <a:pt x="1383" y="530"/>
                    </a:lnTo>
                    <a:lnTo>
                      <a:pt x="864" y="631"/>
                    </a:lnTo>
                    <a:lnTo>
                      <a:pt x="585" y="66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3" name="Freeform 447"/>
              <p:cNvSpPr>
                <a:spLocks/>
              </p:cNvSpPr>
              <p:nvPr/>
            </p:nvSpPr>
            <p:spPr bwMode="auto">
              <a:xfrm>
                <a:off x="2229" y="1541"/>
                <a:ext cx="71" cy="197"/>
              </a:xfrm>
              <a:custGeom>
                <a:avLst/>
                <a:gdLst>
                  <a:gd name="T0" fmla="*/ 0 w 567"/>
                  <a:gd name="T1" fmla="*/ 0 h 1578"/>
                  <a:gd name="T2" fmla="*/ 0 w 567"/>
                  <a:gd name="T3" fmla="*/ 0 h 1578"/>
                  <a:gd name="T4" fmla="*/ 0 w 567"/>
                  <a:gd name="T5" fmla="*/ 0 h 1578"/>
                  <a:gd name="T6" fmla="*/ 0 w 567"/>
                  <a:gd name="T7" fmla="*/ 0 h 1578"/>
                  <a:gd name="T8" fmla="*/ 0 w 567"/>
                  <a:gd name="T9" fmla="*/ 0 h 1578"/>
                  <a:gd name="T10" fmla="*/ 0 w 567"/>
                  <a:gd name="T11" fmla="*/ 0 h 1578"/>
                  <a:gd name="T12" fmla="*/ 0 w 567"/>
                  <a:gd name="T13" fmla="*/ 0 h 1578"/>
                  <a:gd name="T14" fmla="*/ 0 w 567"/>
                  <a:gd name="T15" fmla="*/ 0 h 1578"/>
                  <a:gd name="T16" fmla="*/ 0 w 567"/>
                  <a:gd name="T17" fmla="*/ 0 h 1578"/>
                  <a:gd name="T18" fmla="*/ 0 w 567"/>
                  <a:gd name="T19" fmla="*/ 0 h 1578"/>
                  <a:gd name="T20" fmla="*/ 0 w 567"/>
                  <a:gd name="T21" fmla="*/ 0 h 1578"/>
                  <a:gd name="T22" fmla="*/ 0 w 567"/>
                  <a:gd name="T23" fmla="*/ 0 h 1578"/>
                  <a:gd name="T24" fmla="*/ 0 w 567"/>
                  <a:gd name="T25" fmla="*/ 0 h 1578"/>
                  <a:gd name="T26" fmla="*/ 0 w 567"/>
                  <a:gd name="T27" fmla="*/ 0 h 1578"/>
                  <a:gd name="T28" fmla="*/ 0 w 567"/>
                  <a:gd name="T29" fmla="*/ 0 h 1578"/>
                  <a:gd name="T30" fmla="*/ 0 w 567"/>
                  <a:gd name="T31" fmla="*/ 0 h 1578"/>
                  <a:gd name="T32" fmla="*/ 0 w 567"/>
                  <a:gd name="T33" fmla="*/ 0 h 1578"/>
                  <a:gd name="T34" fmla="*/ 0 w 567"/>
                  <a:gd name="T35" fmla="*/ 0 h 1578"/>
                  <a:gd name="T36" fmla="*/ 0 w 567"/>
                  <a:gd name="T37" fmla="*/ 0 h 1578"/>
                  <a:gd name="T38" fmla="*/ 0 w 567"/>
                  <a:gd name="T39" fmla="*/ 0 h 1578"/>
                  <a:gd name="T40" fmla="*/ 0 w 567"/>
                  <a:gd name="T41" fmla="*/ 0 h 1578"/>
                  <a:gd name="T42" fmla="*/ 0 w 567"/>
                  <a:gd name="T43" fmla="*/ 0 h 1578"/>
                  <a:gd name="T44" fmla="*/ 0 w 567"/>
                  <a:gd name="T45" fmla="*/ 0 h 1578"/>
                  <a:gd name="T46" fmla="*/ 0 w 567"/>
                  <a:gd name="T47" fmla="*/ 0 h 1578"/>
                  <a:gd name="T48" fmla="*/ 0 w 567"/>
                  <a:gd name="T49" fmla="*/ 0 h 1578"/>
                  <a:gd name="T50" fmla="*/ 0 w 567"/>
                  <a:gd name="T51" fmla="*/ 0 h 1578"/>
                  <a:gd name="T52" fmla="*/ 0 w 567"/>
                  <a:gd name="T53" fmla="*/ 0 h 1578"/>
                  <a:gd name="T54" fmla="*/ 0 w 567"/>
                  <a:gd name="T55" fmla="*/ 0 h 1578"/>
                  <a:gd name="T56" fmla="*/ 0 w 567"/>
                  <a:gd name="T57" fmla="*/ 0 h 1578"/>
                  <a:gd name="T58" fmla="*/ 0 w 567"/>
                  <a:gd name="T59" fmla="*/ 0 h 1578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567"/>
                  <a:gd name="T91" fmla="*/ 0 h 1578"/>
                  <a:gd name="T92" fmla="*/ 567 w 567"/>
                  <a:gd name="T93" fmla="*/ 1578 h 1578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567" h="1578">
                    <a:moveTo>
                      <a:pt x="320" y="150"/>
                    </a:moveTo>
                    <a:lnTo>
                      <a:pt x="358" y="245"/>
                    </a:lnTo>
                    <a:lnTo>
                      <a:pt x="358" y="635"/>
                    </a:lnTo>
                    <a:lnTo>
                      <a:pt x="304" y="761"/>
                    </a:lnTo>
                    <a:lnTo>
                      <a:pt x="304" y="904"/>
                    </a:lnTo>
                    <a:lnTo>
                      <a:pt x="239" y="1119"/>
                    </a:lnTo>
                    <a:lnTo>
                      <a:pt x="147" y="1255"/>
                    </a:lnTo>
                    <a:lnTo>
                      <a:pt x="0" y="1578"/>
                    </a:lnTo>
                    <a:lnTo>
                      <a:pt x="90" y="1471"/>
                    </a:lnTo>
                    <a:lnTo>
                      <a:pt x="198" y="1211"/>
                    </a:lnTo>
                    <a:lnTo>
                      <a:pt x="270" y="1105"/>
                    </a:lnTo>
                    <a:lnTo>
                      <a:pt x="341" y="941"/>
                    </a:lnTo>
                    <a:lnTo>
                      <a:pt x="341" y="794"/>
                    </a:lnTo>
                    <a:lnTo>
                      <a:pt x="484" y="704"/>
                    </a:lnTo>
                    <a:lnTo>
                      <a:pt x="567" y="455"/>
                    </a:lnTo>
                    <a:lnTo>
                      <a:pt x="567" y="261"/>
                    </a:lnTo>
                    <a:lnTo>
                      <a:pt x="558" y="121"/>
                    </a:lnTo>
                    <a:lnTo>
                      <a:pt x="532" y="42"/>
                    </a:lnTo>
                    <a:lnTo>
                      <a:pt x="468" y="0"/>
                    </a:lnTo>
                    <a:lnTo>
                      <a:pt x="521" y="60"/>
                    </a:lnTo>
                    <a:lnTo>
                      <a:pt x="532" y="110"/>
                    </a:lnTo>
                    <a:lnTo>
                      <a:pt x="521" y="139"/>
                    </a:lnTo>
                    <a:lnTo>
                      <a:pt x="444" y="90"/>
                    </a:lnTo>
                    <a:lnTo>
                      <a:pt x="437" y="97"/>
                    </a:lnTo>
                    <a:lnTo>
                      <a:pt x="488" y="178"/>
                    </a:lnTo>
                    <a:lnTo>
                      <a:pt x="505" y="305"/>
                    </a:lnTo>
                    <a:lnTo>
                      <a:pt x="505" y="429"/>
                    </a:lnTo>
                    <a:lnTo>
                      <a:pt x="468" y="275"/>
                    </a:lnTo>
                    <a:lnTo>
                      <a:pt x="345" y="110"/>
                    </a:lnTo>
                    <a:lnTo>
                      <a:pt x="320" y="1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4" name="Freeform 448"/>
              <p:cNvSpPr>
                <a:spLocks/>
              </p:cNvSpPr>
              <p:nvPr/>
            </p:nvSpPr>
            <p:spPr bwMode="auto">
              <a:xfrm>
                <a:off x="2092" y="1655"/>
                <a:ext cx="132" cy="131"/>
              </a:xfrm>
              <a:custGeom>
                <a:avLst/>
                <a:gdLst>
                  <a:gd name="T0" fmla="*/ 0 w 1057"/>
                  <a:gd name="T1" fmla="*/ 0 h 1050"/>
                  <a:gd name="T2" fmla="*/ 0 w 1057"/>
                  <a:gd name="T3" fmla="*/ 0 h 1050"/>
                  <a:gd name="T4" fmla="*/ 0 w 1057"/>
                  <a:gd name="T5" fmla="*/ 0 h 1050"/>
                  <a:gd name="T6" fmla="*/ 0 w 1057"/>
                  <a:gd name="T7" fmla="*/ 0 h 1050"/>
                  <a:gd name="T8" fmla="*/ 0 w 1057"/>
                  <a:gd name="T9" fmla="*/ 0 h 1050"/>
                  <a:gd name="T10" fmla="*/ 0 w 1057"/>
                  <a:gd name="T11" fmla="*/ 0 h 1050"/>
                  <a:gd name="T12" fmla="*/ 0 w 1057"/>
                  <a:gd name="T13" fmla="*/ 0 h 1050"/>
                  <a:gd name="T14" fmla="*/ 0 w 1057"/>
                  <a:gd name="T15" fmla="*/ 0 h 1050"/>
                  <a:gd name="T16" fmla="*/ 0 w 1057"/>
                  <a:gd name="T17" fmla="*/ 0 h 1050"/>
                  <a:gd name="T18" fmla="*/ 0 w 1057"/>
                  <a:gd name="T19" fmla="*/ 0 h 1050"/>
                  <a:gd name="T20" fmla="*/ 0 w 1057"/>
                  <a:gd name="T21" fmla="*/ 0 h 1050"/>
                  <a:gd name="T22" fmla="*/ 0 w 1057"/>
                  <a:gd name="T23" fmla="*/ 0 h 1050"/>
                  <a:gd name="T24" fmla="*/ 0 w 1057"/>
                  <a:gd name="T25" fmla="*/ 0 h 1050"/>
                  <a:gd name="T26" fmla="*/ 0 w 1057"/>
                  <a:gd name="T27" fmla="*/ 0 h 1050"/>
                  <a:gd name="T28" fmla="*/ 0 w 1057"/>
                  <a:gd name="T29" fmla="*/ 0 h 1050"/>
                  <a:gd name="T30" fmla="*/ 0 w 1057"/>
                  <a:gd name="T31" fmla="*/ 0 h 1050"/>
                  <a:gd name="T32" fmla="*/ 0 w 1057"/>
                  <a:gd name="T33" fmla="*/ 0 h 1050"/>
                  <a:gd name="T34" fmla="*/ 0 w 1057"/>
                  <a:gd name="T35" fmla="*/ 0 h 1050"/>
                  <a:gd name="T36" fmla="*/ 0 w 1057"/>
                  <a:gd name="T37" fmla="*/ 0 h 1050"/>
                  <a:gd name="T38" fmla="*/ 0 w 1057"/>
                  <a:gd name="T39" fmla="*/ 0 h 1050"/>
                  <a:gd name="T40" fmla="*/ 0 w 1057"/>
                  <a:gd name="T41" fmla="*/ 0 h 1050"/>
                  <a:gd name="T42" fmla="*/ 0 w 1057"/>
                  <a:gd name="T43" fmla="*/ 0 h 1050"/>
                  <a:gd name="T44" fmla="*/ 0 w 1057"/>
                  <a:gd name="T45" fmla="*/ 0 h 1050"/>
                  <a:gd name="T46" fmla="*/ 0 w 1057"/>
                  <a:gd name="T47" fmla="*/ 0 h 1050"/>
                  <a:gd name="T48" fmla="*/ 0 w 1057"/>
                  <a:gd name="T49" fmla="*/ 0 h 1050"/>
                  <a:gd name="T50" fmla="*/ 0 w 1057"/>
                  <a:gd name="T51" fmla="*/ 0 h 1050"/>
                  <a:gd name="T52" fmla="*/ 0 w 1057"/>
                  <a:gd name="T53" fmla="*/ 0 h 1050"/>
                  <a:gd name="T54" fmla="*/ 0 w 1057"/>
                  <a:gd name="T55" fmla="*/ 0 h 1050"/>
                  <a:gd name="T56" fmla="*/ 0 w 1057"/>
                  <a:gd name="T57" fmla="*/ 0 h 1050"/>
                  <a:gd name="T58" fmla="*/ 0 w 1057"/>
                  <a:gd name="T59" fmla="*/ 0 h 1050"/>
                  <a:gd name="T60" fmla="*/ 0 w 1057"/>
                  <a:gd name="T61" fmla="*/ 0 h 1050"/>
                  <a:gd name="T62" fmla="*/ 0 w 1057"/>
                  <a:gd name="T63" fmla="*/ 0 h 1050"/>
                  <a:gd name="T64" fmla="*/ 0 w 1057"/>
                  <a:gd name="T65" fmla="*/ 0 h 1050"/>
                  <a:gd name="T66" fmla="*/ 0 w 1057"/>
                  <a:gd name="T67" fmla="*/ 0 h 1050"/>
                  <a:gd name="T68" fmla="*/ 0 w 1057"/>
                  <a:gd name="T69" fmla="*/ 0 h 1050"/>
                  <a:gd name="T70" fmla="*/ 0 w 1057"/>
                  <a:gd name="T71" fmla="*/ 0 h 1050"/>
                  <a:gd name="T72" fmla="*/ 0 w 1057"/>
                  <a:gd name="T73" fmla="*/ 0 h 1050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057"/>
                  <a:gd name="T112" fmla="*/ 0 h 1050"/>
                  <a:gd name="T113" fmla="*/ 1057 w 1057"/>
                  <a:gd name="T114" fmla="*/ 1050 h 1050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057" h="1050">
                    <a:moveTo>
                      <a:pt x="90" y="0"/>
                    </a:moveTo>
                    <a:lnTo>
                      <a:pt x="68" y="195"/>
                    </a:lnTo>
                    <a:lnTo>
                      <a:pt x="72" y="281"/>
                    </a:lnTo>
                    <a:lnTo>
                      <a:pt x="105" y="356"/>
                    </a:lnTo>
                    <a:lnTo>
                      <a:pt x="158" y="424"/>
                    </a:lnTo>
                    <a:lnTo>
                      <a:pt x="259" y="506"/>
                    </a:lnTo>
                    <a:lnTo>
                      <a:pt x="558" y="651"/>
                    </a:lnTo>
                    <a:lnTo>
                      <a:pt x="842" y="758"/>
                    </a:lnTo>
                    <a:lnTo>
                      <a:pt x="925" y="762"/>
                    </a:lnTo>
                    <a:lnTo>
                      <a:pt x="995" y="758"/>
                    </a:lnTo>
                    <a:lnTo>
                      <a:pt x="1057" y="730"/>
                    </a:lnTo>
                    <a:lnTo>
                      <a:pt x="1006" y="767"/>
                    </a:lnTo>
                    <a:lnTo>
                      <a:pt x="944" y="783"/>
                    </a:lnTo>
                    <a:lnTo>
                      <a:pt x="863" y="785"/>
                    </a:lnTo>
                    <a:lnTo>
                      <a:pt x="753" y="767"/>
                    </a:lnTo>
                    <a:lnTo>
                      <a:pt x="753" y="817"/>
                    </a:lnTo>
                    <a:lnTo>
                      <a:pt x="738" y="882"/>
                    </a:lnTo>
                    <a:lnTo>
                      <a:pt x="661" y="1009"/>
                    </a:lnTo>
                    <a:lnTo>
                      <a:pt x="704" y="901"/>
                    </a:lnTo>
                    <a:lnTo>
                      <a:pt x="709" y="824"/>
                    </a:lnTo>
                    <a:lnTo>
                      <a:pt x="624" y="861"/>
                    </a:lnTo>
                    <a:lnTo>
                      <a:pt x="624" y="978"/>
                    </a:lnTo>
                    <a:lnTo>
                      <a:pt x="598" y="1013"/>
                    </a:lnTo>
                    <a:lnTo>
                      <a:pt x="624" y="1050"/>
                    </a:lnTo>
                    <a:lnTo>
                      <a:pt x="591" y="1050"/>
                    </a:lnTo>
                    <a:lnTo>
                      <a:pt x="506" y="1009"/>
                    </a:lnTo>
                    <a:lnTo>
                      <a:pt x="328" y="843"/>
                    </a:lnTo>
                    <a:lnTo>
                      <a:pt x="215" y="721"/>
                    </a:lnTo>
                    <a:lnTo>
                      <a:pt x="98" y="567"/>
                    </a:lnTo>
                    <a:lnTo>
                      <a:pt x="0" y="370"/>
                    </a:lnTo>
                    <a:lnTo>
                      <a:pt x="107" y="541"/>
                    </a:lnTo>
                    <a:lnTo>
                      <a:pt x="204" y="633"/>
                    </a:lnTo>
                    <a:lnTo>
                      <a:pt x="81" y="411"/>
                    </a:lnTo>
                    <a:lnTo>
                      <a:pt x="52" y="288"/>
                    </a:lnTo>
                    <a:lnTo>
                      <a:pt x="52" y="213"/>
                    </a:lnTo>
                    <a:lnTo>
                      <a:pt x="68" y="91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5" name="Freeform 449"/>
              <p:cNvSpPr>
                <a:spLocks/>
              </p:cNvSpPr>
              <p:nvPr/>
            </p:nvSpPr>
            <p:spPr bwMode="auto">
              <a:xfrm>
                <a:off x="2080" y="1617"/>
                <a:ext cx="22" cy="39"/>
              </a:xfrm>
              <a:custGeom>
                <a:avLst/>
                <a:gdLst>
                  <a:gd name="T0" fmla="*/ 0 w 180"/>
                  <a:gd name="T1" fmla="*/ 0 h 312"/>
                  <a:gd name="T2" fmla="*/ 0 w 180"/>
                  <a:gd name="T3" fmla="*/ 0 h 312"/>
                  <a:gd name="T4" fmla="*/ 0 w 180"/>
                  <a:gd name="T5" fmla="*/ 0 h 312"/>
                  <a:gd name="T6" fmla="*/ 0 w 180"/>
                  <a:gd name="T7" fmla="*/ 0 h 312"/>
                  <a:gd name="T8" fmla="*/ 0 w 180"/>
                  <a:gd name="T9" fmla="*/ 0 h 312"/>
                  <a:gd name="T10" fmla="*/ 0 w 180"/>
                  <a:gd name="T11" fmla="*/ 0 h 312"/>
                  <a:gd name="T12" fmla="*/ 0 w 180"/>
                  <a:gd name="T13" fmla="*/ 0 h 312"/>
                  <a:gd name="T14" fmla="*/ 0 w 180"/>
                  <a:gd name="T15" fmla="*/ 0 h 312"/>
                  <a:gd name="T16" fmla="*/ 0 w 180"/>
                  <a:gd name="T17" fmla="*/ 0 h 312"/>
                  <a:gd name="T18" fmla="*/ 0 w 180"/>
                  <a:gd name="T19" fmla="*/ 0 h 312"/>
                  <a:gd name="T20" fmla="*/ 0 w 180"/>
                  <a:gd name="T21" fmla="*/ 0 h 312"/>
                  <a:gd name="T22" fmla="*/ 0 w 180"/>
                  <a:gd name="T23" fmla="*/ 0 h 312"/>
                  <a:gd name="T24" fmla="*/ 0 w 180"/>
                  <a:gd name="T25" fmla="*/ 0 h 312"/>
                  <a:gd name="T26" fmla="*/ 0 w 180"/>
                  <a:gd name="T27" fmla="*/ 0 h 312"/>
                  <a:gd name="T28" fmla="*/ 0 w 180"/>
                  <a:gd name="T29" fmla="*/ 0 h 312"/>
                  <a:gd name="T30" fmla="*/ 0 w 180"/>
                  <a:gd name="T31" fmla="*/ 0 h 312"/>
                  <a:gd name="T32" fmla="*/ 0 w 180"/>
                  <a:gd name="T33" fmla="*/ 0 h 312"/>
                  <a:gd name="T34" fmla="*/ 0 w 180"/>
                  <a:gd name="T35" fmla="*/ 0 h 31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80"/>
                  <a:gd name="T55" fmla="*/ 0 h 312"/>
                  <a:gd name="T56" fmla="*/ 180 w 180"/>
                  <a:gd name="T57" fmla="*/ 312 h 312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80" h="312">
                    <a:moveTo>
                      <a:pt x="37" y="0"/>
                    </a:moveTo>
                    <a:lnTo>
                      <a:pt x="88" y="7"/>
                    </a:lnTo>
                    <a:lnTo>
                      <a:pt x="175" y="62"/>
                    </a:lnTo>
                    <a:lnTo>
                      <a:pt x="180" y="164"/>
                    </a:lnTo>
                    <a:lnTo>
                      <a:pt x="146" y="147"/>
                    </a:lnTo>
                    <a:lnTo>
                      <a:pt x="136" y="134"/>
                    </a:lnTo>
                    <a:lnTo>
                      <a:pt x="94" y="171"/>
                    </a:lnTo>
                    <a:lnTo>
                      <a:pt x="94" y="185"/>
                    </a:lnTo>
                    <a:lnTo>
                      <a:pt x="125" y="204"/>
                    </a:lnTo>
                    <a:lnTo>
                      <a:pt x="155" y="301"/>
                    </a:lnTo>
                    <a:lnTo>
                      <a:pt x="132" y="312"/>
                    </a:lnTo>
                    <a:lnTo>
                      <a:pt x="100" y="257"/>
                    </a:lnTo>
                    <a:lnTo>
                      <a:pt x="19" y="233"/>
                    </a:lnTo>
                    <a:lnTo>
                      <a:pt x="0" y="111"/>
                    </a:lnTo>
                    <a:lnTo>
                      <a:pt x="19" y="95"/>
                    </a:lnTo>
                    <a:lnTo>
                      <a:pt x="105" y="53"/>
                    </a:lnTo>
                    <a:lnTo>
                      <a:pt x="81" y="26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6" name="Freeform 450"/>
              <p:cNvSpPr>
                <a:spLocks/>
              </p:cNvSpPr>
              <p:nvPr/>
            </p:nvSpPr>
            <p:spPr bwMode="auto">
              <a:xfrm>
                <a:off x="2082" y="1654"/>
                <a:ext cx="9" cy="2"/>
              </a:xfrm>
              <a:custGeom>
                <a:avLst/>
                <a:gdLst>
                  <a:gd name="T0" fmla="*/ 0 w 69"/>
                  <a:gd name="T1" fmla="*/ 0 h 17"/>
                  <a:gd name="T2" fmla="*/ 0 w 69"/>
                  <a:gd name="T3" fmla="*/ 0 h 17"/>
                  <a:gd name="T4" fmla="*/ 0 w 69"/>
                  <a:gd name="T5" fmla="*/ 0 h 17"/>
                  <a:gd name="T6" fmla="*/ 0 w 69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17"/>
                  <a:gd name="T14" fmla="*/ 69 w 69"/>
                  <a:gd name="T15" fmla="*/ 17 h 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17">
                    <a:moveTo>
                      <a:pt x="0" y="0"/>
                    </a:moveTo>
                    <a:lnTo>
                      <a:pt x="69" y="17"/>
                    </a:lnTo>
                    <a:lnTo>
                      <a:pt x="7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7" name="Freeform 451"/>
              <p:cNvSpPr>
                <a:spLocks/>
              </p:cNvSpPr>
              <p:nvPr/>
            </p:nvSpPr>
            <p:spPr bwMode="auto">
              <a:xfrm>
                <a:off x="2080" y="1664"/>
                <a:ext cx="18" cy="24"/>
              </a:xfrm>
              <a:custGeom>
                <a:avLst/>
                <a:gdLst>
                  <a:gd name="T0" fmla="*/ 0 w 143"/>
                  <a:gd name="T1" fmla="*/ 0 h 195"/>
                  <a:gd name="T2" fmla="*/ 0 w 143"/>
                  <a:gd name="T3" fmla="*/ 0 h 195"/>
                  <a:gd name="T4" fmla="*/ 0 w 143"/>
                  <a:gd name="T5" fmla="*/ 0 h 195"/>
                  <a:gd name="T6" fmla="*/ 0 w 143"/>
                  <a:gd name="T7" fmla="*/ 0 h 195"/>
                  <a:gd name="T8" fmla="*/ 0 w 143"/>
                  <a:gd name="T9" fmla="*/ 0 h 195"/>
                  <a:gd name="T10" fmla="*/ 0 w 143"/>
                  <a:gd name="T11" fmla="*/ 0 h 195"/>
                  <a:gd name="T12" fmla="*/ 0 w 143"/>
                  <a:gd name="T13" fmla="*/ 0 h 195"/>
                  <a:gd name="T14" fmla="*/ 0 w 143"/>
                  <a:gd name="T15" fmla="*/ 0 h 195"/>
                  <a:gd name="T16" fmla="*/ 0 w 143"/>
                  <a:gd name="T17" fmla="*/ 0 h 195"/>
                  <a:gd name="T18" fmla="*/ 0 w 143"/>
                  <a:gd name="T19" fmla="*/ 0 h 195"/>
                  <a:gd name="T20" fmla="*/ 0 w 143"/>
                  <a:gd name="T21" fmla="*/ 0 h 195"/>
                  <a:gd name="T22" fmla="*/ 0 w 143"/>
                  <a:gd name="T23" fmla="*/ 0 h 19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43"/>
                  <a:gd name="T37" fmla="*/ 0 h 195"/>
                  <a:gd name="T38" fmla="*/ 143 w 143"/>
                  <a:gd name="T39" fmla="*/ 195 h 19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43" h="195">
                    <a:moveTo>
                      <a:pt x="0" y="0"/>
                    </a:moveTo>
                    <a:lnTo>
                      <a:pt x="26" y="23"/>
                    </a:lnTo>
                    <a:lnTo>
                      <a:pt x="67" y="37"/>
                    </a:lnTo>
                    <a:lnTo>
                      <a:pt x="143" y="18"/>
                    </a:lnTo>
                    <a:lnTo>
                      <a:pt x="114" y="85"/>
                    </a:lnTo>
                    <a:lnTo>
                      <a:pt x="61" y="103"/>
                    </a:lnTo>
                    <a:lnTo>
                      <a:pt x="33" y="195"/>
                    </a:lnTo>
                    <a:lnTo>
                      <a:pt x="6" y="140"/>
                    </a:lnTo>
                    <a:lnTo>
                      <a:pt x="6" y="112"/>
                    </a:lnTo>
                    <a:lnTo>
                      <a:pt x="33" y="85"/>
                    </a:lnTo>
                    <a:lnTo>
                      <a:pt x="15" y="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8" name="Line 452"/>
              <p:cNvSpPr>
                <a:spLocks noChangeShapeType="1"/>
              </p:cNvSpPr>
              <p:nvPr/>
            </p:nvSpPr>
            <p:spPr bwMode="auto">
              <a:xfrm>
                <a:off x="2110" y="1620"/>
                <a:ext cx="9" cy="2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9" name="Line 453"/>
              <p:cNvSpPr>
                <a:spLocks noChangeShapeType="1"/>
              </p:cNvSpPr>
              <p:nvPr/>
            </p:nvSpPr>
            <p:spPr bwMode="auto">
              <a:xfrm>
                <a:off x="2112" y="1614"/>
                <a:ext cx="13" cy="4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0" name="Line 454"/>
              <p:cNvSpPr>
                <a:spLocks noChangeShapeType="1"/>
              </p:cNvSpPr>
              <p:nvPr/>
            </p:nvSpPr>
            <p:spPr bwMode="auto">
              <a:xfrm>
                <a:off x="2120" y="1626"/>
                <a:ext cx="12" cy="3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1" name="Line 455"/>
              <p:cNvSpPr>
                <a:spLocks noChangeShapeType="1"/>
              </p:cNvSpPr>
              <p:nvPr/>
            </p:nvSpPr>
            <p:spPr bwMode="auto">
              <a:xfrm>
                <a:off x="2128" y="1638"/>
                <a:ext cx="9" cy="2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2" name="Freeform 456"/>
              <p:cNvSpPr>
                <a:spLocks/>
              </p:cNvSpPr>
              <p:nvPr/>
            </p:nvSpPr>
            <p:spPr bwMode="auto">
              <a:xfrm>
                <a:off x="2174" y="1568"/>
                <a:ext cx="92" cy="21"/>
              </a:xfrm>
              <a:custGeom>
                <a:avLst/>
                <a:gdLst>
                  <a:gd name="T0" fmla="*/ 0 w 743"/>
                  <a:gd name="T1" fmla="*/ 0 h 165"/>
                  <a:gd name="T2" fmla="*/ 0 w 743"/>
                  <a:gd name="T3" fmla="*/ 0 h 165"/>
                  <a:gd name="T4" fmla="*/ 0 w 743"/>
                  <a:gd name="T5" fmla="*/ 0 h 165"/>
                  <a:gd name="T6" fmla="*/ 0 w 743"/>
                  <a:gd name="T7" fmla="*/ 0 h 165"/>
                  <a:gd name="T8" fmla="*/ 0 w 743"/>
                  <a:gd name="T9" fmla="*/ 0 h 1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43"/>
                  <a:gd name="T16" fmla="*/ 0 h 165"/>
                  <a:gd name="T17" fmla="*/ 743 w 743"/>
                  <a:gd name="T18" fmla="*/ 165 h 16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43" h="165">
                    <a:moveTo>
                      <a:pt x="0" y="0"/>
                    </a:moveTo>
                    <a:lnTo>
                      <a:pt x="116" y="18"/>
                    </a:lnTo>
                    <a:lnTo>
                      <a:pt x="351" y="101"/>
                    </a:lnTo>
                    <a:lnTo>
                      <a:pt x="519" y="138"/>
                    </a:lnTo>
                    <a:lnTo>
                      <a:pt x="743" y="165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3" name="Freeform 457"/>
              <p:cNvSpPr>
                <a:spLocks/>
              </p:cNvSpPr>
              <p:nvPr/>
            </p:nvSpPr>
            <p:spPr bwMode="auto">
              <a:xfrm>
                <a:off x="2193" y="1565"/>
                <a:ext cx="61" cy="17"/>
              </a:xfrm>
              <a:custGeom>
                <a:avLst/>
                <a:gdLst>
                  <a:gd name="T0" fmla="*/ 0 w 491"/>
                  <a:gd name="T1" fmla="*/ 0 h 134"/>
                  <a:gd name="T2" fmla="*/ 0 w 491"/>
                  <a:gd name="T3" fmla="*/ 0 h 134"/>
                  <a:gd name="T4" fmla="*/ 0 w 491"/>
                  <a:gd name="T5" fmla="*/ 0 h 134"/>
                  <a:gd name="T6" fmla="*/ 0 w 491"/>
                  <a:gd name="T7" fmla="*/ 0 h 13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1"/>
                  <a:gd name="T13" fmla="*/ 0 h 134"/>
                  <a:gd name="T14" fmla="*/ 491 w 491"/>
                  <a:gd name="T15" fmla="*/ 134 h 13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1" h="134">
                    <a:moveTo>
                      <a:pt x="0" y="0"/>
                    </a:moveTo>
                    <a:lnTo>
                      <a:pt x="82" y="28"/>
                    </a:lnTo>
                    <a:lnTo>
                      <a:pt x="260" y="88"/>
                    </a:lnTo>
                    <a:lnTo>
                      <a:pt x="491" y="13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4" name="Freeform 458"/>
              <p:cNvSpPr>
                <a:spLocks/>
              </p:cNvSpPr>
              <p:nvPr/>
            </p:nvSpPr>
            <p:spPr bwMode="auto">
              <a:xfrm>
                <a:off x="2030" y="1688"/>
                <a:ext cx="45" cy="73"/>
              </a:xfrm>
              <a:custGeom>
                <a:avLst/>
                <a:gdLst>
                  <a:gd name="T0" fmla="*/ 0 w 365"/>
                  <a:gd name="T1" fmla="*/ 0 h 579"/>
                  <a:gd name="T2" fmla="*/ 0 w 365"/>
                  <a:gd name="T3" fmla="*/ 0 h 579"/>
                  <a:gd name="T4" fmla="*/ 0 w 365"/>
                  <a:gd name="T5" fmla="*/ 0 h 579"/>
                  <a:gd name="T6" fmla="*/ 0 w 365"/>
                  <a:gd name="T7" fmla="*/ 0 h 579"/>
                  <a:gd name="T8" fmla="*/ 0 w 365"/>
                  <a:gd name="T9" fmla="*/ 0 h 579"/>
                  <a:gd name="T10" fmla="*/ 0 w 365"/>
                  <a:gd name="T11" fmla="*/ 0 h 579"/>
                  <a:gd name="T12" fmla="*/ 0 w 365"/>
                  <a:gd name="T13" fmla="*/ 0 h 579"/>
                  <a:gd name="T14" fmla="*/ 0 w 365"/>
                  <a:gd name="T15" fmla="*/ 0 h 579"/>
                  <a:gd name="T16" fmla="*/ 0 w 365"/>
                  <a:gd name="T17" fmla="*/ 0 h 579"/>
                  <a:gd name="T18" fmla="*/ 0 w 365"/>
                  <a:gd name="T19" fmla="*/ 0 h 57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65"/>
                  <a:gd name="T31" fmla="*/ 0 h 579"/>
                  <a:gd name="T32" fmla="*/ 365 w 365"/>
                  <a:gd name="T33" fmla="*/ 579 h 57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65" h="579">
                    <a:moveTo>
                      <a:pt x="365" y="0"/>
                    </a:moveTo>
                    <a:lnTo>
                      <a:pt x="277" y="129"/>
                    </a:lnTo>
                    <a:lnTo>
                      <a:pt x="277" y="265"/>
                    </a:lnTo>
                    <a:lnTo>
                      <a:pt x="350" y="579"/>
                    </a:lnTo>
                    <a:lnTo>
                      <a:pt x="224" y="290"/>
                    </a:lnTo>
                    <a:lnTo>
                      <a:pt x="224" y="199"/>
                    </a:lnTo>
                    <a:lnTo>
                      <a:pt x="0" y="199"/>
                    </a:lnTo>
                    <a:lnTo>
                      <a:pt x="187" y="76"/>
                    </a:lnTo>
                    <a:lnTo>
                      <a:pt x="277" y="76"/>
                    </a:lnTo>
                    <a:lnTo>
                      <a:pt x="36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5" name="Freeform 459"/>
              <p:cNvSpPr>
                <a:spLocks/>
              </p:cNvSpPr>
              <p:nvPr/>
            </p:nvSpPr>
            <p:spPr bwMode="auto">
              <a:xfrm>
                <a:off x="1850" y="1735"/>
                <a:ext cx="526" cy="496"/>
              </a:xfrm>
              <a:custGeom>
                <a:avLst/>
                <a:gdLst>
                  <a:gd name="T0" fmla="*/ 0 w 4215"/>
                  <a:gd name="T1" fmla="*/ 0 h 3969"/>
                  <a:gd name="T2" fmla="*/ 0 w 4215"/>
                  <a:gd name="T3" fmla="*/ 0 h 3969"/>
                  <a:gd name="T4" fmla="*/ 0 w 4215"/>
                  <a:gd name="T5" fmla="*/ 0 h 3969"/>
                  <a:gd name="T6" fmla="*/ 0 w 4215"/>
                  <a:gd name="T7" fmla="*/ 0 h 3969"/>
                  <a:gd name="T8" fmla="*/ 0 w 4215"/>
                  <a:gd name="T9" fmla="*/ 0 h 3969"/>
                  <a:gd name="T10" fmla="*/ 0 w 4215"/>
                  <a:gd name="T11" fmla="*/ 0 h 3969"/>
                  <a:gd name="T12" fmla="*/ 0 w 4215"/>
                  <a:gd name="T13" fmla="*/ 0 h 3969"/>
                  <a:gd name="T14" fmla="*/ 0 w 4215"/>
                  <a:gd name="T15" fmla="*/ 0 h 3969"/>
                  <a:gd name="T16" fmla="*/ 0 w 4215"/>
                  <a:gd name="T17" fmla="*/ 0 h 3969"/>
                  <a:gd name="T18" fmla="*/ 0 w 4215"/>
                  <a:gd name="T19" fmla="*/ 0 h 3969"/>
                  <a:gd name="T20" fmla="*/ 0 w 4215"/>
                  <a:gd name="T21" fmla="*/ 0 h 3969"/>
                  <a:gd name="T22" fmla="*/ 0 w 4215"/>
                  <a:gd name="T23" fmla="*/ 0 h 3969"/>
                  <a:gd name="T24" fmla="*/ 0 w 4215"/>
                  <a:gd name="T25" fmla="*/ 0 h 3969"/>
                  <a:gd name="T26" fmla="*/ 0 w 4215"/>
                  <a:gd name="T27" fmla="*/ 0 h 3969"/>
                  <a:gd name="T28" fmla="*/ 0 w 4215"/>
                  <a:gd name="T29" fmla="*/ 0 h 3969"/>
                  <a:gd name="T30" fmla="*/ 0 w 4215"/>
                  <a:gd name="T31" fmla="*/ 0 h 3969"/>
                  <a:gd name="T32" fmla="*/ 0 w 4215"/>
                  <a:gd name="T33" fmla="*/ 0 h 3969"/>
                  <a:gd name="T34" fmla="*/ 0 w 4215"/>
                  <a:gd name="T35" fmla="*/ 0 h 3969"/>
                  <a:gd name="T36" fmla="*/ 0 w 4215"/>
                  <a:gd name="T37" fmla="*/ 0 h 3969"/>
                  <a:gd name="T38" fmla="*/ 0 w 4215"/>
                  <a:gd name="T39" fmla="*/ 0 h 3969"/>
                  <a:gd name="T40" fmla="*/ 0 w 4215"/>
                  <a:gd name="T41" fmla="*/ 0 h 3969"/>
                  <a:gd name="T42" fmla="*/ 0 w 4215"/>
                  <a:gd name="T43" fmla="*/ 0 h 3969"/>
                  <a:gd name="T44" fmla="*/ 0 w 4215"/>
                  <a:gd name="T45" fmla="*/ 0 h 3969"/>
                  <a:gd name="T46" fmla="*/ 0 w 4215"/>
                  <a:gd name="T47" fmla="*/ 0 h 3969"/>
                  <a:gd name="T48" fmla="*/ 0 w 4215"/>
                  <a:gd name="T49" fmla="*/ 0 h 3969"/>
                  <a:gd name="T50" fmla="*/ 0 w 4215"/>
                  <a:gd name="T51" fmla="*/ 0 h 3969"/>
                  <a:gd name="T52" fmla="*/ 0 w 4215"/>
                  <a:gd name="T53" fmla="*/ 0 h 3969"/>
                  <a:gd name="T54" fmla="*/ 0 w 4215"/>
                  <a:gd name="T55" fmla="*/ 0 h 3969"/>
                  <a:gd name="T56" fmla="*/ 0 w 4215"/>
                  <a:gd name="T57" fmla="*/ 0 h 3969"/>
                  <a:gd name="T58" fmla="*/ 0 w 4215"/>
                  <a:gd name="T59" fmla="*/ 0 h 3969"/>
                  <a:gd name="T60" fmla="*/ 0 w 4215"/>
                  <a:gd name="T61" fmla="*/ 0 h 3969"/>
                  <a:gd name="T62" fmla="*/ 0 w 4215"/>
                  <a:gd name="T63" fmla="*/ 0 h 3969"/>
                  <a:gd name="T64" fmla="*/ 0 w 4215"/>
                  <a:gd name="T65" fmla="*/ 0 h 3969"/>
                  <a:gd name="T66" fmla="*/ 0 w 4215"/>
                  <a:gd name="T67" fmla="*/ 0 h 3969"/>
                  <a:gd name="T68" fmla="*/ 0 w 4215"/>
                  <a:gd name="T69" fmla="*/ 0 h 3969"/>
                  <a:gd name="T70" fmla="*/ 0 w 4215"/>
                  <a:gd name="T71" fmla="*/ 0 h 3969"/>
                  <a:gd name="T72" fmla="*/ 0 w 4215"/>
                  <a:gd name="T73" fmla="*/ 0 h 3969"/>
                  <a:gd name="T74" fmla="*/ 0 w 4215"/>
                  <a:gd name="T75" fmla="*/ 0 h 3969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4215"/>
                  <a:gd name="T115" fmla="*/ 0 h 3969"/>
                  <a:gd name="T116" fmla="*/ 4215 w 4215"/>
                  <a:gd name="T117" fmla="*/ 3969 h 3969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4215" h="3969">
                    <a:moveTo>
                      <a:pt x="1158" y="0"/>
                    </a:moveTo>
                    <a:lnTo>
                      <a:pt x="897" y="255"/>
                    </a:lnTo>
                    <a:lnTo>
                      <a:pt x="743" y="466"/>
                    </a:lnTo>
                    <a:lnTo>
                      <a:pt x="743" y="706"/>
                    </a:lnTo>
                    <a:lnTo>
                      <a:pt x="920" y="591"/>
                    </a:lnTo>
                    <a:lnTo>
                      <a:pt x="920" y="756"/>
                    </a:lnTo>
                    <a:lnTo>
                      <a:pt x="1314" y="1684"/>
                    </a:lnTo>
                    <a:lnTo>
                      <a:pt x="1224" y="1582"/>
                    </a:lnTo>
                    <a:lnTo>
                      <a:pt x="1134" y="1582"/>
                    </a:lnTo>
                    <a:lnTo>
                      <a:pt x="1072" y="1610"/>
                    </a:lnTo>
                    <a:lnTo>
                      <a:pt x="1031" y="1644"/>
                    </a:lnTo>
                    <a:lnTo>
                      <a:pt x="1174" y="1960"/>
                    </a:lnTo>
                    <a:lnTo>
                      <a:pt x="1448" y="2451"/>
                    </a:lnTo>
                    <a:lnTo>
                      <a:pt x="1868" y="2890"/>
                    </a:lnTo>
                    <a:lnTo>
                      <a:pt x="2031" y="3026"/>
                    </a:lnTo>
                    <a:lnTo>
                      <a:pt x="2031" y="3116"/>
                    </a:lnTo>
                    <a:lnTo>
                      <a:pt x="1930" y="3239"/>
                    </a:lnTo>
                    <a:lnTo>
                      <a:pt x="1930" y="3380"/>
                    </a:lnTo>
                    <a:lnTo>
                      <a:pt x="2129" y="3343"/>
                    </a:lnTo>
                    <a:lnTo>
                      <a:pt x="2158" y="3295"/>
                    </a:lnTo>
                    <a:lnTo>
                      <a:pt x="2145" y="3228"/>
                    </a:lnTo>
                    <a:lnTo>
                      <a:pt x="2094" y="3191"/>
                    </a:lnTo>
                    <a:lnTo>
                      <a:pt x="2296" y="3239"/>
                    </a:lnTo>
                    <a:lnTo>
                      <a:pt x="2435" y="3228"/>
                    </a:lnTo>
                    <a:lnTo>
                      <a:pt x="2575" y="3178"/>
                    </a:lnTo>
                    <a:lnTo>
                      <a:pt x="2712" y="3065"/>
                    </a:lnTo>
                    <a:lnTo>
                      <a:pt x="2815" y="2967"/>
                    </a:lnTo>
                    <a:lnTo>
                      <a:pt x="2749" y="3076"/>
                    </a:lnTo>
                    <a:lnTo>
                      <a:pt x="2700" y="3166"/>
                    </a:lnTo>
                    <a:lnTo>
                      <a:pt x="2903" y="3191"/>
                    </a:lnTo>
                    <a:lnTo>
                      <a:pt x="3154" y="3203"/>
                    </a:lnTo>
                    <a:lnTo>
                      <a:pt x="3357" y="3154"/>
                    </a:lnTo>
                    <a:lnTo>
                      <a:pt x="3433" y="2855"/>
                    </a:lnTo>
                    <a:lnTo>
                      <a:pt x="3468" y="2855"/>
                    </a:lnTo>
                    <a:lnTo>
                      <a:pt x="3494" y="2890"/>
                    </a:lnTo>
                    <a:lnTo>
                      <a:pt x="3521" y="2991"/>
                    </a:lnTo>
                    <a:lnTo>
                      <a:pt x="3535" y="3076"/>
                    </a:lnTo>
                    <a:lnTo>
                      <a:pt x="4203" y="3039"/>
                    </a:lnTo>
                    <a:lnTo>
                      <a:pt x="4215" y="3116"/>
                    </a:lnTo>
                    <a:lnTo>
                      <a:pt x="4215" y="3178"/>
                    </a:lnTo>
                    <a:lnTo>
                      <a:pt x="4189" y="3254"/>
                    </a:lnTo>
                    <a:lnTo>
                      <a:pt x="4037" y="3265"/>
                    </a:lnTo>
                    <a:lnTo>
                      <a:pt x="3913" y="3343"/>
                    </a:lnTo>
                    <a:lnTo>
                      <a:pt x="3683" y="3390"/>
                    </a:lnTo>
                    <a:lnTo>
                      <a:pt x="3481" y="3380"/>
                    </a:lnTo>
                    <a:lnTo>
                      <a:pt x="3281" y="3441"/>
                    </a:lnTo>
                    <a:lnTo>
                      <a:pt x="3105" y="3481"/>
                    </a:lnTo>
                    <a:lnTo>
                      <a:pt x="2852" y="3492"/>
                    </a:lnTo>
                    <a:lnTo>
                      <a:pt x="2547" y="3457"/>
                    </a:lnTo>
                    <a:lnTo>
                      <a:pt x="2320" y="3481"/>
                    </a:lnTo>
                    <a:lnTo>
                      <a:pt x="2129" y="3542"/>
                    </a:lnTo>
                    <a:lnTo>
                      <a:pt x="1990" y="3620"/>
                    </a:lnTo>
                    <a:lnTo>
                      <a:pt x="1615" y="3516"/>
                    </a:lnTo>
                    <a:lnTo>
                      <a:pt x="681" y="3969"/>
                    </a:lnTo>
                    <a:lnTo>
                      <a:pt x="0" y="3969"/>
                    </a:lnTo>
                    <a:lnTo>
                      <a:pt x="176" y="1723"/>
                    </a:lnTo>
                    <a:lnTo>
                      <a:pt x="328" y="1244"/>
                    </a:lnTo>
                    <a:lnTo>
                      <a:pt x="266" y="1558"/>
                    </a:lnTo>
                    <a:lnTo>
                      <a:pt x="418" y="2059"/>
                    </a:lnTo>
                    <a:lnTo>
                      <a:pt x="418" y="2500"/>
                    </a:lnTo>
                    <a:lnTo>
                      <a:pt x="591" y="2977"/>
                    </a:lnTo>
                    <a:lnTo>
                      <a:pt x="681" y="2977"/>
                    </a:lnTo>
                    <a:lnTo>
                      <a:pt x="907" y="2488"/>
                    </a:lnTo>
                    <a:lnTo>
                      <a:pt x="602" y="1886"/>
                    </a:lnTo>
                    <a:lnTo>
                      <a:pt x="556" y="1697"/>
                    </a:lnTo>
                    <a:lnTo>
                      <a:pt x="528" y="1497"/>
                    </a:lnTo>
                    <a:lnTo>
                      <a:pt x="556" y="1281"/>
                    </a:lnTo>
                    <a:lnTo>
                      <a:pt x="681" y="780"/>
                    </a:lnTo>
                    <a:lnTo>
                      <a:pt x="618" y="729"/>
                    </a:lnTo>
                    <a:lnTo>
                      <a:pt x="577" y="665"/>
                    </a:lnTo>
                    <a:lnTo>
                      <a:pt x="567" y="618"/>
                    </a:lnTo>
                    <a:lnTo>
                      <a:pt x="441" y="905"/>
                    </a:lnTo>
                    <a:lnTo>
                      <a:pt x="540" y="591"/>
                    </a:lnTo>
                    <a:lnTo>
                      <a:pt x="591" y="517"/>
                    </a:lnTo>
                    <a:lnTo>
                      <a:pt x="769" y="317"/>
                    </a:lnTo>
                    <a:lnTo>
                      <a:pt x="943" y="139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6" name="Freeform 460"/>
              <p:cNvSpPr>
                <a:spLocks/>
              </p:cNvSpPr>
              <p:nvPr/>
            </p:nvSpPr>
            <p:spPr bwMode="auto">
              <a:xfrm>
                <a:off x="2020" y="1797"/>
                <a:ext cx="163" cy="265"/>
              </a:xfrm>
              <a:custGeom>
                <a:avLst/>
                <a:gdLst>
                  <a:gd name="T0" fmla="*/ 0 w 1300"/>
                  <a:gd name="T1" fmla="*/ 0 h 2125"/>
                  <a:gd name="T2" fmla="*/ 0 w 1300"/>
                  <a:gd name="T3" fmla="*/ 0 h 2125"/>
                  <a:gd name="T4" fmla="*/ 0 w 1300"/>
                  <a:gd name="T5" fmla="*/ 0 h 2125"/>
                  <a:gd name="T6" fmla="*/ 0 w 1300"/>
                  <a:gd name="T7" fmla="*/ 0 h 2125"/>
                  <a:gd name="T8" fmla="*/ 0 w 1300"/>
                  <a:gd name="T9" fmla="*/ 0 h 2125"/>
                  <a:gd name="T10" fmla="*/ 0 w 1300"/>
                  <a:gd name="T11" fmla="*/ 0 h 2125"/>
                  <a:gd name="T12" fmla="*/ 0 w 1300"/>
                  <a:gd name="T13" fmla="*/ 0 h 2125"/>
                  <a:gd name="T14" fmla="*/ 0 w 1300"/>
                  <a:gd name="T15" fmla="*/ 0 h 2125"/>
                  <a:gd name="T16" fmla="*/ 0 w 1300"/>
                  <a:gd name="T17" fmla="*/ 0 h 2125"/>
                  <a:gd name="T18" fmla="*/ 0 w 1300"/>
                  <a:gd name="T19" fmla="*/ 0 h 2125"/>
                  <a:gd name="T20" fmla="*/ 0 w 1300"/>
                  <a:gd name="T21" fmla="*/ 0 h 2125"/>
                  <a:gd name="T22" fmla="*/ 0 w 1300"/>
                  <a:gd name="T23" fmla="*/ 0 h 2125"/>
                  <a:gd name="T24" fmla="*/ 0 w 1300"/>
                  <a:gd name="T25" fmla="*/ 0 h 2125"/>
                  <a:gd name="T26" fmla="*/ 0 w 1300"/>
                  <a:gd name="T27" fmla="*/ 0 h 2125"/>
                  <a:gd name="T28" fmla="*/ 0 w 1300"/>
                  <a:gd name="T29" fmla="*/ 0 h 2125"/>
                  <a:gd name="T30" fmla="*/ 0 w 1300"/>
                  <a:gd name="T31" fmla="*/ 0 h 2125"/>
                  <a:gd name="T32" fmla="*/ 0 w 1300"/>
                  <a:gd name="T33" fmla="*/ 0 h 2125"/>
                  <a:gd name="T34" fmla="*/ 0 w 1300"/>
                  <a:gd name="T35" fmla="*/ 0 h 2125"/>
                  <a:gd name="T36" fmla="*/ 0 w 1300"/>
                  <a:gd name="T37" fmla="*/ 0 h 2125"/>
                  <a:gd name="T38" fmla="*/ 0 w 1300"/>
                  <a:gd name="T39" fmla="*/ 0 h 2125"/>
                  <a:gd name="T40" fmla="*/ 0 w 1300"/>
                  <a:gd name="T41" fmla="*/ 0 h 2125"/>
                  <a:gd name="T42" fmla="*/ 0 w 1300"/>
                  <a:gd name="T43" fmla="*/ 0 h 2125"/>
                  <a:gd name="T44" fmla="*/ 0 w 1300"/>
                  <a:gd name="T45" fmla="*/ 0 h 2125"/>
                  <a:gd name="T46" fmla="*/ 0 w 1300"/>
                  <a:gd name="T47" fmla="*/ 0 h 2125"/>
                  <a:gd name="T48" fmla="*/ 0 w 1300"/>
                  <a:gd name="T49" fmla="*/ 0 h 2125"/>
                  <a:gd name="T50" fmla="*/ 0 w 1300"/>
                  <a:gd name="T51" fmla="*/ 0 h 2125"/>
                  <a:gd name="T52" fmla="*/ 0 w 1300"/>
                  <a:gd name="T53" fmla="*/ 0 h 2125"/>
                  <a:gd name="T54" fmla="*/ 0 w 1300"/>
                  <a:gd name="T55" fmla="*/ 0 h 2125"/>
                  <a:gd name="T56" fmla="*/ 0 w 1300"/>
                  <a:gd name="T57" fmla="*/ 0 h 2125"/>
                  <a:gd name="T58" fmla="*/ 0 w 1300"/>
                  <a:gd name="T59" fmla="*/ 0 h 2125"/>
                  <a:gd name="T60" fmla="*/ 0 w 1300"/>
                  <a:gd name="T61" fmla="*/ 0 h 2125"/>
                  <a:gd name="T62" fmla="*/ 0 w 1300"/>
                  <a:gd name="T63" fmla="*/ 0 h 2125"/>
                  <a:gd name="T64" fmla="*/ 0 w 1300"/>
                  <a:gd name="T65" fmla="*/ 0 h 2125"/>
                  <a:gd name="T66" fmla="*/ 0 w 1300"/>
                  <a:gd name="T67" fmla="*/ 0 h 2125"/>
                  <a:gd name="T68" fmla="*/ 0 w 1300"/>
                  <a:gd name="T69" fmla="*/ 0 h 2125"/>
                  <a:gd name="T70" fmla="*/ 0 w 1300"/>
                  <a:gd name="T71" fmla="*/ 0 h 2125"/>
                  <a:gd name="T72" fmla="*/ 0 w 1300"/>
                  <a:gd name="T73" fmla="*/ 0 h 2125"/>
                  <a:gd name="T74" fmla="*/ 0 w 1300"/>
                  <a:gd name="T75" fmla="*/ 0 h 2125"/>
                  <a:gd name="T76" fmla="*/ 0 w 1300"/>
                  <a:gd name="T77" fmla="*/ 0 h 2125"/>
                  <a:gd name="T78" fmla="*/ 0 w 1300"/>
                  <a:gd name="T79" fmla="*/ 0 h 212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300"/>
                  <a:gd name="T121" fmla="*/ 0 h 2125"/>
                  <a:gd name="T122" fmla="*/ 1300 w 1300"/>
                  <a:gd name="T123" fmla="*/ 2125 h 2125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300" h="2125">
                    <a:moveTo>
                      <a:pt x="0" y="140"/>
                    </a:moveTo>
                    <a:lnTo>
                      <a:pt x="378" y="378"/>
                    </a:lnTo>
                    <a:lnTo>
                      <a:pt x="641" y="829"/>
                    </a:lnTo>
                    <a:lnTo>
                      <a:pt x="641" y="1020"/>
                    </a:lnTo>
                    <a:lnTo>
                      <a:pt x="984" y="1318"/>
                    </a:lnTo>
                    <a:lnTo>
                      <a:pt x="1111" y="1556"/>
                    </a:lnTo>
                    <a:lnTo>
                      <a:pt x="1083" y="967"/>
                    </a:lnTo>
                    <a:lnTo>
                      <a:pt x="1083" y="589"/>
                    </a:lnTo>
                    <a:lnTo>
                      <a:pt x="1111" y="327"/>
                    </a:lnTo>
                    <a:lnTo>
                      <a:pt x="1072" y="266"/>
                    </a:lnTo>
                    <a:lnTo>
                      <a:pt x="984" y="378"/>
                    </a:lnTo>
                    <a:lnTo>
                      <a:pt x="906" y="424"/>
                    </a:lnTo>
                    <a:lnTo>
                      <a:pt x="998" y="327"/>
                    </a:lnTo>
                    <a:lnTo>
                      <a:pt x="1072" y="165"/>
                    </a:lnTo>
                    <a:lnTo>
                      <a:pt x="1160" y="27"/>
                    </a:lnTo>
                    <a:lnTo>
                      <a:pt x="1212" y="0"/>
                    </a:lnTo>
                    <a:lnTo>
                      <a:pt x="1160" y="80"/>
                    </a:lnTo>
                    <a:lnTo>
                      <a:pt x="1224" y="304"/>
                    </a:lnTo>
                    <a:lnTo>
                      <a:pt x="1160" y="304"/>
                    </a:lnTo>
                    <a:lnTo>
                      <a:pt x="1146" y="516"/>
                    </a:lnTo>
                    <a:lnTo>
                      <a:pt x="1184" y="1120"/>
                    </a:lnTo>
                    <a:lnTo>
                      <a:pt x="1247" y="1723"/>
                    </a:lnTo>
                    <a:lnTo>
                      <a:pt x="1300" y="1910"/>
                    </a:lnTo>
                    <a:lnTo>
                      <a:pt x="1035" y="2059"/>
                    </a:lnTo>
                    <a:lnTo>
                      <a:pt x="1146" y="1961"/>
                    </a:lnTo>
                    <a:lnTo>
                      <a:pt x="1095" y="1881"/>
                    </a:lnTo>
                    <a:lnTo>
                      <a:pt x="971" y="1910"/>
                    </a:lnTo>
                    <a:lnTo>
                      <a:pt x="694" y="2099"/>
                    </a:lnTo>
                    <a:lnTo>
                      <a:pt x="606" y="2125"/>
                    </a:lnTo>
                    <a:lnTo>
                      <a:pt x="593" y="2086"/>
                    </a:lnTo>
                    <a:lnTo>
                      <a:pt x="756" y="1934"/>
                    </a:lnTo>
                    <a:lnTo>
                      <a:pt x="1095" y="1821"/>
                    </a:lnTo>
                    <a:lnTo>
                      <a:pt x="1045" y="1685"/>
                    </a:lnTo>
                    <a:lnTo>
                      <a:pt x="1045" y="1547"/>
                    </a:lnTo>
                    <a:lnTo>
                      <a:pt x="998" y="1470"/>
                    </a:lnTo>
                    <a:lnTo>
                      <a:pt x="606" y="1169"/>
                    </a:lnTo>
                    <a:lnTo>
                      <a:pt x="138" y="841"/>
                    </a:lnTo>
                    <a:lnTo>
                      <a:pt x="657" y="1154"/>
                    </a:lnTo>
                    <a:lnTo>
                      <a:pt x="390" y="463"/>
                    </a:lnTo>
                    <a:lnTo>
                      <a:pt x="0" y="1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7" name="Freeform 461"/>
              <p:cNvSpPr>
                <a:spLocks/>
              </p:cNvSpPr>
              <p:nvPr/>
            </p:nvSpPr>
            <p:spPr bwMode="auto">
              <a:xfrm>
                <a:off x="2119" y="2060"/>
                <a:ext cx="26" cy="59"/>
              </a:xfrm>
              <a:custGeom>
                <a:avLst/>
                <a:gdLst>
                  <a:gd name="T0" fmla="*/ 0 w 203"/>
                  <a:gd name="T1" fmla="*/ 0 h 466"/>
                  <a:gd name="T2" fmla="*/ 0 w 203"/>
                  <a:gd name="T3" fmla="*/ 0 h 466"/>
                  <a:gd name="T4" fmla="*/ 0 w 203"/>
                  <a:gd name="T5" fmla="*/ 0 h 466"/>
                  <a:gd name="T6" fmla="*/ 0 w 203"/>
                  <a:gd name="T7" fmla="*/ 0 h 466"/>
                  <a:gd name="T8" fmla="*/ 0 w 203"/>
                  <a:gd name="T9" fmla="*/ 0 h 466"/>
                  <a:gd name="T10" fmla="*/ 0 w 203"/>
                  <a:gd name="T11" fmla="*/ 0 h 466"/>
                  <a:gd name="T12" fmla="*/ 0 w 203"/>
                  <a:gd name="T13" fmla="*/ 0 h 466"/>
                  <a:gd name="T14" fmla="*/ 0 w 203"/>
                  <a:gd name="T15" fmla="*/ 0 h 466"/>
                  <a:gd name="T16" fmla="*/ 0 w 203"/>
                  <a:gd name="T17" fmla="*/ 0 h 46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03"/>
                  <a:gd name="T28" fmla="*/ 0 h 466"/>
                  <a:gd name="T29" fmla="*/ 203 w 203"/>
                  <a:gd name="T30" fmla="*/ 466 h 46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03" h="466">
                    <a:moveTo>
                      <a:pt x="203" y="0"/>
                    </a:moveTo>
                    <a:lnTo>
                      <a:pt x="111" y="51"/>
                    </a:lnTo>
                    <a:lnTo>
                      <a:pt x="0" y="403"/>
                    </a:lnTo>
                    <a:lnTo>
                      <a:pt x="99" y="466"/>
                    </a:lnTo>
                    <a:lnTo>
                      <a:pt x="203" y="378"/>
                    </a:lnTo>
                    <a:lnTo>
                      <a:pt x="203" y="136"/>
                    </a:lnTo>
                    <a:lnTo>
                      <a:pt x="152" y="136"/>
                    </a:lnTo>
                    <a:lnTo>
                      <a:pt x="152" y="76"/>
                    </a:lnTo>
                    <a:lnTo>
                      <a:pt x="20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8" name="Freeform 462"/>
              <p:cNvSpPr>
                <a:spLocks/>
              </p:cNvSpPr>
              <p:nvPr/>
            </p:nvSpPr>
            <p:spPr bwMode="auto">
              <a:xfrm>
                <a:off x="2146" y="2045"/>
                <a:ext cx="63" cy="75"/>
              </a:xfrm>
              <a:custGeom>
                <a:avLst/>
                <a:gdLst>
                  <a:gd name="T0" fmla="*/ 0 w 506"/>
                  <a:gd name="T1" fmla="*/ 0 h 599"/>
                  <a:gd name="T2" fmla="*/ 0 w 506"/>
                  <a:gd name="T3" fmla="*/ 0 h 599"/>
                  <a:gd name="T4" fmla="*/ 0 w 506"/>
                  <a:gd name="T5" fmla="*/ 0 h 599"/>
                  <a:gd name="T6" fmla="*/ 0 w 506"/>
                  <a:gd name="T7" fmla="*/ 0 h 599"/>
                  <a:gd name="T8" fmla="*/ 0 w 506"/>
                  <a:gd name="T9" fmla="*/ 0 h 599"/>
                  <a:gd name="T10" fmla="*/ 0 w 506"/>
                  <a:gd name="T11" fmla="*/ 0 h 599"/>
                  <a:gd name="T12" fmla="*/ 0 w 506"/>
                  <a:gd name="T13" fmla="*/ 0 h 599"/>
                  <a:gd name="T14" fmla="*/ 0 w 506"/>
                  <a:gd name="T15" fmla="*/ 0 h 599"/>
                  <a:gd name="T16" fmla="*/ 0 w 506"/>
                  <a:gd name="T17" fmla="*/ 0 h 599"/>
                  <a:gd name="T18" fmla="*/ 0 w 506"/>
                  <a:gd name="T19" fmla="*/ 0 h 599"/>
                  <a:gd name="T20" fmla="*/ 0 w 506"/>
                  <a:gd name="T21" fmla="*/ 0 h 599"/>
                  <a:gd name="T22" fmla="*/ 0 w 506"/>
                  <a:gd name="T23" fmla="*/ 0 h 599"/>
                  <a:gd name="T24" fmla="*/ 0 w 506"/>
                  <a:gd name="T25" fmla="*/ 0 h 59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06"/>
                  <a:gd name="T40" fmla="*/ 0 h 599"/>
                  <a:gd name="T41" fmla="*/ 506 w 506"/>
                  <a:gd name="T42" fmla="*/ 599 h 59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06" h="599">
                    <a:moveTo>
                      <a:pt x="138" y="162"/>
                    </a:moveTo>
                    <a:lnTo>
                      <a:pt x="317" y="0"/>
                    </a:lnTo>
                    <a:lnTo>
                      <a:pt x="506" y="72"/>
                    </a:lnTo>
                    <a:lnTo>
                      <a:pt x="506" y="173"/>
                    </a:lnTo>
                    <a:lnTo>
                      <a:pt x="391" y="325"/>
                    </a:lnTo>
                    <a:lnTo>
                      <a:pt x="0" y="599"/>
                    </a:lnTo>
                    <a:lnTo>
                      <a:pt x="279" y="364"/>
                    </a:lnTo>
                    <a:lnTo>
                      <a:pt x="317" y="274"/>
                    </a:lnTo>
                    <a:lnTo>
                      <a:pt x="329" y="198"/>
                    </a:lnTo>
                    <a:lnTo>
                      <a:pt x="317" y="138"/>
                    </a:lnTo>
                    <a:lnTo>
                      <a:pt x="279" y="112"/>
                    </a:lnTo>
                    <a:lnTo>
                      <a:pt x="230" y="112"/>
                    </a:lnTo>
                    <a:lnTo>
                      <a:pt x="138" y="1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9" name="Freeform 463"/>
              <p:cNvSpPr>
                <a:spLocks/>
              </p:cNvSpPr>
              <p:nvPr/>
            </p:nvSpPr>
            <p:spPr bwMode="auto">
              <a:xfrm>
                <a:off x="2220" y="2018"/>
                <a:ext cx="389" cy="124"/>
              </a:xfrm>
              <a:custGeom>
                <a:avLst/>
                <a:gdLst>
                  <a:gd name="T0" fmla="*/ 0 w 3106"/>
                  <a:gd name="T1" fmla="*/ 0 h 992"/>
                  <a:gd name="T2" fmla="*/ 0 w 3106"/>
                  <a:gd name="T3" fmla="*/ 0 h 992"/>
                  <a:gd name="T4" fmla="*/ 0 w 3106"/>
                  <a:gd name="T5" fmla="*/ 0 h 992"/>
                  <a:gd name="T6" fmla="*/ 0 w 3106"/>
                  <a:gd name="T7" fmla="*/ 0 h 992"/>
                  <a:gd name="T8" fmla="*/ 0 w 3106"/>
                  <a:gd name="T9" fmla="*/ 0 h 992"/>
                  <a:gd name="T10" fmla="*/ 0 w 3106"/>
                  <a:gd name="T11" fmla="*/ 0 h 992"/>
                  <a:gd name="T12" fmla="*/ 0 w 3106"/>
                  <a:gd name="T13" fmla="*/ 0 h 992"/>
                  <a:gd name="T14" fmla="*/ 0 w 3106"/>
                  <a:gd name="T15" fmla="*/ 0 h 992"/>
                  <a:gd name="T16" fmla="*/ 0 w 3106"/>
                  <a:gd name="T17" fmla="*/ 0 h 992"/>
                  <a:gd name="T18" fmla="*/ 0 w 3106"/>
                  <a:gd name="T19" fmla="*/ 0 h 992"/>
                  <a:gd name="T20" fmla="*/ 0 w 3106"/>
                  <a:gd name="T21" fmla="*/ 0 h 992"/>
                  <a:gd name="T22" fmla="*/ 0 w 3106"/>
                  <a:gd name="T23" fmla="*/ 0 h 992"/>
                  <a:gd name="T24" fmla="*/ 0 w 3106"/>
                  <a:gd name="T25" fmla="*/ 0 h 992"/>
                  <a:gd name="T26" fmla="*/ 0 w 3106"/>
                  <a:gd name="T27" fmla="*/ 0 h 992"/>
                  <a:gd name="T28" fmla="*/ 0 w 3106"/>
                  <a:gd name="T29" fmla="*/ 0 h 992"/>
                  <a:gd name="T30" fmla="*/ 0 w 3106"/>
                  <a:gd name="T31" fmla="*/ 0 h 992"/>
                  <a:gd name="T32" fmla="*/ 0 w 3106"/>
                  <a:gd name="T33" fmla="*/ 0 h 992"/>
                  <a:gd name="T34" fmla="*/ 0 w 3106"/>
                  <a:gd name="T35" fmla="*/ 0 h 992"/>
                  <a:gd name="T36" fmla="*/ 0 w 3106"/>
                  <a:gd name="T37" fmla="*/ 0 h 992"/>
                  <a:gd name="T38" fmla="*/ 0 w 3106"/>
                  <a:gd name="T39" fmla="*/ 0 h 992"/>
                  <a:gd name="T40" fmla="*/ 0 w 3106"/>
                  <a:gd name="T41" fmla="*/ 0 h 992"/>
                  <a:gd name="T42" fmla="*/ 0 w 3106"/>
                  <a:gd name="T43" fmla="*/ 0 h 992"/>
                  <a:gd name="T44" fmla="*/ 0 w 3106"/>
                  <a:gd name="T45" fmla="*/ 0 h 992"/>
                  <a:gd name="T46" fmla="*/ 0 w 3106"/>
                  <a:gd name="T47" fmla="*/ 0 h 992"/>
                  <a:gd name="T48" fmla="*/ 0 w 3106"/>
                  <a:gd name="T49" fmla="*/ 0 h 992"/>
                  <a:gd name="T50" fmla="*/ 0 w 3106"/>
                  <a:gd name="T51" fmla="*/ 0 h 992"/>
                  <a:gd name="T52" fmla="*/ 0 w 3106"/>
                  <a:gd name="T53" fmla="*/ 0 h 992"/>
                  <a:gd name="T54" fmla="*/ 0 w 3106"/>
                  <a:gd name="T55" fmla="*/ 0 h 992"/>
                  <a:gd name="T56" fmla="*/ 0 w 3106"/>
                  <a:gd name="T57" fmla="*/ 0 h 992"/>
                  <a:gd name="T58" fmla="*/ 0 w 3106"/>
                  <a:gd name="T59" fmla="*/ 0 h 992"/>
                  <a:gd name="T60" fmla="*/ 0 w 3106"/>
                  <a:gd name="T61" fmla="*/ 0 h 992"/>
                  <a:gd name="T62" fmla="*/ 0 w 3106"/>
                  <a:gd name="T63" fmla="*/ 0 h 992"/>
                  <a:gd name="T64" fmla="*/ 0 w 3106"/>
                  <a:gd name="T65" fmla="*/ 0 h 992"/>
                  <a:gd name="T66" fmla="*/ 0 w 3106"/>
                  <a:gd name="T67" fmla="*/ 0 h 992"/>
                  <a:gd name="T68" fmla="*/ 0 w 3106"/>
                  <a:gd name="T69" fmla="*/ 0 h 992"/>
                  <a:gd name="T70" fmla="*/ 0 w 3106"/>
                  <a:gd name="T71" fmla="*/ 0 h 992"/>
                  <a:gd name="T72" fmla="*/ 0 w 3106"/>
                  <a:gd name="T73" fmla="*/ 0 h 992"/>
                  <a:gd name="T74" fmla="*/ 0 w 3106"/>
                  <a:gd name="T75" fmla="*/ 0 h 992"/>
                  <a:gd name="T76" fmla="*/ 0 w 3106"/>
                  <a:gd name="T77" fmla="*/ 0 h 992"/>
                  <a:gd name="T78" fmla="*/ 0 w 3106"/>
                  <a:gd name="T79" fmla="*/ 0 h 992"/>
                  <a:gd name="T80" fmla="*/ 0 w 3106"/>
                  <a:gd name="T81" fmla="*/ 0 h 992"/>
                  <a:gd name="T82" fmla="*/ 0 w 3106"/>
                  <a:gd name="T83" fmla="*/ 0 h 992"/>
                  <a:gd name="T84" fmla="*/ 0 w 3106"/>
                  <a:gd name="T85" fmla="*/ 0 h 992"/>
                  <a:gd name="T86" fmla="*/ 0 w 3106"/>
                  <a:gd name="T87" fmla="*/ 0 h 992"/>
                  <a:gd name="T88" fmla="*/ 0 w 3106"/>
                  <a:gd name="T89" fmla="*/ 0 h 992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3106"/>
                  <a:gd name="T136" fmla="*/ 0 h 992"/>
                  <a:gd name="T137" fmla="*/ 3106 w 3106"/>
                  <a:gd name="T138" fmla="*/ 992 h 992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3106" h="992">
                    <a:moveTo>
                      <a:pt x="0" y="215"/>
                    </a:moveTo>
                    <a:lnTo>
                      <a:pt x="430" y="377"/>
                    </a:lnTo>
                    <a:lnTo>
                      <a:pt x="540" y="268"/>
                    </a:lnTo>
                    <a:lnTo>
                      <a:pt x="770" y="268"/>
                    </a:lnTo>
                    <a:lnTo>
                      <a:pt x="896" y="364"/>
                    </a:lnTo>
                    <a:lnTo>
                      <a:pt x="1010" y="327"/>
                    </a:lnTo>
                    <a:lnTo>
                      <a:pt x="1603" y="314"/>
                    </a:lnTo>
                    <a:lnTo>
                      <a:pt x="2017" y="226"/>
                    </a:lnTo>
                    <a:lnTo>
                      <a:pt x="2589" y="0"/>
                    </a:lnTo>
                    <a:lnTo>
                      <a:pt x="2663" y="49"/>
                    </a:lnTo>
                    <a:lnTo>
                      <a:pt x="2676" y="100"/>
                    </a:lnTo>
                    <a:lnTo>
                      <a:pt x="2614" y="162"/>
                    </a:lnTo>
                    <a:lnTo>
                      <a:pt x="2689" y="238"/>
                    </a:lnTo>
                    <a:lnTo>
                      <a:pt x="2713" y="302"/>
                    </a:lnTo>
                    <a:lnTo>
                      <a:pt x="2689" y="377"/>
                    </a:lnTo>
                    <a:lnTo>
                      <a:pt x="3091" y="413"/>
                    </a:lnTo>
                    <a:lnTo>
                      <a:pt x="3106" y="439"/>
                    </a:lnTo>
                    <a:lnTo>
                      <a:pt x="2689" y="461"/>
                    </a:lnTo>
                    <a:lnTo>
                      <a:pt x="2689" y="500"/>
                    </a:lnTo>
                    <a:lnTo>
                      <a:pt x="2713" y="540"/>
                    </a:lnTo>
                    <a:lnTo>
                      <a:pt x="3078" y="553"/>
                    </a:lnTo>
                    <a:lnTo>
                      <a:pt x="3043" y="602"/>
                    </a:lnTo>
                    <a:lnTo>
                      <a:pt x="2737" y="665"/>
                    </a:lnTo>
                    <a:lnTo>
                      <a:pt x="2737" y="715"/>
                    </a:lnTo>
                    <a:lnTo>
                      <a:pt x="2953" y="715"/>
                    </a:lnTo>
                    <a:lnTo>
                      <a:pt x="2977" y="680"/>
                    </a:lnTo>
                    <a:lnTo>
                      <a:pt x="2965" y="740"/>
                    </a:lnTo>
                    <a:lnTo>
                      <a:pt x="2589" y="791"/>
                    </a:lnTo>
                    <a:lnTo>
                      <a:pt x="2160" y="814"/>
                    </a:lnTo>
                    <a:lnTo>
                      <a:pt x="1992" y="814"/>
                    </a:lnTo>
                    <a:lnTo>
                      <a:pt x="1753" y="854"/>
                    </a:lnTo>
                    <a:lnTo>
                      <a:pt x="1676" y="992"/>
                    </a:lnTo>
                    <a:lnTo>
                      <a:pt x="1314" y="992"/>
                    </a:lnTo>
                    <a:lnTo>
                      <a:pt x="1641" y="953"/>
                    </a:lnTo>
                    <a:lnTo>
                      <a:pt x="1692" y="867"/>
                    </a:lnTo>
                    <a:lnTo>
                      <a:pt x="1715" y="752"/>
                    </a:lnTo>
                    <a:lnTo>
                      <a:pt x="1715" y="641"/>
                    </a:lnTo>
                    <a:lnTo>
                      <a:pt x="1676" y="489"/>
                    </a:lnTo>
                    <a:lnTo>
                      <a:pt x="1630" y="364"/>
                    </a:lnTo>
                    <a:lnTo>
                      <a:pt x="1010" y="377"/>
                    </a:lnTo>
                    <a:lnTo>
                      <a:pt x="881" y="401"/>
                    </a:lnTo>
                    <a:lnTo>
                      <a:pt x="669" y="314"/>
                    </a:lnTo>
                    <a:lnTo>
                      <a:pt x="468" y="473"/>
                    </a:lnTo>
                    <a:lnTo>
                      <a:pt x="415" y="401"/>
                    </a:lnTo>
                    <a:lnTo>
                      <a:pt x="0" y="2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0" name="Freeform 464"/>
              <p:cNvSpPr>
                <a:spLocks/>
              </p:cNvSpPr>
              <p:nvPr/>
            </p:nvSpPr>
            <p:spPr bwMode="auto">
              <a:xfrm>
                <a:off x="2328" y="2081"/>
                <a:ext cx="45" cy="18"/>
              </a:xfrm>
              <a:custGeom>
                <a:avLst/>
                <a:gdLst>
                  <a:gd name="T0" fmla="*/ 0 w 366"/>
                  <a:gd name="T1" fmla="*/ 0 h 150"/>
                  <a:gd name="T2" fmla="*/ 0 w 366"/>
                  <a:gd name="T3" fmla="*/ 0 h 150"/>
                  <a:gd name="T4" fmla="*/ 0 w 366"/>
                  <a:gd name="T5" fmla="*/ 0 h 150"/>
                  <a:gd name="T6" fmla="*/ 0 w 366"/>
                  <a:gd name="T7" fmla="*/ 0 h 150"/>
                  <a:gd name="T8" fmla="*/ 0 w 366"/>
                  <a:gd name="T9" fmla="*/ 0 h 150"/>
                  <a:gd name="T10" fmla="*/ 0 w 366"/>
                  <a:gd name="T11" fmla="*/ 0 h 1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66"/>
                  <a:gd name="T19" fmla="*/ 0 h 150"/>
                  <a:gd name="T20" fmla="*/ 366 w 366"/>
                  <a:gd name="T21" fmla="*/ 150 h 15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66" h="150">
                    <a:moveTo>
                      <a:pt x="366" y="114"/>
                    </a:moveTo>
                    <a:lnTo>
                      <a:pt x="200" y="0"/>
                    </a:lnTo>
                    <a:lnTo>
                      <a:pt x="0" y="40"/>
                    </a:lnTo>
                    <a:lnTo>
                      <a:pt x="38" y="93"/>
                    </a:lnTo>
                    <a:lnTo>
                      <a:pt x="302" y="150"/>
                    </a:lnTo>
                    <a:lnTo>
                      <a:pt x="366" y="1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1" name="Freeform 465"/>
              <p:cNvSpPr>
                <a:spLocks/>
              </p:cNvSpPr>
              <p:nvPr/>
            </p:nvSpPr>
            <p:spPr bwMode="auto">
              <a:xfrm>
                <a:off x="2175" y="1770"/>
                <a:ext cx="39" cy="273"/>
              </a:xfrm>
              <a:custGeom>
                <a:avLst/>
                <a:gdLst>
                  <a:gd name="T0" fmla="*/ 0 w 315"/>
                  <a:gd name="T1" fmla="*/ 0 h 2186"/>
                  <a:gd name="T2" fmla="*/ 0 w 315"/>
                  <a:gd name="T3" fmla="*/ 0 h 2186"/>
                  <a:gd name="T4" fmla="*/ 0 w 315"/>
                  <a:gd name="T5" fmla="*/ 0 h 2186"/>
                  <a:gd name="T6" fmla="*/ 0 w 315"/>
                  <a:gd name="T7" fmla="*/ 0 h 2186"/>
                  <a:gd name="T8" fmla="*/ 0 w 315"/>
                  <a:gd name="T9" fmla="*/ 0 h 2186"/>
                  <a:gd name="T10" fmla="*/ 0 w 315"/>
                  <a:gd name="T11" fmla="*/ 0 h 2186"/>
                  <a:gd name="T12" fmla="*/ 0 w 315"/>
                  <a:gd name="T13" fmla="*/ 0 h 2186"/>
                  <a:gd name="T14" fmla="*/ 0 w 315"/>
                  <a:gd name="T15" fmla="*/ 0 h 2186"/>
                  <a:gd name="T16" fmla="*/ 0 w 315"/>
                  <a:gd name="T17" fmla="*/ 0 h 2186"/>
                  <a:gd name="T18" fmla="*/ 0 w 315"/>
                  <a:gd name="T19" fmla="*/ 0 h 2186"/>
                  <a:gd name="T20" fmla="*/ 0 w 315"/>
                  <a:gd name="T21" fmla="*/ 0 h 2186"/>
                  <a:gd name="T22" fmla="*/ 0 w 315"/>
                  <a:gd name="T23" fmla="*/ 0 h 2186"/>
                  <a:gd name="T24" fmla="*/ 0 w 315"/>
                  <a:gd name="T25" fmla="*/ 0 h 2186"/>
                  <a:gd name="T26" fmla="*/ 0 w 315"/>
                  <a:gd name="T27" fmla="*/ 0 h 2186"/>
                  <a:gd name="T28" fmla="*/ 0 w 315"/>
                  <a:gd name="T29" fmla="*/ 0 h 2186"/>
                  <a:gd name="T30" fmla="*/ 0 w 315"/>
                  <a:gd name="T31" fmla="*/ 0 h 2186"/>
                  <a:gd name="T32" fmla="*/ 0 w 315"/>
                  <a:gd name="T33" fmla="*/ 0 h 2186"/>
                  <a:gd name="T34" fmla="*/ 0 w 315"/>
                  <a:gd name="T35" fmla="*/ 0 h 2186"/>
                  <a:gd name="T36" fmla="*/ 0 w 315"/>
                  <a:gd name="T37" fmla="*/ 0 h 2186"/>
                  <a:gd name="T38" fmla="*/ 0 w 315"/>
                  <a:gd name="T39" fmla="*/ 0 h 2186"/>
                  <a:gd name="T40" fmla="*/ 0 w 315"/>
                  <a:gd name="T41" fmla="*/ 0 h 2186"/>
                  <a:gd name="T42" fmla="*/ 0 w 315"/>
                  <a:gd name="T43" fmla="*/ 0 h 2186"/>
                  <a:gd name="T44" fmla="*/ 0 w 315"/>
                  <a:gd name="T45" fmla="*/ 0 h 2186"/>
                  <a:gd name="T46" fmla="*/ 0 w 315"/>
                  <a:gd name="T47" fmla="*/ 0 h 218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315"/>
                  <a:gd name="T73" fmla="*/ 0 h 2186"/>
                  <a:gd name="T74" fmla="*/ 315 w 315"/>
                  <a:gd name="T75" fmla="*/ 2186 h 218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315" h="2186">
                    <a:moveTo>
                      <a:pt x="175" y="2133"/>
                    </a:moveTo>
                    <a:lnTo>
                      <a:pt x="214" y="2085"/>
                    </a:lnTo>
                    <a:lnTo>
                      <a:pt x="214" y="1958"/>
                    </a:lnTo>
                    <a:lnTo>
                      <a:pt x="124" y="1633"/>
                    </a:lnTo>
                    <a:lnTo>
                      <a:pt x="62" y="1180"/>
                    </a:lnTo>
                    <a:lnTo>
                      <a:pt x="49" y="796"/>
                    </a:lnTo>
                    <a:lnTo>
                      <a:pt x="21" y="540"/>
                    </a:lnTo>
                    <a:lnTo>
                      <a:pt x="49" y="466"/>
                    </a:lnTo>
                    <a:lnTo>
                      <a:pt x="49" y="325"/>
                    </a:lnTo>
                    <a:lnTo>
                      <a:pt x="0" y="213"/>
                    </a:lnTo>
                    <a:lnTo>
                      <a:pt x="73" y="277"/>
                    </a:lnTo>
                    <a:lnTo>
                      <a:pt x="99" y="213"/>
                    </a:lnTo>
                    <a:lnTo>
                      <a:pt x="111" y="127"/>
                    </a:lnTo>
                    <a:lnTo>
                      <a:pt x="111" y="0"/>
                    </a:lnTo>
                    <a:lnTo>
                      <a:pt x="124" y="104"/>
                    </a:lnTo>
                    <a:lnTo>
                      <a:pt x="136" y="213"/>
                    </a:lnTo>
                    <a:lnTo>
                      <a:pt x="111" y="341"/>
                    </a:lnTo>
                    <a:lnTo>
                      <a:pt x="73" y="466"/>
                    </a:lnTo>
                    <a:lnTo>
                      <a:pt x="49" y="551"/>
                    </a:lnTo>
                    <a:lnTo>
                      <a:pt x="111" y="1292"/>
                    </a:lnTo>
                    <a:lnTo>
                      <a:pt x="185" y="1732"/>
                    </a:lnTo>
                    <a:lnTo>
                      <a:pt x="262" y="1958"/>
                    </a:lnTo>
                    <a:lnTo>
                      <a:pt x="315" y="2186"/>
                    </a:lnTo>
                    <a:lnTo>
                      <a:pt x="175" y="21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2" name="Freeform 466"/>
              <p:cNvSpPr>
                <a:spLocks/>
              </p:cNvSpPr>
              <p:nvPr/>
            </p:nvSpPr>
            <p:spPr bwMode="auto">
              <a:xfrm>
                <a:off x="2215" y="1750"/>
                <a:ext cx="217" cy="307"/>
              </a:xfrm>
              <a:custGeom>
                <a:avLst/>
                <a:gdLst>
                  <a:gd name="T0" fmla="*/ 0 w 1731"/>
                  <a:gd name="T1" fmla="*/ 0 h 2462"/>
                  <a:gd name="T2" fmla="*/ 0 w 1731"/>
                  <a:gd name="T3" fmla="*/ 0 h 2462"/>
                  <a:gd name="T4" fmla="*/ 0 w 1731"/>
                  <a:gd name="T5" fmla="*/ 0 h 2462"/>
                  <a:gd name="T6" fmla="*/ 0 w 1731"/>
                  <a:gd name="T7" fmla="*/ 0 h 2462"/>
                  <a:gd name="T8" fmla="*/ 0 w 1731"/>
                  <a:gd name="T9" fmla="*/ 0 h 2462"/>
                  <a:gd name="T10" fmla="*/ 0 w 1731"/>
                  <a:gd name="T11" fmla="*/ 0 h 2462"/>
                  <a:gd name="T12" fmla="*/ 0 w 1731"/>
                  <a:gd name="T13" fmla="*/ 0 h 2462"/>
                  <a:gd name="T14" fmla="*/ 0 w 1731"/>
                  <a:gd name="T15" fmla="*/ 0 h 2462"/>
                  <a:gd name="T16" fmla="*/ 0 w 1731"/>
                  <a:gd name="T17" fmla="*/ 0 h 2462"/>
                  <a:gd name="T18" fmla="*/ 0 w 1731"/>
                  <a:gd name="T19" fmla="*/ 0 h 2462"/>
                  <a:gd name="T20" fmla="*/ 0 w 1731"/>
                  <a:gd name="T21" fmla="*/ 0 h 2462"/>
                  <a:gd name="T22" fmla="*/ 0 w 1731"/>
                  <a:gd name="T23" fmla="*/ 0 h 2462"/>
                  <a:gd name="T24" fmla="*/ 0 w 1731"/>
                  <a:gd name="T25" fmla="*/ 0 h 2462"/>
                  <a:gd name="T26" fmla="*/ 0 w 1731"/>
                  <a:gd name="T27" fmla="*/ 0 h 2462"/>
                  <a:gd name="T28" fmla="*/ 0 w 1731"/>
                  <a:gd name="T29" fmla="*/ 0 h 2462"/>
                  <a:gd name="T30" fmla="*/ 0 w 1731"/>
                  <a:gd name="T31" fmla="*/ 0 h 2462"/>
                  <a:gd name="T32" fmla="*/ 0 w 1731"/>
                  <a:gd name="T33" fmla="*/ 0 h 2462"/>
                  <a:gd name="T34" fmla="*/ 0 w 1731"/>
                  <a:gd name="T35" fmla="*/ 0 h 2462"/>
                  <a:gd name="T36" fmla="*/ 0 w 1731"/>
                  <a:gd name="T37" fmla="*/ 0 h 2462"/>
                  <a:gd name="T38" fmla="*/ 0 w 1731"/>
                  <a:gd name="T39" fmla="*/ 0 h 2462"/>
                  <a:gd name="T40" fmla="*/ 0 w 1731"/>
                  <a:gd name="T41" fmla="*/ 0 h 2462"/>
                  <a:gd name="T42" fmla="*/ 0 w 1731"/>
                  <a:gd name="T43" fmla="*/ 0 h 2462"/>
                  <a:gd name="T44" fmla="*/ 0 w 1731"/>
                  <a:gd name="T45" fmla="*/ 0 h 2462"/>
                  <a:gd name="T46" fmla="*/ 0 w 1731"/>
                  <a:gd name="T47" fmla="*/ 0 h 2462"/>
                  <a:gd name="T48" fmla="*/ 0 w 1731"/>
                  <a:gd name="T49" fmla="*/ 0 h 2462"/>
                  <a:gd name="T50" fmla="*/ 0 w 1731"/>
                  <a:gd name="T51" fmla="*/ 0 h 2462"/>
                  <a:gd name="T52" fmla="*/ 0 w 1731"/>
                  <a:gd name="T53" fmla="*/ 0 h 2462"/>
                  <a:gd name="T54" fmla="*/ 0 w 1731"/>
                  <a:gd name="T55" fmla="*/ 0 h 2462"/>
                  <a:gd name="T56" fmla="*/ 0 w 1731"/>
                  <a:gd name="T57" fmla="*/ 0 h 2462"/>
                  <a:gd name="T58" fmla="*/ 0 w 1731"/>
                  <a:gd name="T59" fmla="*/ 0 h 2462"/>
                  <a:gd name="T60" fmla="*/ 0 w 1731"/>
                  <a:gd name="T61" fmla="*/ 0 h 2462"/>
                  <a:gd name="T62" fmla="*/ 0 w 1731"/>
                  <a:gd name="T63" fmla="*/ 0 h 2462"/>
                  <a:gd name="T64" fmla="*/ 0 w 1731"/>
                  <a:gd name="T65" fmla="*/ 0 h 2462"/>
                  <a:gd name="T66" fmla="*/ 0 w 1731"/>
                  <a:gd name="T67" fmla="*/ 0 h 2462"/>
                  <a:gd name="T68" fmla="*/ 0 w 1731"/>
                  <a:gd name="T69" fmla="*/ 0 h 2462"/>
                  <a:gd name="T70" fmla="*/ 0 w 1731"/>
                  <a:gd name="T71" fmla="*/ 0 h 2462"/>
                  <a:gd name="T72" fmla="*/ 0 w 1731"/>
                  <a:gd name="T73" fmla="*/ 0 h 2462"/>
                  <a:gd name="T74" fmla="*/ 0 w 1731"/>
                  <a:gd name="T75" fmla="*/ 0 h 2462"/>
                  <a:gd name="T76" fmla="*/ 0 w 1731"/>
                  <a:gd name="T77" fmla="*/ 0 h 2462"/>
                  <a:gd name="T78" fmla="*/ 0 w 1731"/>
                  <a:gd name="T79" fmla="*/ 0 h 2462"/>
                  <a:gd name="T80" fmla="*/ 0 w 1731"/>
                  <a:gd name="T81" fmla="*/ 0 h 2462"/>
                  <a:gd name="T82" fmla="*/ 0 w 1731"/>
                  <a:gd name="T83" fmla="*/ 0 h 2462"/>
                  <a:gd name="T84" fmla="*/ 0 w 1731"/>
                  <a:gd name="T85" fmla="*/ 0 h 2462"/>
                  <a:gd name="T86" fmla="*/ 0 w 1731"/>
                  <a:gd name="T87" fmla="*/ 0 h 246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731"/>
                  <a:gd name="T133" fmla="*/ 0 h 2462"/>
                  <a:gd name="T134" fmla="*/ 1731 w 1731"/>
                  <a:gd name="T135" fmla="*/ 2462 h 2462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731" h="2462">
                    <a:moveTo>
                      <a:pt x="152" y="0"/>
                    </a:moveTo>
                    <a:lnTo>
                      <a:pt x="379" y="203"/>
                    </a:lnTo>
                    <a:lnTo>
                      <a:pt x="440" y="376"/>
                    </a:lnTo>
                    <a:lnTo>
                      <a:pt x="480" y="541"/>
                    </a:lnTo>
                    <a:lnTo>
                      <a:pt x="480" y="800"/>
                    </a:lnTo>
                    <a:lnTo>
                      <a:pt x="368" y="1646"/>
                    </a:lnTo>
                    <a:lnTo>
                      <a:pt x="267" y="1747"/>
                    </a:lnTo>
                    <a:lnTo>
                      <a:pt x="0" y="1784"/>
                    </a:lnTo>
                    <a:lnTo>
                      <a:pt x="368" y="1772"/>
                    </a:lnTo>
                    <a:lnTo>
                      <a:pt x="254" y="2450"/>
                    </a:lnTo>
                    <a:lnTo>
                      <a:pt x="278" y="2462"/>
                    </a:lnTo>
                    <a:lnTo>
                      <a:pt x="406" y="1881"/>
                    </a:lnTo>
                    <a:lnTo>
                      <a:pt x="883" y="2273"/>
                    </a:lnTo>
                    <a:lnTo>
                      <a:pt x="996" y="2273"/>
                    </a:lnTo>
                    <a:lnTo>
                      <a:pt x="1174" y="2185"/>
                    </a:lnTo>
                    <a:lnTo>
                      <a:pt x="1363" y="2035"/>
                    </a:lnTo>
                    <a:lnTo>
                      <a:pt x="1500" y="1895"/>
                    </a:lnTo>
                    <a:lnTo>
                      <a:pt x="1603" y="1759"/>
                    </a:lnTo>
                    <a:lnTo>
                      <a:pt x="1462" y="1881"/>
                    </a:lnTo>
                    <a:lnTo>
                      <a:pt x="1363" y="1809"/>
                    </a:lnTo>
                    <a:lnTo>
                      <a:pt x="1480" y="1734"/>
                    </a:lnTo>
                    <a:lnTo>
                      <a:pt x="1238" y="1809"/>
                    </a:lnTo>
                    <a:lnTo>
                      <a:pt x="950" y="1846"/>
                    </a:lnTo>
                    <a:lnTo>
                      <a:pt x="669" y="1846"/>
                    </a:lnTo>
                    <a:lnTo>
                      <a:pt x="555" y="1846"/>
                    </a:lnTo>
                    <a:lnTo>
                      <a:pt x="469" y="1784"/>
                    </a:lnTo>
                    <a:lnTo>
                      <a:pt x="647" y="1708"/>
                    </a:lnTo>
                    <a:lnTo>
                      <a:pt x="1012" y="1708"/>
                    </a:lnTo>
                    <a:lnTo>
                      <a:pt x="1300" y="1545"/>
                    </a:lnTo>
                    <a:lnTo>
                      <a:pt x="1012" y="1631"/>
                    </a:lnTo>
                    <a:lnTo>
                      <a:pt x="647" y="1631"/>
                    </a:lnTo>
                    <a:lnTo>
                      <a:pt x="440" y="1685"/>
                    </a:lnTo>
                    <a:lnTo>
                      <a:pt x="440" y="1496"/>
                    </a:lnTo>
                    <a:lnTo>
                      <a:pt x="987" y="1409"/>
                    </a:lnTo>
                    <a:lnTo>
                      <a:pt x="781" y="892"/>
                    </a:lnTo>
                    <a:lnTo>
                      <a:pt x="555" y="592"/>
                    </a:lnTo>
                    <a:lnTo>
                      <a:pt x="555" y="415"/>
                    </a:lnTo>
                    <a:lnTo>
                      <a:pt x="1570" y="1444"/>
                    </a:lnTo>
                    <a:lnTo>
                      <a:pt x="1731" y="1519"/>
                    </a:lnTo>
                    <a:lnTo>
                      <a:pt x="1642" y="1332"/>
                    </a:lnTo>
                    <a:lnTo>
                      <a:pt x="733" y="477"/>
                    </a:lnTo>
                    <a:lnTo>
                      <a:pt x="620" y="267"/>
                    </a:lnTo>
                    <a:lnTo>
                      <a:pt x="304" y="51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3" name="Freeform 467"/>
              <p:cNvSpPr>
                <a:spLocks/>
              </p:cNvSpPr>
              <p:nvPr/>
            </p:nvSpPr>
            <p:spPr bwMode="auto">
              <a:xfrm>
                <a:off x="2345" y="1986"/>
                <a:ext cx="98" cy="73"/>
              </a:xfrm>
              <a:custGeom>
                <a:avLst/>
                <a:gdLst>
                  <a:gd name="T0" fmla="*/ 0 w 783"/>
                  <a:gd name="T1" fmla="*/ 0 h 580"/>
                  <a:gd name="T2" fmla="*/ 0 w 783"/>
                  <a:gd name="T3" fmla="*/ 0 h 580"/>
                  <a:gd name="T4" fmla="*/ 0 w 783"/>
                  <a:gd name="T5" fmla="*/ 0 h 580"/>
                  <a:gd name="T6" fmla="*/ 0 w 783"/>
                  <a:gd name="T7" fmla="*/ 0 h 580"/>
                  <a:gd name="T8" fmla="*/ 0 w 783"/>
                  <a:gd name="T9" fmla="*/ 0 h 580"/>
                  <a:gd name="T10" fmla="*/ 0 w 783"/>
                  <a:gd name="T11" fmla="*/ 0 h 580"/>
                  <a:gd name="T12" fmla="*/ 0 w 783"/>
                  <a:gd name="T13" fmla="*/ 0 h 580"/>
                  <a:gd name="T14" fmla="*/ 0 w 783"/>
                  <a:gd name="T15" fmla="*/ 0 h 580"/>
                  <a:gd name="T16" fmla="*/ 0 w 783"/>
                  <a:gd name="T17" fmla="*/ 0 h 580"/>
                  <a:gd name="T18" fmla="*/ 0 w 783"/>
                  <a:gd name="T19" fmla="*/ 0 h 5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83"/>
                  <a:gd name="T31" fmla="*/ 0 h 580"/>
                  <a:gd name="T32" fmla="*/ 783 w 783"/>
                  <a:gd name="T33" fmla="*/ 580 h 58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83" h="580">
                    <a:moveTo>
                      <a:pt x="0" y="442"/>
                    </a:moveTo>
                    <a:lnTo>
                      <a:pt x="317" y="378"/>
                    </a:lnTo>
                    <a:lnTo>
                      <a:pt x="670" y="580"/>
                    </a:lnTo>
                    <a:lnTo>
                      <a:pt x="783" y="540"/>
                    </a:lnTo>
                    <a:lnTo>
                      <a:pt x="504" y="378"/>
                    </a:lnTo>
                    <a:lnTo>
                      <a:pt x="619" y="166"/>
                    </a:lnTo>
                    <a:lnTo>
                      <a:pt x="619" y="0"/>
                    </a:lnTo>
                    <a:lnTo>
                      <a:pt x="402" y="265"/>
                    </a:lnTo>
                    <a:lnTo>
                      <a:pt x="216" y="362"/>
                    </a:lnTo>
                    <a:lnTo>
                      <a:pt x="0" y="4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4" name="Freeform 468"/>
              <p:cNvSpPr>
                <a:spLocks/>
              </p:cNvSpPr>
              <p:nvPr/>
            </p:nvSpPr>
            <p:spPr bwMode="auto">
              <a:xfrm>
                <a:off x="2416" y="1935"/>
                <a:ext cx="123" cy="88"/>
              </a:xfrm>
              <a:custGeom>
                <a:avLst/>
                <a:gdLst>
                  <a:gd name="T0" fmla="*/ 0 w 984"/>
                  <a:gd name="T1" fmla="*/ 0 h 703"/>
                  <a:gd name="T2" fmla="*/ 0 w 984"/>
                  <a:gd name="T3" fmla="*/ 0 h 703"/>
                  <a:gd name="T4" fmla="*/ 0 w 984"/>
                  <a:gd name="T5" fmla="*/ 0 h 703"/>
                  <a:gd name="T6" fmla="*/ 0 w 984"/>
                  <a:gd name="T7" fmla="*/ 0 h 703"/>
                  <a:gd name="T8" fmla="*/ 0 w 984"/>
                  <a:gd name="T9" fmla="*/ 0 h 703"/>
                  <a:gd name="T10" fmla="*/ 0 w 984"/>
                  <a:gd name="T11" fmla="*/ 0 h 703"/>
                  <a:gd name="T12" fmla="*/ 0 w 984"/>
                  <a:gd name="T13" fmla="*/ 0 h 703"/>
                  <a:gd name="T14" fmla="*/ 0 w 984"/>
                  <a:gd name="T15" fmla="*/ 0 h 703"/>
                  <a:gd name="T16" fmla="*/ 0 w 984"/>
                  <a:gd name="T17" fmla="*/ 0 h 703"/>
                  <a:gd name="T18" fmla="*/ 0 w 984"/>
                  <a:gd name="T19" fmla="*/ 0 h 703"/>
                  <a:gd name="T20" fmla="*/ 0 w 984"/>
                  <a:gd name="T21" fmla="*/ 0 h 703"/>
                  <a:gd name="T22" fmla="*/ 0 w 984"/>
                  <a:gd name="T23" fmla="*/ 0 h 703"/>
                  <a:gd name="T24" fmla="*/ 0 w 984"/>
                  <a:gd name="T25" fmla="*/ 0 h 703"/>
                  <a:gd name="T26" fmla="*/ 0 w 984"/>
                  <a:gd name="T27" fmla="*/ 0 h 703"/>
                  <a:gd name="T28" fmla="*/ 0 w 984"/>
                  <a:gd name="T29" fmla="*/ 0 h 70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984"/>
                  <a:gd name="T46" fmla="*/ 0 h 703"/>
                  <a:gd name="T47" fmla="*/ 984 w 984"/>
                  <a:gd name="T48" fmla="*/ 703 h 70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984" h="703">
                    <a:moveTo>
                      <a:pt x="189" y="314"/>
                    </a:moveTo>
                    <a:lnTo>
                      <a:pt x="367" y="212"/>
                    </a:lnTo>
                    <a:lnTo>
                      <a:pt x="744" y="364"/>
                    </a:lnTo>
                    <a:lnTo>
                      <a:pt x="744" y="500"/>
                    </a:lnTo>
                    <a:lnTo>
                      <a:pt x="442" y="579"/>
                    </a:lnTo>
                    <a:lnTo>
                      <a:pt x="809" y="567"/>
                    </a:lnTo>
                    <a:lnTo>
                      <a:pt x="984" y="703"/>
                    </a:lnTo>
                    <a:lnTo>
                      <a:pt x="870" y="450"/>
                    </a:lnTo>
                    <a:lnTo>
                      <a:pt x="707" y="265"/>
                    </a:lnTo>
                    <a:lnTo>
                      <a:pt x="343" y="164"/>
                    </a:lnTo>
                    <a:lnTo>
                      <a:pt x="202" y="0"/>
                    </a:lnTo>
                    <a:lnTo>
                      <a:pt x="0" y="164"/>
                    </a:lnTo>
                    <a:lnTo>
                      <a:pt x="178" y="63"/>
                    </a:lnTo>
                    <a:lnTo>
                      <a:pt x="239" y="149"/>
                    </a:lnTo>
                    <a:lnTo>
                      <a:pt x="189" y="3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5" name="Freeform 469"/>
              <p:cNvSpPr>
                <a:spLocks/>
              </p:cNvSpPr>
              <p:nvPr/>
            </p:nvSpPr>
            <p:spPr bwMode="auto">
              <a:xfrm>
                <a:off x="2547" y="2016"/>
                <a:ext cx="73" cy="52"/>
              </a:xfrm>
              <a:custGeom>
                <a:avLst/>
                <a:gdLst>
                  <a:gd name="T0" fmla="*/ 0 w 581"/>
                  <a:gd name="T1" fmla="*/ 0 h 415"/>
                  <a:gd name="T2" fmla="*/ 0 w 581"/>
                  <a:gd name="T3" fmla="*/ 0 h 415"/>
                  <a:gd name="T4" fmla="*/ 0 w 581"/>
                  <a:gd name="T5" fmla="*/ 0 h 415"/>
                  <a:gd name="T6" fmla="*/ 0 w 581"/>
                  <a:gd name="T7" fmla="*/ 0 h 415"/>
                  <a:gd name="T8" fmla="*/ 0 w 581"/>
                  <a:gd name="T9" fmla="*/ 0 h 415"/>
                  <a:gd name="T10" fmla="*/ 0 w 581"/>
                  <a:gd name="T11" fmla="*/ 0 h 415"/>
                  <a:gd name="T12" fmla="*/ 0 w 581"/>
                  <a:gd name="T13" fmla="*/ 0 h 415"/>
                  <a:gd name="T14" fmla="*/ 0 w 581"/>
                  <a:gd name="T15" fmla="*/ 0 h 415"/>
                  <a:gd name="T16" fmla="*/ 0 w 581"/>
                  <a:gd name="T17" fmla="*/ 0 h 415"/>
                  <a:gd name="T18" fmla="*/ 0 w 581"/>
                  <a:gd name="T19" fmla="*/ 0 h 415"/>
                  <a:gd name="T20" fmla="*/ 0 w 581"/>
                  <a:gd name="T21" fmla="*/ 0 h 415"/>
                  <a:gd name="T22" fmla="*/ 0 w 581"/>
                  <a:gd name="T23" fmla="*/ 0 h 415"/>
                  <a:gd name="T24" fmla="*/ 0 w 581"/>
                  <a:gd name="T25" fmla="*/ 0 h 415"/>
                  <a:gd name="T26" fmla="*/ 0 w 581"/>
                  <a:gd name="T27" fmla="*/ 0 h 415"/>
                  <a:gd name="T28" fmla="*/ 0 w 581"/>
                  <a:gd name="T29" fmla="*/ 0 h 41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81"/>
                  <a:gd name="T46" fmla="*/ 0 h 415"/>
                  <a:gd name="T47" fmla="*/ 581 w 581"/>
                  <a:gd name="T48" fmla="*/ 415 h 415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81" h="415">
                    <a:moveTo>
                      <a:pt x="22" y="0"/>
                    </a:moveTo>
                    <a:lnTo>
                      <a:pt x="464" y="37"/>
                    </a:lnTo>
                    <a:lnTo>
                      <a:pt x="581" y="240"/>
                    </a:lnTo>
                    <a:lnTo>
                      <a:pt x="581" y="288"/>
                    </a:lnTo>
                    <a:lnTo>
                      <a:pt x="492" y="316"/>
                    </a:lnTo>
                    <a:lnTo>
                      <a:pt x="363" y="240"/>
                    </a:lnTo>
                    <a:lnTo>
                      <a:pt x="187" y="240"/>
                    </a:lnTo>
                    <a:lnTo>
                      <a:pt x="477" y="351"/>
                    </a:lnTo>
                    <a:lnTo>
                      <a:pt x="492" y="415"/>
                    </a:lnTo>
                    <a:lnTo>
                      <a:pt x="453" y="367"/>
                    </a:lnTo>
                    <a:lnTo>
                      <a:pt x="22" y="229"/>
                    </a:lnTo>
                    <a:lnTo>
                      <a:pt x="0" y="192"/>
                    </a:lnTo>
                    <a:lnTo>
                      <a:pt x="464" y="176"/>
                    </a:lnTo>
                    <a:lnTo>
                      <a:pt x="453" y="75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6" name="Freeform 470"/>
              <p:cNvSpPr>
                <a:spLocks/>
              </p:cNvSpPr>
              <p:nvPr/>
            </p:nvSpPr>
            <p:spPr bwMode="auto">
              <a:xfrm>
                <a:off x="2583" y="2062"/>
                <a:ext cx="29" cy="44"/>
              </a:xfrm>
              <a:custGeom>
                <a:avLst/>
                <a:gdLst>
                  <a:gd name="T0" fmla="*/ 0 w 228"/>
                  <a:gd name="T1" fmla="*/ 0 h 352"/>
                  <a:gd name="T2" fmla="*/ 0 w 228"/>
                  <a:gd name="T3" fmla="*/ 0 h 352"/>
                  <a:gd name="T4" fmla="*/ 0 w 228"/>
                  <a:gd name="T5" fmla="*/ 0 h 352"/>
                  <a:gd name="T6" fmla="*/ 0 w 228"/>
                  <a:gd name="T7" fmla="*/ 0 h 352"/>
                  <a:gd name="T8" fmla="*/ 0 w 228"/>
                  <a:gd name="T9" fmla="*/ 0 h 352"/>
                  <a:gd name="T10" fmla="*/ 0 w 228"/>
                  <a:gd name="T11" fmla="*/ 0 h 352"/>
                  <a:gd name="T12" fmla="*/ 0 w 228"/>
                  <a:gd name="T13" fmla="*/ 0 h 352"/>
                  <a:gd name="T14" fmla="*/ 0 w 228"/>
                  <a:gd name="T15" fmla="*/ 0 h 352"/>
                  <a:gd name="T16" fmla="*/ 0 w 228"/>
                  <a:gd name="T17" fmla="*/ 0 h 352"/>
                  <a:gd name="T18" fmla="*/ 0 w 228"/>
                  <a:gd name="T19" fmla="*/ 0 h 35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28"/>
                  <a:gd name="T31" fmla="*/ 0 h 352"/>
                  <a:gd name="T32" fmla="*/ 228 w 228"/>
                  <a:gd name="T33" fmla="*/ 352 h 35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28" h="352">
                    <a:moveTo>
                      <a:pt x="186" y="99"/>
                    </a:moveTo>
                    <a:lnTo>
                      <a:pt x="186" y="163"/>
                    </a:lnTo>
                    <a:lnTo>
                      <a:pt x="96" y="210"/>
                    </a:lnTo>
                    <a:lnTo>
                      <a:pt x="0" y="275"/>
                    </a:lnTo>
                    <a:lnTo>
                      <a:pt x="72" y="352"/>
                    </a:lnTo>
                    <a:lnTo>
                      <a:pt x="125" y="249"/>
                    </a:lnTo>
                    <a:lnTo>
                      <a:pt x="228" y="187"/>
                    </a:lnTo>
                    <a:lnTo>
                      <a:pt x="228" y="74"/>
                    </a:lnTo>
                    <a:lnTo>
                      <a:pt x="186" y="0"/>
                    </a:lnTo>
                    <a:lnTo>
                      <a:pt x="186" y="9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7" name="Freeform 471"/>
              <p:cNvSpPr>
                <a:spLocks/>
              </p:cNvSpPr>
              <p:nvPr/>
            </p:nvSpPr>
            <p:spPr bwMode="auto">
              <a:xfrm>
                <a:off x="2592" y="2043"/>
                <a:ext cx="46" cy="65"/>
              </a:xfrm>
              <a:custGeom>
                <a:avLst/>
                <a:gdLst>
                  <a:gd name="T0" fmla="*/ 0 w 369"/>
                  <a:gd name="T1" fmla="*/ 0 h 514"/>
                  <a:gd name="T2" fmla="*/ 0 w 369"/>
                  <a:gd name="T3" fmla="*/ 0 h 514"/>
                  <a:gd name="T4" fmla="*/ 0 w 369"/>
                  <a:gd name="T5" fmla="*/ 0 h 514"/>
                  <a:gd name="T6" fmla="*/ 0 w 369"/>
                  <a:gd name="T7" fmla="*/ 0 h 514"/>
                  <a:gd name="T8" fmla="*/ 0 w 369"/>
                  <a:gd name="T9" fmla="*/ 0 h 5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9"/>
                  <a:gd name="T16" fmla="*/ 0 h 514"/>
                  <a:gd name="T17" fmla="*/ 369 w 369"/>
                  <a:gd name="T18" fmla="*/ 514 h 5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9" h="514">
                    <a:moveTo>
                      <a:pt x="129" y="71"/>
                    </a:moveTo>
                    <a:lnTo>
                      <a:pt x="325" y="396"/>
                    </a:lnTo>
                    <a:lnTo>
                      <a:pt x="369" y="514"/>
                    </a:lnTo>
                    <a:lnTo>
                      <a:pt x="269" y="429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8" name="Freeform 472"/>
              <p:cNvSpPr>
                <a:spLocks/>
              </p:cNvSpPr>
              <p:nvPr/>
            </p:nvSpPr>
            <p:spPr bwMode="auto">
              <a:xfrm>
                <a:off x="2538" y="1950"/>
                <a:ext cx="51" cy="72"/>
              </a:xfrm>
              <a:custGeom>
                <a:avLst/>
                <a:gdLst>
                  <a:gd name="T0" fmla="*/ 0 w 413"/>
                  <a:gd name="T1" fmla="*/ 0 h 576"/>
                  <a:gd name="T2" fmla="*/ 0 w 413"/>
                  <a:gd name="T3" fmla="*/ 0 h 576"/>
                  <a:gd name="T4" fmla="*/ 0 w 413"/>
                  <a:gd name="T5" fmla="*/ 0 h 576"/>
                  <a:gd name="T6" fmla="*/ 0 w 413"/>
                  <a:gd name="T7" fmla="*/ 0 h 576"/>
                  <a:gd name="T8" fmla="*/ 0 w 413"/>
                  <a:gd name="T9" fmla="*/ 0 h 576"/>
                  <a:gd name="T10" fmla="*/ 0 w 413"/>
                  <a:gd name="T11" fmla="*/ 0 h 576"/>
                  <a:gd name="T12" fmla="*/ 0 w 413"/>
                  <a:gd name="T13" fmla="*/ 0 h 576"/>
                  <a:gd name="T14" fmla="*/ 0 w 413"/>
                  <a:gd name="T15" fmla="*/ 0 h 57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13"/>
                  <a:gd name="T25" fmla="*/ 0 h 576"/>
                  <a:gd name="T26" fmla="*/ 413 w 413"/>
                  <a:gd name="T27" fmla="*/ 576 h 57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13" h="576">
                    <a:moveTo>
                      <a:pt x="319" y="558"/>
                    </a:moveTo>
                    <a:lnTo>
                      <a:pt x="0" y="46"/>
                    </a:lnTo>
                    <a:lnTo>
                      <a:pt x="0" y="23"/>
                    </a:lnTo>
                    <a:lnTo>
                      <a:pt x="0" y="14"/>
                    </a:lnTo>
                    <a:lnTo>
                      <a:pt x="22" y="0"/>
                    </a:lnTo>
                    <a:lnTo>
                      <a:pt x="37" y="0"/>
                    </a:lnTo>
                    <a:lnTo>
                      <a:pt x="59" y="5"/>
                    </a:lnTo>
                    <a:lnTo>
                      <a:pt x="413" y="57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9" name="Freeform 473"/>
              <p:cNvSpPr>
                <a:spLocks/>
              </p:cNvSpPr>
              <p:nvPr/>
            </p:nvSpPr>
            <p:spPr bwMode="auto">
              <a:xfrm>
                <a:off x="2459" y="2024"/>
                <a:ext cx="60" cy="31"/>
              </a:xfrm>
              <a:custGeom>
                <a:avLst/>
                <a:gdLst>
                  <a:gd name="T0" fmla="*/ 0 w 477"/>
                  <a:gd name="T1" fmla="*/ 0 h 244"/>
                  <a:gd name="T2" fmla="*/ 0 w 477"/>
                  <a:gd name="T3" fmla="*/ 0 h 244"/>
                  <a:gd name="T4" fmla="*/ 0 w 477"/>
                  <a:gd name="T5" fmla="*/ 0 h 244"/>
                  <a:gd name="T6" fmla="*/ 0 w 477"/>
                  <a:gd name="T7" fmla="*/ 0 h 244"/>
                  <a:gd name="T8" fmla="*/ 0 w 477"/>
                  <a:gd name="T9" fmla="*/ 0 h 244"/>
                  <a:gd name="T10" fmla="*/ 0 w 477"/>
                  <a:gd name="T11" fmla="*/ 0 h 244"/>
                  <a:gd name="T12" fmla="*/ 0 w 477"/>
                  <a:gd name="T13" fmla="*/ 0 h 244"/>
                  <a:gd name="T14" fmla="*/ 0 w 477"/>
                  <a:gd name="T15" fmla="*/ 0 h 244"/>
                  <a:gd name="T16" fmla="*/ 0 w 477"/>
                  <a:gd name="T17" fmla="*/ 0 h 244"/>
                  <a:gd name="T18" fmla="*/ 0 w 477"/>
                  <a:gd name="T19" fmla="*/ 0 h 244"/>
                  <a:gd name="T20" fmla="*/ 0 w 477"/>
                  <a:gd name="T21" fmla="*/ 0 h 244"/>
                  <a:gd name="T22" fmla="*/ 0 w 477"/>
                  <a:gd name="T23" fmla="*/ 0 h 24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77"/>
                  <a:gd name="T37" fmla="*/ 0 h 244"/>
                  <a:gd name="T38" fmla="*/ 477 w 477"/>
                  <a:gd name="T39" fmla="*/ 244 h 24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77" h="244">
                    <a:moveTo>
                      <a:pt x="67" y="181"/>
                    </a:moveTo>
                    <a:lnTo>
                      <a:pt x="99" y="82"/>
                    </a:lnTo>
                    <a:lnTo>
                      <a:pt x="180" y="34"/>
                    </a:lnTo>
                    <a:lnTo>
                      <a:pt x="279" y="34"/>
                    </a:lnTo>
                    <a:lnTo>
                      <a:pt x="427" y="62"/>
                    </a:lnTo>
                    <a:lnTo>
                      <a:pt x="477" y="34"/>
                    </a:lnTo>
                    <a:lnTo>
                      <a:pt x="310" y="0"/>
                    </a:lnTo>
                    <a:lnTo>
                      <a:pt x="198" y="0"/>
                    </a:lnTo>
                    <a:lnTo>
                      <a:pt x="99" y="34"/>
                    </a:lnTo>
                    <a:lnTo>
                      <a:pt x="51" y="99"/>
                    </a:lnTo>
                    <a:lnTo>
                      <a:pt x="0" y="244"/>
                    </a:lnTo>
                    <a:lnTo>
                      <a:pt x="67" y="18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0" name="Freeform 474"/>
              <p:cNvSpPr>
                <a:spLocks/>
              </p:cNvSpPr>
              <p:nvPr/>
            </p:nvSpPr>
            <p:spPr bwMode="auto">
              <a:xfrm>
                <a:off x="2413" y="1433"/>
                <a:ext cx="202" cy="247"/>
              </a:xfrm>
              <a:custGeom>
                <a:avLst/>
                <a:gdLst>
                  <a:gd name="T0" fmla="*/ 0 w 1617"/>
                  <a:gd name="T1" fmla="*/ 0 h 1969"/>
                  <a:gd name="T2" fmla="*/ 0 w 1617"/>
                  <a:gd name="T3" fmla="*/ 0 h 1969"/>
                  <a:gd name="T4" fmla="*/ 0 w 1617"/>
                  <a:gd name="T5" fmla="*/ 0 h 1969"/>
                  <a:gd name="T6" fmla="*/ 0 w 1617"/>
                  <a:gd name="T7" fmla="*/ 0 h 1969"/>
                  <a:gd name="T8" fmla="*/ 0 w 1617"/>
                  <a:gd name="T9" fmla="*/ 0 h 1969"/>
                  <a:gd name="T10" fmla="*/ 0 w 1617"/>
                  <a:gd name="T11" fmla="*/ 0 h 1969"/>
                  <a:gd name="T12" fmla="*/ 0 w 1617"/>
                  <a:gd name="T13" fmla="*/ 0 h 1969"/>
                  <a:gd name="T14" fmla="*/ 0 w 1617"/>
                  <a:gd name="T15" fmla="*/ 0 h 1969"/>
                  <a:gd name="T16" fmla="*/ 0 w 1617"/>
                  <a:gd name="T17" fmla="*/ 0 h 1969"/>
                  <a:gd name="T18" fmla="*/ 0 w 1617"/>
                  <a:gd name="T19" fmla="*/ 0 h 1969"/>
                  <a:gd name="T20" fmla="*/ 0 w 1617"/>
                  <a:gd name="T21" fmla="*/ 0 h 1969"/>
                  <a:gd name="T22" fmla="*/ 0 w 1617"/>
                  <a:gd name="T23" fmla="*/ 0 h 1969"/>
                  <a:gd name="T24" fmla="*/ 0 w 1617"/>
                  <a:gd name="T25" fmla="*/ 0 h 1969"/>
                  <a:gd name="T26" fmla="*/ 0 w 1617"/>
                  <a:gd name="T27" fmla="*/ 0 h 1969"/>
                  <a:gd name="T28" fmla="*/ 0 w 1617"/>
                  <a:gd name="T29" fmla="*/ 0 h 1969"/>
                  <a:gd name="T30" fmla="*/ 0 w 1617"/>
                  <a:gd name="T31" fmla="*/ 0 h 1969"/>
                  <a:gd name="T32" fmla="*/ 0 w 1617"/>
                  <a:gd name="T33" fmla="*/ 0 h 1969"/>
                  <a:gd name="T34" fmla="*/ 0 w 1617"/>
                  <a:gd name="T35" fmla="*/ 0 h 1969"/>
                  <a:gd name="T36" fmla="*/ 0 w 1617"/>
                  <a:gd name="T37" fmla="*/ 0 h 1969"/>
                  <a:gd name="T38" fmla="*/ 0 w 1617"/>
                  <a:gd name="T39" fmla="*/ 0 h 1969"/>
                  <a:gd name="T40" fmla="*/ 0 w 1617"/>
                  <a:gd name="T41" fmla="*/ 0 h 1969"/>
                  <a:gd name="T42" fmla="*/ 0 w 1617"/>
                  <a:gd name="T43" fmla="*/ 0 h 1969"/>
                  <a:gd name="T44" fmla="*/ 0 w 1617"/>
                  <a:gd name="T45" fmla="*/ 0 h 1969"/>
                  <a:gd name="T46" fmla="*/ 0 w 1617"/>
                  <a:gd name="T47" fmla="*/ 0 h 1969"/>
                  <a:gd name="T48" fmla="*/ 0 w 1617"/>
                  <a:gd name="T49" fmla="*/ 0 h 1969"/>
                  <a:gd name="T50" fmla="*/ 0 w 1617"/>
                  <a:gd name="T51" fmla="*/ 0 h 1969"/>
                  <a:gd name="T52" fmla="*/ 0 w 1617"/>
                  <a:gd name="T53" fmla="*/ 0 h 1969"/>
                  <a:gd name="T54" fmla="*/ 0 w 1617"/>
                  <a:gd name="T55" fmla="*/ 0 h 1969"/>
                  <a:gd name="T56" fmla="*/ 0 w 1617"/>
                  <a:gd name="T57" fmla="*/ 0 h 1969"/>
                  <a:gd name="T58" fmla="*/ 0 w 1617"/>
                  <a:gd name="T59" fmla="*/ 0 h 1969"/>
                  <a:gd name="T60" fmla="*/ 0 w 1617"/>
                  <a:gd name="T61" fmla="*/ 0 h 1969"/>
                  <a:gd name="T62" fmla="*/ 0 w 1617"/>
                  <a:gd name="T63" fmla="*/ 0 h 1969"/>
                  <a:gd name="T64" fmla="*/ 0 w 1617"/>
                  <a:gd name="T65" fmla="*/ 0 h 1969"/>
                  <a:gd name="T66" fmla="*/ 0 w 1617"/>
                  <a:gd name="T67" fmla="*/ 0 h 1969"/>
                  <a:gd name="T68" fmla="*/ 0 w 1617"/>
                  <a:gd name="T69" fmla="*/ 0 h 1969"/>
                  <a:gd name="T70" fmla="*/ 0 w 1617"/>
                  <a:gd name="T71" fmla="*/ 0 h 1969"/>
                  <a:gd name="T72" fmla="*/ 0 w 1617"/>
                  <a:gd name="T73" fmla="*/ 0 h 1969"/>
                  <a:gd name="T74" fmla="*/ 0 w 1617"/>
                  <a:gd name="T75" fmla="*/ 0 h 1969"/>
                  <a:gd name="T76" fmla="*/ 0 w 1617"/>
                  <a:gd name="T77" fmla="*/ 0 h 1969"/>
                  <a:gd name="T78" fmla="*/ 0 w 1617"/>
                  <a:gd name="T79" fmla="*/ 0 h 1969"/>
                  <a:gd name="T80" fmla="*/ 0 w 1617"/>
                  <a:gd name="T81" fmla="*/ 0 h 1969"/>
                  <a:gd name="T82" fmla="*/ 0 w 1617"/>
                  <a:gd name="T83" fmla="*/ 0 h 196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617"/>
                  <a:gd name="T127" fmla="*/ 0 h 1969"/>
                  <a:gd name="T128" fmla="*/ 1617 w 1617"/>
                  <a:gd name="T129" fmla="*/ 1969 h 196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617" h="1969">
                    <a:moveTo>
                      <a:pt x="1578" y="822"/>
                    </a:moveTo>
                    <a:lnTo>
                      <a:pt x="1615" y="694"/>
                    </a:lnTo>
                    <a:lnTo>
                      <a:pt x="1617" y="512"/>
                    </a:lnTo>
                    <a:lnTo>
                      <a:pt x="1573" y="350"/>
                    </a:lnTo>
                    <a:lnTo>
                      <a:pt x="1506" y="233"/>
                    </a:lnTo>
                    <a:lnTo>
                      <a:pt x="1413" y="123"/>
                    </a:lnTo>
                    <a:lnTo>
                      <a:pt x="1275" y="48"/>
                    </a:lnTo>
                    <a:lnTo>
                      <a:pt x="980" y="0"/>
                    </a:lnTo>
                    <a:lnTo>
                      <a:pt x="710" y="73"/>
                    </a:lnTo>
                    <a:lnTo>
                      <a:pt x="565" y="198"/>
                    </a:lnTo>
                    <a:lnTo>
                      <a:pt x="439" y="417"/>
                    </a:lnTo>
                    <a:lnTo>
                      <a:pt x="404" y="631"/>
                    </a:lnTo>
                    <a:lnTo>
                      <a:pt x="351" y="818"/>
                    </a:lnTo>
                    <a:lnTo>
                      <a:pt x="356" y="910"/>
                    </a:lnTo>
                    <a:lnTo>
                      <a:pt x="404" y="1026"/>
                    </a:lnTo>
                    <a:lnTo>
                      <a:pt x="393" y="1095"/>
                    </a:lnTo>
                    <a:lnTo>
                      <a:pt x="268" y="1185"/>
                    </a:lnTo>
                    <a:lnTo>
                      <a:pt x="171" y="1270"/>
                    </a:lnTo>
                    <a:lnTo>
                      <a:pt x="106" y="1411"/>
                    </a:lnTo>
                    <a:lnTo>
                      <a:pt x="106" y="1484"/>
                    </a:lnTo>
                    <a:lnTo>
                      <a:pt x="116" y="1554"/>
                    </a:lnTo>
                    <a:lnTo>
                      <a:pt x="130" y="1597"/>
                    </a:lnTo>
                    <a:lnTo>
                      <a:pt x="112" y="1653"/>
                    </a:lnTo>
                    <a:lnTo>
                      <a:pt x="0" y="1754"/>
                    </a:lnTo>
                    <a:lnTo>
                      <a:pt x="160" y="1712"/>
                    </a:lnTo>
                    <a:lnTo>
                      <a:pt x="347" y="1657"/>
                    </a:lnTo>
                    <a:lnTo>
                      <a:pt x="415" y="1861"/>
                    </a:lnTo>
                    <a:lnTo>
                      <a:pt x="479" y="1969"/>
                    </a:lnTo>
                    <a:lnTo>
                      <a:pt x="450" y="1872"/>
                    </a:lnTo>
                    <a:lnTo>
                      <a:pt x="450" y="1800"/>
                    </a:lnTo>
                    <a:lnTo>
                      <a:pt x="468" y="1758"/>
                    </a:lnTo>
                    <a:lnTo>
                      <a:pt x="505" y="1754"/>
                    </a:lnTo>
                    <a:lnTo>
                      <a:pt x="565" y="1769"/>
                    </a:lnTo>
                    <a:lnTo>
                      <a:pt x="628" y="1826"/>
                    </a:lnTo>
                    <a:lnTo>
                      <a:pt x="685" y="1904"/>
                    </a:lnTo>
                    <a:lnTo>
                      <a:pt x="639" y="1754"/>
                    </a:lnTo>
                    <a:lnTo>
                      <a:pt x="618" y="1641"/>
                    </a:lnTo>
                    <a:lnTo>
                      <a:pt x="604" y="1507"/>
                    </a:lnTo>
                    <a:lnTo>
                      <a:pt x="611" y="1411"/>
                    </a:lnTo>
                    <a:lnTo>
                      <a:pt x="674" y="1507"/>
                    </a:lnTo>
                    <a:lnTo>
                      <a:pt x="765" y="1593"/>
                    </a:lnTo>
                    <a:lnTo>
                      <a:pt x="870" y="1666"/>
                    </a:lnTo>
                    <a:lnTo>
                      <a:pt x="980" y="1703"/>
                    </a:lnTo>
                    <a:lnTo>
                      <a:pt x="888" y="1666"/>
                    </a:lnTo>
                    <a:lnTo>
                      <a:pt x="802" y="1613"/>
                    </a:lnTo>
                    <a:lnTo>
                      <a:pt x="717" y="1533"/>
                    </a:lnTo>
                    <a:lnTo>
                      <a:pt x="671" y="1466"/>
                    </a:lnTo>
                    <a:lnTo>
                      <a:pt x="632" y="1399"/>
                    </a:lnTo>
                    <a:lnTo>
                      <a:pt x="618" y="1339"/>
                    </a:lnTo>
                    <a:lnTo>
                      <a:pt x="611" y="1261"/>
                    </a:lnTo>
                    <a:lnTo>
                      <a:pt x="598" y="1180"/>
                    </a:lnTo>
                    <a:lnTo>
                      <a:pt x="591" y="1042"/>
                    </a:lnTo>
                    <a:lnTo>
                      <a:pt x="584" y="1237"/>
                    </a:lnTo>
                    <a:lnTo>
                      <a:pt x="569" y="1261"/>
                    </a:lnTo>
                    <a:lnTo>
                      <a:pt x="538" y="1277"/>
                    </a:lnTo>
                    <a:lnTo>
                      <a:pt x="499" y="1261"/>
                    </a:lnTo>
                    <a:lnTo>
                      <a:pt x="479" y="1217"/>
                    </a:lnTo>
                    <a:lnTo>
                      <a:pt x="479" y="1167"/>
                    </a:lnTo>
                    <a:lnTo>
                      <a:pt x="494" y="1114"/>
                    </a:lnTo>
                    <a:lnTo>
                      <a:pt x="523" y="1072"/>
                    </a:lnTo>
                    <a:lnTo>
                      <a:pt x="487" y="1092"/>
                    </a:lnTo>
                    <a:lnTo>
                      <a:pt x="429" y="963"/>
                    </a:lnTo>
                    <a:lnTo>
                      <a:pt x="411" y="910"/>
                    </a:lnTo>
                    <a:lnTo>
                      <a:pt x="404" y="853"/>
                    </a:lnTo>
                    <a:lnTo>
                      <a:pt x="411" y="804"/>
                    </a:lnTo>
                    <a:lnTo>
                      <a:pt x="436" y="776"/>
                    </a:lnTo>
                    <a:lnTo>
                      <a:pt x="461" y="751"/>
                    </a:lnTo>
                    <a:lnTo>
                      <a:pt x="487" y="751"/>
                    </a:lnTo>
                    <a:lnTo>
                      <a:pt x="514" y="767"/>
                    </a:lnTo>
                    <a:lnTo>
                      <a:pt x="538" y="804"/>
                    </a:lnTo>
                    <a:lnTo>
                      <a:pt x="565" y="890"/>
                    </a:lnTo>
                    <a:lnTo>
                      <a:pt x="574" y="782"/>
                    </a:lnTo>
                    <a:lnTo>
                      <a:pt x="622" y="687"/>
                    </a:lnTo>
                    <a:lnTo>
                      <a:pt x="697" y="549"/>
                    </a:lnTo>
                    <a:lnTo>
                      <a:pt x="741" y="435"/>
                    </a:lnTo>
                    <a:lnTo>
                      <a:pt x="798" y="354"/>
                    </a:lnTo>
                    <a:lnTo>
                      <a:pt x="888" y="304"/>
                    </a:lnTo>
                    <a:lnTo>
                      <a:pt x="1038" y="286"/>
                    </a:lnTo>
                    <a:lnTo>
                      <a:pt x="1195" y="304"/>
                    </a:lnTo>
                    <a:lnTo>
                      <a:pt x="1393" y="343"/>
                    </a:lnTo>
                    <a:lnTo>
                      <a:pt x="1470" y="406"/>
                    </a:lnTo>
                    <a:lnTo>
                      <a:pt x="1520" y="519"/>
                    </a:lnTo>
                    <a:lnTo>
                      <a:pt x="1549" y="641"/>
                    </a:lnTo>
                    <a:lnTo>
                      <a:pt x="1569" y="883"/>
                    </a:lnTo>
                    <a:lnTo>
                      <a:pt x="1578" y="8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1" name="Freeform 475"/>
              <p:cNvSpPr>
                <a:spLocks/>
              </p:cNvSpPr>
              <p:nvPr/>
            </p:nvSpPr>
            <p:spPr bwMode="auto">
              <a:xfrm>
                <a:off x="2507" y="1556"/>
                <a:ext cx="102" cy="147"/>
              </a:xfrm>
              <a:custGeom>
                <a:avLst/>
                <a:gdLst>
                  <a:gd name="T0" fmla="*/ 0 w 817"/>
                  <a:gd name="T1" fmla="*/ 0 h 1173"/>
                  <a:gd name="T2" fmla="*/ 0 w 817"/>
                  <a:gd name="T3" fmla="*/ 0 h 1173"/>
                  <a:gd name="T4" fmla="*/ 0 w 817"/>
                  <a:gd name="T5" fmla="*/ 0 h 1173"/>
                  <a:gd name="T6" fmla="*/ 0 w 817"/>
                  <a:gd name="T7" fmla="*/ 0 h 1173"/>
                  <a:gd name="T8" fmla="*/ 0 w 817"/>
                  <a:gd name="T9" fmla="*/ 0 h 1173"/>
                  <a:gd name="T10" fmla="*/ 0 w 817"/>
                  <a:gd name="T11" fmla="*/ 0 h 1173"/>
                  <a:gd name="T12" fmla="*/ 0 w 817"/>
                  <a:gd name="T13" fmla="*/ 0 h 1173"/>
                  <a:gd name="T14" fmla="*/ 0 w 817"/>
                  <a:gd name="T15" fmla="*/ 0 h 1173"/>
                  <a:gd name="T16" fmla="*/ 0 w 817"/>
                  <a:gd name="T17" fmla="*/ 0 h 1173"/>
                  <a:gd name="T18" fmla="*/ 0 w 817"/>
                  <a:gd name="T19" fmla="*/ 0 h 1173"/>
                  <a:gd name="T20" fmla="*/ 0 w 817"/>
                  <a:gd name="T21" fmla="*/ 0 h 1173"/>
                  <a:gd name="T22" fmla="*/ 0 w 817"/>
                  <a:gd name="T23" fmla="*/ 0 h 1173"/>
                  <a:gd name="T24" fmla="*/ 0 w 817"/>
                  <a:gd name="T25" fmla="*/ 0 h 1173"/>
                  <a:gd name="T26" fmla="*/ 0 w 817"/>
                  <a:gd name="T27" fmla="*/ 0 h 1173"/>
                  <a:gd name="T28" fmla="*/ 0 w 817"/>
                  <a:gd name="T29" fmla="*/ 0 h 1173"/>
                  <a:gd name="T30" fmla="*/ 0 w 817"/>
                  <a:gd name="T31" fmla="*/ 0 h 1173"/>
                  <a:gd name="T32" fmla="*/ 0 w 817"/>
                  <a:gd name="T33" fmla="*/ 0 h 1173"/>
                  <a:gd name="T34" fmla="*/ 0 w 817"/>
                  <a:gd name="T35" fmla="*/ 0 h 1173"/>
                  <a:gd name="T36" fmla="*/ 0 w 817"/>
                  <a:gd name="T37" fmla="*/ 0 h 1173"/>
                  <a:gd name="T38" fmla="*/ 0 w 817"/>
                  <a:gd name="T39" fmla="*/ 0 h 1173"/>
                  <a:gd name="T40" fmla="*/ 0 w 817"/>
                  <a:gd name="T41" fmla="*/ 0 h 1173"/>
                  <a:gd name="T42" fmla="*/ 0 w 817"/>
                  <a:gd name="T43" fmla="*/ 0 h 1173"/>
                  <a:gd name="T44" fmla="*/ 0 w 817"/>
                  <a:gd name="T45" fmla="*/ 0 h 1173"/>
                  <a:gd name="T46" fmla="*/ 0 w 817"/>
                  <a:gd name="T47" fmla="*/ 0 h 1173"/>
                  <a:gd name="T48" fmla="*/ 0 w 817"/>
                  <a:gd name="T49" fmla="*/ 0 h 1173"/>
                  <a:gd name="T50" fmla="*/ 0 w 817"/>
                  <a:gd name="T51" fmla="*/ 0 h 1173"/>
                  <a:gd name="T52" fmla="*/ 0 w 817"/>
                  <a:gd name="T53" fmla="*/ 0 h 1173"/>
                  <a:gd name="T54" fmla="*/ 0 w 817"/>
                  <a:gd name="T55" fmla="*/ 0 h 1173"/>
                  <a:gd name="T56" fmla="*/ 0 w 817"/>
                  <a:gd name="T57" fmla="*/ 0 h 1173"/>
                  <a:gd name="T58" fmla="*/ 0 w 817"/>
                  <a:gd name="T59" fmla="*/ 0 h 1173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817"/>
                  <a:gd name="T91" fmla="*/ 0 h 1173"/>
                  <a:gd name="T92" fmla="*/ 817 w 817"/>
                  <a:gd name="T93" fmla="*/ 1173 h 1173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817" h="1173">
                    <a:moveTo>
                      <a:pt x="817" y="0"/>
                    </a:moveTo>
                    <a:lnTo>
                      <a:pt x="786" y="103"/>
                    </a:lnTo>
                    <a:lnTo>
                      <a:pt x="718" y="359"/>
                    </a:lnTo>
                    <a:lnTo>
                      <a:pt x="634" y="514"/>
                    </a:lnTo>
                    <a:lnTo>
                      <a:pt x="569" y="608"/>
                    </a:lnTo>
                    <a:lnTo>
                      <a:pt x="481" y="703"/>
                    </a:lnTo>
                    <a:lnTo>
                      <a:pt x="417" y="723"/>
                    </a:lnTo>
                    <a:lnTo>
                      <a:pt x="305" y="732"/>
                    </a:lnTo>
                    <a:lnTo>
                      <a:pt x="187" y="707"/>
                    </a:lnTo>
                    <a:lnTo>
                      <a:pt x="94" y="661"/>
                    </a:lnTo>
                    <a:lnTo>
                      <a:pt x="0" y="596"/>
                    </a:lnTo>
                    <a:lnTo>
                      <a:pt x="57" y="692"/>
                    </a:lnTo>
                    <a:lnTo>
                      <a:pt x="136" y="758"/>
                    </a:lnTo>
                    <a:lnTo>
                      <a:pt x="206" y="800"/>
                    </a:lnTo>
                    <a:lnTo>
                      <a:pt x="300" y="825"/>
                    </a:lnTo>
                    <a:lnTo>
                      <a:pt x="380" y="825"/>
                    </a:lnTo>
                    <a:lnTo>
                      <a:pt x="329" y="1173"/>
                    </a:lnTo>
                    <a:lnTo>
                      <a:pt x="376" y="1064"/>
                    </a:lnTo>
                    <a:lnTo>
                      <a:pt x="443" y="795"/>
                    </a:lnTo>
                    <a:lnTo>
                      <a:pt x="477" y="747"/>
                    </a:lnTo>
                    <a:lnTo>
                      <a:pt x="527" y="820"/>
                    </a:lnTo>
                    <a:lnTo>
                      <a:pt x="574" y="940"/>
                    </a:lnTo>
                    <a:lnTo>
                      <a:pt x="551" y="800"/>
                    </a:lnTo>
                    <a:lnTo>
                      <a:pt x="503" y="707"/>
                    </a:lnTo>
                    <a:lnTo>
                      <a:pt x="579" y="617"/>
                    </a:lnTo>
                    <a:lnTo>
                      <a:pt x="668" y="493"/>
                    </a:lnTo>
                    <a:lnTo>
                      <a:pt x="720" y="373"/>
                    </a:lnTo>
                    <a:lnTo>
                      <a:pt x="754" y="286"/>
                    </a:lnTo>
                    <a:lnTo>
                      <a:pt x="793" y="115"/>
                    </a:lnTo>
                    <a:lnTo>
                      <a:pt x="81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2" name="Freeform 476"/>
              <p:cNvSpPr>
                <a:spLocks/>
              </p:cNvSpPr>
              <p:nvPr/>
            </p:nvSpPr>
            <p:spPr bwMode="auto">
              <a:xfrm>
                <a:off x="2468" y="1535"/>
                <a:ext cx="12" cy="27"/>
              </a:xfrm>
              <a:custGeom>
                <a:avLst/>
                <a:gdLst>
                  <a:gd name="T0" fmla="*/ 0 w 99"/>
                  <a:gd name="T1" fmla="*/ 0 h 215"/>
                  <a:gd name="T2" fmla="*/ 0 w 99"/>
                  <a:gd name="T3" fmla="*/ 0 h 215"/>
                  <a:gd name="T4" fmla="*/ 0 w 99"/>
                  <a:gd name="T5" fmla="*/ 0 h 215"/>
                  <a:gd name="T6" fmla="*/ 0 w 99"/>
                  <a:gd name="T7" fmla="*/ 0 h 215"/>
                  <a:gd name="T8" fmla="*/ 0 w 99"/>
                  <a:gd name="T9" fmla="*/ 0 h 215"/>
                  <a:gd name="T10" fmla="*/ 0 w 99"/>
                  <a:gd name="T11" fmla="*/ 0 h 215"/>
                  <a:gd name="T12" fmla="*/ 0 w 99"/>
                  <a:gd name="T13" fmla="*/ 0 h 215"/>
                  <a:gd name="T14" fmla="*/ 0 w 99"/>
                  <a:gd name="T15" fmla="*/ 0 h 215"/>
                  <a:gd name="T16" fmla="*/ 0 w 99"/>
                  <a:gd name="T17" fmla="*/ 0 h 215"/>
                  <a:gd name="T18" fmla="*/ 0 w 99"/>
                  <a:gd name="T19" fmla="*/ 0 h 215"/>
                  <a:gd name="T20" fmla="*/ 0 w 99"/>
                  <a:gd name="T21" fmla="*/ 0 h 215"/>
                  <a:gd name="T22" fmla="*/ 0 w 99"/>
                  <a:gd name="T23" fmla="*/ 0 h 215"/>
                  <a:gd name="T24" fmla="*/ 0 w 99"/>
                  <a:gd name="T25" fmla="*/ 0 h 215"/>
                  <a:gd name="T26" fmla="*/ 0 w 99"/>
                  <a:gd name="T27" fmla="*/ 0 h 215"/>
                  <a:gd name="T28" fmla="*/ 0 w 99"/>
                  <a:gd name="T29" fmla="*/ 0 h 215"/>
                  <a:gd name="T30" fmla="*/ 0 w 99"/>
                  <a:gd name="T31" fmla="*/ 0 h 215"/>
                  <a:gd name="T32" fmla="*/ 0 w 99"/>
                  <a:gd name="T33" fmla="*/ 0 h 215"/>
                  <a:gd name="T34" fmla="*/ 0 w 99"/>
                  <a:gd name="T35" fmla="*/ 0 h 215"/>
                  <a:gd name="T36" fmla="*/ 0 w 99"/>
                  <a:gd name="T37" fmla="*/ 0 h 215"/>
                  <a:gd name="T38" fmla="*/ 0 w 99"/>
                  <a:gd name="T39" fmla="*/ 0 h 215"/>
                  <a:gd name="T40" fmla="*/ 0 w 99"/>
                  <a:gd name="T41" fmla="*/ 0 h 21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99"/>
                  <a:gd name="T64" fmla="*/ 0 h 215"/>
                  <a:gd name="T65" fmla="*/ 99 w 99"/>
                  <a:gd name="T66" fmla="*/ 215 h 21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99" h="215">
                    <a:moveTo>
                      <a:pt x="11" y="0"/>
                    </a:moveTo>
                    <a:lnTo>
                      <a:pt x="48" y="7"/>
                    </a:lnTo>
                    <a:lnTo>
                      <a:pt x="91" y="60"/>
                    </a:lnTo>
                    <a:lnTo>
                      <a:pt x="99" y="111"/>
                    </a:lnTo>
                    <a:lnTo>
                      <a:pt x="94" y="145"/>
                    </a:lnTo>
                    <a:lnTo>
                      <a:pt x="60" y="162"/>
                    </a:lnTo>
                    <a:lnTo>
                      <a:pt x="55" y="180"/>
                    </a:lnTo>
                    <a:lnTo>
                      <a:pt x="73" y="215"/>
                    </a:lnTo>
                    <a:lnTo>
                      <a:pt x="22" y="169"/>
                    </a:lnTo>
                    <a:lnTo>
                      <a:pt x="22" y="145"/>
                    </a:lnTo>
                    <a:lnTo>
                      <a:pt x="36" y="123"/>
                    </a:lnTo>
                    <a:lnTo>
                      <a:pt x="55" y="106"/>
                    </a:lnTo>
                    <a:lnTo>
                      <a:pt x="84" y="92"/>
                    </a:lnTo>
                    <a:lnTo>
                      <a:pt x="73" y="65"/>
                    </a:lnTo>
                    <a:lnTo>
                      <a:pt x="60" y="42"/>
                    </a:lnTo>
                    <a:lnTo>
                      <a:pt x="36" y="28"/>
                    </a:lnTo>
                    <a:lnTo>
                      <a:pt x="11" y="60"/>
                    </a:lnTo>
                    <a:lnTo>
                      <a:pt x="11" y="79"/>
                    </a:lnTo>
                    <a:lnTo>
                      <a:pt x="0" y="53"/>
                    </a:lnTo>
                    <a:lnTo>
                      <a:pt x="0" y="17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3" name="Line 477"/>
              <p:cNvSpPr>
                <a:spLocks noChangeShapeType="1"/>
              </p:cNvSpPr>
              <p:nvPr/>
            </p:nvSpPr>
            <p:spPr bwMode="auto">
              <a:xfrm>
                <a:off x="2484" y="1544"/>
                <a:ext cx="6" cy="3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4" name="Line 478"/>
              <p:cNvSpPr>
                <a:spLocks noChangeShapeType="1"/>
              </p:cNvSpPr>
              <p:nvPr/>
            </p:nvSpPr>
            <p:spPr bwMode="auto">
              <a:xfrm>
                <a:off x="2487" y="1549"/>
                <a:ext cx="8" cy="3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5" name="Line 479"/>
              <p:cNvSpPr>
                <a:spLocks noChangeShapeType="1"/>
              </p:cNvSpPr>
              <p:nvPr/>
            </p:nvSpPr>
            <p:spPr bwMode="auto">
              <a:xfrm>
                <a:off x="2494" y="1566"/>
                <a:ext cx="5" cy="1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6" name="Freeform 480"/>
              <p:cNvSpPr>
                <a:spLocks/>
              </p:cNvSpPr>
              <p:nvPr/>
            </p:nvSpPr>
            <p:spPr bwMode="auto">
              <a:xfrm>
                <a:off x="2473" y="1570"/>
                <a:ext cx="9" cy="20"/>
              </a:xfrm>
              <a:custGeom>
                <a:avLst/>
                <a:gdLst>
                  <a:gd name="T0" fmla="*/ 0 w 77"/>
                  <a:gd name="T1" fmla="*/ 0 h 162"/>
                  <a:gd name="T2" fmla="*/ 0 w 77"/>
                  <a:gd name="T3" fmla="*/ 0 h 162"/>
                  <a:gd name="T4" fmla="*/ 0 w 77"/>
                  <a:gd name="T5" fmla="*/ 0 h 162"/>
                  <a:gd name="T6" fmla="*/ 0 w 77"/>
                  <a:gd name="T7" fmla="*/ 0 h 162"/>
                  <a:gd name="T8" fmla="*/ 0 w 77"/>
                  <a:gd name="T9" fmla="*/ 0 h 162"/>
                  <a:gd name="T10" fmla="*/ 0 w 77"/>
                  <a:gd name="T11" fmla="*/ 0 h 162"/>
                  <a:gd name="T12" fmla="*/ 0 w 77"/>
                  <a:gd name="T13" fmla="*/ 0 h 162"/>
                  <a:gd name="T14" fmla="*/ 0 w 77"/>
                  <a:gd name="T15" fmla="*/ 0 h 162"/>
                  <a:gd name="T16" fmla="*/ 0 w 77"/>
                  <a:gd name="T17" fmla="*/ 0 h 162"/>
                  <a:gd name="T18" fmla="*/ 0 w 77"/>
                  <a:gd name="T19" fmla="*/ 0 h 162"/>
                  <a:gd name="T20" fmla="*/ 0 w 77"/>
                  <a:gd name="T21" fmla="*/ 0 h 162"/>
                  <a:gd name="T22" fmla="*/ 0 w 77"/>
                  <a:gd name="T23" fmla="*/ 0 h 162"/>
                  <a:gd name="T24" fmla="*/ 0 w 77"/>
                  <a:gd name="T25" fmla="*/ 0 h 162"/>
                  <a:gd name="T26" fmla="*/ 0 w 77"/>
                  <a:gd name="T27" fmla="*/ 0 h 16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77"/>
                  <a:gd name="T43" fmla="*/ 0 h 162"/>
                  <a:gd name="T44" fmla="*/ 77 w 77"/>
                  <a:gd name="T45" fmla="*/ 162 h 162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77" h="162">
                    <a:moveTo>
                      <a:pt x="33" y="0"/>
                    </a:moveTo>
                    <a:lnTo>
                      <a:pt x="59" y="28"/>
                    </a:lnTo>
                    <a:lnTo>
                      <a:pt x="72" y="63"/>
                    </a:lnTo>
                    <a:lnTo>
                      <a:pt x="77" y="112"/>
                    </a:lnTo>
                    <a:lnTo>
                      <a:pt x="72" y="145"/>
                    </a:lnTo>
                    <a:lnTo>
                      <a:pt x="54" y="158"/>
                    </a:lnTo>
                    <a:lnTo>
                      <a:pt x="33" y="162"/>
                    </a:lnTo>
                    <a:lnTo>
                      <a:pt x="8" y="158"/>
                    </a:lnTo>
                    <a:lnTo>
                      <a:pt x="0" y="116"/>
                    </a:lnTo>
                    <a:lnTo>
                      <a:pt x="44" y="123"/>
                    </a:lnTo>
                    <a:lnTo>
                      <a:pt x="51" y="88"/>
                    </a:lnTo>
                    <a:lnTo>
                      <a:pt x="59" y="63"/>
                    </a:lnTo>
                    <a:lnTo>
                      <a:pt x="54" y="37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7" name="Freeform 481"/>
              <p:cNvSpPr>
                <a:spLocks/>
              </p:cNvSpPr>
              <p:nvPr/>
            </p:nvSpPr>
            <p:spPr bwMode="auto">
              <a:xfrm>
                <a:off x="2335" y="1635"/>
                <a:ext cx="356" cy="188"/>
              </a:xfrm>
              <a:custGeom>
                <a:avLst/>
                <a:gdLst>
                  <a:gd name="T0" fmla="*/ 0 w 2847"/>
                  <a:gd name="T1" fmla="*/ 0 h 1510"/>
                  <a:gd name="T2" fmla="*/ 0 w 2847"/>
                  <a:gd name="T3" fmla="*/ 0 h 1510"/>
                  <a:gd name="T4" fmla="*/ 0 w 2847"/>
                  <a:gd name="T5" fmla="*/ 0 h 1510"/>
                  <a:gd name="T6" fmla="*/ 0 w 2847"/>
                  <a:gd name="T7" fmla="*/ 0 h 1510"/>
                  <a:gd name="T8" fmla="*/ 0 w 2847"/>
                  <a:gd name="T9" fmla="*/ 0 h 1510"/>
                  <a:gd name="T10" fmla="*/ 0 w 2847"/>
                  <a:gd name="T11" fmla="*/ 0 h 1510"/>
                  <a:gd name="T12" fmla="*/ 0 w 2847"/>
                  <a:gd name="T13" fmla="*/ 0 h 1510"/>
                  <a:gd name="T14" fmla="*/ 0 w 2847"/>
                  <a:gd name="T15" fmla="*/ 0 h 1510"/>
                  <a:gd name="T16" fmla="*/ 0 w 2847"/>
                  <a:gd name="T17" fmla="*/ 0 h 1510"/>
                  <a:gd name="T18" fmla="*/ 0 w 2847"/>
                  <a:gd name="T19" fmla="*/ 0 h 1510"/>
                  <a:gd name="T20" fmla="*/ 0 w 2847"/>
                  <a:gd name="T21" fmla="*/ 0 h 1510"/>
                  <a:gd name="T22" fmla="*/ 0 w 2847"/>
                  <a:gd name="T23" fmla="*/ 0 h 1510"/>
                  <a:gd name="T24" fmla="*/ 0 w 2847"/>
                  <a:gd name="T25" fmla="*/ 0 h 1510"/>
                  <a:gd name="T26" fmla="*/ 0 w 2847"/>
                  <a:gd name="T27" fmla="*/ 0 h 1510"/>
                  <a:gd name="T28" fmla="*/ 0 w 2847"/>
                  <a:gd name="T29" fmla="*/ 0 h 1510"/>
                  <a:gd name="T30" fmla="*/ 0 w 2847"/>
                  <a:gd name="T31" fmla="*/ 0 h 1510"/>
                  <a:gd name="T32" fmla="*/ 0 w 2847"/>
                  <a:gd name="T33" fmla="*/ 0 h 1510"/>
                  <a:gd name="T34" fmla="*/ 0 w 2847"/>
                  <a:gd name="T35" fmla="*/ 0 h 1510"/>
                  <a:gd name="T36" fmla="*/ 0 w 2847"/>
                  <a:gd name="T37" fmla="*/ 0 h 1510"/>
                  <a:gd name="T38" fmla="*/ 0 w 2847"/>
                  <a:gd name="T39" fmla="*/ 0 h 1510"/>
                  <a:gd name="T40" fmla="*/ 0 w 2847"/>
                  <a:gd name="T41" fmla="*/ 0 h 1510"/>
                  <a:gd name="T42" fmla="*/ 0 w 2847"/>
                  <a:gd name="T43" fmla="*/ 0 h 1510"/>
                  <a:gd name="T44" fmla="*/ 0 w 2847"/>
                  <a:gd name="T45" fmla="*/ 0 h 1510"/>
                  <a:gd name="T46" fmla="*/ 0 w 2847"/>
                  <a:gd name="T47" fmla="*/ 0 h 1510"/>
                  <a:gd name="T48" fmla="*/ 0 w 2847"/>
                  <a:gd name="T49" fmla="*/ 0 h 1510"/>
                  <a:gd name="T50" fmla="*/ 0 w 2847"/>
                  <a:gd name="T51" fmla="*/ 0 h 1510"/>
                  <a:gd name="T52" fmla="*/ 0 w 2847"/>
                  <a:gd name="T53" fmla="*/ 0 h 1510"/>
                  <a:gd name="T54" fmla="*/ 0 w 2847"/>
                  <a:gd name="T55" fmla="*/ 0 h 1510"/>
                  <a:gd name="T56" fmla="*/ 0 w 2847"/>
                  <a:gd name="T57" fmla="*/ 0 h 1510"/>
                  <a:gd name="T58" fmla="*/ 0 w 2847"/>
                  <a:gd name="T59" fmla="*/ 0 h 1510"/>
                  <a:gd name="T60" fmla="*/ 0 w 2847"/>
                  <a:gd name="T61" fmla="*/ 0 h 1510"/>
                  <a:gd name="T62" fmla="*/ 0 w 2847"/>
                  <a:gd name="T63" fmla="*/ 0 h 1510"/>
                  <a:gd name="T64" fmla="*/ 0 w 2847"/>
                  <a:gd name="T65" fmla="*/ 0 h 1510"/>
                  <a:gd name="T66" fmla="*/ 0 w 2847"/>
                  <a:gd name="T67" fmla="*/ 0 h 1510"/>
                  <a:gd name="T68" fmla="*/ 0 w 2847"/>
                  <a:gd name="T69" fmla="*/ 0 h 1510"/>
                  <a:gd name="T70" fmla="*/ 0 w 2847"/>
                  <a:gd name="T71" fmla="*/ 0 h 1510"/>
                  <a:gd name="T72" fmla="*/ 0 w 2847"/>
                  <a:gd name="T73" fmla="*/ 0 h 1510"/>
                  <a:gd name="T74" fmla="*/ 0 w 2847"/>
                  <a:gd name="T75" fmla="*/ 0 h 1510"/>
                  <a:gd name="T76" fmla="*/ 0 w 2847"/>
                  <a:gd name="T77" fmla="*/ 0 h 1510"/>
                  <a:gd name="T78" fmla="*/ 0 w 2847"/>
                  <a:gd name="T79" fmla="*/ 0 h 1510"/>
                  <a:gd name="T80" fmla="*/ 0 w 2847"/>
                  <a:gd name="T81" fmla="*/ 0 h 1510"/>
                  <a:gd name="T82" fmla="*/ 0 w 2847"/>
                  <a:gd name="T83" fmla="*/ 0 h 1510"/>
                  <a:gd name="T84" fmla="*/ 0 w 2847"/>
                  <a:gd name="T85" fmla="*/ 0 h 1510"/>
                  <a:gd name="T86" fmla="*/ 0 w 2847"/>
                  <a:gd name="T87" fmla="*/ 0 h 1510"/>
                  <a:gd name="T88" fmla="*/ 0 w 2847"/>
                  <a:gd name="T89" fmla="*/ 0 h 1510"/>
                  <a:gd name="T90" fmla="*/ 0 w 2847"/>
                  <a:gd name="T91" fmla="*/ 0 h 1510"/>
                  <a:gd name="T92" fmla="*/ 0 w 2847"/>
                  <a:gd name="T93" fmla="*/ 0 h 1510"/>
                  <a:gd name="T94" fmla="*/ 0 w 2847"/>
                  <a:gd name="T95" fmla="*/ 0 h 1510"/>
                  <a:gd name="T96" fmla="*/ 0 w 2847"/>
                  <a:gd name="T97" fmla="*/ 0 h 1510"/>
                  <a:gd name="T98" fmla="*/ 0 w 2847"/>
                  <a:gd name="T99" fmla="*/ 0 h 1510"/>
                  <a:gd name="T100" fmla="*/ 0 w 2847"/>
                  <a:gd name="T101" fmla="*/ 0 h 1510"/>
                  <a:gd name="T102" fmla="*/ 0 w 2847"/>
                  <a:gd name="T103" fmla="*/ 0 h 1510"/>
                  <a:gd name="T104" fmla="*/ 0 w 2847"/>
                  <a:gd name="T105" fmla="*/ 0 h 1510"/>
                  <a:gd name="T106" fmla="*/ 0 w 2847"/>
                  <a:gd name="T107" fmla="*/ 0 h 1510"/>
                  <a:gd name="T108" fmla="*/ 0 w 2847"/>
                  <a:gd name="T109" fmla="*/ 0 h 1510"/>
                  <a:gd name="T110" fmla="*/ 0 w 2847"/>
                  <a:gd name="T111" fmla="*/ 0 h 1510"/>
                  <a:gd name="T112" fmla="*/ 0 w 2847"/>
                  <a:gd name="T113" fmla="*/ 0 h 1510"/>
                  <a:gd name="T114" fmla="*/ 0 w 2847"/>
                  <a:gd name="T115" fmla="*/ 0 h 1510"/>
                  <a:gd name="T116" fmla="*/ 0 w 2847"/>
                  <a:gd name="T117" fmla="*/ 0 h 1510"/>
                  <a:gd name="T118" fmla="*/ 0 w 2847"/>
                  <a:gd name="T119" fmla="*/ 0 h 1510"/>
                  <a:gd name="T120" fmla="*/ 0 w 2847"/>
                  <a:gd name="T121" fmla="*/ 0 h 1510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47"/>
                  <a:gd name="T184" fmla="*/ 0 h 1510"/>
                  <a:gd name="T185" fmla="*/ 2847 w 2847"/>
                  <a:gd name="T186" fmla="*/ 1510 h 1510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47" h="1510">
                    <a:moveTo>
                      <a:pt x="1072" y="246"/>
                    </a:moveTo>
                    <a:lnTo>
                      <a:pt x="1129" y="369"/>
                    </a:lnTo>
                    <a:lnTo>
                      <a:pt x="1228" y="441"/>
                    </a:lnTo>
                    <a:lnTo>
                      <a:pt x="1369" y="516"/>
                    </a:lnTo>
                    <a:lnTo>
                      <a:pt x="1558" y="567"/>
                    </a:lnTo>
                    <a:lnTo>
                      <a:pt x="1798" y="606"/>
                    </a:lnTo>
                    <a:lnTo>
                      <a:pt x="1903" y="576"/>
                    </a:lnTo>
                    <a:lnTo>
                      <a:pt x="1945" y="507"/>
                    </a:lnTo>
                    <a:lnTo>
                      <a:pt x="1969" y="408"/>
                    </a:lnTo>
                    <a:lnTo>
                      <a:pt x="1969" y="345"/>
                    </a:lnTo>
                    <a:lnTo>
                      <a:pt x="1929" y="239"/>
                    </a:lnTo>
                    <a:lnTo>
                      <a:pt x="1890" y="171"/>
                    </a:lnTo>
                    <a:lnTo>
                      <a:pt x="1839" y="120"/>
                    </a:lnTo>
                    <a:lnTo>
                      <a:pt x="1903" y="32"/>
                    </a:lnTo>
                    <a:lnTo>
                      <a:pt x="1945" y="0"/>
                    </a:lnTo>
                    <a:lnTo>
                      <a:pt x="2160" y="113"/>
                    </a:lnTo>
                    <a:lnTo>
                      <a:pt x="2400" y="162"/>
                    </a:lnTo>
                    <a:lnTo>
                      <a:pt x="2630" y="252"/>
                    </a:lnTo>
                    <a:lnTo>
                      <a:pt x="2847" y="378"/>
                    </a:lnTo>
                    <a:lnTo>
                      <a:pt x="2556" y="252"/>
                    </a:lnTo>
                    <a:lnTo>
                      <a:pt x="2342" y="191"/>
                    </a:lnTo>
                    <a:lnTo>
                      <a:pt x="2202" y="171"/>
                    </a:lnTo>
                    <a:lnTo>
                      <a:pt x="2052" y="171"/>
                    </a:lnTo>
                    <a:lnTo>
                      <a:pt x="1987" y="215"/>
                    </a:lnTo>
                    <a:lnTo>
                      <a:pt x="2004" y="387"/>
                    </a:lnTo>
                    <a:lnTo>
                      <a:pt x="1987" y="484"/>
                    </a:lnTo>
                    <a:lnTo>
                      <a:pt x="1953" y="590"/>
                    </a:lnTo>
                    <a:lnTo>
                      <a:pt x="1903" y="655"/>
                    </a:lnTo>
                    <a:lnTo>
                      <a:pt x="1789" y="760"/>
                    </a:lnTo>
                    <a:lnTo>
                      <a:pt x="1789" y="707"/>
                    </a:lnTo>
                    <a:lnTo>
                      <a:pt x="1749" y="673"/>
                    </a:lnTo>
                    <a:lnTo>
                      <a:pt x="1708" y="687"/>
                    </a:lnTo>
                    <a:lnTo>
                      <a:pt x="1696" y="738"/>
                    </a:lnTo>
                    <a:lnTo>
                      <a:pt x="1720" y="770"/>
                    </a:lnTo>
                    <a:lnTo>
                      <a:pt x="1756" y="779"/>
                    </a:lnTo>
                    <a:lnTo>
                      <a:pt x="1731" y="813"/>
                    </a:lnTo>
                    <a:lnTo>
                      <a:pt x="1674" y="802"/>
                    </a:lnTo>
                    <a:lnTo>
                      <a:pt x="1648" y="760"/>
                    </a:lnTo>
                    <a:lnTo>
                      <a:pt x="1659" y="707"/>
                    </a:lnTo>
                    <a:lnTo>
                      <a:pt x="1681" y="666"/>
                    </a:lnTo>
                    <a:lnTo>
                      <a:pt x="1720" y="648"/>
                    </a:lnTo>
                    <a:lnTo>
                      <a:pt x="1780" y="624"/>
                    </a:lnTo>
                    <a:lnTo>
                      <a:pt x="1433" y="567"/>
                    </a:lnTo>
                    <a:lnTo>
                      <a:pt x="1235" y="500"/>
                    </a:lnTo>
                    <a:lnTo>
                      <a:pt x="1353" y="795"/>
                    </a:lnTo>
                    <a:lnTo>
                      <a:pt x="1549" y="1289"/>
                    </a:lnTo>
                    <a:lnTo>
                      <a:pt x="1648" y="1510"/>
                    </a:lnTo>
                    <a:lnTo>
                      <a:pt x="1358" y="903"/>
                    </a:lnTo>
                    <a:lnTo>
                      <a:pt x="1201" y="576"/>
                    </a:lnTo>
                    <a:lnTo>
                      <a:pt x="1046" y="378"/>
                    </a:lnTo>
                    <a:lnTo>
                      <a:pt x="896" y="239"/>
                    </a:lnTo>
                    <a:lnTo>
                      <a:pt x="774" y="156"/>
                    </a:lnTo>
                    <a:lnTo>
                      <a:pt x="668" y="147"/>
                    </a:lnTo>
                    <a:lnTo>
                      <a:pt x="525" y="162"/>
                    </a:lnTo>
                    <a:lnTo>
                      <a:pt x="106" y="270"/>
                    </a:lnTo>
                    <a:lnTo>
                      <a:pt x="0" y="345"/>
                    </a:lnTo>
                    <a:lnTo>
                      <a:pt x="106" y="239"/>
                    </a:lnTo>
                    <a:lnTo>
                      <a:pt x="493" y="94"/>
                    </a:lnTo>
                    <a:lnTo>
                      <a:pt x="749" y="90"/>
                    </a:lnTo>
                    <a:lnTo>
                      <a:pt x="995" y="15"/>
                    </a:lnTo>
                    <a:lnTo>
                      <a:pt x="1072" y="2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8" name="Freeform 482"/>
              <p:cNvSpPr>
                <a:spLocks/>
              </p:cNvSpPr>
              <p:nvPr/>
            </p:nvSpPr>
            <p:spPr bwMode="auto">
              <a:xfrm>
                <a:off x="2312" y="1687"/>
                <a:ext cx="142" cy="214"/>
              </a:xfrm>
              <a:custGeom>
                <a:avLst/>
                <a:gdLst>
                  <a:gd name="T0" fmla="*/ 0 w 1134"/>
                  <a:gd name="T1" fmla="*/ 0 h 1714"/>
                  <a:gd name="T2" fmla="*/ 0 w 1134"/>
                  <a:gd name="T3" fmla="*/ 0 h 1714"/>
                  <a:gd name="T4" fmla="*/ 0 w 1134"/>
                  <a:gd name="T5" fmla="*/ 0 h 1714"/>
                  <a:gd name="T6" fmla="*/ 0 w 1134"/>
                  <a:gd name="T7" fmla="*/ 0 h 1714"/>
                  <a:gd name="T8" fmla="*/ 0 w 1134"/>
                  <a:gd name="T9" fmla="*/ 0 h 1714"/>
                  <a:gd name="T10" fmla="*/ 0 w 1134"/>
                  <a:gd name="T11" fmla="*/ 0 h 1714"/>
                  <a:gd name="T12" fmla="*/ 0 w 1134"/>
                  <a:gd name="T13" fmla="*/ 0 h 1714"/>
                  <a:gd name="T14" fmla="*/ 0 w 1134"/>
                  <a:gd name="T15" fmla="*/ 0 h 1714"/>
                  <a:gd name="T16" fmla="*/ 0 w 1134"/>
                  <a:gd name="T17" fmla="*/ 0 h 1714"/>
                  <a:gd name="T18" fmla="*/ 0 w 1134"/>
                  <a:gd name="T19" fmla="*/ 0 h 1714"/>
                  <a:gd name="T20" fmla="*/ 0 w 1134"/>
                  <a:gd name="T21" fmla="*/ 0 h 1714"/>
                  <a:gd name="T22" fmla="*/ 0 w 1134"/>
                  <a:gd name="T23" fmla="*/ 0 h 1714"/>
                  <a:gd name="T24" fmla="*/ 0 w 1134"/>
                  <a:gd name="T25" fmla="*/ 0 h 1714"/>
                  <a:gd name="T26" fmla="*/ 0 w 1134"/>
                  <a:gd name="T27" fmla="*/ 0 h 1714"/>
                  <a:gd name="T28" fmla="*/ 0 w 1134"/>
                  <a:gd name="T29" fmla="*/ 0 h 1714"/>
                  <a:gd name="T30" fmla="*/ 0 w 1134"/>
                  <a:gd name="T31" fmla="*/ 0 h 1714"/>
                  <a:gd name="T32" fmla="*/ 0 w 1134"/>
                  <a:gd name="T33" fmla="*/ 0 h 1714"/>
                  <a:gd name="T34" fmla="*/ 0 w 1134"/>
                  <a:gd name="T35" fmla="*/ 0 h 1714"/>
                  <a:gd name="T36" fmla="*/ 0 w 1134"/>
                  <a:gd name="T37" fmla="*/ 0 h 1714"/>
                  <a:gd name="T38" fmla="*/ 0 w 1134"/>
                  <a:gd name="T39" fmla="*/ 0 h 1714"/>
                  <a:gd name="T40" fmla="*/ 0 w 1134"/>
                  <a:gd name="T41" fmla="*/ 0 h 1714"/>
                  <a:gd name="T42" fmla="*/ 0 w 1134"/>
                  <a:gd name="T43" fmla="*/ 0 h 1714"/>
                  <a:gd name="T44" fmla="*/ 0 w 1134"/>
                  <a:gd name="T45" fmla="*/ 0 h 1714"/>
                  <a:gd name="T46" fmla="*/ 0 w 1134"/>
                  <a:gd name="T47" fmla="*/ 0 h 1714"/>
                  <a:gd name="T48" fmla="*/ 0 w 1134"/>
                  <a:gd name="T49" fmla="*/ 0 h 1714"/>
                  <a:gd name="T50" fmla="*/ 0 w 1134"/>
                  <a:gd name="T51" fmla="*/ 0 h 1714"/>
                  <a:gd name="T52" fmla="*/ 0 w 1134"/>
                  <a:gd name="T53" fmla="*/ 0 h 1714"/>
                  <a:gd name="T54" fmla="*/ 0 w 1134"/>
                  <a:gd name="T55" fmla="*/ 0 h 1714"/>
                  <a:gd name="T56" fmla="*/ 0 w 1134"/>
                  <a:gd name="T57" fmla="*/ 0 h 1714"/>
                  <a:gd name="T58" fmla="*/ 0 w 1134"/>
                  <a:gd name="T59" fmla="*/ 0 h 1714"/>
                  <a:gd name="T60" fmla="*/ 0 w 1134"/>
                  <a:gd name="T61" fmla="*/ 0 h 1714"/>
                  <a:gd name="T62" fmla="*/ 0 w 1134"/>
                  <a:gd name="T63" fmla="*/ 0 h 1714"/>
                  <a:gd name="T64" fmla="*/ 0 w 1134"/>
                  <a:gd name="T65" fmla="*/ 0 h 1714"/>
                  <a:gd name="T66" fmla="*/ 0 w 1134"/>
                  <a:gd name="T67" fmla="*/ 0 h 1714"/>
                  <a:gd name="T68" fmla="*/ 0 w 1134"/>
                  <a:gd name="T69" fmla="*/ 0 h 1714"/>
                  <a:gd name="T70" fmla="*/ 0 w 1134"/>
                  <a:gd name="T71" fmla="*/ 0 h 1714"/>
                  <a:gd name="T72" fmla="*/ 0 w 1134"/>
                  <a:gd name="T73" fmla="*/ 0 h 1714"/>
                  <a:gd name="T74" fmla="*/ 0 w 1134"/>
                  <a:gd name="T75" fmla="*/ 0 h 1714"/>
                  <a:gd name="T76" fmla="*/ 0 w 1134"/>
                  <a:gd name="T77" fmla="*/ 0 h 1714"/>
                  <a:gd name="T78" fmla="*/ 0 w 1134"/>
                  <a:gd name="T79" fmla="*/ 0 h 1714"/>
                  <a:gd name="T80" fmla="*/ 0 w 1134"/>
                  <a:gd name="T81" fmla="*/ 0 h 1714"/>
                  <a:gd name="T82" fmla="*/ 0 w 1134"/>
                  <a:gd name="T83" fmla="*/ 0 h 1714"/>
                  <a:gd name="T84" fmla="*/ 0 w 1134"/>
                  <a:gd name="T85" fmla="*/ 0 h 1714"/>
                  <a:gd name="T86" fmla="*/ 0 w 1134"/>
                  <a:gd name="T87" fmla="*/ 0 h 1714"/>
                  <a:gd name="T88" fmla="*/ 0 w 1134"/>
                  <a:gd name="T89" fmla="*/ 0 h 1714"/>
                  <a:gd name="T90" fmla="*/ 0 w 1134"/>
                  <a:gd name="T91" fmla="*/ 0 h 1714"/>
                  <a:gd name="T92" fmla="*/ 0 w 1134"/>
                  <a:gd name="T93" fmla="*/ 0 h 1714"/>
                  <a:gd name="T94" fmla="*/ 0 w 1134"/>
                  <a:gd name="T95" fmla="*/ 0 h 1714"/>
                  <a:gd name="T96" fmla="*/ 0 w 1134"/>
                  <a:gd name="T97" fmla="*/ 0 h 1714"/>
                  <a:gd name="T98" fmla="*/ 0 w 1134"/>
                  <a:gd name="T99" fmla="*/ 0 h 1714"/>
                  <a:gd name="T100" fmla="*/ 0 w 1134"/>
                  <a:gd name="T101" fmla="*/ 0 h 1714"/>
                  <a:gd name="T102" fmla="*/ 0 w 1134"/>
                  <a:gd name="T103" fmla="*/ 0 h 1714"/>
                  <a:gd name="T104" fmla="*/ 0 w 1134"/>
                  <a:gd name="T105" fmla="*/ 0 h 1714"/>
                  <a:gd name="T106" fmla="*/ 0 w 1134"/>
                  <a:gd name="T107" fmla="*/ 0 h 1714"/>
                  <a:gd name="T108" fmla="*/ 0 w 1134"/>
                  <a:gd name="T109" fmla="*/ 0 h 1714"/>
                  <a:gd name="T110" fmla="*/ 0 w 1134"/>
                  <a:gd name="T111" fmla="*/ 0 h 1714"/>
                  <a:gd name="T112" fmla="*/ 0 w 1134"/>
                  <a:gd name="T113" fmla="*/ 0 h 1714"/>
                  <a:gd name="T114" fmla="*/ 0 w 1134"/>
                  <a:gd name="T115" fmla="*/ 0 h 1714"/>
                  <a:gd name="T116" fmla="*/ 0 w 1134"/>
                  <a:gd name="T117" fmla="*/ 0 h 1714"/>
                  <a:gd name="T118" fmla="*/ 0 w 1134"/>
                  <a:gd name="T119" fmla="*/ 0 h 1714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1134"/>
                  <a:gd name="T181" fmla="*/ 0 h 1714"/>
                  <a:gd name="T182" fmla="*/ 1134 w 1134"/>
                  <a:gd name="T183" fmla="*/ 1714 h 1714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1134" h="1714">
                    <a:moveTo>
                      <a:pt x="159" y="0"/>
                    </a:moveTo>
                    <a:lnTo>
                      <a:pt x="264" y="31"/>
                    </a:lnTo>
                    <a:lnTo>
                      <a:pt x="365" y="113"/>
                    </a:lnTo>
                    <a:lnTo>
                      <a:pt x="447" y="229"/>
                    </a:lnTo>
                    <a:lnTo>
                      <a:pt x="521" y="367"/>
                    </a:lnTo>
                    <a:lnTo>
                      <a:pt x="570" y="484"/>
                    </a:lnTo>
                    <a:lnTo>
                      <a:pt x="611" y="591"/>
                    </a:lnTo>
                    <a:lnTo>
                      <a:pt x="491" y="409"/>
                    </a:lnTo>
                    <a:lnTo>
                      <a:pt x="387" y="288"/>
                    </a:lnTo>
                    <a:lnTo>
                      <a:pt x="264" y="205"/>
                    </a:lnTo>
                    <a:lnTo>
                      <a:pt x="167" y="157"/>
                    </a:lnTo>
                    <a:lnTo>
                      <a:pt x="167" y="319"/>
                    </a:lnTo>
                    <a:lnTo>
                      <a:pt x="222" y="499"/>
                    </a:lnTo>
                    <a:lnTo>
                      <a:pt x="312" y="646"/>
                    </a:lnTo>
                    <a:lnTo>
                      <a:pt x="413" y="754"/>
                    </a:lnTo>
                    <a:lnTo>
                      <a:pt x="598" y="886"/>
                    </a:lnTo>
                    <a:lnTo>
                      <a:pt x="768" y="998"/>
                    </a:lnTo>
                    <a:lnTo>
                      <a:pt x="860" y="1049"/>
                    </a:lnTo>
                    <a:lnTo>
                      <a:pt x="818" y="925"/>
                    </a:lnTo>
                    <a:lnTo>
                      <a:pt x="923" y="1132"/>
                    </a:lnTo>
                    <a:lnTo>
                      <a:pt x="976" y="1301"/>
                    </a:lnTo>
                    <a:lnTo>
                      <a:pt x="1007" y="1508"/>
                    </a:lnTo>
                    <a:lnTo>
                      <a:pt x="1081" y="1631"/>
                    </a:lnTo>
                    <a:lnTo>
                      <a:pt x="1134" y="1714"/>
                    </a:lnTo>
                    <a:lnTo>
                      <a:pt x="959" y="1559"/>
                    </a:lnTo>
                    <a:lnTo>
                      <a:pt x="959" y="1642"/>
                    </a:lnTo>
                    <a:lnTo>
                      <a:pt x="877" y="1665"/>
                    </a:lnTo>
                    <a:lnTo>
                      <a:pt x="918" y="1609"/>
                    </a:lnTo>
                    <a:lnTo>
                      <a:pt x="908" y="1534"/>
                    </a:lnTo>
                    <a:lnTo>
                      <a:pt x="703" y="1402"/>
                    </a:lnTo>
                    <a:lnTo>
                      <a:pt x="877" y="1411"/>
                    </a:lnTo>
                    <a:lnTo>
                      <a:pt x="736" y="1204"/>
                    </a:lnTo>
                    <a:lnTo>
                      <a:pt x="853" y="1195"/>
                    </a:lnTo>
                    <a:lnTo>
                      <a:pt x="869" y="1147"/>
                    </a:lnTo>
                    <a:lnTo>
                      <a:pt x="703" y="1141"/>
                    </a:lnTo>
                    <a:lnTo>
                      <a:pt x="494" y="1077"/>
                    </a:lnTo>
                    <a:lnTo>
                      <a:pt x="249" y="967"/>
                    </a:lnTo>
                    <a:lnTo>
                      <a:pt x="99" y="860"/>
                    </a:lnTo>
                    <a:lnTo>
                      <a:pt x="84" y="886"/>
                    </a:lnTo>
                    <a:lnTo>
                      <a:pt x="143" y="985"/>
                    </a:lnTo>
                    <a:lnTo>
                      <a:pt x="240" y="1077"/>
                    </a:lnTo>
                    <a:lnTo>
                      <a:pt x="339" y="1132"/>
                    </a:lnTo>
                    <a:lnTo>
                      <a:pt x="413" y="1338"/>
                    </a:lnTo>
                    <a:lnTo>
                      <a:pt x="644" y="1402"/>
                    </a:lnTo>
                    <a:lnTo>
                      <a:pt x="482" y="1386"/>
                    </a:lnTo>
                    <a:lnTo>
                      <a:pt x="556" y="1460"/>
                    </a:lnTo>
                    <a:lnTo>
                      <a:pt x="763" y="1508"/>
                    </a:lnTo>
                    <a:lnTo>
                      <a:pt x="853" y="1582"/>
                    </a:lnTo>
                    <a:lnTo>
                      <a:pt x="826" y="1631"/>
                    </a:lnTo>
                    <a:lnTo>
                      <a:pt x="694" y="1591"/>
                    </a:lnTo>
                    <a:lnTo>
                      <a:pt x="598" y="1600"/>
                    </a:lnTo>
                    <a:lnTo>
                      <a:pt x="51" y="1107"/>
                    </a:lnTo>
                    <a:lnTo>
                      <a:pt x="21" y="943"/>
                    </a:lnTo>
                    <a:lnTo>
                      <a:pt x="9" y="826"/>
                    </a:lnTo>
                    <a:lnTo>
                      <a:pt x="51" y="770"/>
                    </a:lnTo>
                    <a:lnTo>
                      <a:pt x="21" y="642"/>
                    </a:lnTo>
                    <a:lnTo>
                      <a:pt x="0" y="443"/>
                    </a:lnTo>
                    <a:lnTo>
                      <a:pt x="25" y="279"/>
                    </a:lnTo>
                    <a:lnTo>
                      <a:pt x="77" y="132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9" name="Freeform 483"/>
              <p:cNvSpPr>
                <a:spLocks/>
              </p:cNvSpPr>
              <p:nvPr/>
            </p:nvSpPr>
            <p:spPr bwMode="auto">
              <a:xfrm>
                <a:off x="2411" y="1892"/>
                <a:ext cx="40" cy="50"/>
              </a:xfrm>
              <a:custGeom>
                <a:avLst/>
                <a:gdLst>
                  <a:gd name="T0" fmla="*/ 0 w 318"/>
                  <a:gd name="T1" fmla="*/ 0 h 399"/>
                  <a:gd name="T2" fmla="*/ 0 w 318"/>
                  <a:gd name="T3" fmla="*/ 0 h 399"/>
                  <a:gd name="T4" fmla="*/ 0 w 318"/>
                  <a:gd name="T5" fmla="*/ 0 h 399"/>
                  <a:gd name="T6" fmla="*/ 0 w 318"/>
                  <a:gd name="T7" fmla="*/ 0 h 399"/>
                  <a:gd name="T8" fmla="*/ 0 w 318"/>
                  <a:gd name="T9" fmla="*/ 0 h 399"/>
                  <a:gd name="T10" fmla="*/ 0 w 318"/>
                  <a:gd name="T11" fmla="*/ 0 h 399"/>
                  <a:gd name="T12" fmla="*/ 0 w 318"/>
                  <a:gd name="T13" fmla="*/ 0 h 399"/>
                  <a:gd name="T14" fmla="*/ 0 w 318"/>
                  <a:gd name="T15" fmla="*/ 0 h 399"/>
                  <a:gd name="T16" fmla="*/ 0 w 318"/>
                  <a:gd name="T17" fmla="*/ 0 h 399"/>
                  <a:gd name="T18" fmla="*/ 0 w 318"/>
                  <a:gd name="T19" fmla="*/ 0 h 399"/>
                  <a:gd name="T20" fmla="*/ 0 w 318"/>
                  <a:gd name="T21" fmla="*/ 0 h 399"/>
                  <a:gd name="T22" fmla="*/ 0 w 318"/>
                  <a:gd name="T23" fmla="*/ 0 h 39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18"/>
                  <a:gd name="T37" fmla="*/ 0 h 399"/>
                  <a:gd name="T38" fmla="*/ 318 w 318"/>
                  <a:gd name="T39" fmla="*/ 399 h 39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18" h="399">
                    <a:moveTo>
                      <a:pt x="0" y="138"/>
                    </a:moveTo>
                    <a:lnTo>
                      <a:pt x="87" y="23"/>
                    </a:lnTo>
                    <a:lnTo>
                      <a:pt x="168" y="0"/>
                    </a:lnTo>
                    <a:lnTo>
                      <a:pt x="221" y="72"/>
                    </a:lnTo>
                    <a:lnTo>
                      <a:pt x="221" y="336"/>
                    </a:lnTo>
                    <a:lnTo>
                      <a:pt x="285" y="106"/>
                    </a:lnTo>
                    <a:lnTo>
                      <a:pt x="318" y="196"/>
                    </a:lnTo>
                    <a:lnTo>
                      <a:pt x="318" y="295"/>
                    </a:lnTo>
                    <a:lnTo>
                      <a:pt x="246" y="399"/>
                    </a:lnTo>
                    <a:lnTo>
                      <a:pt x="186" y="399"/>
                    </a:lnTo>
                    <a:lnTo>
                      <a:pt x="39" y="261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0" name="Freeform 484"/>
              <p:cNvSpPr>
                <a:spLocks/>
              </p:cNvSpPr>
              <p:nvPr/>
            </p:nvSpPr>
            <p:spPr bwMode="auto">
              <a:xfrm>
                <a:off x="2446" y="1700"/>
                <a:ext cx="292" cy="269"/>
              </a:xfrm>
              <a:custGeom>
                <a:avLst/>
                <a:gdLst>
                  <a:gd name="T0" fmla="*/ 0 w 2335"/>
                  <a:gd name="T1" fmla="*/ 0 h 2151"/>
                  <a:gd name="T2" fmla="*/ 0 w 2335"/>
                  <a:gd name="T3" fmla="*/ 0 h 2151"/>
                  <a:gd name="T4" fmla="*/ 0 w 2335"/>
                  <a:gd name="T5" fmla="*/ 0 h 2151"/>
                  <a:gd name="T6" fmla="*/ 0 w 2335"/>
                  <a:gd name="T7" fmla="*/ 0 h 2151"/>
                  <a:gd name="T8" fmla="*/ 0 w 2335"/>
                  <a:gd name="T9" fmla="*/ 0 h 2151"/>
                  <a:gd name="T10" fmla="*/ 0 w 2335"/>
                  <a:gd name="T11" fmla="*/ 0 h 2151"/>
                  <a:gd name="T12" fmla="*/ 0 w 2335"/>
                  <a:gd name="T13" fmla="*/ 0 h 2151"/>
                  <a:gd name="T14" fmla="*/ 0 w 2335"/>
                  <a:gd name="T15" fmla="*/ 0 h 2151"/>
                  <a:gd name="T16" fmla="*/ 0 w 2335"/>
                  <a:gd name="T17" fmla="*/ 0 h 2151"/>
                  <a:gd name="T18" fmla="*/ 0 w 2335"/>
                  <a:gd name="T19" fmla="*/ 0 h 2151"/>
                  <a:gd name="T20" fmla="*/ 0 w 2335"/>
                  <a:gd name="T21" fmla="*/ 0 h 2151"/>
                  <a:gd name="T22" fmla="*/ 0 w 2335"/>
                  <a:gd name="T23" fmla="*/ 0 h 2151"/>
                  <a:gd name="T24" fmla="*/ 0 w 2335"/>
                  <a:gd name="T25" fmla="*/ 0 h 2151"/>
                  <a:gd name="T26" fmla="*/ 0 w 2335"/>
                  <a:gd name="T27" fmla="*/ 0 h 2151"/>
                  <a:gd name="T28" fmla="*/ 0 w 2335"/>
                  <a:gd name="T29" fmla="*/ 0 h 2151"/>
                  <a:gd name="T30" fmla="*/ 0 w 2335"/>
                  <a:gd name="T31" fmla="*/ 0 h 2151"/>
                  <a:gd name="T32" fmla="*/ 0 w 2335"/>
                  <a:gd name="T33" fmla="*/ 0 h 2151"/>
                  <a:gd name="T34" fmla="*/ 0 w 2335"/>
                  <a:gd name="T35" fmla="*/ 0 h 2151"/>
                  <a:gd name="T36" fmla="*/ 0 w 2335"/>
                  <a:gd name="T37" fmla="*/ 0 h 2151"/>
                  <a:gd name="T38" fmla="*/ 0 w 2335"/>
                  <a:gd name="T39" fmla="*/ 0 h 2151"/>
                  <a:gd name="T40" fmla="*/ 0 w 2335"/>
                  <a:gd name="T41" fmla="*/ 0 h 2151"/>
                  <a:gd name="T42" fmla="*/ 0 w 2335"/>
                  <a:gd name="T43" fmla="*/ 0 h 2151"/>
                  <a:gd name="T44" fmla="*/ 0 w 2335"/>
                  <a:gd name="T45" fmla="*/ 0 h 2151"/>
                  <a:gd name="T46" fmla="*/ 0 w 2335"/>
                  <a:gd name="T47" fmla="*/ 0 h 2151"/>
                  <a:gd name="T48" fmla="*/ 0 w 2335"/>
                  <a:gd name="T49" fmla="*/ 0 h 2151"/>
                  <a:gd name="T50" fmla="*/ 0 w 2335"/>
                  <a:gd name="T51" fmla="*/ 0 h 2151"/>
                  <a:gd name="T52" fmla="*/ 0 w 2335"/>
                  <a:gd name="T53" fmla="*/ 0 h 2151"/>
                  <a:gd name="T54" fmla="*/ 0 w 2335"/>
                  <a:gd name="T55" fmla="*/ 0 h 2151"/>
                  <a:gd name="T56" fmla="*/ 0 w 2335"/>
                  <a:gd name="T57" fmla="*/ 0 h 2151"/>
                  <a:gd name="T58" fmla="*/ 0 w 2335"/>
                  <a:gd name="T59" fmla="*/ 0 h 2151"/>
                  <a:gd name="T60" fmla="*/ 0 w 2335"/>
                  <a:gd name="T61" fmla="*/ 0 h 2151"/>
                  <a:gd name="T62" fmla="*/ 0 w 2335"/>
                  <a:gd name="T63" fmla="*/ 0 h 2151"/>
                  <a:gd name="T64" fmla="*/ 0 w 2335"/>
                  <a:gd name="T65" fmla="*/ 0 h 2151"/>
                  <a:gd name="T66" fmla="*/ 0 w 2335"/>
                  <a:gd name="T67" fmla="*/ 0 h 2151"/>
                  <a:gd name="T68" fmla="*/ 0 w 2335"/>
                  <a:gd name="T69" fmla="*/ 0 h 2151"/>
                  <a:gd name="T70" fmla="*/ 0 w 2335"/>
                  <a:gd name="T71" fmla="*/ 0 h 2151"/>
                  <a:gd name="T72" fmla="*/ 0 w 2335"/>
                  <a:gd name="T73" fmla="*/ 0 h 2151"/>
                  <a:gd name="T74" fmla="*/ 0 w 2335"/>
                  <a:gd name="T75" fmla="*/ 0 h 2151"/>
                  <a:gd name="T76" fmla="*/ 0 w 2335"/>
                  <a:gd name="T77" fmla="*/ 0 h 2151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335"/>
                  <a:gd name="T118" fmla="*/ 0 h 2151"/>
                  <a:gd name="T119" fmla="*/ 2335 w 2335"/>
                  <a:gd name="T120" fmla="*/ 2151 h 2151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335" h="2151">
                    <a:moveTo>
                      <a:pt x="87" y="1633"/>
                    </a:moveTo>
                    <a:lnTo>
                      <a:pt x="112" y="1705"/>
                    </a:lnTo>
                    <a:lnTo>
                      <a:pt x="123" y="1896"/>
                    </a:lnTo>
                    <a:lnTo>
                      <a:pt x="0" y="1953"/>
                    </a:lnTo>
                    <a:lnTo>
                      <a:pt x="39" y="1978"/>
                    </a:lnTo>
                    <a:lnTo>
                      <a:pt x="182" y="1953"/>
                    </a:lnTo>
                    <a:lnTo>
                      <a:pt x="742" y="2068"/>
                    </a:lnTo>
                    <a:lnTo>
                      <a:pt x="732" y="2032"/>
                    </a:lnTo>
                    <a:lnTo>
                      <a:pt x="732" y="2011"/>
                    </a:lnTo>
                    <a:lnTo>
                      <a:pt x="758" y="1997"/>
                    </a:lnTo>
                    <a:lnTo>
                      <a:pt x="791" y="2002"/>
                    </a:lnTo>
                    <a:lnTo>
                      <a:pt x="806" y="2032"/>
                    </a:lnTo>
                    <a:lnTo>
                      <a:pt x="830" y="2061"/>
                    </a:lnTo>
                    <a:lnTo>
                      <a:pt x="883" y="2068"/>
                    </a:lnTo>
                    <a:lnTo>
                      <a:pt x="958" y="2127"/>
                    </a:lnTo>
                    <a:lnTo>
                      <a:pt x="938" y="2068"/>
                    </a:lnTo>
                    <a:lnTo>
                      <a:pt x="1180" y="2011"/>
                    </a:lnTo>
                    <a:lnTo>
                      <a:pt x="1477" y="1845"/>
                    </a:lnTo>
                    <a:lnTo>
                      <a:pt x="1807" y="1930"/>
                    </a:lnTo>
                    <a:lnTo>
                      <a:pt x="1872" y="2061"/>
                    </a:lnTo>
                    <a:lnTo>
                      <a:pt x="1872" y="2142"/>
                    </a:lnTo>
                    <a:lnTo>
                      <a:pt x="1883" y="2151"/>
                    </a:lnTo>
                    <a:lnTo>
                      <a:pt x="1897" y="2061"/>
                    </a:lnTo>
                    <a:lnTo>
                      <a:pt x="1823" y="1912"/>
                    </a:lnTo>
                    <a:lnTo>
                      <a:pt x="1666" y="1815"/>
                    </a:lnTo>
                    <a:lnTo>
                      <a:pt x="1731" y="1714"/>
                    </a:lnTo>
                    <a:lnTo>
                      <a:pt x="1855" y="1668"/>
                    </a:lnTo>
                    <a:lnTo>
                      <a:pt x="2003" y="1642"/>
                    </a:lnTo>
                    <a:lnTo>
                      <a:pt x="2189" y="1674"/>
                    </a:lnTo>
                    <a:lnTo>
                      <a:pt x="2226" y="1705"/>
                    </a:lnTo>
                    <a:lnTo>
                      <a:pt x="2235" y="1804"/>
                    </a:lnTo>
                    <a:lnTo>
                      <a:pt x="2285" y="1887"/>
                    </a:lnTo>
                    <a:lnTo>
                      <a:pt x="2335" y="1771"/>
                    </a:lnTo>
                    <a:lnTo>
                      <a:pt x="2309" y="1700"/>
                    </a:lnTo>
                    <a:lnTo>
                      <a:pt x="2219" y="1608"/>
                    </a:lnTo>
                    <a:lnTo>
                      <a:pt x="2102" y="1510"/>
                    </a:lnTo>
                    <a:lnTo>
                      <a:pt x="2010" y="1402"/>
                    </a:lnTo>
                    <a:lnTo>
                      <a:pt x="1929" y="1439"/>
                    </a:lnTo>
                    <a:lnTo>
                      <a:pt x="1883" y="1559"/>
                    </a:lnTo>
                    <a:lnTo>
                      <a:pt x="1839" y="1536"/>
                    </a:lnTo>
                    <a:lnTo>
                      <a:pt x="1883" y="1428"/>
                    </a:lnTo>
                    <a:lnTo>
                      <a:pt x="1929" y="1338"/>
                    </a:lnTo>
                    <a:lnTo>
                      <a:pt x="2138" y="1255"/>
                    </a:lnTo>
                    <a:lnTo>
                      <a:pt x="2235" y="1165"/>
                    </a:lnTo>
                    <a:lnTo>
                      <a:pt x="2189" y="1041"/>
                    </a:lnTo>
                    <a:lnTo>
                      <a:pt x="2169" y="1142"/>
                    </a:lnTo>
                    <a:lnTo>
                      <a:pt x="2063" y="1206"/>
                    </a:lnTo>
                    <a:lnTo>
                      <a:pt x="1962" y="1232"/>
                    </a:lnTo>
                    <a:lnTo>
                      <a:pt x="1883" y="1239"/>
                    </a:lnTo>
                    <a:lnTo>
                      <a:pt x="1855" y="1213"/>
                    </a:lnTo>
                    <a:lnTo>
                      <a:pt x="1872" y="1181"/>
                    </a:lnTo>
                    <a:lnTo>
                      <a:pt x="2039" y="1066"/>
                    </a:lnTo>
                    <a:lnTo>
                      <a:pt x="2169" y="943"/>
                    </a:lnTo>
                    <a:lnTo>
                      <a:pt x="2197" y="1001"/>
                    </a:lnTo>
                    <a:lnTo>
                      <a:pt x="2201" y="868"/>
                    </a:lnTo>
                    <a:lnTo>
                      <a:pt x="2180" y="720"/>
                    </a:lnTo>
                    <a:lnTo>
                      <a:pt x="2169" y="565"/>
                    </a:lnTo>
                    <a:lnTo>
                      <a:pt x="2180" y="337"/>
                    </a:lnTo>
                    <a:lnTo>
                      <a:pt x="2153" y="114"/>
                    </a:lnTo>
                    <a:lnTo>
                      <a:pt x="2111" y="0"/>
                    </a:lnTo>
                    <a:lnTo>
                      <a:pt x="2144" y="182"/>
                    </a:lnTo>
                    <a:lnTo>
                      <a:pt x="2144" y="400"/>
                    </a:lnTo>
                    <a:lnTo>
                      <a:pt x="2111" y="582"/>
                    </a:lnTo>
                    <a:lnTo>
                      <a:pt x="1982" y="868"/>
                    </a:lnTo>
                    <a:lnTo>
                      <a:pt x="2088" y="706"/>
                    </a:lnTo>
                    <a:lnTo>
                      <a:pt x="2127" y="771"/>
                    </a:lnTo>
                    <a:lnTo>
                      <a:pt x="2144" y="861"/>
                    </a:lnTo>
                    <a:lnTo>
                      <a:pt x="2120" y="936"/>
                    </a:lnTo>
                    <a:lnTo>
                      <a:pt x="2003" y="1041"/>
                    </a:lnTo>
                    <a:lnTo>
                      <a:pt x="1865" y="1125"/>
                    </a:lnTo>
                    <a:lnTo>
                      <a:pt x="1872" y="1050"/>
                    </a:lnTo>
                    <a:lnTo>
                      <a:pt x="1673" y="1273"/>
                    </a:lnTo>
                    <a:lnTo>
                      <a:pt x="1402" y="1476"/>
                    </a:lnTo>
                    <a:lnTo>
                      <a:pt x="1169" y="1584"/>
                    </a:lnTo>
                    <a:lnTo>
                      <a:pt x="965" y="1633"/>
                    </a:lnTo>
                    <a:lnTo>
                      <a:pt x="615" y="1600"/>
                    </a:lnTo>
                    <a:lnTo>
                      <a:pt x="410" y="1608"/>
                    </a:lnTo>
                    <a:lnTo>
                      <a:pt x="195" y="1626"/>
                    </a:lnTo>
                    <a:lnTo>
                      <a:pt x="87" y="16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1" name="Freeform 485"/>
              <p:cNvSpPr>
                <a:spLocks/>
              </p:cNvSpPr>
              <p:nvPr/>
            </p:nvSpPr>
            <p:spPr bwMode="auto">
              <a:xfrm>
                <a:off x="2599" y="1689"/>
                <a:ext cx="22" cy="176"/>
              </a:xfrm>
              <a:custGeom>
                <a:avLst/>
                <a:gdLst>
                  <a:gd name="T0" fmla="*/ 0 w 180"/>
                  <a:gd name="T1" fmla="*/ 0 h 1411"/>
                  <a:gd name="T2" fmla="*/ 0 w 180"/>
                  <a:gd name="T3" fmla="*/ 0 h 1411"/>
                  <a:gd name="T4" fmla="*/ 0 w 180"/>
                  <a:gd name="T5" fmla="*/ 0 h 1411"/>
                  <a:gd name="T6" fmla="*/ 0 w 180"/>
                  <a:gd name="T7" fmla="*/ 0 h 1411"/>
                  <a:gd name="T8" fmla="*/ 0 w 180"/>
                  <a:gd name="T9" fmla="*/ 0 h 1411"/>
                  <a:gd name="T10" fmla="*/ 0 w 180"/>
                  <a:gd name="T11" fmla="*/ 0 h 1411"/>
                  <a:gd name="T12" fmla="*/ 0 w 180"/>
                  <a:gd name="T13" fmla="*/ 0 h 1411"/>
                  <a:gd name="T14" fmla="*/ 0 w 180"/>
                  <a:gd name="T15" fmla="*/ 0 h 1411"/>
                  <a:gd name="T16" fmla="*/ 0 w 180"/>
                  <a:gd name="T17" fmla="*/ 0 h 1411"/>
                  <a:gd name="T18" fmla="*/ 0 w 180"/>
                  <a:gd name="T19" fmla="*/ 0 h 1411"/>
                  <a:gd name="T20" fmla="*/ 0 w 180"/>
                  <a:gd name="T21" fmla="*/ 0 h 1411"/>
                  <a:gd name="T22" fmla="*/ 0 w 180"/>
                  <a:gd name="T23" fmla="*/ 0 h 1411"/>
                  <a:gd name="T24" fmla="*/ 0 w 180"/>
                  <a:gd name="T25" fmla="*/ 0 h 1411"/>
                  <a:gd name="T26" fmla="*/ 0 w 180"/>
                  <a:gd name="T27" fmla="*/ 0 h 1411"/>
                  <a:gd name="T28" fmla="*/ 0 w 180"/>
                  <a:gd name="T29" fmla="*/ 0 h 1411"/>
                  <a:gd name="T30" fmla="*/ 0 w 180"/>
                  <a:gd name="T31" fmla="*/ 0 h 141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80"/>
                  <a:gd name="T49" fmla="*/ 0 h 1411"/>
                  <a:gd name="T50" fmla="*/ 180 w 180"/>
                  <a:gd name="T51" fmla="*/ 1411 h 1411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80" h="1411">
                    <a:moveTo>
                      <a:pt x="0" y="33"/>
                    </a:moveTo>
                    <a:lnTo>
                      <a:pt x="99" y="263"/>
                    </a:lnTo>
                    <a:lnTo>
                      <a:pt x="129" y="483"/>
                    </a:lnTo>
                    <a:lnTo>
                      <a:pt x="124" y="802"/>
                    </a:lnTo>
                    <a:lnTo>
                      <a:pt x="81" y="1075"/>
                    </a:lnTo>
                    <a:lnTo>
                      <a:pt x="9" y="1411"/>
                    </a:lnTo>
                    <a:lnTo>
                      <a:pt x="90" y="1386"/>
                    </a:lnTo>
                    <a:lnTo>
                      <a:pt x="140" y="1303"/>
                    </a:lnTo>
                    <a:lnTo>
                      <a:pt x="171" y="1140"/>
                    </a:lnTo>
                    <a:lnTo>
                      <a:pt x="180" y="886"/>
                    </a:lnTo>
                    <a:lnTo>
                      <a:pt x="171" y="556"/>
                    </a:lnTo>
                    <a:lnTo>
                      <a:pt x="145" y="344"/>
                    </a:lnTo>
                    <a:lnTo>
                      <a:pt x="105" y="180"/>
                    </a:lnTo>
                    <a:lnTo>
                      <a:pt x="39" y="22"/>
                    </a:lnTo>
                    <a:lnTo>
                      <a:pt x="9" y="0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2" name="Freeform 486"/>
              <p:cNvSpPr>
                <a:spLocks/>
              </p:cNvSpPr>
              <p:nvPr/>
            </p:nvSpPr>
            <p:spPr bwMode="auto">
              <a:xfrm>
                <a:off x="2552" y="1804"/>
                <a:ext cx="18" cy="18"/>
              </a:xfrm>
              <a:custGeom>
                <a:avLst/>
                <a:gdLst>
                  <a:gd name="T0" fmla="*/ 0 w 141"/>
                  <a:gd name="T1" fmla="*/ 0 h 141"/>
                  <a:gd name="T2" fmla="*/ 0 w 141"/>
                  <a:gd name="T3" fmla="*/ 0 h 141"/>
                  <a:gd name="T4" fmla="*/ 0 w 141"/>
                  <a:gd name="T5" fmla="*/ 0 h 141"/>
                  <a:gd name="T6" fmla="*/ 0 w 141"/>
                  <a:gd name="T7" fmla="*/ 0 h 141"/>
                  <a:gd name="T8" fmla="*/ 0 w 141"/>
                  <a:gd name="T9" fmla="*/ 0 h 141"/>
                  <a:gd name="T10" fmla="*/ 0 w 141"/>
                  <a:gd name="T11" fmla="*/ 0 h 141"/>
                  <a:gd name="T12" fmla="*/ 0 w 141"/>
                  <a:gd name="T13" fmla="*/ 0 h 141"/>
                  <a:gd name="T14" fmla="*/ 0 w 141"/>
                  <a:gd name="T15" fmla="*/ 0 h 141"/>
                  <a:gd name="T16" fmla="*/ 0 w 141"/>
                  <a:gd name="T17" fmla="*/ 0 h 141"/>
                  <a:gd name="T18" fmla="*/ 0 w 141"/>
                  <a:gd name="T19" fmla="*/ 0 h 141"/>
                  <a:gd name="T20" fmla="*/ 0 w 141"/>
                  <a:gd name="T21" fmla="*/ 0 h 141"/>
                  <a:gd name="T22" fmla="*/ 0 w 141"/>
                  <a:gd name="T23" fmla="*/ 0 h 141"/>
                  <a:gd name="T24" fmla="*/ 0 w 141"/>
                  <a:gd name="T25" fmla="*/ 0 h 141"/>
                  <a:gd name="T26" fmla="*/ 0 w 141"/>
                  <a:gd name="T27" fmla="*/ 0 h 141"/>
                  <a:gd name="T28" fmla="*/ 0 w 141"/>
                  <a:gd name="T29" fmla="*/ 0 h 141"/>
                  <a:gd name="T30" fmla="*/ 0 w 141"/>
                  <a:gd name="T31" fmla="*/ 0 h 14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41"/>
                  <a:gd name="T49" fmla="*/ 0 h 141"/>
                  <a:gd name="T50" fmla="*/ 141 w 141"/>
                  <a:gd name="T51" fmla="*/ 141 h 141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41" h="141">
                    <a:moveTo>
                      <a:pt x="101" y="7"/>
                    </a:moveTo>
                    <a:lnTo>
                      <a:pt x="66" y="7"/>
                    </a:lnTo>
                    <a:lnTo>
                      <a:pt x="42" y="31"/>
                    </a:lnTo>
                    <a:lnTo>
                      <a:pt x="51" y="62"/>
                    </a:lnTo>
                    <a:lnTo>
                      <a:pt x="77" y="88"/>
                    </a:lnTo>
                    <a:lnTo>
                      <a:pt x="110" y="72"/>
                    </a:lnTo>
                    <a:lnTo>
                      <a:pt x="123" y="49"/>
                    </a:lnTo>
                    <a:lnTo>
                      <a:pt x="123" y="31"/>
                    </a:lnTo>
                    <a:lnTo>
                      <a:pt x="141" y="62"/>
                    </a:lnTo>
                    <a:lnTo>
                      <a:pt x="123" y="113"/>
                    </a:lnTo>
                    <a:lnTo>
                      <a:pt x="77" y="141"/>
                    </a:lnTo>
                    <a:lnTo>
                      <a:pt x="18" y="106"/>
                    </a:lnTo>
                    <a:lnTo>
                      <a:pt x="0" y="49"/>
                    </a:lnTo>
                    <a:lnTo>
                      <a:pt x="42" y="7"/>
                    </a:lnTo>
                    <a:lnTo>
                      <a:pt x="66" y="0"/>
                    </a:lnTo>
                    <a:lnTo>
                      <a:pt x="101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3" name="Freeform 487"/>
              <p:cNvSpPr>
                <a:spLocks/>
              </p:cNvSpPr>
              <p:nvPr/>
            </p:nvSpPr>
            <p:spPr bwMode="auto">
              <a:xfrm>
                <a:off x="2705" y="1850"/>
                <a:ext cx="33" cy="63"/>
              </a:xfrm>
              <a:custGeom>
                <a:avLst/>
                <a:gdLst>
                  <a:gd name="T0" fmla="*/ 0 w 265"/>
                  <a:gd name="T1" fmla="*/ 0 h 505"/>
                  <a:gd name="T2" fmla="*/ 0 w 265"/>
                  <a:gd name="T3" fmla="*/ 0 h 505"/>
                  <a:gd name="T4" fmla="*/ 0 w 265"/>
                  <a:gd name="T5" fmla="*/ 0 h 505"/>
                  <a:gd name="T6" fmla="*/ 0 w 265"/>
                  <a:gd name="T7" fmla="*/ 0 h 505"/>
                  <a:gd name="T8" fmla="*/ 0 w 265"/>
                  <a:gd name="T9" fmla="*/ 0 h 505"/>
                  <a:gd name="T10" fmla="*/ 0 w 265"/>
                  <a:gd name="T11" fmla="*/ 0 h 505"/>
                  <a:gd name="T12" fmla="*/ 0 w 265"/>
                  <a:gd name="T13" fmla="*/ 0 h 505"/>
                  <a:gd name="T14" fmla="*/ 0 w 265"/>
                  <a:gd name="T15" fmla="*/ 0 h 505"/>
                  <a:gd name="T16" fmla="*/ 0 w 265"/>
                  <a:gd name="T17" fmla="*/ 0 h 505"/>
                  <a:gd name="T18" fmla="*/ 0 w 265"/>
                  <a:gd name="T19" fmla="*/ 0 h 505"/>
                  <a:gd name="T20" fmla="*/ 0 w 265"/>
                  <a:gd name="T21" fmla="*/ 0 h 505"/>
                  <a:gd name="T22" fmla="*/ 0 w 265"/>
                  <a:gd name="T23" fmla="*/ 0 h 505"/>
                  <a:gd name="T24" fmla="*/ 0 w 265"/>
                  <a:gd name="T25" fmla="*/ 0 h 505"/>
                  <a:gd name="T26" fmla="*/ 0 w 265"/>
                  <a:gd name="T27" fmla="*/ 0 h 50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65"/>
                  <a:gd name="T43" fmla="*/ 0 h 505"/>
                  <a:gd name="T44" fmla="*/ 265 w 265"/>
                  <a:gd name="T45" fmla="*/ 505 h 50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65" h="505">
                    <a:moveTo>
                      <a:pt x="215" y="0"/>
                    </a:moveTo>
                    <a:lnTo>
                      <a:pt x="215" y="71"/>
                    </a:lnTo>
                    <a:lnTo>
                      <a:pt x="0" y="193"/>
                    </a:lnTo>
                    <a:lnTo>
                      <a:pt x="131" y="152"/>
                    </a:lnTo>
                    <a:lnTo>
                      <a:pt x="131" y="277"/>
                    </a:lnTo>
                    <a:lnTo>
                      <a:pt x="57" y="258"/>
                    </a:lnTo>
                    <a:lnTo>
                      <a:pt x="239" y="431"/>
                    </a:lnTo>
                    <a:lnTo>
                      <a:pt x="265" y="505"/>
                    </a:lnTo>
                    <a:lnTo>
                      <a:pt x="255" y="405"/>
                    </a:lnTo>
                    <a:lnTo>
                      <a:pt x="180" y="308"/>
                    </a:lnTo>
                    <a:lnTo>
                      <a:pt x="180" y="143"/>
                    </a:lnTo>
                    <a:lnTo>
                      <a:pt x="233" y="92"/>
                    </a:lnTo>
                    <a:lnTo>
                      <a:pt x="233" y="51"/>
                    </a:lnTo>
                    <a:lnTo>
                      <a:pt x="21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4" name="Freeform 488"/>
              <p:cNvSpPr>
                <a:spLocks/>
              </p:cNvSpPr>
              <p:nvPr/>
            </p:nvSpPr>
            <p:spPr bwMode="auto">
              <a:xfrm>
                <a:off x="2667" y="1919"/>
                <a:ext cx="115" cy="67"/>
              </a:xfrm>
              <a:custGeom>
                <a:avLst/>
                <a:gdLst>
                  <a:gd name="T0" fmla="*/ 0 w 918"/>
                  <a:gd name="T1" fmla="*/ 0 h 541"/>
                  <a:gd name="T2" fmla="*/ 0 w 918"/>
                  <a:gd name="T3" fmla="*/ 0 h 541"/>
                  <a:gd name="T4" fmla="*/ 0 w 918"/>
                  <a:gd name="T5" fmla="*/ 0 h 541"/>
                  <a:gd name="T6" fmla="*/ 0 w 918"/>
                  <a:gd name="T7" fmla="*/ 0 h 541"/>
                  <a:gd name="T8" fmla="*/ 0 w 918"/>
                  <a:gd name="T9" fmla="*/ 0 h 541"/>
                  <a:gd name="T10" fmla="*/ 0 w 918"/>
                  <a:gd name="T11" fmla="*/ 0 h 541"/>
                  <a:gd name="T12" fmla="*/ 0 w 918"/>
                  <a:gd name="T13" fmla="*/ 0 h 541"/>
                  <a:gd name="T14" fmla="*/ 0 w 918"/>
                  <a:gd name="T15" fmla="*/ 0 h 541"/>
                  <a:gd name="T16" fmla="*/ 0 w 918"/>
                  <a:gd name="T17" fmla="*/ 0 h 541"/>
                  <a:gd name="T18" fmla="*/ 0 w 918"/>
                  <a:gd name="T19" fmla="*/ 0 h 541"/>
                  <a:gd name="T20" fmla="*/ 0 w 918"/>
                  <a:gd name="T21" fmla="*/ 0 h 541"/>
                  <a:gd name="T22" fmla="*/ 0 w 918"/>
                  <a:gd name="T23" fmla="*/ 0 h 541"/>
                  <a:gd name="T24" fmla="*/ 0 w 918"/>
                  <a:gd name="T25" fmla="*/ 0 h 541"/>
                  <a:gd name="T26" fmla="*/ 0 w 918"/>
                  <a:gd name="T27" fmla="*/ 0 h 541"/>
                  <a:gd name="T28" fmla="*/ 0 w 918"/>
                  <a:gd name="T29" fmla="*/ 0 h 541"/>
                  <a:gd name="T30" fmla="*/ 0 w 918"/>
                  <a:gd name="T31" fmla="*/ 0 h 541"/>
                  <a:gd name="T32" fmla="*/ 0 w 918"/>
                  <a:gd name="T33" fmla="*/ 0 h 541"/>
                  <a:gd name="T34" fmla="*/ 0 w 918"/>
                  <a:gd name="T35" fmla="*/ 0 h 541"/>
                  <a:gd name="T36" fmla="*/ 0 w 918"/>
                  <a:gd name="T37" fmla="*/ 0 h 541"/>
                  <a:gd name="T38" fmla="*/ 0 w 918"/>
                  <a:gd name="T39" fmla="*/ 0 h 541"/>
                  <a:gd name="T40" fmla="*/ 0 w 918"/>
                  <a:gd name="T41" fmla="*/ 0 h 541"/>
                  <a:gd name="T42" fmla="*/ 0 w 918"/>
                  <a:gd name="T43" fmla="*/ 0 h 54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918"/>
                  <a:gd name="T67" fmla="*/ 0 h 541"/>
                  <a:gd name="T68" fmla="*/ 918 w 918"/>
                  <a:gd name="T69" fmla="*/ 541 h 541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918" h="541">
                    <a:moveTo>
                      <a:pt x="529" y="181"/>
                    </a:moveTo>
                    <a:lnTo>
                      <a:pt x="520" y="211"/>
                    </a:lnTo>
                    <a:lnTo>
                      <a:pt x="470" y="211"/>
                    </a:lnTo>
                    <a:lnTo>
                      <a:pt x="379" y="55"/>
                    </a:lnTo>
                    <a:lnTo>
                      <a:pt x="217" y="0"/>
                    </a:lnTo>
                    <a:lnTo>
                      <a:pt x="35" y="55"/>
                    </a:lnTo>
                    <a:lnTo>
                      <a:pt x="0" y="123"/>
                    </a:lnTo>
                    <a:lnTo>
                      <a:pt x="65" y="186"/>
                    </a:lnTo>
                    <a:lnTo>
                      <a:pt x="123" y="294"/>
                    </a:lnTo>
                    <a:lnTo>
                      <a:pt x="245" y="172"/>
                    </a:lnTo>
                    <a:lnTo>
                      <a:pt x="373" y="195"/>
                    </a:lnTo>
                    <a:lnTo>
                      <a:pt x="553" y="283"/>
                    </a:lnTo>
                    <a:lnTo>
                      <a:pt x="613" y="319"/>
                    </a:lnTo>
                    <a:lnTo>
                      <a:pt x="619" y="411"/>
                    </a:lnTo>
                    <a:lnTo>
                      <a:pt x="529" y="474"/>
                    </a:lnTo>
                    <a:lnTo>
                      <a:pt x="619" y="541"/>
                    </a:lnTo>
                    <a:lnTo>
                      <a:pt x="918" y="541"/>
                    </a:lnTo>
                    <a:lnTo>
                      <a:pt x="793" y="424"/>
                    </a:lnTo>
                    <a:lnTo>
                      <a:pt x="727" y="424"/>
                    </a:lnTo>
                    <a:lnTo>
                      <a:pt x="660" y="253"/>
                    </a:lnTo>
                    <a:lnTo>
                      <a:pt x="577" y="204"/>
                    </a:lnTo>
                    <a:lnTo>
                      <a:pt x="529" y="18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5" name="Freeform 489"/>
              <p:cNvSpPr>
                <a:spLocks/>
              </p:cNvSpPr>
              <p:nvPr/>
            </p:nvSpPr>
            <p:spPr bwMode="auto">
              <a:xfrm>
                <a:off x="2573" y="1950"/>
                <a:ext cx="163" cy="58"/>
              </a:xfrm>
              <a:custGeom>
                <a:avLst/>
                <a:gdLst>
                  <a:gd name="T0" fmla="*/ 0 w 1305"/>
                  <a:gd name="T1" fmla="*/ 0 h 464"/>
                  <a:gd name="T2" fmla="*/ 0 w 1305"/>
                  <a:gd name="T3" fmla="*/ 0 h 464"/>
                  <a:gd name="T4" fmla="*/ 0 w 1305"/>
                  <a:gd name="T5" fmla="*/ 0 h 464"/>
                  <a:gd name="T6" fmla="*/ 0 w 1305"/>
                  <a:gd name="T7" fmla="*/ 0 h 464"/>
                  <a:gd name="T8" fmla="*/ 0 w 1305"/>
                  <a:gd name="T9" fmla="*/ 0 h 464"/>
                  <a:gd name="T10" fmla="*/ 0 w 1305"/>
                  <a:gd name="T11" fmla="*/ 0 h 464"/>
                  <a:gd name="T12" fmla="*/ 0 w 1305"/>
                  <a:gd name="T13" fmla="*/ 0 h 464"/>
                  <a:gd name="T14" fmla="*/ 0 w 1305"/>
                  <a:gd name="T15" fmla="*/ 0 h 464"/>
                  <a:gd name="T16" fmla="*/ 0 w 1305"/>
                  <a:gd name="T17" fmla="*/ 0 h 464"/>
                  <a:gd name="T18" fmla="*/ 0 w 1305"/>
                  <a:gd name="T19" fmla="*/ 0 h 464"/>
                  <a:gd name="T20" fmla="*/ 0 w 1305"/>
                  <a:gd name="T21" fmla="*/ 0 h 464"/>
                  <a:gd name="T22" fmla="*/ 0 w 1305"/>
                  <a:gd name="T23" fmla="*/ 0 h 464"/>
                  <a:gd name="T24" fmla="*/ 0 w 1305"/>
                  <a:gd name="T25" fmla="*/ 0 h 464"/>
                  <a:gd name="T26" fmla="*/ 0 w 1305"/>
                  <a:gd name="T27" fmla="*/ 0 h 464"/>
                  <a:gd name="T28" fmla="*/ 0 w 1305"/>
                  <a:gd name="T29" fmla="*/ 0 h 464"/>
                  <a:gd name="T30" fmla="*/ 0 w 1305"/>
                  <a:gd name="T31" fmla="*/ 0 h 464"/>
                  <a:gd name="T32" fmla="*/ 0 w 1305"/>
                  <a:gd name="T33" fmla="*/ 0 h 464"/>
                  <a:gd name="T34" fmla="*/ 0 w 1305"/>
                  <a:gd name="T35" fmla="*/ 0 h 464"/>
                  <a:gd name="T36" fmla="*/ 0 w 1305"/>
                  <a:gd name="T37" fmla="*/ 0 h 464"/>
                  <a:gd name="T38" fmla="*/ 0 w 1305"/>
                  <a:gd name="T39" fmla="*/ 0 h 464"/>
                  <a:gd name="T40" fmla="*/ 0 w 1305"/>
                  <a:gd name="T41" fmla="*/ 0 h 464"/>
                  <a:gd name="T42" fmla="*/ 0 w 1305"/>
                  <a:gd name="T43" fmla="*/ 0 h 464"/>
                  <a:gd name="T44" fmla="*/ 0 w 1305"/>
                  <a:gd name="T45" fmla="*/ 0 h 464"/>
                  <a:gd name="T46" fmla="*/ 0 w 1305"/>
                  <a:gd name="T47" fmla="*/ 0 h 464"/>
                  <a:gd name="T48" fmla="*/ 0 w 1305"/>
                  <a:gd name="T49" fmla="*/ 0 h 464"/>
                  <a:gd name="T50" fmla="*/ 0 w 1305"/>
                  <a:gd name="T51" fmla="*/ 0 h 464"/>
                  <a:gd name="T52" fmla="*/ 0 w 1305"/>
                  <a:gd name="T53" fmla="*/ 0 h 464"/>
                  <a:gd name="T54" fmla="*/ 0 w 1305"/>
                  <a:gd name="T55" fmla="*/ 0 h 464"/>
                  <a:gd name="T56" fmla="*/ 0 w 1305"/>
                  <a:gd name="T57" fmla="*/ 0 h 464"/>
                  <a:gd name="T58" fmla="*/ 0 w 1305"/>
                  <a:gd name="T59" fmla="*/ 0 h 46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305"/>
                  <a:gd name="T91" fmla="*/ 0 h 464"/>
                  <a:gd name="T92" fmla="*/ 1305 w 1305"/>
                  <a:gd name="T93" fmla="*/ 464 h 464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305" h="464">
                    <a:moveTo>
                      <a:pt x="1248" y="185"/>
                    </a:moveTo>
                    <a:lnTo>
                      <a:pt x="1184" y="130"/>
                    </a:lnTo>
                    <a:lnTo>
                      <a:pt x="1149" y="53"/>
                    </a:lnTo>
                    <a:lnTo>
                      <a:pt x="1066" y="71"/>
                    </a:lnTo>
                    <a:lnTo>
                      <a:pt x="1033" y="242"/>
                    </a:lnTo>
                    <a:lnTo>
                      <a:pt x="1089" y="293"/>
                    </a:lnTo>
                    <a:lnTo>
                      <a:pt x="944" y="293"/>
                    </a:lnTo>
                    <a:lnTo>
                      <a:pt x="826" y="341"/>
                    </a:lnTo>
                    <a:lnTo>
                      <a:pt x="497" y="433"/>
                    </a:lnTo>
                    <a:lnTo>
                      <a:pt x="308" y="464"/>
                    </a:lnTo>
                    <a:lnTo>
                      <a:pt x="149" y="464"/>
                    </a:lnTo>
                    <a:lnTo>
                      <a:pt x="50" y="433"/>
                    </a:lnTo>
                    <a:lnTo>
                      <a:pt x="0" y="350"/>
                    </a:lnTo>
                    <a:lnTo>
                      <a:pt x="50" y="350"/>
                    </a:lnTo>
                    <a:lnTo>
                      <a:pt x="200" y="415"/>
                    </a:lnTo>
                    <a:lnTo>
                      <a:pt x="349" y="424"/>
                    </a:lnTo>
                    <a:lnTo>
                      <a:pt x="547" y="392"/>
                    </a:lnTo>
                    <a:lnTo>
                      <a:pt x="769" y="311"/>
                    </a:lnTo>
                    <a:lnTo>
                      <a:pt x="826" y="286"/>
                    </a:lnTo>
                    <a:lnTo>
                      <a:pt x="769" y="176"/>
                    </a:lnTo>
                    <a:lnTo>
                      <a:pt x="695" y="110"/>
                    </a:lnTo>
                    <a:lnTo>
                      <a:pt x="605" y="14"/>
                    </a:lnTo>
                    <a:lnTo>
                      <a:pt x="769" y="46"/>
                    </a:lnTo>
                    <a:lnTo>
                      <a:pt x="810" y="110"/>
                    </a:lnTo>
                    <a:lnTo>
                      <a:pt x="870" y="64"/>
                    </a:lnTo>
                    <a:lnTo>
                      <a:pt x="870" y="130"/>
                    </a:lnTo>
                    <a:lnTo>
                      <a:pt x="1033" y="0"/>
                    </a:lnTo>
                    <a:lnTo>
                      <a:pt x="1257" y="46"/>
                    </a:lnTo>
                    <a:lnTo>
                      <a:pt x="1305" y="145"/>
                    </a:lnTo>
                    <a:lnTo>
                      <a:pt x="1248" y="18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6" name="Line 490"/>
              <p:cNvSpPr>
                <a:spLocks noChangeShapeType="1"/>
              </p:cNvSpPr>
              <p:nvPr/>
            </p:nvSpPr>
            <p:spPr bwMode="auto">
              <a:xfrm>
                <a:off x="2684" y="1988"/>
                <a:ext cx="37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7" name="Freeform 491"/>
              <p:cNvSpPr>
                <a:spLocks/>
              </p:cNvSpPr>
              <p:nvPr/>
            </p:nvSpPr>
            <p:spPr bwMode="auto">
              <a:xfrm>
                <a:off x="2601" y="1576"/>
                <a:ext cx="7" cy="16"/>
              </a:xfrm>
              <a:custGeom>
                <a:avLst/>
                <a:gdLst>
                  <a:gd name="T0" fmla="*/ 0 w 50"/>
                  <a:gd name="T1" fmla="*/ 0 h 123"/>
                  <a:gd name="T2" fmla="*/ 0 w 50"/>
                  <a:gd name="T3" fmla="*/ 0 h 123"/>
                  <a:gd name="T4" fmla="*/ 0 w 50"/>
                  <a:gd name="T5" fmla="*/ 0 h 123"/>
                  <a:gd name="T6" fmla="*/ 0 w 50"/>
                  <a:gd name="T7" fmla="*/ 0 h 123"/>
                  <a:gd name="T8" fmla="*/ 0 w 50"/>
                  <a:gd name="T9" fmla="*/ 0 h 123"/>
                  <a:gd name="T10" fmla="*/ 0 w 50"/>
                  <a:gd name="T11" fmla="*/ 0 h 123"/>
                  <a:gd name="T12" fmla="*/ 0 w 50"/>
                  <a:gd name="T13" fmla="*/ 0 h 123"/>
                  <a:gd name="T14" fmla="*/ 0 w 50"/>
                  <a:gd name="T15" fmla="*/ 0 h 123"/>
                  <a:gd name="T16" fmla="*/ 0 w 50"/>
                  <a:gd name="T17" fmla="*/ 0 h 123"/>
                  <a:gd name="T18" fmla="*/ 0 w 50"/>
                  <a:gd name="T19" fmla="*/ 0 h 123"/>
                  <a:gd name="T20" fmla="*/ 0 w 50"/>
                  <a:gd name="T21" fmla="*/ 0 h 123"/>
                  <a:gd name="T22" fmla="*/ 0 w 50"/>
                  <a:gd name="T23" fmla="*/ 0 h 12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0"/>
                  <a:gd name="T37" fmla="*/ 0 h 123"/>
                  <a:gd name="T38" fmla="*/ 50 w 50"/>
                  <a:gd name="T39" fmla="*/ 123 h 12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0" h="123">
                    <a:moveTo>
                      <a:pt x="32" y="0"/>
                    </a:moveTo>
                    <a:lnTo>
                      <a:pt x="50" y="42"/>
                    </a:lnTo>
                    <a:lnTo>
                      <a:pt x="50" y="83"/>
                    </a:lnTo>
                    <a:lnTo>
                      <a:pt x="32" y="118"/>
                    </a:lnTo>
                    <a:lnTo>
                      <a:pt x="14" y="123"/>
                    </a:lnTo>
                    <a:lnTo>
                      <a:pt x="0" y="123"/>
                    </a:lnTo>
                    <a:lnTo>
                      <a:pt x="0" y="111"/>
                    </a:lnTo>
                    <a:lnTo>
                      <a:pt x="19" y="111"/>
                    </a:lnTo>
                    <a:lnTo>
                      <a:pt x="32" y="83"/>
                    </a:lnTo>
                    <a:lnTo>
                      <a:pt x="39" y="48"/>
                    </a:lnTo>
                    <a:lnTo>
                      <a:pt x="19" y="12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8" name="Freeform 492"/>
              <p:cNvSpPr>
                <a:spLocks/>
              </p:cNvSpPr>
              <p:nvPr/>
            </p:nvSpPr>
            <p:spPr bwMode="auto">
              <a:xfrm>
                <a:off x="2503" y="1537"/>
                <a:ext cx="39" cy="18"/>
              </a:xfrm>
              <a:custGeom>
                <a:avLst/>
                <a:gdLst>
                  <a:gd name="T0" fmla="*/ 0 w 311"/>
                  <a:gd name="T1" fmla="*/ 0 h 142"/>
                  <a:gd name="T2" fmla="*/ 0 w 311"/>
                  <a:gd name="T3" fmla="*/ 0 h 142"/>
                  <a:gd name="T4" fmla="*/ 0 w 311"/>
                  <a:gd name="T5" fmla="*/ 0 h 142"/>
                  <a:gd name="T6" fmla="*/ 0 w 311"/>
                  <a:gd name="T7" fmla="*/ 0 h 142"/>
                  <a:gd name="T8" fmla="*/ 0 w 311"/>
                  <a:gd name="T9" fmla="*/ 0 h 142"/>
                  <a:gd name="T10" fmla="*/ 0 w 311"/>
                  <a:gd name="T11" fmla="*/ 0 h 142"/>
                  <a:gd name="T12" fmla="*/ 0 w 311"/>
                  <a:gd name="T13" fmla="*/ 0 h 142"/>
                  <a:gd name="T14" fmla="*/ 0 w 311"/>
                  <a:gd name="T15" fmla="*/ 0 h 142"/>
                  <a:gd name="T16" fmla="*/ 0 w 311"/>
                  <a:gd name="T17" fmla="*/ 0 h 142"/>
                  <a:gd name="T18" fmla="*/ 0 w 311"/>
                  <a:gd name="T19" fmla="*/ 0 h 142"/>
                  <a:gd name="T20" fmla="*/ 0 w 311"/>
                  <a:gd name="T21" fmla="*/ 0 h 142"/>
                  <a:gd name="T22" fmla="*/ 0 w 311"/>
                  <a:gd name="T23" fmla="*/ 0 h 142"/>
                  <a:gd name="T24" fmla="*/ 0 w 311"/>
                  <a:gd name="T25" fmla="*/ 0 h 142"/>
                  <a:gd name="T26" fmla="*/ 0 w 311"/>
                  <a:gd name="T27" fmla="*/ 0 h 142"/>
                  <a:gd name="T28" fmla="*/ 0 w 311"/>
                  <a:gd name="T29" fmla="*/ 0 h 142"/>
                  <a:gd name="T30" fmla="*/ 0 w 311"/>
                  <a:gd name="T31" fmla="*/ 0 h 142"/>
                  <a:gd name="T32" fmla="*/ 0 w 311"/>
                  <a:gd name="T33" fmla="*/ 0 h 142"/>
                  <a:gd name="T34" fmla="*/ 0 w 311"/>
                  <a:gd name="T35" fmla="*/ 0 h 142"/>
                  <a:gd name="T36" fmla="*/ 0 w 311"/>
                  <a:gd name="T37" fmla="*/ 0 h 142"/>
                  <a:gd name="T38" fmla="*/ 0 w 311"/>
                  <a:gd name="T39" fmla="*/ 0 h 142"/>
                  <a:gd name="T40" fmla="*/ 0 w 311"/>
                  <a:gd name="T41" fmla="*/ 0 h 142"/>
                  <a:gd name="T42" fmla="*/ 0 w 311"/>
                  <a:gd name="T43" fmla="*/ 0 h 142"/>
                  <a:gd name="T44" fmla="*/ 0 w 311"/>
                  <a:gd name="T45" fmla="*/ 0 h 142"/>
                  <a:gd name="T46" fmla="*/ 0 w 311"/>
                  <a:gd name="T47" fmla="*/ 0 h 142"/>
                  <a:gd name="T48" fmla="*/ 0 w 311"/>
                  <a:gd name="T49" fmla="*/ 0 h 142"/>
                  <a:gd name="T50" fmla="*/ 0 w 311"/>
                  <a:gd name="T51" fmla="*/ 0 h 142"/>
                  <a:gd name="T52" fmla="*/ 0 w 311"/>
                  <a:gd name="T53" fmla="*/ 0 h 142"/>
                  <a:gd name="T54" fmla="*/ 0 w 311"/>
                  <a:gd name="T55" fmla="*/ 0 h 142"/>
                  <a:gd name="T56" fmla="*/ 0 w 311"/>
                  <a:gd name="T57" fmla="*/ 0 h 142"/>
                  <a:gd name="T58" fmla="*/ 0 w 311"/>
                  <a:gd name="T59" fmla="*/ 0 h 142"/>
                  <a:gd name="T60" fmla="*/ 0 w 311"/>
                  <a:gd name="T61" fmla="*/ 0 h 142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311"/>
                  <a:gd name="T94" fmla="*/ 0 h 142"/>
                  <a:gd name="T95" fmla="*/ 311 w 311"/>
                  <a:gd name="T96" fmla="*/ 142 h 142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311" h="142">
                    <a:moveTo>
                      <a:pt x="0" y="49"/>
                    </a:moveTo>
                    <a:lnTo>
                      <a:pt x="48" y="39"/>
                    </a:lnTo>
                    <a:lnTo>
                      <a:pt x="14" y="26"/>
                    </a:lnTo>
                    <a:lnTo>
                      <a:pt x="55" y="0"/>
                    </a:lnTo>
                    <a:lnTo>
                      <a:pt x="117" y="1"/>
                    </a:lnTo>
                    <a:lnTo>
                      <a:pt x="179" y="1"/>
                    </a:lnTo>
                    <a:lnTo>
                      <a:pt x="255" y="37"/>
                    </a:lnTo>
                    <a:lnTo>
                      <a:pt x="218" y="37"/>
                    </a:lnTo>
                    <a:lnTo>
                      <a:pt x="267" y="83"/>
                    </a:lnTo>
                    <a:lnTo>
                      <a:pt x="278" y="54"/>
                    </a:lnTo>
                    <a:lnTo>
                      <a:pt x="311" y="107"/>
                    </a:lnTo>
                    <a:lnTo>
                      <a:pt x="273" y="142"/>
                    </a:lnTo>
                    <a:lnTo>
                      <a:pt x="276" y="109"/>
                    </a:lnTo>
                    <a:lnTo>
                      <a:pt x="223" y="122"/>
                    </a:lnTo>
                    <a:lnTo>
                      <a:pt x="188" y="120"/>
                    </a:lnTo>
                    <a:lnTo>
                      <a:pt x="240" y="109"/>
                    </a:lnTo>
                    <a:lnTo>
                      <a:pt x="253" y="92"/>
                    </a:lnTo>
                    <a:lnTo>
                      <a:pt x="235" y="61"/>
                    </a:lnTo>
                    <a:lnTo>
                      <a:pt x="191" y="39"/>
                    </a:lnTo>
                    <a:lnTo>
                      <a:pt x="156" y="37"/>
                    </a:lnTo>
                    <a:lnTo>
                      <a:pt x="101" y="41"/>
                    </a:lnTo>
                    <a:lnTo>
                      <a:pt x="60" y="46"/>
                    </a:lnTo>
                    <a:lnTo>
                      <a:pt x="95" y="81"/>
                    </a:lnTo>
                    <a:lnTo>
                      <a:pt x="140" y="109"/>
                    </a:lnTo>
                    <a:lnTo>
                      <a:pt x="122" y="122"/>
                    </a:lnTo>
                    <a:lnTo>
                      <a:pt x="106" y="104"/>
                    </a:lnTo>
                    <a:lnTo>
                      <a:pt x="71" y="109"/>
                    </a:lnTo>
                    <a:lnTo>
                      <a:pt x="66" y="81"/>
                    </a:lnTo>
                    <a:lnTo>
                      <a:pt x="36" y="79"/>
                    </a:lnTo>
                    <a:lnTo>
                      <a:pt x="43" y="61"/>
                    </a:lnTo>
                    <a:lnTo>
                      <a:pt x="0" y="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9" name="Freeform 493"/>
              <p:cNvSpPr>
                <a:spLocks/>
              </p:cNvSpPr>
              <p:nvPr/>
            </p:nvSpPr>
            <p:spPr bwMode="auto">
              <a:xfrm>
                <a:off x="2567" y="1541"/>
                <a:ext cx="33" cy="15"/>
              </a:xfrm>
              <a:custGeom>
                <a:avLst/>
                <a:gdLst>
                  <a:gd name="T0" fmla="*/ 0 w 263"/>
                  <a:gd name="T1" fmla="*/ 0 h 121"/>
                  <a:gd name="T2" fmla="*/ 0 w 263"/>
                  <a:gd name="T3" fmla="*/ 0 h 121"/>
                  <a:gd name="T4" fmla="*/ 0 w 263"/>
                  <a:gd name="T5" fmla="*/ 0 h 121"/>
                  <a:gd name="T6" fmla="*/ 0 w 263"/>
                  <a:gd name="T7" fmla="*/ 0 h 121"/>
                  <a:gd name="T8" fmla="*/ 0 w 263"/>
                  <a:gd name="T9" fmla="*/ 0 h 121"/>
                  <a:gd name="T10" fmla="*/ 0 w 263"/>
                  <a:gd name="T11" fmla="*/ 0 h 121"/>
                  <a:gd name="T12" fmla="*/ 0 w 263"/>
                  <a:gd name="T13" fmla="*/ 0 h 121"/>
                  <a:gd name="T14" fmla="*/ 0 w 263"/>
                  <a:gd name="T15" fmla="*/ 0 h 121"/>
                  <a:gd name="T16" fmla="*/ 0 w 263"/>
                  <a:gd name="T17" fmla="*/ 0 h 121"/>
                  <a:gd name="T18" fmla="*/ 0 w 263"/>
                  <a:gd name="T19" fmla="*/ 0 h 121"/>
                  <a:gd name="T20" fmla="*/ 0 w 263"/>
                  <a:gd name="T21" fmla="*/ 0 h 121"/>
                  <a:gd name="T22" fmla="*/ 0 w 263"/>
                  <a:gd name="T23" fmla="*/ 0 h 121"/>
                  <a:gd name="T24" fmla="*/ 0 w 263"/>
                  <a:gd name="T25" fmla="*/ 0 h 121"/>
                  <a:gd name="T26" fmla="*/ 0 w 263"/>
                  <a:gd name="T27" fmla="*/ 0 h 121"/>
                  <a:gd name="T28" fmla="*/ 0 w 263"/>
                  <a:gd name="T29" fmla="*/ 0 h 121"/>
                  <a:gd name="T30" fmla="*/ 0 w 263"/>
                  <a:gd name="T31" fmla="*/ 0 h 121"/>
                  <a:gd name="T32" fmla="*/ 0 w 263"/>
                  <a:gd name="T33" fmla="*/ 0 h 121"/>
                  <a:gd name="T34" fmla="*/ 0 w 263"/>
                  <a:gd name="T35" fmla="*/ 0 h 121"/>
                  <a:gd name="T36" fmla="*/ 0 w 263"/>
                  <a:gd name="T37" fmla="*/ 0 h 121"/>
                  <a:gd name="T38" fmla="*/ 0 w 263"/>
                  <a:gd name="T39" fmla="*/ 0 h 121"/>
                  <a:gd name="T40" fmla="*/ 0 w 263"/>
                  <a:gd name="T41" fmla="*/ 0 h 121"/>
                  <a:gd name="T42" fmla="*/ 0 w 263"/>
                  <a:gd name="T43" fmla="*/ 0 h 121"/>
                  <a:gd name="T44" fmla="*/ 0 w 263"/>
                  <a:gd name="T45" fmla="*/ 0 h 121"/>
                  <a:gd name="T46" fmla="*/ 0 w 263"/>
                  <a:gd name="T47" fmla="*/ 0 h 121"/>
                  <a:gd name="T48" fmla="*/ 0 w 263"/>
                  <a:gd name="T49" fmla="*/ 0 h 121"/>
                  <a:gd name="T50" fmla="*/ 0 w 263"/>
                  <a:gd name="T51" fmla="*/ 0 h 121"/>
                  <a:gd name="T52" fmla="*/ 0 w 263"/>
                  <a:gd name="T53" fmla="*/ 0 h 121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263"/>
                  <a:gd name="T82" fmla="*/ 0 h 121"/>
                  <a:gd name="T83" fmla="*/ 263 w 263"/>
                  <a:gd name="T84" fmla="*/ 121 h 121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263" h="121">
                    <a:moveTo>
                      <a:pt x="0" y="75"/>
                    </a:moveTo>
                    <a:lnTo>
                      <a:pt x="26" y="31"/>
                    </a:lnTo>
                    <a:lnTo>
                      <a:pt x="92" y="0"/>
                    </a:lnTo>
                    <a:lnTo>
                      <a:pt x="127" y="0"/>
                    </a:lnTo>
                    <a:lnTo>
                      <a:pt x="109" y="24"/>
                    </a:lnTo>
                    <a:lnTo>
                      <a:pt x="145" y="24"/>
                    </a:lnTo>
                    <a:lnTo>
                      <a:pt x="151" y="5"/>
                    </a:lnTo>
                    <a:lnTo>
                      <a:pt x="175" y="17"/>
                    </a:lnTo>
                    <a:lnTo>
                      <a:pt x="208" y="12"/>
                    </a:lnTo>
                    <a:lnTo>
                      <a:pt x="217" y="29"/>
                    </a:lnTo>
                    <a:lnTo>
                      <a:pt x="259" y="24"/>
                    </a:lnTo>
                    <a:lnTo>
                      <a:pt x="226" y="58"/>
                    </a:lnTo>
                    <a:lnTo>
                      <a:pt x="263" y="77"/>
                    </a:lnTo>
                    <a:lnTo>
                      <a:pt x="208" y="86"/>
                    </a:lnTo>
                    <a:lnTo>
                      <a:pt x="206" y="104"/>
                    </a:lnTo>
                    <a:lnTo>
                      <a:pt x="180" y="97"/>
                    </a:lnTo>
                    <a:lnTo>
                      <a:pt x="151" y="121"/>
                    </a:lnTo>
                    <a:lnTo>
                      <a:pt x="134" y="110"/>
                    </a:lnTo>
                    <a:lnTo>
                      <a:pt x="97" y="110"/>
                    </a:lnTo>
                    <a:lnTo>
                      <a:pt x="151" y="97"/>
                    </a:lnTo>
                    <a:lnTo>
                      <a:pt x="184" y="77"/>
                    </a:lnTo>
                    <a:lnTo>
                      <a:pt x="206" y="68"/>
                    </a:lnTo>
                    <a:lnTo>
                      <a:pt x="169" y="51"/>
                    </a:lnTo>
                    <a:lnTo>
                      <a:pt x="134" y="38"/>
                    </a:lnTo>
                    <a:lnTo>
                      <a:pt x="85" y="31"/>
                    </a:lnTo>
                    <a:lnTo>
                      <a:pt x="37" y="58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00" name="Freeform 494"/>
              <p:cNvSpPr>
                <a:spLocks/>
              </p:cNvSpPr>
              <p:nvPr/>
            </p:nvSpPr>
            <p:spPr bwMode="auto">
              <a:xfrm>
                <a:off x="2570" y="1552"/>
                <a:ext cx="6" cy="3"/>
              </a:xfrm>
              <a:custGeom>
                <a:avLst/>
                <a:gdLst>
                  <a:gd name="T0" fmla="*/ 0 w 51"/>
                  <a:gd name="T1" fmla="*/ 0 h 17"/>
                  <a:gd name="T2" fmla="*/ 0 w 51"/>
                  <a:gd name="T3" fmla="*/ 0 h 17"/>
                  <a:gd name="T4" fmla="*/ 0 w 51"/>
                  <a:gd name="T5" fmla="*/ 0 h 17"/>
                  <a:gd name="T6" fmla="*/ 0 w 51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17"/>
                  <a:gd name="T14" fmla="*/ 51 w 51"/>
                  <a:gd name="T15" fmla="*/ 17 h 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17">
                    <a:moveTo>
                      <a:pt x="14" y="0"/>
                    </a:moveTo>
                    <a:lnTo>
                      <a:pt x="51" y="17"/>
                    </a:lnTo>
                    <a:lnTo>
                      <a:pt x="0" y="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01" name="Freeform 495"/>
              <p:cNvSpPr>
                <a:spLocks/>
              </p:cNvSpPr>
              <p:nvPr/>
            </p:nvSpPr>
            <p:spPr bwMode="auto">
              <a:xfrm>
                <a:off x="2506" y="1523"/>
                <a:ext cx="39" cy="18"/>
              </a:xfrm>
              <a:custGeom>
                <a:avLst/>
                <a:gdLst>
                  <a:gd name="T0" fmla="*/ 0 w 310"/>
                  <a:gd name="T1" fmla="*/ 0 h 140"/>
                  <a:gd name="T2" fmla="*/ 0 w 310"/>
                  <a:gd name="T3" fmla="*/ 0 h 140"/>
                  <a:gd name="T4" fmla="*/ 0 w 310"/>
                  <a:gd name="T5" fmla="*/ 0 h 140"/>
                  <a:gd name="T6" fmla="*/ 0 w 310"/>
                  <a:gd name="T7" fmla="*/ 0 h 140"/>
                  <a:gd name="T8" fmla="*/ 0 w 310"/>
                  <a:gd name="T9" fmla="*/ 0 h 140"/>
                  <a:gd name="T10" fmla="*/ 0 w 310"/>
                  <a:gd name="T11" fmla="*/ 0 h 140"/>
                  <a:gd name="T12" fmla="*/ 0 w 310"/>
                  <a:gd name="T13" fmla="*/ 0 h 140"/>
                  <a:gd name="T14" fmla="*/ 0 w 310"/>
                  <a:gd name="T15" fmla="*/ 0 h 14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10"/>
                  <a:gd name="T25" fmla="*/ 0 h 140"/>
                  <a:gd name="T26" fmla="*/ 310 w 310"/>
                  <a:gd name="T27" fmla="*/ 140 h 14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10" h="140">
                    <a:moveTo>
                      <a:pt x="0" y="28"/>
                    </a:moveTo>
                    <a:lnTo>
                      <a:pt x="93" y="0"/>
                    </a:lnTo>
                    <a:lnTo>
                      <a:pt x="238" y="57"/>
                    </a:lnTo>
                    <a:lnTo>
                      <a:pt x="310" y="140"/>
                    </a:lnTo>
                    <a:lnTo>
                      <a:pt x="244" y="74"/>
                    </a:lnTo>
                    <a:lnTo>
                      <a:pt x="145" y="28"/>
                    </a:lnTo>
                    <a:lnTo>
                      <a:pt x="81" y="21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02" name="Freeform 496"/>
              <p:cNvSpPr>
                <a:spLocks/>
              </p:cNvSpPr>
              <p:nvPr/>
            </p:nvSpPr>
            <p:spPr bwMode="auto">
              <a:xfrm>
                <a:off x="2570" y="1528"/>
                <a:ext cx="30" cy="8"/>
              </a:xfrm>
              <a:custGeom>
                <a:avLst/>
                <a:gdLst>
                  <a:gd name="T0" fmla="*/ 0 w 245"/>
                  <a:gd name="T1" fmla="*/ 0 h 64"/>
                  <a:gd name="T2" fmla="*/ 0 w 245"/>
                  <a:gd name="T3" fmla="*/ 0 h 64"/>
                  <a:gd name="T4" fmla="*/ 0 w 245"/>
                  <a:gd name="T5" fmla="*/ 0 h 64"/>
                  <a:gd name="T6" fmla="*/ 0 w 245"/>
                  <a:gd name="T7" fmla="*/ 0 h 64"/>
                  <a:gd name="T8" fmla="*/ 0 w 245"/>
                  <a:gd name="T9" fmla="*/ 0 h 64"/>
                  <a:gd name="T10" fmla="*/ 0 w 245"/>
                  <a:gd name="T11" fmla="*/ 0 h 64"/>
                  <a:gd name="T12" fmla="*/ 0 w 245"/>
                  <a:gd name="T13" fmla="*/ 0 h 64"/>
                  <a:gd name="T14" fmla="*/ 0 w 245"/>
                  <a:gd name="T15" fmla="*/ 0 h 64"/>
                  <a:gd name="T16" fmla="*/ 0 w 245"/>
                  <a:gd name="T17" fmla="*/ 0 h 6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45"/>
                  <a:gd name="T28" fmla="*/ 0 h 64"/>
                  <a:gd name="T29" fmla="*/ 245 w 245"/>
                  <a:gd name="T30" fmla="*/ 64 h 6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45" h="64">
                    <a:moveTo>
                      <a:pt x="0" y="64"/>
                    </a:moveTo>
                    <a:lnTo>
                      <a:pt x="86" y="31"/>
                    </a:lnTo>
                    <a:lnTo>
                      <a:pt x="157" y="18"/>
                    </a:lnTo>
                    <a:lnTo>
                      <a:pt x="218" y="18"/>
                    </a:lnTo>
                    <a:lnTo>
                      <a:pt x="245" y="35"/>
                    </a:lnTo>
                    <a:lnTo>
                      <a:pt x="229" y="0"/>
                    </a:lnTo>
                    <a:lnTo>
                      <a:pt x="168" y="0"/>
                    </a:lnTo>
                    <a:lnTo>
                      <a:pt x="69" y="18"/>
                    </a:lnTo>
                    <a:lnTo>
                      <a:pt x="0" y="6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03" name="Freeform 497"/>
              <p:cNvSpPr>
                <a:spLocks/>
              </p:cNvSpPr>
              <p:nvPr/>
            </p:nvSpPr>
            <p:spPr bwMode="auto">
              <a:xfrm>
                <a:off x="2536" y="1584"/>
                <a:ext cx="25" cy="13"/>
              </a:xfrm>
              <a:custGeom>
                <a:avLst/>
                <a:gdLst>
                  <a:gd name="T0" fmla="*/ 0 w 207"/>
                  <a:gd name="T1" fmla="*/ 0 h 103"/>
                  <a:gd name="T2" fmla="*/ 0 w 207"/>
                  <a:gd name="T3" fmla="*/ 0 h 103"/>
                  <a:gd name="T4" fmla="*/ 0 w 207"/>
                  <a:gd name="T5" fmla="*/ 0 h 103"/>
                  <a:gd name="T6" fmla="*/ 0 w 207"/>
                  <a:gd name="T7" fmla="*/ 0 h 103"/>
                  <a:gd name="T8" fmla="*/ 0 w 207"/>
                  <a:gd name="T9" fmla="*/ 0 h 103"/>
                  <a:gd name="T10" fmla="*/ 0 w 207"/>
                  <a:gd name="T11" fmla="*/ 0 h 103"/>
                  <a:gd name="T12" fmla="*/ 0 w 207"/>
                  <a:gd name="T13" fmla="*/ 0 h 103"/>
                  <a:gd name="T14" fmla="*/ 0 w 207"/>
                  <a:gd name="T15" fmla="*/ 0 h 103"/>
                  <a:gd name="T16" fmla="*/ 0 w 207"/>
                  <a:gd name="T17" fmla="*/ 0 h 103"/>
                  <a:gd name="T18" fmla="*/ 0 w 207"/>
                  <a:gd name="T19" fmla="*/ 0 h 103"/>
                  <a:gd name="T20" fmla="*/ 0 w 207"/>
                  <a:gd name="T21" fmla="*/ 0 h 103"/>
                  <a:gd name="T22" fmla="*/ 0 w 207"/>
                  <a:gd name="T23" fmla="*/ 0 h 103"/>
                  <a:gd name="T24" fmla="*/ 0 w 207"/>
                  <a:gd name="T25" fmla="*/ 0 h 103"/>
                  <a:gd name="T26" fmla="*/ 0 w 207"/>
                  <a:gd name="T27" fmla="*/ 0 h 10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07"/>
                  <a:gd name="T43" fmla="*/ 0 h 103"/>
                  <a:gd name="T44" fmla="*/ 207 w 207"/>
                  <a:gd name="T45" fmla="*/ 103 h 103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07" h="103">
                    <a:moveTo>
                      <a:pt x="207" y="38"/>
                    </a:moveTo>
                    <a:lnTo>
                      <a:pt x="152" y="73"/>
                    </a:lnTo>
                    <a:lnTo>
                      <a:pt x="130" y="66"/>
                    </a:lnTo>
                    <a:lnTo>
                      <a:pt x="101" y="38"/>
                    </a:lnTo>
                    <a:lnTo>
                      <a:pt x="58" y="29"/>
                    </a:lnTo>
                    <a:lnTo>
                      <a:pt x="11" y="22"/>
                    </a:lnTo>
                    <a:lnTo>
                      <a:pt x="11" y="0"/>
                    </a:lnTo>
                    <a:lnTo>
                      <a:pt x="0" y="22"/>
                    </a:lnTo>
                    <a:lnTo>
                      <a:pt x="11" y="38"/>
                    </a:lnTo>
                    <a:lnTo>
                      <a:pt x="67" y="57"/>
                    </a:lnTo>
                    <a:lnTo>
                      <a:pt x="125" y="103"/>
                    </a:lnTo>
                    <a:lnTo>
                      <a:pt x="148" y="103"/>
                    </a:lnTo>
                    <a:lnTo>
                      <a:pt x="207" y="66"/>
                    </a:lnTo>
                    <a:lnTo>
                      <a:pt x="207" y="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04" name="Freeform 498"/>
              <p:cNvSpPr>
                <a:spLocks/>
              </p:cNvSpPr>
              <p:nvPr/>
            </p:nvSpPr>
            <p:spPr bwMode="auto">
              <a:xfrm>
                <a:off x="2560" y="1538"/>
                <a:ext cx="7" cy="22"/>
              </a:xfrm>
              <a:custGeom>
                <a:avLst/>
                <a:gdLst>
                  <a:gd name="T0" fmla="*/ 0 w 57"/>
                  <a:gd name="T1" fmla="*/ 0 h 172"/>
                  <a:gd name="T2" fmla="*/ 0 w 57"/>
                  <a:gd name="T3" fmla="*/ 0 h 172"/>
                  <a:gd name="T4" fmla="*/ 0 w 57"/>
                  <a:gd name="T5" fmla="*/ 0 h 172"/>
                  <a:gd name="T6" fmla="*/ 0 w 57"/>
                  <a:gd name="T7" fmla="*/ 0 h 172"/>
                  <a:gd name="T8" fmla="*/ 0 w 57"/>
                  <a:gd name="T9" fmla="*/ 0 h 172"/>
                  <a:gd name="T10" fmla="*/ 0 w 57"/>
                  <a:gd name="T11" fmla="*/ 0 h 172"/>
                  <a:gd name="T12" fmla="*/ 0 w 57"/>
                  <a:gd name="T13" fmla="*/ 0 h 172"/>
                  <a:gd name="T14" fmla="*/ 0 w 57"/>
                  <a:gd name="T15" fmla="*/ 0 h 172"/>
                  <a:gd name="T16" fmla="*/ 0 w 57"/>
                  <a:gd name="T17" fmla="*/ 0 h 17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57"/>
                  <a:gd name="T28" fmla="*/ 0 h 172"/>
                  <a:gd name="T29" fmla="*/ 57 w 57"/>
                  <a:gd name="T30" fmla="*/ 172 h 17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57" h="172">
                    <a:moveTo>
                      <a:pt x="57" y="0"/>
                    </a:moveTo>
                    <a:lnTo>
                      <a:pt x="15" y="51"/>
                    </a:lnTo>
                    <a:lnTo>
                      <a:pt x="0" y="106"/>
                    </a:lnTo>
                    <a:lnTo>
                      <a:pt x="4" y="141"/>
                    </a:lnTo>
                    <a:lnTo>
                      <a:pt x="33" y="172"/>
                    </a:lnTo>
                    <a:lnTo>
                      <a:pt x="15" y="134"/>
                    </a:lnTo>
                    <a:lnTo>
                      <a:pt x="15" y="95"/>
                    </a:lnTo>
                    <a:lnTo>
                      <a:pt x="28" y="49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05" name="Freeform 499"/>
              <p:cNvSpPr>
                <a:spLocks/>
              </p:cNvSpPr>
              <p:nvPr/>
            </p:nvSpPr>
            <p:spPr bwMode="auto">
              <a:xfrm>
                <a:off x="2518" y="1541"/>
                <a:ext cx="10" cy="9"/>
              </a:xfrm>
              <a:custGeom>
                <a:avLst/>
                <a:gdLst>
                  <a:gd name="T0" fmla="*/ 0 w 81"/>
                  <a:gd name="T1" fmla="*/ 0 h 74"/>
                  <a:gd name="T2" fmla="*/ 0 w 81"/>
                  <a:gd name="T3" fmla="*/ 0 h 74"/>
                  <a:gd name="T4" fmla="*/ 0 w 81"/>
                  <a:gd name="T5" fmla="*/ 0 h 74"/>
                  <a:gd name="T6" fmla="*/ 0 w 81"/>
                  <a:gd name="T7" fmla="*/ 0 h 74"/>
                  <a:gd name="T8" fmla="*/ 0 w 81"/>
                  <a:gd name="T9" fmla="*/ 0 h 74"/>
                  <a:gd name="T10" fmla="*/ 0 w 81"/>
                  <a:gd name="T11" fmla="*/ 0 h 74"/>
                  <a:gd name="T12" fmla="*/ 0 w 81"/>
                  <a:gd name="T13" fmla="*/ 0 h 74"/>
                  <a:gd name="T14" fmla="*/ 0 w 81"/>
                  <a:gd name="T15" fmla="*/ 0 h 74"/>
                  <a:gd name="T16" fmla="*/ 0 w 81"/>
                  <a:gd name="T17" fmla="*/ 0 h 74"/>
                  <a:gd name="T18" fmla="*/ 0 w 81"/>
                  <a:gd name="T19" fmla="*/ 0 h 74"/>
                  <a:gd name="T20" fmla="*/ 0 w 81"/>
                  <a:gd name="T21" fmla="*/ 0 h 7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81"/>
                  <a:gd name="T34" fmla="*/ 0 h 74"/>
                  <a:gd name="T35" fmla="*/ 81 w 81"/>
                  <a:gd name="T36" fmla="*/ 74 h 7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81" h="74">
                    <a:moveTo>
                      <a:pt x="0" y="6"/>
                    </a:moveTo>
                    <a:lnTo>
                      <a:pt x="6" y="57"/>
                    </a:lnTo>
                    <a:lnTo>
                      <a:pt x="30" y="74"/>
                    </a:lnTo>
                    <a:lnTo>
                      <a:pt x="57" y="74"/>
                    </a:lnTo>
                    <a:lnTo>
                      <a:pt x="72" y="39"/>
                    </a:lnTo>
                    <a:lnTo>
                      <a:pt x="81" y="17"/>
                    </a:lnTo>
                    <a:lnTo>
                      <a:pt x="57" y="32"/>
                    </a:lnTo>
                    <a:lnTo>
                      <a:pt x="37" y="50"/>
                    </a:lnTo>
                    <a:lnTo>
                      <a:pt x="30" y="39"/>
                    </a:lnTo>
                    <a:lnTo>
                      <a:pt x="34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06" name="Freeform 500"/>
              <p:cNvSpPr>
                <a:spLocks/>
              </p:cNvSpPr>
              <p:nvPr/>
            </p:nvSpPr>
            <p:spPr bwMode="auto">
              <a:xfrm>
                <a:off x="2574" y="1545"/>
                <a:ext cx="11" cy="8"/>
              </a:xfrm>
              <a:custGeom>
                <a:avLst/>
                <a:gdLst>
                  <a:gd name="T0" fmla="*/ 0 w 92"/>
                  <a:gd name="T1" fmla="*/ 0 h 64"/>
                  <a:gd name="T2" fmla="*/ 0 w 92"/>
                  <a:gd name="T3" fmla="*/ 0 h 64"/>
                  <a:gd name="T4" fmla="*/ 0 w 92"/>
                  <a:gd name="T5" fmla="*/ 0 h 64"/>
                  <a:gd name="T6" fmla="*/ 0 w 92"/>
                  <a:gd name="T7" fmla="*/ 0 h 64"/>
                  <a:gd name="T8" fmla="*/ 0 w 92"/>
                  <a:gd name="T9" fmla="*/ 0 h 64"/>
                  <a:gd name="T10" fmla="*/ 0 w 92"/>
                  <a:gd name="T11" fmla="*/ 0 h 64"/>
                  <a:gd name="T12" fmla="*/ 0 w 92"/>
                  <a:gd name="T13" fmla="*/ 0 h 64"/>
                  <a:gd name="T14" fmla="*/ 0 w 92"/>
                  <a:gd name="T15" fmla="*/ 0 h 64"/>
                  <a:gd name="T16" fmla="*/ 0 w 92"/>
                  <a:gd name="T17" fmla="*/ 0 h 64"/>
                  <a:gd name="T18" fmla="*/ 0 w 92"/>
                  <a:gd name="T19" fmla="*/ 0 h 6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2"/>
                  <a:gd name="T31" fmla="*/ 0 h 64"/>
                  <a:gd name="T32" fmla="*/ 92 w 92"/>
                  <a:gd name="T33" fmla="*/ 64 h 6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2" h="64">
                    <a:moveTo>
                      <a:pt x="0" y="12"/>
                    </a:moveTo>
                    <a:lnTo>
                      <a:pt x="5" y="64"/>
                    </a:lnTo>
                    <a:lnTo>
                      <a:pt x="64" y="64"/>
                    </a:lnTo>
                    <a:lnTo>
                      <a:pt x="89" y="35"/>
                    </a:lnTo>
                    <a:lnTo>
                      <a:pt x="92" y="0"/>
                    </a:lnTo>
                    <a:lnTo>
                      <a:pt x="55" y="0"/>
                    </a:lnTo>
                    <a:lnTo>
                      <a:pt x="64" y="31"/>
                    </a:lnTo>
                    <a:lnTo>
                      <a:pt x="41" y="42"/>
                    </a:lnTo>
                    <a:lnTo>
                      <a:pt x="27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07" name="Freeform 501"/>
              <p:cNvSpPr>
                <a:spLocks/>
              </p:cNvSpPr>
              <p:nvPr/>
            </p:nvSpPr>
            <p:spPr bwMode="auto">
              <a:xfrm>
                <a:off x="2527" y="1605"/>
                <a:ext cx="43" cy="4"/>
              </a:xfrm>
              <a:custGeom>
                <a:avLst/>
                <a:gdLst>
                  <a:gd name="T0" fmla="*/ 0 w 350"/>
                  <a:gd name="T1" fmla="*/ 0 h 31"/>
                  <a:gd name="T2" fmla="*/ 0 w 350"/>
                  <a:gd name="T3" fmla="*/ 0 h 31"/>
                  <a:gd name="T4" fmla="*/ 0 w 350"/>
                  <a:gd name="T5" fmla="*/ 0 h 31"/>
                  <a:gd name="T6" fmla="*/ 0 w 350"/>
                  <a:gd name="T7" fmla="*/ 0 h 31"/>
                  <a:gd name="T8" fmla="*/ 0 w 350"/>
                  <a:gd name="T9" fmla="*/ 0 h 31"/>
                  <a:gd name="T10" fmla="*/ 0 w 350"/>
                  <a:gd name="T11" fmla="*/ 0 h 31"/>
                  <a:gd name="T12" fmla="*/ 0 w 350"/>
                  <a:gd name="T13" fmla="*/ 0 h 31"/>
                  <a:gd name="T14" fmla="*/ 0 w 350"/>
                  <a:gd name="T15" fmla="*/ 0 h 31"/>
                  <a:gd name="T16" fmla="*/ 0 w 350"/>
                  <a:gd name="T17" fmla="*/ 0 h 3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50"/>
                  <a:gd name="T28" fmla="*/ 0 h 31"/>
                  <a:gd name="T29" fmla="*/ 350 w 350"/>
                  <a:gd name="T30" fmla="*/ 31 h 3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50" h="31">
                    <a:moveTo>
                      <a:pt x="0" y="5"/>
                    </a:moveTo>
                    <a:lnTo>
                      <a:pt x="111" y="0"/>
                    </a:lnTo>
                    <a:lnTo>
                      <a:pt x="198" y="14"/>
                    </a:lnTo>
                    <a:lnTo>
                      <a:pt x="251" y="5"/>
                    </a:lnTo>
                    <a:lnTo>
                      <a:pt x="350" y="14"/>
                    </a:lnTo>
                    <a:lnTo>
                      <a:pt x="276" y="24"/>
                    </a:lnTo>
                    <a:lnTo>
                      <a:pt x="198" y="31"/>
                    </a:lnTo>
                    <a:lnTo>
                      <a:pt x="46" y="18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08" name="Freeform 502"/>
              <p:cNvSpPr>
                <a:spLocks/>
              </p:cNvSpPr>
              <p:nvPr/>
            </p:nvSpPr>
            <p:spPr bwMode="auto">
              <a:xfrm>
                <a:off x="2535" y="1612"/>
                <a:ext cx="29" cy="5"/>
              </a:xfrm>
              <a:custGeom>
                <a:avLst/>
                <a:gdLst>
                  <a:gd name="T0" fmla="*/ 0 w 233"/>
                  <a:gd name="T1" fmla="*/ 0 h 42"/>
                  <a:gd name="T2" fmla="*/ 0 w 233"/>
                  <a:gd name="T3" fmla="*/ 0 h 42"/>
                  <a:gd name="T4" fmla="*/ 0 w 233"/>
                  <a:gd name="T5" fmla="*/ 0 h 42"/>
                  <a:gd name="T6" fmla="*/ 0 w 233"/>
                  <a:gd name="T7" fmla="*/ 0 h 42"/>
                  <a:gd name="T8" fmla="*/ 0 w 233"/>
                  <a:gd name="T9" fmla="*/ 0 h 42"/>
                  <a:gd name="T10" fmla="*/ 0 w 233"/>
                  <a:gd name="T11" fmla="*/ 0 h 42"/>
                  <a:gd name="T12" fmla="*/ 0 w 233"/>
                  <a:gd name="T13" fmla="*/ 0 h 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3"/>
                  <a:gd name="T22" fmla="*/ 0 h 42"/>
                  <a:gd name="T23" fmla="*/ 233 w 233"/>
                  <a:gd name="T24" fmla="*/ 42 h 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3" h="42">
                    <a:moveTo>
                      <a:pt x="0" y="0"/>
                    </a:moveTo>
                    <a:lnTo>
                      <a:pt x="60" y="35"/>
                    </a:lnTo>
                    <a:lnTo>
                      <a:pt x="159" y="42"/>
                    </a:lnTo>
                    <a:lnTo>
                      <a:pt x="233" y="7"/>
                    </a:lnTo>
                    <a:lnTo>
                      <a:pt x="164" y="24"/>
                    </a:lnTo>
                    <a:lnTo>
                      <a:pt x="77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09" name="Freeform 503"/>
              <p:cNvSpPr>
                <a:spLocks/>
              </p:cNvSpPr>
              <p:nvPr/>
            </p:nvSpPr>
            <p:spPr bwMode="auto">
              <a:xfrm>
                <a:off x="2977" y="1628"/>
                <a:ext cx="75" cy="64"/>
              </a:xfrm>
              <a:custGeom>
                <a:avLst/>
                <a:gdLst>
                  <a:gd name="T0" fmla="*/ 0 w 595"/>
                  <a:gd name="T1" fmla="*/ 0 h 512"/>
                  <a:gd name="T2" fmla="*/ 0 w 595"/>
                  <a:gd name="T3" fmla="*/ 0 h 512"/>
                  <a:gd name="T4" fmla="*/ 0 w 595"/>
                  <a:gd name="T5" fmla="*/ 0 h 512"/>
                  <a:gd name="T6" fmla="*/ 0 w 595"/>
                  <a:gd name="T7" fmla="*/ 0 h 512"/>
                  <a:gd name="T8" fmla="*/ 0 w 595"/>
                  <a:gd name="T9" fmla="*/ 0 h 512"/>
                  <a:gd name="T10" fmla="*/ 0 w 595"/>
                  <a:gd name="T11" fmla="*/ 0 h 512"/>
                  <a:gd name="T12" fmla="*/ 0 w 595"/>
                  <a:gd name="T13" fmla="*/ 0 h 512"/>
                  <a:gd name="T14" fmla="*/ 0 w 595"/>
                  <a:gd name="T15" fmla="*/ 0 h 512"/>
                  <a:gd name="T16" fmla="*/ 0 w 595"/>
                  <a:gd name="T17" fmla="*/ 0 h 512"/>
                  <a:gd name="T18" fmla="*/ 0 w 595"/>
                  <a:gd name="T19" fmla="*/ 0 h 512"/>
                  <a:gd name="T20" fmla="*/ 0 w 595"/>
                  <a:gd name="T21" fmla="*/ 0 h 512"/>
                  <a:gd name="T22" fmla="*/ 0 w 595"/>
                  <a:gd name="T23" fmla="*/ 0 h 512"/>
                  <a:gd name="T24" fmla="*/ 0 w 595"/>
                  <a:gd name="T25" fmla="*/ 0 h 512"/>
                  <a:gd name="T26" fmla="*/ 0 w 595"/>
                  <a:gd name="T27" fmla="*/ 0 h 512"/>
                  <a:gd name="T28" fmla="*/ 0 w 595"/>
                  <a:gd name="T29" fmla="*/ 0 h 512"/>
                  <a:gd name="T30" fmla="*/ 0 w 595"/>
                  <a:gd name="T31" fmla="*/ 0 h 512"/>
                  <a:gd name="T32" fmla="*/ 0 w 595"/>
                  <a:gd name="T33" fmla="*/ 0 h 512"/>
                  <a:gd name="T34" fmla="*/ 0 w 595"/>
                  <a:gd name="T35" fmla="*/ 0 h 512"/>
                  <a:gd name="T36" fmla="*/ 0 w 595"/>
                  <a:gd name="T37" fmla="*/ 0 h 512"/>
                  <a:gd name="T38" fmla="*/ 0 w 595"/>
                  <a:gd name="T39" fmla="*/ 0 h 512"/>
                  <a:gd name="T40" fmla="*/ 0 w 595"/>
                  <a:gd name="T41" fmla="*/ 0 h 512"/>
                  <a:gd name="T42" fmla="*/ 0 w 595"/>
                  <a:gd name="T43" fmla="*/ 0 h 512"/>
                  <a:gd name="T44" fmla="*/ 0 w 595"/>
                  <a:gd name="T45" fmla="*/ 0 h 512"/>
                  <a:gd name="T46" fmla="*/ 0 w 595"/>
                  <a:gd name="T47" fmla="*/ 0 h 512"/>
                  <a:gd name="T48" fmla="*/ 0 w 595"/>
                  <a:gd name="T49" fmla="*/ 0 h 512"/>
                  <a:gd name="T50" fmla="*/ 0 w 595"/>
                  <a:gd name="T51" fmla="*/ 0 h 512"/>
                  <a:gd name="T52" fmla="*/ 0 w 595"/>
                  <a:gd name="T53" fmla="*/ 0 h 512"/>
                  <a:gd name="T54" fmla="*/ 0 w 595"/>
                  <a:gd name="T55" fmla="*/ 0 h 512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595"/>
                  <a:gd name="T85" fmla="*/ 0 h 512"/>
                  <a:gd name="T86" fmla="*/ 595 w 595"/>
                  <a:gd name="T87" fmla="*/ 512 h 512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595" h="512">
                    <a:moveTo>
                      <a:pt x="97" y="215"/>
                    </a:moveTo>
                    <a:lnTo>
                      <a:pt x="120" y="122"/>
                    </a:lnTo>
                    <a:lnTo>
                      <a:pt x="305" y="0"/>
                    </a:lnTo>
                    <a:lnTo>
                      <a:pt x="498" y="68"/>
                    </a:lnTo>
                    <a:lnTo>
                      <a:pt x="395" y="68"/>
                    </a:lnTo>
                    <a:lnTo>
                      <a:pt x="514" y="209"/>
                    </a:lnTo>
                    <a:lnTo>
                      <a:pt x="569" y="191"/>
                    </a:lnTo>
                    <a:lnTo>
                      <a:pt x="525" y="96"/>
                    </a:lnTo>
                    <a:lnTo>
                      <a:pt x="595" y="209"/>
                    </a:lnTo>
                    <a:lnTo>
                      <a:pt x="551" y="261"/>
                    </a:lnTo>
                    <a:lnTo>
                      <a:pt x="595" y="503"/>
                    </a:lnTo>
                    <a:lnTo>
                      <a:pt x="533" y="512"/>
                    </a:lnTo>
                    <a:lnTo>
                      <a:pt x="464" y="494"/>
                    </a:lnTo>
                    <a:lnTo>
                      <a:pt x="542" y="486"/>
                    </a:lnTo>
                    <a:lnTo>
                      <a:pt x="475" y="329"/>
                    </a:lnTo>
                    <a:lnTo>
                      <a:pt x="351" y="200"/>
                    </a:lnTo>
                    <a:lnTo>
                      <a:pt x="489" y="311"/>
                    </a:lnTo>
                    <a:lnTo>
                      <a:pt x="542" y="424"/>
                    </a:lnTo>
                    <a:lnTo>
                      <a:pt x="510" y="244"/>
                    </a:lnTo>
                    <a:lnTo>
                      <a:pt x="305" y="41"/>
                    </a:lnTo>
                    <a:lnTo>
                      <a:pt x="261" y="122"/>
                    </a:lnTo>
                    <a:lnTo>
                      <a:pt x="305" y="173"/>
                    </a:lnTo>
                    <a:lnTo>
                      <a:pt x="228" y="173"/>
                    </a:lnTo>
                    <a:lnTo>
                      <a:pt x="323" y="306"/>
                    </a:lnTo>
                    <a:lnTo>
                      <a:pt x="191" y="209"/>
                    </a:lnTo>
                    <a:lnTo>
                      <a:pt x="0" y="373"/>
                    </a:lnTo>
                    <a:lnTo>
                      <a:pt x="17" y="253"/>
                    </a:lnTo>
                    <a:lnTo>
                      <a:pt x="97" y="2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0" name="Freeform 504"/>
              <p:cNvSpPr>
                <a:spLocks/>
              </p:cNvSpPr>
              <p:nvPr/>
            </p:nvSpPr>
            <p:spPr bwMode="auto">
              <a:xfrm>
                <a:off x="2989" y="1670"/>
                <a:ext cx="53" cy="66"/>
              </a:xfrm>
              <a:custGeom>
                <a:avLst/>
                <a:gdLst>
                  <a:gd name="T0" fmla="*/ 0 w 417"/>
                  <a:gd name="T1" fmla="*/ 0 h 531"/>
                  <a:gd name="T2" fmla="*/ 0 w 417"/>
                  <a:gd name="T3" fmla="*/ 0 h 531"/>
                  <a:gd name="T4" fmla="*/ 0 w 417"/>
                  <a:gd name="T5" fmla="*/ 0 h 531"/>
                  <a:gd name="T6" fmla="*/ 0 w 417"/>
                  <a:gd name="T7" fmla="*/ 0 h 531"/>
                  <a:gd name="T8" fmla="*/ 0 w 417"/>
                  <a:gd name="T9" fmla="*/ 0 h 531"/>
                  <a:gd name="T10" fmla="*/ 0 w 417"/>
                  <a:gd name="T11" fmla="*/ 0 h 531"/>
                  <a:gd name="T12" fmla="*/ 0 w 417"/>
                  <a:gd name="T13" fmla="*/ 0 h 531"/>
                  <a:gd name="T14" fmla="*/ 0 w 417"/>
                  <a:gd name="T15" fmla="*/ 0 h 531"/>
                  <a:gd name="T16" fmla="*/ 0 w 417"/>
                  <a:gd name="T17" fmla="*/ 0 h 531"/>
                  <a:gd name="T18" fmla="*/ 0 w 417"/>
                  <a:gd name="T19" fmla="*/ 0 h 531"/>
                  <a:gd name="T20" fmla="*/ 0 w 417"/>
                  <a:gd name="T21" fmla="*/ 0 h 531"/>
                  <a:gd name="T22" fmla="*/ 0 w 417"/>
                  <a:gd name="T23" fmla="*/ 0 h 531"/>
                  <a:gd name="T24" fmla="*/ 0 w 417"/>
                  <a:gd name="T25" fmla="*/ 0 h 531"/>
                  <a:gd name="T26" fmla="*/ 0 w 417"/>
                  <a:gd name="T27" fmla="*/ 0 h 531"/>
                  <a:gd name="T28" fmla="*/ 0 w 417"/>
                  <a:gd name="T29" fmla="*/ 0 h 531"/>
                  <a:gd name="T30" fmla="*/ 0 w 417"/>
                  <a:gd name="T31" fmla="*/ 0 h 531"/>
                  <a:gd name="T32" fmla="*/ 0 w 417"/>
                  <a:gd name="T33" fmla="*/ 0 h 531"/>
                  <a:gd name="T34" fmla="*/ 0 w 417"/>
                  <a:gd name="T35" fmla="*/ 0 h 531"/>
                  <a:gd name="T36" fmla="*/ 0 w 417"/>
                  <a:gd name="T37" fmla="*/ 0 h 531"/>
                  <a:gd name="T38" fmla="*/ 0 w 417"/>
                  <a:gd name="T39" fmla="*/ 0 h 531"/>
                  <a:gd name="T40" fmla="*/ 0 w 417"/>
                  <a:gd name="T41" fmla="*/ 0 h 531"/>
                  <a:gd name="T42" fmla="*/ 0 w 417"/>
                  <a:gd name="T43" fmla="*/ 0 h 531"/>
                  <a:gd name="T44" fmla="*/ 0 w 417"/>
                  <a:gd name="T45" fmla="*/ 0 h 531"/>
                  <a:gd name="T46" fmla="*/ 0 w 417"/>
                  <a:gd name="T47" fmla="*/ 0 h 531"/>
                  <a:gd name="T48" fmla="*/ 0 w 417"/>
                  <a:gd name="T49" fmla="*/ 0 h 531"/>
                  <a:gd name="T50" fmla="*/ 0 w 417"/>
                  <a:gd name="T51" fmla="*/ 0 h 531"/>
                  <a:gd name="T52" fmla="*/ 0 w 417"/>
                  <a:gd name="T53" fmla="*/ 0 h 531"/>
                  <a:gd name="T54" fmla="*/ 0 w 417"/>
                  <a:gd name="T55" fmla="*/ 0 h 531"/>
                  <a:gd name="T56" fmla="*/ 0 w 417"/>
                  <a:gd name="T57" fmla="*/ 0 h 531"/>
                  <a:gd name="T58" fmla="*/ 0 w 417"/>
                  <a:gd name="T59" fmla="*/ 0 h 531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417"/>
                  <a:gd name="T91" fmla="*/ 0 h 531"/>
                  <a:gd name="T92" fmla="*/ 417 w 417"/>
                  <a:gd name="T93" fmla="*/ 531 h 531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417" h="531">
                    <a:moveTo>
                      <a:pt x="351" y="198"/>
                    </a:moveTo>
                    <a:lnTo>
                      <a:pt x="307" y="183"/>
                    </a:lnTo>
                    <a:lnTo>
                      <a:pt x="254" y="114"/>
                    </a:lnTo>
                    <a:lnTo>
                      <a:pt x="208" y="114"/>
                    </a:lnTo>
                    <a:lnTo>
                      <a:pt x="146" y="62"/>
                    </a:lnTo>
                    <a:lnTo>
                      <a:pt x="146" y="104"/>
                    </a:lnTo>
                    <a:lnTo>
                      <a:pt x="94" y="114"/>
                    </a:lnTo>
                    <a:lnTo>
                      <a:pt x="44" y="53"/>
                    </a:lnTo>
                    <a:lnTo>
                      <a:pt x="72" y="132"/>
                    </a:lnTo>
                    <a:lnTo>
                      <a:pt x="0" y="132"/>
                    </a:lnTo>
                    <a:lnTo>
                      <a:pt x="87" y="189"/>
                    </a:lnTo>
                    <a:lnTo>
                      <a:pt x="78" y="270"/>
                    </a:lnTo>
                    <a:lnTo>
                      <a:pt x="131" y="383"/>
                    </a:lnTo>
                    <a:lnTo>
                      <a:pt x="131" y="305"/>
                    </a:lnTo>
                    <a:lnTo>
                      <a:pt x="164" y="279"/>
                    </a:lnTo>
                    <a:lnTo>
                      <a:pt x="182" y="321"/>
                    </a:lnTo>
                    <a:lnTo>
                      <a:pt x="219" y="288"/>
                    </a:lnTo>
                    <a:lnTo>
                      <a:pt x="272" y="288"/>
                    </a:lnTo>
                    <a:lnTo>
                      <a:pt x="340" y="347"/>
                    </a:lnTo>
                    <a:lnTo>
                      <a:pt x="332" y="436"/>
                    </a:lnTo>
                    <a:lnTo>
                      <a:pt x="291" y="531"/>
                    </a:lnTo>
                    <a:lnTo>
                      <a:pt x="383" y="383"/>
                    </a:lnTo>
                    <a:lnTo>
                      <a:pt x="413" y="288"/>
                    </a:lnTo>
                    <a:lnTo>
                      <a:pt x="417" y="156"/>
                    </a:lnTo>
                    <a:lnTo>
                      <a:pt x="383" y="156"/>
                    </a:lnTo>
                    <a:lnTo>
                      <a:pt x="323" y="42"/>
                    </a:lnTo>
                    <a:lnTo>
                      <a:pt x="261" y="0"/>
                    </a:lnTo>
                    <a:lnTo>
                      <a:pt x="314" y="77"/>
                    </a:lnTo>
                    <a:lnTo>
                      <a:pt x="351" y="148"/>
                    </a:lnTo>
                    <a:lnTo>
                      <a:pt x="351" y="19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" name="Freeform 505"/>
              <p:cNvSpPr>
                <a:spLocks/>
              </p:cNvSpPr>
              <p:nvPr/>
            </p:nvSpPr>
            <p:spPr bwMode="auto">
              <a:xfrm>
                <a:off x="2925" y="1679"/>
                <a:ext cx="214" cy="306"/>
              </a:xfrm>
              <a:custGeom>
                <a:avLst/>
                <a:gdLst>
                  <a:gd name="T0" fmla="*/ 0 w 1712"/>
                  <a:gd name="T1" fmla="*/ 0 h 2448"/>
                  <a:gd name="T2" fmla="*/ 0 w 1712"/>
                  <a:gd name="T3" fmla="*/ 0 h 2448"/>
                  <a:gd name="T4" fmla="*/ 0 w 1712"/>
                  <a:gd name="T5" fmla="*/ 0 h 2448"/>
                  <a:gd name="T6" fmla="*/ 0 w 1712"/>
                  <a:gd name="T7" fmla="*/ 0 h 2448"/>
                  <a:gd name="T8" fmla="*/ 0 w 1712"/>
                  <a:gd name="T9" fmla="*/ 0 h 2448"/>
                  <a:gd name="T10" fmla="*/ 0 w 1712"/>
                  <a:gd name="T11" fmla="*/ 0 h 2448"/>
                  <a:gd name="T12" fmla="*/ 0 w 1712"/>
                  <a:gd name="T13" fmla="*/ 0 h 2448"/>
                  <a:gd name="T14" fmla="*/ 0 w 1712"/>
                  <a:gd name="T15" fmla="*/ 0 h 2448"/>
                  <a:gd name="T16" fmla="*/ 0 w 1712"/>
                  <a:gd name="T17" fmla="*/ 0 h 2448"/>
                  <a:gd name="T18" fmla="*/ 0 w 1712"/>
                  <a:gd name="T19" fmla="*/ 0 h 2448"/>
                  <a:gd name="T20" fmla="*/ 0 w 1712"/>
                  <a:gd name="T21" fmla="*/ 0 h 2448"/>
                  <a:gd name="T22" fmla="*/ 0 w 1712"/>
                  <a:gd name="T23" fmla="*/ 0 h 2448"/>
                  <a:gd name="T24" fmla="*/ 0 w 1712"/>
                  <a:gd name="T25" fmla="*/ 0 h 2448"/>
                  <a:gd name="T26" fmla="*/ 0 w 1712"/>
                  <a:gd name="T27" fmla="*/ 0 h 2448"/>
                  <a:gd name="T28" fmla="*/ 0 w 1712"/>
                  <a:gd name="T29" fmla="*/ 0 h 2448"/>
                  <a:gd name="T30" fmla="*/ 0 w 1712"/>
                  <a:gd name="T31" fmla="*/ 0 h 2448"/>
                  <a:gd name="T32" fmla="*/ 0 w 1712"/>
                  <a:gd name="T33" fmla="*/ 0 h 2448"/>
                  <a:gd name="T34" fmla="*/ 0 w 1712"/>
                  <a:gd name="T35" fmla="*/ 0 h 2448"/>
                  <a:gd name="T36" fmla="*/ 0 w 1712"/>
                  <a:gd name="T37" fmla="*/ 0 h 2448"/>
                  <a:gd name="T38" fmla="*/ 0 w 1712"/>
                  <a:gd name="T39" fmla="*/ 0 h 2448"/>
                  <a:gd name="T40" fmla="*/ 0 w 1712"/>
                  <a:gd name="T41" fmla="*/ 0 h 2448"/>
                  <a:gd name="T42" fmla="*/ 0 w 1712"/>
                  <a:gd name="T43" fmla="*/ 0 h 2448"/>
                  <a:gd name="T44" fmla="*/ 0 w 1712"/>
                  <a:gd name="T45" fmla="*/ 0 h 2448"/>
                  <a:gd name="T46" fmla="*/ 0 w 1712"/>
                  <a:gd name="T47" fmla="*/ 0 h 2448"/>
                  <a:gd name="T48" fmla="*/ 0 w 1712"/>
                  <a:gd name="T49" fmla="*/ 0 h 2448"/>
                  <a:gd name="T50" fmla="*/ 0 w 1712"/>
                  <a:gd name="T51" fmla="*/ 0 h 2448"/>
                  <a:gd name="T52" fmla="*/ 0 w 1712"/>
                  <a:gd name="T53" fmla="*/ 0 h 2448"/>
                  <a:gd name="T54" fmla="*/ 0 w 1712"/>
                  <a:gd name="T55" fmla="*/ 0 h 2448"/>
                  <a:gd name="T56" fmla="*/ 0 w 1712"/>
                  <a:gd name="T57" fmla="*/ 0 h 2448"/>
                  <a:gd name="T58" fmla="*/ 0 w 1712"/>
                  <a:gd name="T59" fmla="*/ 0 h 2448"/>
                  <a:gd name="T60" fmla="*/ 0 w 1712"/>
                  <a:gd name="T61" fmla="*/ 0 h 2448"/>
                  <a:gd name="T62" fmla="*/ 0 w 1712"/>
                  <a:gd name="T63" fmla="*/ 0 h 2448"/>
                  <a:gd name="T64" fmla="*/ 0 w 1712"/>
                  <a:gd name="T65" fmla="*/ 0 h 2448"/>
                  <a:gd name="T66" fmla="*/ 0 w 1712"/>
                  <a:gd name="T67" fmla="*/ 0 h 2448"/>
                  <a:gd name="T68" fmla="*/ 0 w 1712"/>
                  <a:gd name="T69" fmla="*/ 0 h 2448"/>
                  <a:gd name="T70" fmla="*/ 0 w 1712"/>
                  <a:gd name="T71" fmla="*/ 0 h 2448"/>
                  <a:gd name="T72" fmla="*/ 0 w 1712"/>
                  <a:gd name="T73" fmla="*/ 0 h 2448"/>
                  <a:gd name="T74" fmla="*/ 0 w 1712"/>
                  <a:gd name="T75" fmla="*/ 0 h 2448"/>
                  <a:gd name="T76" fmla="*/ 0 w 1712"/>
                  <a:gd name="T77" fmla="*/ 0 h 2448"/>
                  <a:gd name="T78" fmla="*/ 0 w 1712"/>
                  <a:gd name="T79" fmla="*/ 0 h 2448"/>
                  <a:gd name="T80" fmla="*/ 0 w 1712"/>
                  <a:gd name="T81" fmla="*/ 0 h 2448"/>
                  <a:gd name="T82" fmla="*/ 0 w 1712"/>
                  <a:gd name="T83" fmla="*/ 0 h 2448"/>
                  <a:gd name="T84" fmla="*/ 0 w 1712"/>
                  <a:gd name="T85" fmla="*/ 0 h 2448"/>
                  <a:gd name="T86" fmla="*/ 0 w 1712"/>
                  <a:gd name="T87" fmla="*/ 0 h 244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712"/>
                  <a:gd name="T133" fmla="*/ 0 h 2448"/>
                  <a:gd name="T134" fmla="*/ 1712 w 1712"/>
                  <a:gd name="T135" fmla="*/ 2448 h 244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712" h="2448">
                    <a:moveTo>
                      <a:pt x="420" y="0"/>
                    </a:moveTo>
                    <a:lnTo>
                      <a:pt x="499" y="424"/>
                    </a:lnTo>
                    <a:lnTo>
                      <a:pt x="522" y="451"/>
                    </a:lnTo>
                    <a:lnTo>
                      <a:pt x="561" y="468"/>
                    </a:lnTo>
                    <a:lnTo>
                      <a:pt x="534" y="495"/>
                    </a:lnTo>
                    <a:lnTo>
                      <a:pt x="483" y="486"/>
                    </a:lnTo>
                    <a:lnTo>
                      <a:pt x="475" y="550"/>
                    </a:lnTo>
                    <a:lnTo>
                      <a:pt x="499" y="599"/>
                    </a:lnTo>
                    <a:lnTo>
                      <a:pt x="540" y="615"/>
                    </a:lnTo>
                    <a:lnTo>
                      <a:pt x="589" y="606"/>
                    </a:lnTo>
                    <a:lnTo>
                      <a:pt x="611" y="479"/>
                    </a:lnTo>
                    <a:lnTo>
                      <a:pt x="663" y="479"/>
                    </a:lnTo>
                    <a:lnTo>
                      <a:pt x="711" y="451"/>
                    </a:lnTo>
                    <a:lnTo>
                      <a:pt x="743" y="398"/>
                    </a:lnTo>
                    <a:lnTo>
                      <a:pt x="743" y="461"/>
                    </a:lnTo>
                    <a:lnTo>
                      <a:pt x="771" y="451"/>
                    </a:lnTo>
                    <a:lnTo>
                      <a:pt x="824" y="424"/>
                    </a:lnTo>
                    <a:lnTo>
                      <a:pt x="798" y="461"/>
                    </a:lnTo>
                    <a:lnTo>
                      <a:pt x="743" y="530"/>
                    </a:lnTo>
                    <a:lnTo>
                      <a:pt x="699" y="650"/>
                    </a:lnTo>
                    <a:lnTo>
                      <a:pt x="909" y="415"/>
                    </a:lnTo>
                    <a:lnTo>
                      <a:pt x="945" y="444"/>
                    </a:lnTo>
                    <a:lnTo>
                      <a:pt x="815" y="798"/>
                    </a:lnTo>
                    <a:lnTo>
                      <a:pt x="824" y="1260"/>
                    </a:lnTo>
                    <a:lnTo>
                      <a:pt x="1172" y="1295"/>
                    </a:lnTo>
                    <a:lnTo>
                      <a:pt x="1331" y="1371"/>
                    </a:lnTo>
                    <a:lnTo>
                      <a:pt x="1417" y="1371"/>
                    </a:lnTo>
                    <a:lnTo>
                      <a:pt x="1460" y="1442"/>
                    </a:lnTo>
                    <a:lnTo>
                      <a:pt x="1172" y="1332"/>
                    </a:lnTo>
                    <a:lnTo>
                      <a:pt x="953" y="1314"/>
                    </a:lnTo>
                    <a:lnTo>
                      <a:pt x="1059" y="1380"/>
                    </a:lnTo>
                    <a:lnTo>
                      <a:pt x="953" y="1380"/>
                    </a:lnTo>
                    <a:lnTo>
                      <a:pt x="798" y="1362"/>
                    </a:lnTo>
                    <a:lnTo>
                      <a:pt x="909" y="1459"/>
                    </a:lnTo>
                    <a:lnTo>
                      <a:pt x="1296" y="1523"/>
                    </a:lnTo>
                    <a:lnTo>
                      <a:pt x="971" y="1493"/>
                    </a:lnTo>
                    <a:lnTo>
                      <a:pt x="1172" y="1611"/>
                    </a:lnTo>
                    <a:lnTo>
                      <a:pt x="1147" y="1636"/>
                    </a:lnTo>
                    <a:lnTo>
                      <a:pt x="875" y="1503"/>
                    </a:lnTo>
                    <a:lnTo>
                      <a:pt x="918" y="1636"/>
                    </a:lnTo>
                    <a:lnTo>
                      <a:pt x="1349" y="1747"/>
                    </a:lnTo>
                    <a:lnTo>
                      <a:pt x="1626" y="1921"/>
                    </a:lnTo>
                    <a:lnTo>
                      <a:pt x="1349" y="1867"/>
                    </a:lnTo>
                    <a:lnTo>
                      <a:pt x="1191" y="1765"/>
                    </a:lnTo>
                    <a:lnTo>
                      <a:pt x="953" y="1701"/>
                    </a:lnTo>
                    <a:lnTo>
                      <a:pt x="1068" y="1826"/>
                    </a:lnTo>
                    <a:lnTo>
                      <a:pt x="1712" y="2049"/>
                    </a:lnTo>
                    <a:lnTo>
                      <a:pt x="1068" y="1867"/>
                    </a:lnTo>
                    <a:lnTo>
                      <a:pt x="884" y="1736"/>
                    </a:lnTo>
                    <a:lnTo>
                      <a:pt x="895" y="1809"/>
                    </a:lnTo>
                    <a:lnTo>
                      <a:pt x="1068" y="1973"/>
                    </a:lnTo>
                    <a:lnTo>
                      <a:pt x="1321" y="2024"/>
                    </a:lnTo>
                    <a:lnTo>
                      <a:pt x="1460" y="2121"/>
                    </a:lnTo>
                    <a:lnTo>
                      <a:pt x="1259" y="2097"/>
                    </a:lnTo>
                    <a:lnTo>
                      <a:pt x="1008" y="1973"/>
                    </a:lnTo>
                    <a:lnTo>
                      <a:pt x="934" y="1982"/>
                    </a:lnTo>
                    <a:lnTo>
                      <a:pt x="971" y="2112"/>
                    </a:lnTo>
                    <a:lnTo>
                      <a:pt x="1033" y="2156"/>
                    </a:lnTo>
                    <a:lnTo>
                      <a:pt x="1349" y="2171"/>
                    </a:lnTo>
                    <a:lnTo>
                      <a:pt x="1024" y="2330"/>
                    </a:lnTo>
                    <a:lnTo>
                      <a:pt x="980" y="2314"/>
                    </a:lnTo>
                    <a:lnTo>
                      <a:pt x="909" y="2084"/>
                    </a:lnTo>
                    <a:lnTo>
                      <a:pt x="831" y="2339"/>
                    </a:lnTo>
                    <a:lnTo>
                      <a:pt x="849" y="2448"/>
                    </a:lnTo>
                    <a:lnTo>
                      <a:pt x="760" y="2354"/>
                    </a:lnTo>
                    <a:lnTo>
                      <a:pt x="895" y="2013"/>
                    </a:lnTo>
                    <a:lnTo>
                      <a:pt x="884" y="1921"/>
                    </a:lnTo>
                    <a:lnTo>
                      <a:pt x="824" y="1765"/>
                    </a:lnTo>
                    <a:lnTo>
                      <a:pt x="778" y="1563"/>
                    </a:lnTo>
                    <a:lnTo>
                      <a:pt x="674" y="1304"/>
                    </a:lnTo>
                    <a:lnTo>
                      <a:pt x="554" y="1523"/>
                    </a:lnTo>
                    <a:lnTo>
                      <a:pt x="554" y="1747"/>
                    </a:lnTo>
                    <a:lnTo>
                      <a:pt x="316" y="2033"/>
                    </a:lnTo>
                    <a:lnTo>
                      <a:pt x="0" y="2148"/>
                    </a:lnTo>
                    <a:lnTo>
                      <a:pt x="37" y="1973"/>
                    </a:lnTo>
                    <a:lnTo>
                      <a:pt x="217" y="1791"/>
                    </a:lnTo>
                    <a:lnTo>
                      <a:pt x="437" y="1685"/>
                    </a:lnTo>
                    <a:lnTo>
                      <a:pt x="534" y="1436"/>
                    </a:lnTo>
                    <a:lnTo>
                      <a:pt x="522" y="1314"/>
                    </a:lnTo>
                    <a:lnTo>
                      <a:pt x="611" y="1026"/>
                    </a:lnTo>
                    <a:lnTo>
                      <a:pt x="510" y="1000"/>
                    </a:lnTo>
                    <a:lnTo>
                      <a:pt x="420" y="938"/>
                    </a:lnTo>
                    <a:lnTo>
                      <a:pt x="522" y="650"/>
                    </a:lnTo>
                    <a:lnTo>
                      <a:pt x="475" y="627"/>
                    </a:lnTo>
                    <a:lnTo>
                      <a:pt x="448" y="541"/>
                    </a:lnTo>
                    <a:lnTo>
                      <a:pt x="448" y="433"/>
                    </a:lnTo>
                    <a:lnTo>
                      <a:pt x="420" y="53"/>
                    </a:lnTo>
                    <a:lnTo>
                      <a:pt x="42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2" name="Freeform 506"/>
              <p:cNvSpPr>
                <a:spLocks/>
              </p:cNvSpPr>
              <p:nvPr/>
            </p:nvSpPr>
            <p:spPr bwMode="auto">
              <a:xfrm>
                <a:off x="2878" y="1705"/>
                <a:ext cx="86" cy="218"/>
              </a:xfrm>
              <a:custGeom>
                <a:avLst/>
                <a:gdLst>
                  <a:gd name="T0" fmla="*/ 0 w 691"/>
                  <a:gd name="T1" fmla="*/ 0 h 1748"/>
                  <a:gd name="T2" fmla="*/ 0 w 691"/>
                  <a:gd name="T3" fmla="*/ 0 h 1748"/>
                  <a:gd name="T4" fmla="*/ 0 w 691"/>
                  <a:gd name="T5" fmla="*/ 0 h 1748"/>
                  <a:gd name="T6" fmla="*/ 0 w 691"/>
                  <a:gd name="T7" fmla="*/ 0 h 1748"/>
                  <a:gd name="T8" fmla="*/ 0 w 691"/>
                  <a:gd name="T9" fmla="*/ 0 h 1748"/>
                  <a:gd name="T10" fmla="*/ 0 w 691"/>
                  <a:gd name="T11" fmla="*/ 0 h 1748"/>
                  <a:gd name="T12" fmla="*/ 0 w 691"/>
                  <a:gd name="T13" fmla="*/ 0 h 1748"/>
                  <a:gd name="T14" fmla="*/ 0 w 691"/>
                  <a:gd name="T15" fmla="*/ 0 h 1748"/>
                  <a:gd name="T16" fmla="*/ 0 w 691"/>
                  <a:gd name="T17" fmla="*/ 0 h 1748"/>
                  <a:gd name="T18" fmla="*/ 0 w 691"/>
                  <a:gd name="T19" fmla="*/ 0 h 1748"/>
                  <a:gd name="T20" fmla="*/ 0 w 691"/>
                  <a:gd name="T21" fmla="*/ 0 h 1748"/>
                  <a:gd name="T22" fmla="*/ 0 w 691"/>
                  <a:gd name="T23" fmla="*/ 0 h 1748"/>
                  <a:gd name="T24" fmla="*/ 0 w 691"/>
                  <a:gd name="T25" fmla="*/ 0 h 1748"/>
                  <a:gd name="T26" fmla="*/ 0 w 691"/>
                  <a:gd name="T27" fmla="*/ 0 h 1748"/>
                  <a:gd name="T28" fmla="*/ 0 w 691"/>
                  <a:gd name="T29" fmla="*/ 0 h 1748"/>
                  <a:gd name="T30" fmla="*/ 0 w 691"/>
                  <a:gd name="T31" fmla="*/ 0 h 1748"/>
                  <a:gd name="T32" fmla="*/ 0 w 691"/>
                  <a:gd name="T33" fmla="*/ 0 h 1748"/>
                  <a:gd name="T34" fmla="*/ 0 w 691"/>
                  <a:gd name="T35" fmla="*/ 0 h 1748"/>
                  <a:gd name="T36" fmla="*/ 0 w 691"/>
                  <a:gd name="T37" fmla="*/ 0 h 1748"/>
                  <a:gd name="T38" fmla="*/ 0 w 691"/>
                  <a:gd name="T39" fmla="*/ 0 h 1748"/>
                  <a:gd name="T40" fmla="*/ 0 w 691"/>
                  <a:gd name="T41" fmla="*/ 0 h 1748"/>
                  <a:gd name="T42" fmla="*/ 0 w 691"/>
                  <a:gd name="T43" fmla="*/ 0 h 1748"/>
                  <a:gd name="T44" fmla="*/ 0 w 691"/>
                  <a:gd name="T45" fmla="*/ 0 h 1748"/>
                  <a:gd name="T46" fmla="*/ 0 w 691"/>
                  <a:gd name="T47" fmla="*/ 0 h 1748"/>
                  <a:gd name="T48" fmla="*/ 0 w 691"/>
                  <a:gd name="T49" fmla="*/ 0 h 1748"/>
                  <a:gd name="T50" fmla="*/ 0 w 691"/>
                  <a:gd name="T51" fmla="*/ 0 h 1748"/>
                  <a:gd name="T52" fmla="*/ 0 w 691"/>
                  <a:gd name="T53" fmla="*/ 0 h 1748"/>
                  <a:gd name="T54" fmla="*/ 0 w 691"/>
                  <a:gd name="T55" fmla="*/ 0 h 1748"/>
                  <a:gd name="T56" fmla="*/ 0 w 691"/>
                  <a:gd name="T57" fmla="*/ 0 h 1748"/>
                  <a:gd name="T58" fmla="*/ 0 w 691"/>
                  <a:gd name="T59" fmla="*/ 0 h 1748"/>
                  <a:gd name="T60" fmla="*/ 0 w 691"/>
                  <a:gd name="T61" fmla="*/ 0 h 1748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691"/>
                  <a:gd name="T94" fmla="*/ 0 h 1748"/>
                  <a:gd name="T95" fmla="*/ 691 w 691"/>
                  <a:gd name="T96" fmla="*/ 1748 h 1748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691" h="1748">
                    <a:moveTo>
                      <a:pt x="691" y="312"/>
                    </a:moveTo>
                    <a:lnTo>
                      <a:pt x="586" y="572"/>
                    </a:lnTo>
                    <a:lnTo>
                      <a:pt x="516" y="729"/>
                    </a:lnTo>
                    <a:lnTo>
                      <a:pt x="392" y="982"/>
                    </a:lnTo>
                    <a:lnTo>
                      <a:pt x="334" y="1017"/>
                    </a:lnTo>
                    <a:lnTo>
                      <a:pt x="351" y="1243"/>
                    </a:lnTo>
                    <a:lnTo>
                      <a:pt x="412" y="1527"/>
                    </a:lnTo>
                    <a:lnTo>
                      <a:pt x="472" y="1748"/>
                    </a:lnTo>
                    <a:lnTo>
                      <a:pt x="388" y="1485"/>
                    </a:lnTo>
                    <a:lnTo>
                      <a:pt x="334" y="1233"/>
                    </a:lnTo>
                    <a:lnTo>
                      <a:pt x="243" y="1171"/>
                    </a:lnTo>
                    <a:lnTo>
                      <a:pt x="254" y="1330"/>
                    </a:lnTo>
                    <a:lnTo>
                      <a:pt x="351" y="1591"/>
                    </a:lnTo>
                    <a:lnTo>
                      <a:pt x="239" y="1345"/>
                    </a:lnTo>
                    <a:lnTo>
                      <a:pt x="193" y="1153"/>
                    </a:lnTo>
                    <a:lnTo>
                      <a:pt x="87" y="1153"/>
                    </a:lnTo>
                    <a:lnTo>
                      <a:pt x="0" y="1227"/>
                    </a:lnTo>
                    <a:lnTo>
                      <a:pt x="87" y="1139"/>
                    </a:lnTo>
                    <a:lnTo>
                      <a:pt x="157" y="1112"/>
                    </a:lnTo>
                    <a:lnTo>
                      <a:pt x="219" y="895"/>
                    </a:lnTo>
                    <a:lnTo>
                      <a:pt x="219" y="782"/>
                    </a:lnTo>
                    <a:lnTo>
                      <a:pt x="175" y="721"/>
                    </a:lnTo>
                    <a:lnTo>
                      <a:pt x="175" y="644"/>
                    </a:lnTo>
                    <a:lnTo>
                      <a:pt x="279" y="235"/>
                    </a:lnTo>
                    <a:lnTo>
                      <a:pt x="388" y="0"/>
                    </a:lnTo>
                    <a:lnTo>
                      <a:pt x="307" y="341"/>
                    </a:lnTo>
                    <a:lnTo>
                      <a:pt x="219" y="685"/>
                    </a:lnTo>
                    <a:lnTo>
                      <a:pt x="307" y="798"/>
                    </a:lnTo>
                    <a:lnTo>
                      <a:pt x="366" y="914"/>
                    </a:lnTo>
                    <a:lnTo>
                      <a:pt x="606" y="462"/>
                    </a:lnTo>
                    <a:lnTo>
                      <a:pt x="691" y="3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" name="Freeform 507"/>
              <p:cNvSpPr>
                <a:spLocks/>
              </p:cNvSpPr>
              <p:nvPr/>
            </p:nvSpPr>
            <p:spPr bwMode="auto">
              <a:xfrm>
                <a:off x="2942" y="1815"/>
                <a:ext cx="10" cy="54"/>
              </a:xfrm>
              <a:custGeom>
                <a:avLst/>
                <a:gdLst>
                  <a:gd name="T0" fmla="*/ 0 w 83"/>
                  <a:gd name="T1" fmla="*/ 0 h 431"/>
                  <a:gd name="T2" fmla="*/ 0 w 83"/>
                  <a:gd name="T3" fmla="*/ 0 h 431"/>
                  <a:gd name="T4" fmla="*/ 0 w 83"/>
                  <a:gd name="T5" fmla="*/ 0 h 431"/>
                  <a:gd name="T6" fmla="*/ 0 w 83"/>
                  <a:gd name="T7" fmla="*/ 0 h 431"/>
                  <a:gd name="T8" fmla="*/ 0 w 83"/>
                  <a:gd name="T9" fmla="*/ 0 h 431"/>
                  <a:gd name="T10" fmla="*/ 0 w 83"/>
                  <a:gd name="T11" fmla="*/ 0 h 431"/>
                  <a:gd name="T12" fmla="*/ 0 w 83"/>
                  <a:gd name="T13" fmla="*/ 0 h 4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431"/>
                  <a:gd name="T23" fmla="*/ 83 w 83"/>
                  <a:gd name="T24" fmla="*/ 431 h 43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431">
                    <a:moveTo>
                      <a:pt x="0" y="0"/>
                    </a:moveTo>
                    <a:lnTo>
                      <a:pt x="51" y="106"/>
                    </a:lnTo>
                    <a:lnTo>
                      <a:pt x="51" y="297"/>
                    </a:lnTo>
                    <a:lnTo>
                      <a:pt x="83" y="385"/>
                    </a:lnTo>
                    <a:lnTo>
                      <a:pt x="42" y="431"/>
                    </a:lnTo>
                    <a:lnTo>
                      <a:pt x="24" y="2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4" name="Freeform 508"/>
              <p:cNvSpPr>
                <a:spLocks/>
              </p:cNvSpPr>
              <p:nvPr/>
            </p:nvSpPr>
            <p:spPr bwMode="auto">
              <a:xfrm>
                <a:off x="2878" y="1862"/>
                <a:ext cx="53" cy="85"/>
              </a:xfrm>
              <a:custGeom>
                <a:avLst/>
                <a:gdLst>
                  <a:gd name="T0" fmla="*/ 0 w 427"/>
                  <a:gd name="T1" fmla="*/ 0 h 680"/>
                  <a:gd name="T2" fmla="*/ 0 w 427"/>
                  <a:gd name="T3" fmla="*/ 0 h 680"/>
                  <a:gd name="T4" fmla="*/ 0 w 427"/>
                  <a:gd name="T5" fmla="*/ 0 h 680"/>
                  <a:gd name="T6" fmla="*/ 0 w 427"/>
                  <a:gd name="T7" fmla="*/ 0 h 680"/>
                  <a:gd name="T8" fmla="*/ 0 w 427"/>
                  <a:gd name="T9" fmla="*/ 0 h 680"/>
                  <a:gd name="T10" fmla="*/ 0 w 427"/>
                  <a:gd name="T11" fmla="*/ 0 h 680"/>
                  <a:gd name="T12" fmla="*/ 0 w 427"/>
                  <a:gd name="T13" fmla="*/ 0 h 680"/>
                  <a:gd name="T14" fmla="*/ 0 w 427"/>
                  <a:gd name="T15" fmla="*/ 0 h 68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27"/>
                  <a:gd name="T25" fmla="*/ 0 h 680"/>
                  <a:gd name="T26" fmla="*/ 427 w 427"/>
                  <a:gd name="T27" fmla="*/ 680 h 68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27" h="680">
                    <a:moveTo>
                      <a:pt x="0" y="0"/>
                    </a:moveTo>
                    <a:lnTo>
                      <a:pt x="175" y="532"/>
                    </a:lnTo>
                    <a:lnTo>
                      <a:pt x="307" y="543"/>
                    </a:lnTo>
                    <a:lnTo>
                      <a:pt x="427" y="629"/>
                    </a:lnTo>
                    <a:lnTo>
                      <a:pt x="366" y="680"/>
                    </a:lnTo>
                    <a:lnTo>
                      <a:pt x="175" y="611"/>
                    </a:lnTo>
                    <a:lnTo>
                      <a:pt x="81" y="3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5" name="Freeform 509"/>
              <p:cNvSpPr>
                <a:spLocks/>
              </p:cNvSpPr>
              <p:nvPr/>
            </p:nvSpPr>
            <p:spPr bwMode="auto">
              <a:xfrm>
                <a:off x="2887" y="1847"/>
                <a:ext cx="16" cy="41"/>
              </a:xfrm>
              <a:custGeom>
                <a:avLst/>
                <a:gdLst>
                  <a:gd name="T0" fmla="*/ 0 w 131"/>
                  <a:gd name="T1" fmla="*/ 0 h 329"/>
                  <a:gd name="T2" fmla="*/ 0 w 131"/>
                  <a:gd name="T3" fmla="*/ 0 h 329"/>
                  <a:gd name="T4" fmla="*/ 0 w 131"/>
                  <a:gd name="T5" fmla="*/ 0 h 329"/>
                  <a:gd name="T6" fmla="*/ 0 w 131"/>
                  <a:gd name="T7" fmla="*/ 0 h 329"/>
                  <a:gd name="T8" fmla="*/ 0 w 131"/>
                  <a:gd name="T9" fmla="*/ 0 h 3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1"/>
                  <a:gd name="T16" fmla="*/ 0 h 329"/>
                  <a:gd name="T17" fmla="*/ 131 w 131"/>
                  <a:gd name="T18" fmla="*/ 329 h 3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1" h="329">
                    <a:moveTo>
                      <a:pt x="131" y="14"/>
                    </a:moveTo>
                    <a:lnTo>
                      <a:pt x="43" y="329"/>
                    </a:lnTo>
                    <a:lnTo>
                      <a:pt x="0" y="226"/>
                    </a:lnTo>
                    <a:lnTo>
                      <a:pt x="112" y="0"/>
                    </a:lnTo>
                    <a:lnTo>
                      <a:pt x="131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6" name="Freeform 510"/>
              <p:cNvSpPr>
                <a:spLocks/>
              </p:cNvSpPr>
              <p:nvPr/>
            </p:nvSpPr>
            <p:spPr bwMode="auto">
              <a:xfrm>
                <a:off x="2911" y="1739"/>
                <a:ext cx="13" cy="39"/>
              </a:xfrm>
              <a:custGeom>
                <a:avLst/>
                <a:gdLst>
                  <a:gd name="T0" fmla="*/ 0 w 103"/>
                  <a:gd name="T1" fmla="*/ 0 h 319"/>
                  <a:gd name="T2" fmla="*/ 0 w 103"/>
                  <a:gd name="T3" fmla="*/ 0 h 319"/>
                  <a:gd name="T4" fmla="*/ 0 w 103"/>
                  <a:gd name="T5" fmla="*/ 0 h 319"/>
                  <a:gd name="T6" fmla="*/ 0 w 103"/>
                  <a:gd name="T7" fmla="*/ 0 h 319"/>
                  <a:gd name="T8" fmla="*/ 0 w 103"/>
                  <a:gd name="T9" fmla="*/ 0 h 3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3"/>
                  <a:gd name="T16" fmla="*/ 0 h 319"/>
                  <a:gd name="T17" fmla="*/ 103 w 103"/>
                  <a:gd name="T18" fmla="*/ 319 h 3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3" h="319">
                    <a:moveTo>
                      <a:pt x="71" y="0"/>
                    </a:moveTo>
                    <a:lnTo>
                      <a:pt x="71" y="171"/>
                    </a:lnTo>
                    <a:lnTo>
                      <a:pt x="103" y="319"/>
                    </a:lnTo>
                    <a:lnTo>
                      <a:pt x="0" y="210"/>
                    </a:lnTo>
                    <a:lnTo>
                      <a:pt x="7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7" name="Freeform 511"/>
              <p:cNvSpPr>
                <a:spLocks/>
              </p:cNvSpPr>
              <p:nvPr/>
            </p:nvSpPr>
            <p:spPr bwMode="auto">
              <a:xfrm>
                <a:off x="2928" y="1648"/>
                <a:ext cx="67" cy="89"/>
              </a:xfrm>
              <a:custGeom>
                <a:avLst/>
                <a:gdLst>
                  <a:gd name="T0" fmla="*/ 0 w 533"/>
                  <a:gd name="T1" fmla="*/ 0 h 711"/>
                  <a:gd name="T2" fmla="*/ 0 w 533"/>
                  <a:gd name="T3" fmla="*/ 0 h 711"/>
                  <a:gd name="T4" fmla="*/ 0 w 533"/>
                  <a:gd name="T5" fmla="*/ 0 h 711"/>
                  <a:gd name="T6" fmla="*/ 0 w 533"/>
                  <a:gd name="T7" fmla="*/ 0 h 711"/>
                  <a:gd name="T8" fmla="*/ 0 w 533"/>
                  <a:gd name="T9" fmla="*/ 0 h 711"/>
                  <a:gd name="T10" fmla="*/ 0 w 533"/>
                  <a:gd name="T11" fmla="*/ 0 h 711"/>
                  <a:gd name="T12" fmla="*/ 0 w 533"/>
                  <a:gd name="T13" fmla="*/ 0 h 711"/>
                  <a:gd name="T14" fmla="*/ 0 w 533"/>
                  <a:gd name="T15" fmla="*/ 0 h 711"/>
                  <a:gd name="T16" fmla="*/ 0 w 533"/>
                  <a:gd name="T17" fmla="*/ 0 h 711"/>
                  <a:gd name="T18" fmla="*/ 0 w 533"/>
                  <a:gd name="T19" fmla="*/ 0 h 711"/>
                  <a:gd name="T20" fmla="*/ 0 w 533"/>
                  <a:gd name="T21" fmla="*/ 0 h 711"/>
                  <a:gd name="T22" fmla="*/ 0 w 533"/>
                  <a:gd name="T23" fmla="*/ 0 h 711"/>
                  <a:gd name="T24" fmla="*/ 0 w 533"/>
                  <a:gd name="T25" fmla="*/ 0 h 711"/>
                  <a:gd name="T26" fmla="*/ 0 w 533"/>
                  <a:gd name="T27" fmla="*/ 0 h 71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33"/>
                  <a:gd name="T43" fmla="*/ 0 h 711"/>
                  <a:gd name="T44" fmla="*/ 533 w 533"/>
                  <a:gd name="T45" fmla="*/ 711 h 71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33" h="711">
                    <a:moveTo>
                      <a:pt x="0" y="393"/>
                    </a:moveTo>
                    <a:lnTo>
                      <a:pt x="60" y="393"/>
                    </a:lnTo>
                    <a:lnTo>
                      <a:pt x="174" y="520"/>
                    </a:lnTo>
                    <a:lnTo>
                      <a:pt x="254" y="711"/>
                    </a:lnTo>
                    <a:lnTo>
                      <a:pt x="189" y="503"/>
                    </a:lnTo>
                    <a:lnTo>
                      <a:pt x="93" y="329"/>
                    </a:lnTo>
                    <a:lnTo>
                      <a:pt x="51" y="305"/>
                    </a:lnTo>
                    <a:lnTo>
                      <a:pt x="227" y="164"/>
                    </a:lnTo>
                    <a:lnTo>
                      <a:pt x="427" y="141"/>
                    </a:lnTo>
                    <a:lnTo>
                      <a:pt x="533" y="0"/>
                    </a:lnTo>
                    <a:lnTo>
                      <a:pt x="306" y="35"/>
                    </a:lnTo>
                    <a:lnTo>
                      <a:pt x="189" y="153"/>
                    </a:lnTo>
                    <a:lnTo>
                      <a:pt x="21" y="305"/>
                    </a:lnTo>
                    <a:lnTo>
                      <a:pt x="0" y="3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8" name="Freeform 512"/>
              <p:cNvSpPr>
                <a:spLocks/>
              </p:cNvSpPr>
              <p:nvPr/>
            </p:nvSpPr>
            <p:spPr bwMode="auto">
              <a:xfrm>
                <a:off x="3023" y="1613"/>
                <a:ext cx="15" cy="20"/>
              </a:xfrm>
              <a:custGeom>
                <a:avLst/>
                <a:gdLst>
                  <a:gd name="T0" fmla="*/ 0 w 118"/>
                  <a:gd name="T1" fmla="*/ 0 h 158"/>
                  <a:gd name="T2" fmla="*/ 0 w 118"/>
                  <a:gd name="T3" fmla="*/ 0 h 158"/>
                  <a:gd name="T4" fmla="*/ 0 w 118"/>
                  <a:gd name="T5" fmla="*/ 0 h 158"/>
                  <a:gd name="T6" fmla="*/ 0 w 118"/>
                  <a:gd name="T7" fmla="*/ 0 h 158"/>
                  <a:gd name="T8" fmla="*/ 0 w 118"/>
                  <a:gd name="T9" fmla="*/ 0 h 1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8"/>
                  <a:gd name="T16" fmla="*/ 0 h 158"/>
                  <a:gd name="T17" fmla="*/ 118 w 118"/>
                  <a:gd name="T18" fmla="*/ 158 h 1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8" h="158">
                    <a:moveTo>
                      <a:pt x="63" y="0"/>
                    </a:moveTo>
                    <a:lnTo>
                      <a:pt x="0" y="158"/>
                    </a:lnTo>
                    <a:lnTo>
                      <a:pt x="26" y="158"/>
                    </a:lnTo>
                    <a:lnTo>
                      <a:pt x="118" y="38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9" name="Freeform 513"/>
              <p:cNvSpPr>
                <a:spLocks/>
              </p:cNvSpPr>
              <p:nvPr/>
            </p:nvSpPr>
            <p:spPr bwMode="auto">
              <a:xfrm>
                <a:off x="3042" y="1668"/>
                <a:ext cx="123" cy="76"/>
              </a:xfrm>
              <a:custGeom>
                <a:avLst/>
                <a:gdLst>
                  <a:gd name="T0" fmla="*/ 0 w 985"/>
                  <a:gd name="T1" fmla="*/ 0 h 611"/>
                  <a:gd name="T2" fmla="*/ 0 w 985"/>
                  <a:gd name="T3" fmla="*/ 0 h 611"/>
                  <a:gd name="T4" fmla="*/ 0 w 985"/>
                  <a:gd name="T5" fmla="*/ 0 h 611"/>
                  <a:gd name="T6" fmla="*/ 0 w 985"/>
                  <a:gd name="T7" fmla="*/ 0 h 611"/>
                  <a:gd name="T8" fmla="*/ 0 w 985"/>
                  <a:gd name="T9" fmla="*/ 0 h 611"/>
                  <a:gd name="T10" fmla="*/ 0 w 985"/>
                  <a:gd name="T11" fmla="*/ 0 h 611"/>
                  <a:gd name="T12" fmla="*/ 0 w 985"/>
                  <a:gd name="T13" fmla="*/ 0 h 611"/>
                  <a:gd name="T14" fmla="*/ 0 w 985"/>
                  <a:gd name="T15" fmla="*/ 0 h 611"/>
                  <a:gd name="T16" fmla="*/ 0 w 985"/>
                  <a:gd name="T17" fmla="*/ 0 h 611"/>
                  <a:gd name="T18" fmla="*/ 0 w 985"/>
                  <a:gd name="T19" fmla="*/ 0 h 611"/>
                  <a:gd name="T20" fmla="*/ 0 w 985"/>
                  <a:gd name="T21" fmla="*/ 0 h 611"/>
                  <a:gd name="T22" fmla="*/ 0 w 985"/>
                  <a:gd name="T23" fmla="*/ 0 h 611"/>
                  <a:gd name="T24" fmla="*/ 0 w 985"/>
                  <a:gd name="T25" fmla="*/ 0 h 611"/>
                  <a:gd name="T26" fmla="*/ 0 w 985"/>
                  <a:gd name="T27" fmla="*/ 0 h 611"/>
                  <a:gd name="T28" fmla="*/ 0 w 985"/>
                  <a:gd name="T29" fmla="*/ 0 h 611"/>
                  <a:gd name="T30" fmla="*/ 0 w 985"/>
                  <a:gd name="T31" fmla="*/ 0 h 611"/>
                  <a:gd name="T32" fmla="*/ 0 w 985"/>
                  <a:gd name="T33" fmla="*/ 0 h 611"/>
                  <a:gd name="T34" fmla="*/ 0 w 985"/>
                  <a:gd name="T35" fmla="*/ 0 h 611"/>
                  <a:gd name="T36" fmla="*/ 0 w 985"/>
                  <a:gd name="T37" fmla="*/ 0 h 611"/>
                  <a:gd name="T38" fmla="*/ 0 w 985"/>
                  <a:gd name="T39" fmla="*/ 0 h 611"/>
                  <a:gd name="T40" fmla="*/ 0 w 985"/>
                  <a:gd name="T41" fmla="*/ 0 h 611"/>
                  <a:gd name="T42" fmla="*/ 0 w 985"/>
                  <a:gd name="T43" fmla="*/ 0 h 611"/>
                  <a:gd name="T44" fmla="*/ 0 w 985"/>
                  <a:gd name="T45" fmla="*/ 0 h 611"/>
                  <a:gd name="T46" fmla="*/ 0 w 985"/>
                  <a:gd name="T47" fmla="*/ 0 h 611"/>
                  <a:gd name="T48" fmla="*/ 0 w 985"/>
                  <a:gd name="T49" fmla="*/ 0 h 611"/>
                  <a:gd name="T50" fmla="*/ 0 w 985"/>
                  <a:gd name="T51" fmla="*/ 0 h 611"/>
                  <a:gd name="T52" fmla="*/ 0 w 985"/>
                  <a:gd name="T53" fmla="*/ 0 h 611"/>
                  <a:gd name="T54" fmla="*/ 0 w 985"/>
                  <a:gd name="T55" fmla="*/ 0 h 611"/>
                  <a:gd name="T56" fmla="*/ 0 w 985"/>
                  <a:gd name="T57" fmla="*/ 0 h 611"/>
                  <a:gd name="T58" fmla="*/ 0 w 985"/>
                  <a:gd name="T59" fmla="*/ 0 h 611"/>
                  <a:gd name="T60" fmla="*/ 0 w 985"/>
                  <a:gd name="T61" fmla="*/ 0 h 611"/>
                  <a:gd name="T62" fmla="*/ 0 w 985"/>
                  <a:gd name="T63" fmla="*/ 0 h 611"/>
                  <a:gd name="T64" fmla="*/ 0 w 985"/>
                  <a:gd name="T65" fmla="*/ 0 h 611"/>
                  <a:gd name="T66" fmla="*/ 0 w 985"/>
                  <a:gd name="T67" fmla="*/ 0 h 611"/>
                  <a:gd name="T68" fmla="*/ 0 w 985"/>
                  <a:gd name="T69" fmla="*/ 0 h 61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985"/>
                  <a:gd name="T106" fmla="*/ 0 h 611"/>
                  <a:gd name="T107" fmla="*/ 985 w 985"/>
                  <a:gd name="T108" fmla="*/ 611 h 611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985" h="611">
                    <a:moveTo>
                      <a:pt x="55" y="194"/>
                    </a:moveTo>
                    <a:lnTo>
                      <a:pt x="107" y="264"/>
                    </a:lnTo>
                    <a:lnTo>
                      <a:pt x="182" y="334"/>
                    </a:lnTo>
                    <a:lnTo>
                      <a:pt x="199" y="354"/>
                    </a:lnTo>
                    <a:lnTo>
                      <a:pt x="257" y="334"/>
                    </a:lnTo>
                    <a:lnTo>
                      <a:pt x="254" y="387"/>
                    </a:lnTo>
                    <a:lnTo>
                      <a:pt x="301" y="424"/>
                    </a:lnTo>
                    <a:lnTo>
                      <a:pt x="413" y="470"/>
                    </a:lnTo>
                    <a:lnTo>
                      <a:pt x="479" y="502"/>
                    </a:lnTo>
                    <a:lnTo>
                      <a:pt x="538" y="543"/>
                    </a:lnTo>
                    <a:lnTo>
                      <a:pt x="580" y="585"/>
                    </a:lnTo>
                    <a:lnTo>
                      <a:pt x="901" y="20"/>
                    </a:lnTo>
                    <a:lnTo>
                      <a:pt x="938" y="0"/>
                    </a:lnTo>
                    <a:lnTo>
                      <a:pt x="976" y="0"/>
                    </a:lnTo>
                    <a:lnTo>
                      <a:pt x="985" y="20"/>
                    </a:lnTo>
                    <a:lnTo>
                      <a:pt x="967" y="29"/>
                    </a:lnTo>
                    <a:lnTo>
                      <a:pt x="936" y="29"/>
                    </a:lnTo>
                    <a:lnTo>
                      <a:pt x="899" y="48"/>
                    </a:lnTo>
                    <a:lnTo>
                      <a:pt x="865" y="90"/>
                    </a:lnTo>
                    <a:lnTo>
                      <a:pt x="580" y="611"/>
                    </a:lnTo>
                    <a:lnTo>
                      <a:pt x="459" y="565"/>
                    </a:lnTo>
                    <a:lnTo>
                      <a:pt x="538" y="578"/>
                    </a:lnTo>
                    <a:lnTo>
                      <a:pt x="485" y="532"/>
                    </a:lnTo>
                    <a:lnTo>
                      <a:pt x="404" y="486"/>
                    </a:lnTo>
                    <a:lnTo>
                      <a:pt x="325" y="458"/>
                    </a:lnTo>
                    <a:lnTo>
                      <a:pt x="296" y="453"/>
                    </a:lnTo>
                    <a:lnTo>
                      <a:pt x="362" y="519"/>
                    </a:lnTo>
                    <a:lnTo>
                      <a:pt x="301" y="475"/>
                    </a:lnTo>
                    <a:lnTo>
                      <a:pt x="257" y="440"/>
                    </a:lnTo>
                    <a:lnTo>
                      <a:pt x="204" y="383"/>
                    </a:lnTo>
                    <a:lnTo>
                      <a:pt x="136" y="315"/>
                    </a:lnTo>
                    <a:lnTo>
                      <a:pt x="74" y="269"/>
                    </a:lnTo>
                    <a:lnTo>
                      <a:pt x="24" y="224"/>
                    </a:lnTo>
                    <a:lnTo>
                      <a:pt x="0" y="185"/>
                    </a:lnTo>
                    <a:lnTo>
                      <a:pt x="55" y="19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0" name="Freeform 514"/>
              <p:cNvSpPr>
                <a:spLocks/>
              </p:cNvSpPr>
              <p:nvPr/>
            </p:nvSpPr>
            <p:spPr bwMode="auto">
              <a:xfrm>
                <a:off x="3042" y="1595"/>
                <a:ext cx="36" cy="44"/>
              </a:xfrm>
              <a:custGeom>
                <a:avLst/>
                <a:gdLst>
                  <a:gd name="T0" fmla="*/ 0 w 281"/>
                  <a:gd name="T1" fmla="*/ 0 h 354"/>
                  <a:gd name="T2" fmla="*/ 0 w 281"/>
                  <a:gd name="T3" fmla="*/ 0 h 354"/>
                  <a:gd name="T4" fmla="*/ 0 w 281"/>
                  <a:gd name="T5" fmla="*/ 0 h 354"/>
                  <a:gd name="T6" fmla="*/ 0 w 281"/>
                  <a:gd name="T7" fmla="*/ 0 h 354"/>
                  <a:gd name="T8" fmla="*/ 0 w 281"/>
                  <a:gd name="T9" fmla="*/ 0 h 354"/>
                  <a:gd name="T10" fmla="*/ 0 w 281"/>
                  <a:gd name="T11" fmla="*/ 0 h 354"/>
                  <a:gd name="T12" fmla="*/ 0 w 281"/>
                  <a:gd name="T13" fmla="*/ 0 h 354"/>
                  <a:gd name="T14" fmla="*/ 0 w 281"/>
                  <a:gd name="T15" fmla="*/ 0 h 354"/>
                  <a:gd name="T16" fmla="*/ 0 w 281"/>
                  <a:gd name="T17" fmla="*/ 0 h 35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81"/>
                  <a:gd name="T28" fmla="*/ 0 h 354"/>
                  <a:gd name="T29" fmla="*/ 281 w 281"/>
                  <a:gd name="T30" fmla="*/ 354 h 35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81" h="354">
                    <a:moveTo>
                      <a:pt x="0" y="338"/>
                    </a:moveTo>
                    <a:lnTo>
                      <a:pt x="199" y="42"/>
                    </a:lnTo>
                    <a:lnTo>
                      <a:pt x="228" y="17"/>
                    </a:lnTo>
                    <a:lnTo>
                      <a:pt x="254" y="0"/>
                    </a:lnTo>
                    <a:lnTo>
                      <a:pt x="281" y="6"/>
                    </a:lnTo>
                    <a:lnTo>
                      <a:pt x="241" y="22"/>
                    </a:lnTo>
                    <a:lnTo>
                      <a:pt x="206" y="54"/>
                    </a:lnTo>
                    <a:lnTo>
                      <a:pt x="4" y="354"/>
                    </a:lnTo>
                    <a:lnTo>
                      <a:pt x="0" y="3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1" name="Freeform 515"/>
              <p:cNvSpPr>
                <a:spLocks/>
              </p:cNvSpPr>
              <p:nvPr/>
            </p:nvSpPr>
            <p:spPr bwMode="auto">
              <a:xfrm>
                <a:off x="3046" y="1640"/>
                <a:ext cx="87" cy="30"/>
              </a:xfrm>
              <a:custGeom>
                <a:avLst/>
                <a:gdLst>
                  <a:gd name="T0" fmla="*/ 0 w 696"/>
                  <a:gd name="T1" fmla="*/ 0 h 242"/>
                  <a:gd name="T2" fmla="*/ 0 w 696"/>
                  <a:gd name="T3" fmla="*/ 0 h 242"/>
                  <a:gd name="T4" fmla="*/ 0 w 696"/>
                  <a:gd name="T5" fmla="*/ 0 h 242"/>
                  <a:gd name="T6" fmla="*/ 0 w 696"/>
                  <a:gd name="T7" fmla="*/ 0 h 242"/>
                  <a:gd name="T8" fmla="*/ 0 w 696"/>
                  <a:gd name="T9" fmla="*/ 0 h 242"/>
                  <a:gd name="T10" fmla="*/ 0 w 696"/>
                  <a:gd name="T11" fmla="*/ 0 h 242"/>
                  <a:gd name="T12" fmla="*/ 0 w 696"/>
                  <a:gd name="T13" fmla="*/ 0 h 242"/>
                  <a:gd name="T14" fmla="*/ 0 w 696"/>
                  <a:gd name="T15" fmla="*/ 0 h 242"/>
                  <a:gd name="T16" fmla="*/ 0 w 696"/>
                  <a:gd name="T17" fmla="*/ 0 h 242"/>
                  <a:gd name="T18" fmla="*/ 0 w 696"/>
                  <a:gd name="T19" fmla="*/ 0 h 242"/>
                  <a:gd name="T20" fmla="*/ 0 w 696"/>
                  <a:gd name="T21" fmla="*/ 0 h 242"/>
                  <a:gd name="T22" fmla="*/ 0 w 696"/>
                  <a:gd name="T23" fmla="*/ 0 h 242"/>
                  <a:gd name="T24" fmla="*/ 0 w 696"/>
                  <a:gd name="T25" fmla="*/ 0 h 242"/>
                  <a:gd name="T26" fmla="*/ 0 w 696"/>
                  <a:gd name="T27" fmla="*/ 0 h 242"/>
                  <a:gd name="T28" fmla="*/ 0 w 696"/>
                  <a:gd name="T29" fmla="*/ 0 h 242"/>
                  <a:gd name="T30" fmla="*/ 0 w 696"/>
                  <a:gd name="T31" fmla="*/ 0 h 242"/>
                  <a:gd name="T32" fmla="*/ 0 w 696"/>
                  <a:gd name="T33" fmla="*/ 0 h 242"/>
                  <a:gd name="T34" fmla="*/ 0 w 696"/>
                  <a:gd name="T35" fmla="*/ 0 h 242"/>
                  <a:gd name="T36" fmla="*/ 0 w 696"/>
                  <a:gd name="T37" fmla="*/ 0 h 242"/>
                  <a:gd name="T38" fmla="*/ 0 w 696"/>
                  <a:gd name="T39" fmla="*/ 0 h 242"/>
                  <a:gd name="T40" fmla="*/ 0 w 696"/>
                  <a:gd name="T41" fmla="*/ 0 h 242"/>
                  <a:gd name="T42" fmla="*/ 0 w 696"/>
                  <a:gd name="T43" fmla="*/ 0 h 242"/>
                  <a:gd name="T44" fmla="*/ 0 w 696"/>
                  <a:gd name="T45" fmla="*/ 0 h 242"/>
                  <a:gd name="T46" fmla="*/ 0 w 696"/>
                  <a:gd name="T47" fmla="*/ 0 h 242"/>
                  <a:gd name="T48" fmla="*/ 0 w 696"/>
                  <a:gd name="T49" fmla="*/ 0 h 242"/>
                  <a:gd name="T50" fmla="*/ 0 w 696"/>
                  <a:gd name="T51" fmla="*/ 0 h 242"/>
                  <a:gd name="T52" fmla="*/ 0 w 696"/>
                  <a:gd name="T53" fmla="*/ 0 h 242"/>
                  <a:gd name="T54" fmla="*/ 0 w 696"/>
                  <a:gd name="T55" fmla="*/ 0 h 242"/>
                  <a:gd name="T56" fmla="*/ 0 w 696"/>
                  <a:gd name="T57" fmla="*/ 0 h 242"/>
                  <a:gd name="T58" fmla="*/ 0 w 696"/>
                  <a:gd name="T59" fmla="*/ 0 h 242"/>
                  <a:gd name="T60" fmla="*/ 0 w 696"/>
                  <a:gd name="T61" fmla="*/ 0 h 242"/>
                  <a:gd name="T62" fmla="*/ 0 w 696"/>
                  <a:gd name="T63" fmla="*/ 0 h 242"/>
                  <a:gd name="T64" fmla="*/ 0 w 696"/>
                  <a:gd name="T65" fmla="*/ 0 h 242"/>
                  <a:gd name="T66" fmla="*/ 0 w 696"/>
                  <a:gd name="T67" fmla="*/ 0 h 242"/>
                  <a:gd name="T68" fmla="*/ 0 w 696"/>
                  <a:gd name="T69" fmla="*/ 0 h 242"/>
                  <a:gd name="T70" fmla="*/ 0 w 696"/>
                  <a:gd name="T71" fmla="*/ 0 h 242"/>
                  <a:gd name="T72" fmla="*/ 0 w 696"/>
                  <a:gd name="T73" fmla="*/ 0 h 24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696"/>
                  <a:gd name="T112" fmla="*/ 0 h 242"/>
                  <a:gd name="T113" fmla="*/ 696 w 696"/>
                  <a:gd name="T114" fmla="*/ 242 h 242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696" h="242">
                    <a:moveTo>
                      <a:pt x="0" y="242"/>
                    </a:moveTo>
                    <a:lnTo>
                      <a:pt x="39" y="215"/>
                    </a:lnTo>
                    <a:lnTo>
                      <a:pt x="81" y="180"/>
                    </a:lnTo>
                    <a:lnTo>
                      <a:pt x="131" y="111"/>
                    </a:lnTo>
                    <a:lnTo>
                      <a:pt x="156" y="69"/>
                    </a:lnTo>
                    <a:lnTo>
                      <a:pt x="180" y="49"/>
                    </a:lnTo>
                    <a:lnTo>
                      <a:pt x="208" y="31"/>
                    </a:lnTo>
                    <a:lnTo>
                      <a:pt x="248" y="21"/>
                    </a:lnTo>
                    <a:lnTo>
                      <a:pt x="369" y="0"/>
                    </a:lnTo>
                    <a:lnTo>
                      <a:pt x="439" y="3"/>
                    </a:lnTo>
                    <a:lnTo>
                      <a:pt x="527" y="40"/>
                    </a:lnTo>
                    <a:lnTo>
                      <a:pt x="592" y="88"/>
                    </a:lnTo>
                    <a:lnTo>
                      <a:pt x="696" y="137"/>
                    </a:lnTo>
                    <a:lnTo>
                      <a:pt x="617" y="125"/>
                    </a:lnTo>
                    <a:lnTo>
                      <a:pt x="564" y="106"/>
                    </a:lnTo>
                    <a:lnTo>
                      <a:pt x="527" y="86"/>
                    </a:lnTo>
                    <a:lnTo>
                      <a:pt x="483" y="75"/>
                    </a:lnTo>
                    <a:lnTo>
                      <a:pt x="459" y="79"/>
                    </a:lnTo>
                    <a:lnTo>
                      <a:pt x="435" y="150"/>
                    </a:lnTo>
                    <a:lnTo>
                      <a:pt x="384" y="211"/>
                    </a:lnTo>
                    <a:lnTo>
                      <a:pt x="421" y="152"/>
                    </a:lnTo>
                    <a:lnTo>
                      <a:pt x="447" y="69"/>
                    </a:lnTo>
                    <a:lnTo>
                      <a:pt x="447" y="49"/>
                    </a:lnTo>
                    <a:lnTo>
                      <a:pt x="430" y="28"/>
                    </a:lnTo>
                    <a:lnTo>
                      <a:pt x="384" y="16"/>
                    </a:lnTo>
                    <a:lnTo>
                      <a:pt x="329" y="21"/>
                    </a:lnTo>
                    <a:lnTo>
                      <a:pt x="313" y="44"/>
                    </a:lnTo>
                    <a:lnTo>
                      <a:pt x="343" y="222"/>
                    </a:lnTo>
                    <a:lnTo>
                      <a:pt x="325" y="222"/>
                    </a:lnTo>
                    <a:lnTo>
                      <a:pt x="256" y="198"/>
                    </a:lnTo>
                    <a:lnTo>
                      <a:pt x="195" y="174"/>
                    </a:lnTo>
                    <a:lnTo>
                      <a:pt x="164" y="150"/>
                    </a:lnTo>
                    <a:lnTo>
                      <a:pt x="145" y="137"/>
                    </a:lnTo>
                    <a:lnTo>
                      <a:pt x="108" y="174"/>
                    </a:lnTo>
                    <a:lnTo>
                      <a:pt x="67" y="210"/>
                    </a:lnTo>
                    <a:lnTo>
                      <a:pt x="25" y="231"/>
                    </a:lnTo>
                    <a:lnTo>
                      <a:pt x="0" y="2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2" name="Freeform 516"/>
              <p:cNvSpPr>
                <a:spLocks/>
              </p:cNvSpPr>
              <p:nvPr/>
            </p:nvSpPr>
            <p:spPr bwMode="auto">
              <a:xfrm>
                <a:off x="3129" y="1594"/>
                <a:ext cx="49" cy="55"/>
              </a:xfrm>
              <a:custGeom>
                <a:avLst/>
                <a:gdLst>
                  <a:gd name="T0" fmla="*/ 0 w 385"/>
                  <a:gd name="T1" fmla="*/ 0 h 439"/>
                  <a:gd name="T2" fmla="*/ 0 w 385"/>
                  <a:gd name="T3" fmla="*/ 0 h 439"/>
                  <a:gd name="T4" fmla="*/ 0 w 385"/>
                  <a:gd name="T5" fmla="*/ 0 h 439"/>
                  <a:gd name="T6" fmla="*/ 0 w 385"/>
                  <a:gd name="T7" fmla="*/ 0 h 439"/>
                  <a:gd name="T8" fmla="*/ 0 w 385"/>
                  <a:gd name="T9" fmla="*/ 0 h 439"/>
                  <a:gd name="T10" fmla="*/ 0 w 385"/>
                  <a:gd name="T11" fmla="*/ 0 h 439"/>
                  <a:gd name="T12" fmla="*/ 0 w 385"/>
                  <a:gd name="T13" fmla="*/ 0 h 439"/>
                  <a:gd name="T14" fmla="*/ 0 w 385"/>
                  <a:gd name="T15" fmla="*/ 0 h 439"/>
                  <a:gd name="T16" fmla="*/ 0 w 385"/>
                  <a:gd name="T17" fmla="*/ 0 h 439"/>
                  <a:gd name="T18" fmla="*/ 0 w 385"/>
                  <a:gd name="T19" fmla="*/ 0 h 439"/>
                  <a:gd name="T20" fmla="*/ 0 w 385"/>
                  <a:gd name="T21" fmla="*/ 0 h 439"/>
                  <a:gd name="T22" fmla="*/ 0 w 385"/>
                  <a:gd name="T23" fmla="*/ 0 h 439"/>
                  <a:gd name="T24" fmla="*/ 0 w 385"/>
                  <a:gd name="T25" fmla="*/ 0 h 439"/>
                  <a:gd name="T26" fmla="*/ 0 w 385"/>
                  <a:gd name="T27" fmla="*/ 0 h 439"/>
                  <a:gd name="T28" fmla="*/ 0 w 385"/>
                  <a:gd name="T29" fmla="*/ 0 h 439"/>
                  <a:gd name="T30" fmla="*/ 0 w 385"/>
                  <a:gd name="T31" fmla="*/ 0 h 439"/>
                  <a:gd name="T32" fmla="*/ 0 w 385"/>
                  <a:gd name="T33" fmla="*/ 0 h 439"/>
                  <a:gd name="T34" fmla="*/ 0 w 385"/>
                  <a:gd name="T35" fmla="*/ 0 h 439"/>
                  <a:gd name="T36" fmla="*/ 0 w 385"/>
                  <a:gd name="T37" fmla="*/ 0 h 43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85"/>
                  <a:gd name="T58" fmla="*/ 0 h 439"/>
                  <a:gd name="T59" fmla="*/ 385 w 385"/>
                  <a:gd name="T60" fmla="*/ 439 h 43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85" h="439">
                    <a:moveTo>
                      <a:pt x="0" y="0"/>
                    </a:moveTo>
                    <a:lnTo>
                      <a:pt x="40" y="55"/>
                    </a:lnTo>
                    <a:lnTo>
                      <a:pt x="63" y="111"/>
                    </a:lnTo>
                    <a:lnTo>
                      <a:pt x="86" y="256"/>
                    </a:lnTo>
                    <a:lnTo>
                      <a:pt x="75" y="439"/>
                    </a:lnTo>
                    <a:lnTo>
                      <a:pt x="114" y="274"/>
                    </a:lnTo>
                    <a:lnTo>
                      <a:pt x="148" y="189"/>
                    </a:lnTo>
                    <a:lnTo>
                      <a:pt x="204" y="107"/>
                    </a:lnTo>
                    <a:lnTo>
                      <a:pt x="235" y="111"/>
                    </a:lnTo>
                    <a:lnTo>
                      <a:pt x="211" y="256"/>
                    </a:lnTo>
                    <a:lnTo>
                      <a:pt x="215" y="292"/>
                    </a:lnTo>
                    <a:lnTo>
                      <a:pt x="385" y="74"/>
                    </a:lnTo>
                    <a:lnTo>
                      <a:pt x="310" y="26"/>
                    </a:lnTo>
                    <a:lnTo>
                      <a:pt x="252" y="67"/>
                    </a:lnTo>
                    <a:lnTo>
                      <a:pt x="204" y="58"/>
                    </a:lnTo>
                    <a:lnTo>
                      <a:pt x="112" y="81"/>
                    </a:lnTo>
                    <a:lnTo>
                      <a:pt x="81" y="81"/>
                    </a:lnTo>
                    <a:lnTo>
                      <a:pt x="37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3" name="Freeform 517"/>
              <p:cNvSpPr>
                <a:spLocks/>
              </p:cNvSpPr>
              <p:nvPr/>
            </p:nvSpPr>
            <p:spPr bwMode="auto">
              <a:xfrm>
                <a:off x="3082" y="1664"/>
                <a:ext cx="103" cy="290"/>
              </a:xfrm>
              <a:custGeom>
                <a:avLst/>
                <a:gdLst>
                  <a:gd name="T0" fmla="*/ 0 w 819"/>
                  <a:gd name="T1" fmla="*/ 0 h 2318"/>
                  <a:gd name="T2" fmla="*/ 0 w 819"/>
                  <a:gd name="T3" fmla="*/ 0 h 2318"/>
                  <a:gd name="T4" fmla="*/ 0 w 819"/>
                  <a:gd name="T5" fmla="*/ 0 h 2318"/>
                  <a:gd name="T6" fmla="*/ 0 w 819"/>
                  <a:gd name="T7" fmla="*/ 0 h 2318"/>
                  <a:gd name="T8" fmla="*/ 0 w 819"/>
                  <a:gd name="T9" fmla="*/ 0 h 2318"/>
                  <a:gd name="T10" fmla="*/ 0 w 819"/>
                  <a:gd name="T11" fmla="*/ 0 h 2318"/>
                  <a:gd name="T12" fmla="*/ 0 w 819"/>
                  <a:gd name="T13" fmla="*/ 0 h 2318"/>
                  <a:gd name="T14" fmla="*/ 0 w 819"/>
                  <a:gd name="T15" fmla="*/ 0 h 2318"/>
                  <a:gd name="T16" fmla="*/ 0 w 819"/>
                  <a:gd name="T17" fmla="*/ 0 h 2318"/>
                  <a:gd name="T18" fmla="*/ 0 w 819"/>
                  <a:gd name="T19" fmla="*/ 0 h 2318"/>
                  <a:gd name="T20" fmla="*/ 0 w 819"/>
                  <a:gd name="T21" fmla="*/ 0 h 2318"/>
                  <a:gd name="T22" fmla="*/ 0 w 819"/>
                  <a:gd name="T23" fmla="*/ 0 h 2318"/>
                  <a:gd name="T24" fmla="*/ 0 w 819"/>
                  <a:gd name="T25" fmla="*/ 0 h 2318"/>
                  <a:gd name="T26" fmla="*/ 0 w 819"/>
                  <a:gd name="T27" fmla="*/ 0 h 2318"/>
                  <a:gd name="T28" fmla="*/ 0 w 819"/>
                  <a:gd name="T29" fmla="*/ 0 h 2318"/>
                  <a:gd name="T30" fmla="*/ 0 w 819"/>
                  <a:gd name="T31" fmla="*/ 0 h 2318"/>
                  <a:gd name="T32" fmla="*/ 0 w 819"/>
                  <a:gd name="T33" fmla="*/ 0 h 2318"/>
                  <a:gd name="T34" fmla="*/ 0 w 819"/>
                  <a:gd name="T35" fmla="*/ 0 h 2318"/>
                  <a:gd name="T36" fmla="*/ 0 w 819"/>
                  <a:gd name="T37" fmla="*/ 0 h 2318"/>
                  <a:gd name="T38" fmla="*/ 0 w 819"/>
                  <a:gd name="T39" fmla="*/ 0 h 2318"/>
                  <a:gd name="T40" fmla="*/ 0 w 819"/>
                  <a:gd name="T41" fmla="*/ 0 h 2318"/>
                  <a:gd name="T42" fmla="*/ 0 w 819"/>
                  <a:gd name="T43" fmla="*/ 0 h 2318"/>
                  <a:gd name="T44" fmla="*/ 0 w 819"/>
                  <a:gd name="T45" fmla="*/ 0 h 2318"/>
                  <a:gd name="T46" fmla="*/ 0 w 819"/>
                  <a:gd name="T47" fmla="*/ 0 h 2318"/>
                  <a:gd name="T48" fmla="*/ 0 w 819"/>
                  <a:gd name="T49" fmla="*/ 0 h 2318"/>
                  <a:gd name="T50" fmla="*/ 0 w 819"/>
                  <a:gd name="T51" fmla="*/ 0 h 2318"/>
                  <a:gd name="T52" fmla="*/ 0 w 819"/>
                  <a:gd name="T53" fmla="*/ 0 h 2318"/>
                  <a:gd name="T54" fmla="*/ 0 w 819"/>
                  <a:gd name="T55" fmla="*/ 0 h 2318"/>
                  <a:gd name="T56" fmla="*/ 0 w 819"/>
                  <a:gd name="T57" fmla="*/ 0 h 2318"/>
                  <a:gd name="T58" fmla="*/ 0 w 819"/>
                  <a:gd name="T59" fmla="*/ 0 h 2318"/>
                  <a:gd name="T60" fmla="*/ 0 w 819"/>
                  <a:gd name="T61" fmla="*/ 0 h 2318"/>
                  <a:gd name="T62" fmla="*/ 0 w 819"/>
                  <a:gd name="T63" fmla="*/ 0 h 2318"/>
                  <a:gd name="T64" fmla="*/ 0 w 819"/>
                  <a:gd name="T65" fmla="*/ 0 h 2318"/>
                  <a:gd name="T66" fmla="*/ 0 w 819"/>
                  <a:gd name="T67" fmla="*/ 0 h 231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819"/>
                  <a:gd name="T103" fmla="*/ 0 h 2318"/>
                  <a:gd name="T104" fmla="*/ 819 w 819"/>
                  <a:gd name="T105" fmla="*/ 2318 h 231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819" h="2318">
                    <a:moveTo>
                      <a:pt x="102" y="23"/>
                    </a:moveTo>
                    <a:lnTo>
                      <a:pt x="196" y="140"/>
                    </a:lnTo>
                    <a:lnTo>
                      <a:pt x="275" y="327"/>
                    </a:lnTo>
                    <a:lnTo>
                      <a:pt x="424" y="714"/>
                    </a:lnTo>
                    <a:lnTo>
                      <a:pt x="579" y="1265"/>
                    </a:lnTo>
                    <a:lnTo>
                      <a:pt x="712" y="1680"/>
                    </a:lnTo>
                    <a:lnTo>
                      <a:pt x="819" y="1925"/>
                    </a:lnTo>
                    <a:lnTo>
                      <a:pt x="660" y="2318"/>
                    </a:lnTo>
                    <a:lnTo>
                      <a:pt x="526" y="2190"/>
                    </a:lnTo>
                    <a:lnTo>
                      <a:pt x="252" y="1992"/>
                    </a:lnTo>
                    <a:lnTo>
                      <a:pt x="35" y="546"/>
                    </a:lnTo>
                    <a:lnTo>
                      <a:pt x="0" y="274"/>
                    </a:lnTo>
                    <a:lnTo>
                      <a:pt x="17" y="103"/>
                    </a:lnTo>
                    <a:lnTo>
                      <a:pt x="35" y="41"/>
                    </a:lnTo>
                    <a:lnTo>
                      <a:pt x="35" y="0"/>
                    </a:lnTo>
                    <a:lnTo>
                      <a:pt x="60" y="41"/>
                    </a:lnTo>
                    <a:lnTo>
                      <a:pt x="53" y="134"/>
                    </a:lnTo>
                    <a:lnTo>
                      <a:pt x="60" y="292"/>
                    </a:lnTo>
                    <a:lnTo>
                      <a:pt x="77" y="465"/>
                    </a:lnTo>
                    <a:lnTo>
                      <a:pt x="116" y="707"/>
                    </a:lnTo>
                    <a:lnTo>
                      <a:pt x="284" y="1487"/>
                    </a:lnTo>
                    <a:lnTo>
                      <a:pt x="343" y="1953"/>
                    </a:lnTo>
                    <a:lnTo>
                      <a:pt x="360" y="2010"/>
                    </a:lnTo>
                    <a:lnTo>
                      <a:pt x="512" y="2142"/>
                    </a:lnTo>
                    <a:lnTo>
                      <a:pt x="642" y="2252"/>
                    </a:lnTo>
                    <a:lnTo>
                      <a:pt x="734" y="2019"/>
                    </a:lnTo>
                    <a:lnTo>
                      <a:pt x="778" y="1925"/>
                    </a:lnTo>
                    <a:lnTo>
                      <a:pt x="651" y="1604"/>
                    </a:lnTo>
                    <a:lnTo>
                      <a:pt x="561" y="1296"/>
                    </a:lnTo>
                    <a:lnTo>
                      <a:pt x="433" y="863"/>
                    </a:lnTo>
                    <a:lnTo>
                      <a:pt x="351" y="555"/>
                    </a:lnTo>
                    <a:lnTo>
                      <a:pt x="235" y="239"/>
                    </a:lnTo>
                    <a:lnTo>
                      <a:pt x="162" y="116"/>
                    </a:lnTo>
                    <a:lnTo>
                      <a:pt x="102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4" name="Freeform 518"/>
              <p:cNvSpPr>
                <a:spLocks/>
              </p:cNvSpPr>
              <p:nvPr/>
            </p:nvSpPr>
            <p:spPr bwMode="auto">
              <a:xfrm>
                <a:off x="3053" y="1755"/>
                <a:ext cx="283" cy="233"/>
              </a:xfrm>
              <a:custGeom>
                <a:avLst/>
                <a:gdLst>
                  <a:gd name="T0" fmla="*/ 0 w 2266"/>
                  <a:gd name="T1" fmla="*/ 0 h 1862"/>
                  <a:gd name="T2" fmla="*/ 0 w 2266"/>
                  <a:gd name="T3" fmla="*/ 0 h 1862"/>
                  <a:gd name="T4" fmla="*/ 0 w 2266"/>
                  <a:gd name="T5" fmla="*/ 0 h 1862"/>
                  <a:gd name="T6" fmla="*/ 0 w 2266"/>
                  <a:gd name="T7" fmla="*/ 0 h 1862"/>
                  <a:gd name="T8" fmla="*/ 0 w 2266"/>
                  <a:gd name="T9" fmla="*/ 0 h 1862"/>
                  <a:gd name="T10" fmla="*/ 0 w 2266"/>
                  <a:gd name="T11" fmla="*/ 0 h 1862"/>
                  <a:gd name="T12" fmla="*/ 0 w 2266"/>
                  <a:gd name="T13" fmla="*/ 0 h 1862"/>
                  <a:gd name="T14" fmla="*/ 0 w 2266"/>
                  <a:gd name="T15" fmla="*/ 0 h 1862"/>
                  <a:gd name="T16" fmla="*/ 0 w 2266"/>
                  <a:gd name="T17" fmla="*/ 0 h 1862"/>
                  <a:gd name="T18" fmla="*/ 0 w 2266"/>
                  <a:gd name="T19" fmla="*/ 0 h 1862"/>
                  <a:gd name="T20" fmla="*/ 0 w 2266"/>
                  <a:gd name="T21" fmla="*/ 0 h 1862"/>
                  <a:gd name="T22" fmla="*/ 0 w 2266"/>
                  <a:gd name="T23" fmla="*/ 0 h 1862"/>
                  <a:gd name="T24" fmla="*/ 0 w 2266"/>
                  <a:gd name="T25" fmla="*/ 0 h 1862"/>
                  <a:gd name="T26" fmla="*/ 0 w 2266"/>
                  <a:gd name="T27" fmla="*/ 0 h 1862"/>
                  <a:gd name="T28" fmla="*/ 0 w 2266"/>
                  <a:gd name="T29" fmla="*/ 0 h 1862"/>
                  <a:gd name="T30" fmla="*/ 0 w 2266"/>
                  <a:gd name="T31" fmla="*/ 0 h 1862"/>
                  <a:gd name="T32" fmla="*/ 0 w 2266"/>
                  <a:gd name="T33" fmla="*/ 0 h 1862"/>
                  <a:gd name="T34" fmla="*/ 0 w 2266"/>
                  <a:gd name="T35" fmla="*/ 0 h 1862"/>
                  <a:gd name="T36" fmla="*/ 0 w 2266"/>
                  <a:gd name="T37" fmla="*/ 0 h 1862"/>
                  <a:gd name="T38" fmla="*/ 0 w 2266"/>
                  <a:gd name="T39" fmla="*/ 0 h 1862"/>
                  <a:gd name="T40" fmla="*/ 0 w 2266"/>
                  <a:gd name="T41" fmla="*/ 0 h 1862"/>
                  <a:gd name="T42" fmla="*/ 0 w 2266"/>
                  <a:gd name="T43" fmla="*/ 0 h 1862"/>
                  <a:gd name="T44" fmla="*/ 0 w 2266"/>
                  <a:gd name="T45" fmla="*/ 0 h 1862"/>
                  <a:gd name="T46" fmla="*/ 0 w 2266"/>
                  <a:gd name="T47" fmla="*/ 0 h 1862"/>
                  <a:gd name="T48" fmla="*/ 0 w 2266"/>
                  <a:gd name="T49" fmla="*/ 0 h 1862"/>
                  <a:gd name="T50" fmla="*/ 0 w 2266"/>
                  <a:gd name="T51" fmla="*/ 0 h 1862"/>
                  <a:gd name="T52" fmla="*/ 0 w 2266"/>
                  <a:gd name="T53" fmla="*/ 0 h 1862"/>
                  <a:gd name="T54" fmla="*/ 0 w 2266"/>
                  <a:gd name="T55" fmla="*/ 0 h 1862"/>
                  <a:gd name="T56" fmla="*/ 0 w 2266"/>
                  <a:gd name="T57" fmla="*/ 0 h 1862"/>
                  <a:gd name="T58" fmla="*/ 0 w 2266"/>
                  <a:gd name="T59" fmla="*/ 0 h 1862"/>
                  <a:gd name="T60" fmla="*/ 0 w 2266"/>
                  <a:gd name="T61" fmla="*/ 0 h 1862"/>
                  <a:gd name="T62" fmla="*/ 0 w 2266"/>
                  <a:gd name="T63" fmla="*/ 0 h 1862"/>
                  <a:gd name="T64" fmla="*/ 0 w 2266"/>
                  <a:gd name="T65" fmla="*/ 0 h 1862"/>
                  <a:gd name="T66" fmla="*/ 0 w 2266"/>
                  <a:gd name="T67" fmla="*/ 0 h 1862"/>
                  <a:gd name="T68" fmla="*/ 0 w 2266"/>
                  <a:gd name="T69" fmla="*/ 0 h 1862"/>
                  <a:gd name="T70" fmla="*/ 0 w 2266"/>
                  <a:gd name="T71" fmla="*/ 0 h 1862"/>
                  <a:gd name="T72" fmla="*/ 0 w 2266"/>
                  <a:gd name="T73" fmla="*/ 0 h 186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2266"/>
                  <a:gd name="T112" fmla="*/ 0 h 1862"/>
                  <a:gd name="T113" fmla="*/ 2266 w 2266"/>
                  <a:gd name="T114" fmla="*/ 1862 h 1862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2266" h="1862">
                    <a:moveTo>
                      <a:pt x="947" y="954"/>
                    </a:moveTo>
                    <a:lnTo>
                      <a:pt x="1211" y="1046"/>
                    </a:lnTo>
                    <a:lnTo>
                      <a:pt x="1455" y="1180"/>
                    </a:lnTo>
                    <a:lnTo>
                      <a:pt x="1630" y="1244"/>
                    </a:lnTo>
                    <a:lnTo>
                      <a:pt x="1747" y="1362"/>
                    </a:lnTo>
                    <a:lnTo>
                      <a:pt x="1925" y="1436"/>
                    </a:lnTo>
                    <a:lnTo>
                      <a:pt x="1914" y="1348"/>
                    </a:lnTo>
                    <a:lnTo>
                      <a:pt x="1764" y="1189"/>
                    </a:lnTo>
                    <a:lnTo>
                      <a:pt x="1582" y="1055"/>
                    </a:lnTo>
                    <a:lnTo>
                      <a:pt x="1854" y="1194"/>
                    </a:lnTo>
                    <a:lnTo>
                      <a:pt x="1905" y="908"/>
                    </a:lnTo>
                    <a:lnTo>
                      <a:pt x="1815" y="921"/>
                    </a:lnTo>
                    <a:lnTo>
                      <a:pt x="1747" y="908"/>
                    </a:lnTo>
                    <a:lnTo>
                      <a:pt x="1663" y="855"/>
                    </a:lnTo>
                    <a:lnTo>
                      <a:pt x="1738" y="839"/>
                    </a:lnTo>
                    <a:lnTo>
                      <a:pt x="1815" y="765"/>
                    </a:lnTo>
                    <a:lnTo>
                      <a:pt x="1863" y="682"/>
                    </a:lnTo>
                    <a:lnTo>
                      <a:pt x="1905" y="506"/>
                    </a:lnTo>
                    <a:lnTo>
                      <a:pt x="1914" y="273"/>
                    </a:lnTo>
                    <a:lnTo>
                      <a:pt x="1872" y="0"/>
                    </a:lnTo>
                    <a:lnTo>
                      <a:pt x="2048" y="168"/>
                    </a:lnTo>
                    <a:lnTo>
                      <a:pt x="2131" y="308"/>
                    </a:lnTo>
                    <a:lnTo>
                      <a:pt x="2110" y="325"/>
                    </a:lnTo>
                    <a:lnTo>
                      <a:pt x="1988" y="242"/>
                    </a:lnTo>
                    <a:lnTo>
                      <a:pt x="2013" y="541"/>
                    </a:lnTo>
                    <a:lnTo>
                      <a:pt x="2165" y="839"/>
                    </a:lnTo>
                    <a:lnTo>
                      <a:pt x="2206" y="1014"/>
                    </a:lnTo>
                    <a:lnTo>
                      <a:pt x="2149" y="1079"/>
                    </a:lnTo>
                    <a:lnTo>
                      <a:pt x="2156" y="1180"/>
                    </a:lnTo>
                    <a:lnTo>
                      <a:pt x="2266" y="1348"/>
                    </a:lnTo>
                    <a:lnTo>
                      <a:pt x="2266" y="1398"/>
                    </a:lnTo>
                    <a:lnTo>
                      <a:pt x="2215" y="1459"/>
                    </a:lnTo>
                    <a:lnTo>
                      <a:pt x="2013" y="1593"/>
                    </a:lnTo>
                    <a:lnTo>
                      <a:pt x="1896" y="1680"/>
                    </a:lnTo>
                    <a:lnTo>
                      <a:pt x="1738" y="1862"/>
                    </a:lnTo>
                    <a:lnTo>
                      <a:pt x="1496" y="1862"/>
                    </a:lnTo>
                    <a:lnTo>
                      <a:pt x="1444" y="1833"/>
                    </a:lnTo>
                    <a:lnTo>
                      <a:pt x="1356" y="1824"/>
                    </a:lnTo>
                    <a:lnTo>
                      <a:pt x="1305" y="1862"/>
                    </a:lnTo>
                    <a:lnTo>
                      <a:pt x="0" y="1862"/>
                    </a:lnTo>
                    <a:lnTo>
                      <a:pt x="169" y="1752"/>
                    </a:lnTo>
                    <a:lnTo>
                      <a:pt x="344" y="1662"/>
                    </a:lnTo>
                    <a:lnTo>
                      <a:pt x="542" y="1578"/>
                    </a:lnTo>
                    <a:lnTo>
                      <a:pt x="747" y="1512"/>
                    </a:lnTo>
                    <a:lnTo>
                      <a:pt x="830" y="1496"/>
                    </a:lnTo>
                    <a:lnTo>
                      <a:pt x="865" y="1545"/>
                    </a:lnTo>
                    <a:lnTo>
                      <a:pt x="837" y="1668"/>
                    </a:lnTo>
                    <a:lnTo>
                      <a:pt x="877" y="1721"/>
                    </a:lnTo>
                    <a:lnTo>
                      <a:pt x="1178" y="1680"/>
                    </a:lnTo>
                    <a:lnTo>
                      <a:pt x="1187" y="1653"/>
                    </a:lnTo>
                    <a:lnTo>
                      <a:pt x="1174" y="1629"/>
                    </a:lnTo>
                    <a:lnTo>
                      <a:pt x="947" y="1653"/>
                    </a:lnTo>
                    <a:lnTo>
                      <a:pt x="911" y="1635"/>
                    </a:lnTo>
                    <a:lnTo>
                      <a:pt x="906" y="1545"/>
                    </a:lnTo>
                    <a:lnTo>
                      <a:pt x="964" y="1503"/>
                    </a:lnTo>
                    <a:lnTo>
                      <a:pt x="994" y="1539"/>
                    </a:lnTo>
                    <a:lnTo>
                      <a:pt x="1037" y="1593"/>
                    </a:lnTo>
                    <a:lnTo>
                      <a:pt x="1103" y="1593"/>
                    </a:lnTo>
                    <a:lnTo>
                      <a:pt x="1139" y="1521"/>
                    </a:lnTo>
                    <a:lnTo>
                      <a:pt x="1019" y="1479"/>
                    </a:lnTo>
                    <a:lnTo>
                      <a:pt x="969" y="1470"/>
                    </a:lnTo>
                    <a:lnTo>
                      <a:pt x="1156" y="1459"/>
                    </a:lnTo>
                    <a:lnTo>
                      <a:pt x="1428" y="1452"/>
                    </a:lnTo>
                    <a:lnTo>
                      <a:pt x="1571" y="1459"/>
                    </a:lnTo>
                    <a:lnTo>
                      <a:pt x="1413" y="1398"/>
                    </a:lnTo>
                    <a:lnTo>
                      <a:pt x="1331" y="1319"/>
                    </a:lnTo>
                    <a:lnTo>
                      <a:pt x="1437" y="1353"/>
                    </a:lnTo>
                    <a:lnTo>
                      <a:pt x="1707" y="1459"/>
                    </a:lnTo>
                    <a:lnTo>
                      <a:pt x="1848" y="1479"/>
                    </a:lnTo>
                    <a:lnTo>
                      <a:pt x="1531" y="1256"/>
                    </a:lnTo>
                    <a:lnTo>
                      <a:pt x="1266" y="1106"/>
                    </a:lnTo>
                    <a:lnTo>
                      <a:pt x="1095" y="1064"/>
                    </a:lnTo>
                    <a:lnTo>
                      <a:pt x="1037" y="1002"/>
                    </a:lnTo>
                    <a:lnTo>
                      <a:pt x="947" y="9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5" name="Freeform 519"/>
              <p:cNvSpPr>
                <a:spLocks/>
              </p:cNvSpPr>
              <p:nvPr/>
            </p:nvSpPr>
            <p:spPr bwMode="auto">
              <a:xfrm>
                <a:off x="3190" y="1595"/>
                <a:ext cx="55" cy="25"/>
              </a:xfrm>
              <a:custGeom>
                <a:avLst/>
                <a:gdLst>
                  <a:gd name="T0" fmla="*/ 0 w 443"/>
                  <a:gd name="T1" fmla="*/ 0 h 201"/>
                  <a:gd name="T2" fmla="*/ 0 w 443"/>
                  <a:gd name="T3" fmla="*/ 0 h 201"/>
                  <a:gd name="T4" fmla="*/ 0 w 443"/>
                  <a:gd name="T5" fmla="*/ 0 h 201"/>
                  <a:gd name="T6" fmla="*/ 0 w 443"/>
                  <a:gd name="T7" fmla="*/ 0 h 201"/>
                  <a:gd name="T8" fmla="*/ 0 w 443"/>
                  <a:gd name="T9" fmla="*/ 0 h 201"/>
                  <a:gd name="T10" fmla="*/ 0 w 443"/>
                  <a:gd name="T11" fmla="*/ 0 h 201"/>
                  <a:gd name="T12" fmla="*/ 0 w 443"/>
                  <a:gd name="T13" fmla="*/ 0 h 201"/>
                  <a:gd name="T14" fmla="*/ 0 w 443"/>
                  <a:gd name="T15" fmla="*/ 0 h 201"/>
                  <a:gd name="T16" fmla="*/ 0 w 443"/>
                  <a:gd name="T17" fmla="*/ 0 h 201"/>
                  <a:gd name="T18" fmla="*/ 0 w 443"/>
                  <a:gd name="T19" fmla="*/ 0 h 201"/>
                  <a:gd name="T20" fmla="*/ 0 w 443"/>
                  <a:gd name="T21" fmla="*/ 0 h 20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43"/>
                  <a:gd name="T34" fmla="*/ 0 h 201"/>
                  <a:gd name="T35" fmla="*/ 443 w 443"/>
                  <a:gd name="T36" fmla="*/ 201 h 20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43" h="201">
                    <a:moveTo>
                      <a:pt x="0" y="69"/>
                    </a:moveTo>
                    <a:lnTo>
                      <a:pt x="0" y="201"/>
                    </a:lnTo>
                    <a:lnTo>
                      <a:pt x="236" y="46"/>
                    </a:lnTo>
                    <a:lnTo>
                      <a:pt x="261" y="69"/>
                    </a:lnTo>
                    <a:lnTo>
                      <a:pt x="351" y="78"/>
                    </a:lnTo>
                    <a:lnTo>
                      <a:pt x="443" y="19"/>
                    </a:lnTo>
                    <a:lnTo>
                      <a:pt x="342" y="51"/>
                    </a:lnTo>
                    <a:lnTo>
                      <a:pt x="287" y="46"/>
                    </a:lnTo>
                    <a:lnTo>
                      <a:pt x="236" y="0"/>
                    </a:lnTo>
                    <a:lnTo>
                      <a:pt x="134" y="69"/>
                    </a:lnTo>
                    <a:lnTo>
                      <a:pt x="0" y="6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6" name="Freeform 520"/>
              <p:cNvSpPr>
                <a:spLocks/>
              </p:cNvSpPr>
              <p:nvPr/>
            </p:nvSpPr>
            <p:spPr bwMode="auto">
              <a:xfrm>
                <a:off x="3262" y="1604"/>
                <a:ext cx="87" cy="135"/>
              </a:xfrm>
              <a:custGeom>
                <a:avLst/>
                <a:gdLst>
                  <a:gd name="T0" fmla="*/ 0 w 701"/>
                  <a:gd name="T1" fmla="*/ 0 h 1079"/>
                  <a:gd name="T2" fmla="*/ 0 w 701"/>
                  <a:gd name="T3" fmla="*/ 0 h 1079"/>
                  <a:gd name="T4" fmla="*/ 0 w 701"/>
                  <a:gd name="T5" fmla="*/ 0 h 1079"/>
                  <a:gd name="T6" fmla="*/ 0 w 701"/>
                  <a:gd name="T7" fmla="*/ 0 h 1079"/>
                  <a:gd name="T8" fmla="*/ 0 w 701"/>
                  <a:gd name="T9" fmla="*/ 0 h 1079"/>
                  <a:gd name="T10" fmla="*/ 0 w 701"/>
                  <a:gd name="T11" fmla="*/ 0 h 1079"/>
                  <a:gd name="T12" fmla="*/ 0 w 701"/>
                  <a:gd name="T13" fmla="*/ 0 h 1079"/>
                  <a:gd name="T14" fmla="*/ 0 w 701"/>
                  <a:gd name="T15" fmla="*/ 0 h 1079"/>
                  <a:gd name="T16" fmla="*/ 0 w 701"/>
                  <a:gd name="T17" fmla="*/ 0 h 1079"/>
                  <a:gd name="T18" fmla="*/ 0 w 701"/>
                  <a:gd name="T19" fmla="*/ 0 h 1079"/>
                  <a:gd name="T20" fmla="*/ 0 w 701"/>
                  <a:gd name="T21" fmla="*/ 0 h 1079"/>
                  <a:gd name="T22" fmla="*/ 0 w 701"/>
                  <a:gd name="T23" fmla="*/ 0 h 1079"/>
                  <a:gd name="T24" fmla="*/ 0 w 701"/>
                  <a:gd name="T25" fmla="*/ 0 h 1079"/>
                  <a:gd name="T26" fmla="*/ 0 w 701"/>
                  <a:gd name="T27" fmla="*/ 0 h 1079"/>
                  <a:gd name="T28" fmla="*/ 0 w 701"/>
                  <a:gd name="T29" fmla="*/ 0 h 107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01"/>
                  <a:gd name="T46" fmla="*/ 0 h 1079"/>
                  <a:gd name="T47" fmla="*/ 701 w 701"/>
                  <a:gd name="T48" fmla="*/ 1079 h 107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01" h="1079">
                    <a:moveTo>
                      <a:pt x="0" y="0"/>
                    </a:moveTo>
                    <a:lnTo>
                      <a:pt x="281" y="374"/>
                    </a:lnTo>
                    <a:lnTo>
                      <a:pt x="424" y="438"/>
                    </a:lnTo>
                    <a:lnTo>
                      <a:pt x="438" y="688"/>
                    </a:lnTo>
                    <a:lnTo>
                      <a:pt x="519" y="823"/>
                    </a:lnTo>
                    <a:lnTo>
                      <a:pt x="519" y="1079"/>
                    </a:lnTo>
                    <a:lnTo>
                      <a:pt x="551" y="1035"/>
                    </a:lnTo>
                    <a:lnTo>
                      <a:pt x="551" y="680"/>
                    </a:lnTo>
                    <a:lnTo>
                      <a:pt x="659" y="747"/>
                    </a:lnTo>
                    <a:lnTo>
                      <a:pt x="684" y="862"/>
                    </a:lnTo>
                    <a:lnTo>
                      <a:pt x="701" y="754"/>
                    </a:lnTo>
                    <a:lnTo>
                      <a:pt x="627" y="583"/>
                    </a:lnTo>
                    <a:lnTo>
                      <a:pt x="361" y="316"/>
                    </a:lnTo>
                    <a:lnTo>
                      <a:pt x="253" y="2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7" name="Freeform 521"/>
              <p:cNvSpPr>
                <a:spLocks/>
              </p:cNvSpPr>
              <p:nvPr/>
            </p:nvSpPr>
            <p:spPr bwMode="auto">
              <a:xfrm>
                <a:off x="3217" y="1660"/>
                <a:ext cx="47" cy="66"/>
              </a:xfrm>
              <a:custGeom>
                <a:avLst/>
                <a:gdLst>
                  <a:gd name="T0" fmla="*/ 0 w 378"/>
                  <a:gd name="T1" fmla="*/ 0 h 533"/>
                  <a:gd name="T2" fmla="*/ 0 w 378"/>
                  <a:gd name="T3" fmla="*/ 0 h 533"/>
                  <a:gd name="T4" fmla="*/ 0 w 378"/>
                  <a:gd name="T5" fmla="*/ 0 h 533"/>
                  <a:gd name="T6" fmla="*/ 0 w 378"/>
                  <a:gd name="T7" fmla="*/ 0 h 533"/>
                  <a:gd name="T8" fmla="*/ 0 w 378"/>
                  <a:gd name="T9" fmla="*/ 0 h 533"/>
                  <a:gd name="T10" fmla="*/ 0 w 378"/>
                  <a:gd name="T11" fmla="*/ 0 h 533"/>
                  <a:gd name="T12" fmla="*/ 0 w 378"/>
                  <a:gd name="T13" fmla="*/ 0 h 533"/>
                  <a:gd name="T14" fmla="*/ 0 w 378"/>
                  <a:gd name="T15" fmla="*/ 0 h 533"/>
                  <a:gd name="T16" fmla="*/ 0 w 378"/>
                  <a:gd name="T17" fmla="*/ 0 h 533"/>
                  <a:gd name="T18" fmla="*/ 0 w 378"/>
                  <a:gd name="T19" fmla="*/ 0 h 53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78"/>
                  <a:gd name="T31" fmla="*/ 0 h 533"/>
                  <a:gd name="T32" fmla="*/ 378 w 378"/>
                  <a:gd name="T33" fmla="*/ 533 h 53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78" h="533">
                    <a:moveTo>
                      <a:pt x="0" y="257"/>
                    </a:moveTo>
                    <a:lnTo>
                      <a:pt x="70" y="107"/>
                    </a:lnTo>
                    <a:lnTo>
                      <a:pt x="143" y="98"/>
                    </a:lnTo>
                    <a:lnTo>
                      <a:pt x="235" y="118"/>
                    </a:lnTo>
                    <a:lnTo>
                      <a:pt x="253" y="0"/>
                    </a:lnTo>
                    <a:lnTo>
                      <a:pt x="378" y="533"/>
                    </a:lnTo>
                    <a:lnTo>
                      <a:pt x="235" y="272"/>
                    </a:lnTo>
                    <a:lnTo>
                      <a:pt x="166" y="233"/>
                    </a:lnTo>
                    <a:lnTo>
                      <a:pt x="83" y="222"/>
                    </a:lnTo>
                    <a:lnTo>
                      <a:pt x="0" y="2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8" name="Freeform 522"/>
              <p:cNvSpPr>
                <a:spLocks/>
              </p:cNvSpPr>
              <p:nvPr/>
            </p:nvSpPr>
            <p:spPr bwMode="auto">
              <a:xfrm>
                <a:off x="3324" y="1707"/>
                <a:ext cx="90" cy="145"/>
              </a:xfrm>
              <a:custGeom>
                <a:avLst/>
                <a:gdLst>
                  <a:gd name="T0" fmla="*/ 0 w 717"/>
                  <a:gd name="T1" fmla="*/ 0 h 1161"/>
                  <a:gd name="T2" fmla="*/ 0 w 717"/>
                  <a:gd name="T3" fmla="*/ 0 h 1161"/>
                  <a:gd name="T4" fmla="*/ 0 w 717"/>
                  <a:gd name="T5" fmla="*/ 0 h 1161"/>
                  <a:gd name="T6" fmla="*/ 0 w 717"/>
                  <a:gd name="T7" fmla="*/ 0 h 1161"/>
                  <a:gd name="T8" fmla="*/ 0 w 717"/>
                  <a:gd name="T9" fmla="*/ 0 h 1161"/>
                  <a:gd name="T10" fmla="*/ 0 w 717"/>
                  <a:gd name="T11" fmla="*/ 0 h 1161"/>
                  <a:gd name="T12" fmla="*/ 0 w 717"/>
                  <a:gd name="T13" fmla="*/ 0 h 1161"/>
                  <a:gd name="T14" fmla="*/ 0 w 717"/>
                  <a:gd name="T15" fmla="*/ 0 h 1161"/>
                  <a:gd name="T16" fmla="*/ 0 w 717"/>
                  <a:gd name="T17" fmla="*/ 0 h 1161"/>
                  <a:gd name="T18" fmla="*/ 0 w 717"/>
                  <a:gd name="T19" fmla="*/ 0 h 1161"/>
                  <a:gd name="T20" fmla="*/ 0 w 717"/>
                  <a:gd name="T21" fmla="*/ 0 h 1161"/>
                  <a:gd name="T22" fmla="*/ 0 w 717"/>
                  <a:gd name="T23" fmla="*/ 0 h 1161"/>
                  <a:gd name="T24" fmla="*/ 0 w 717"/>
                  <a:gd name="T25" fmla="*/ 0 h 1161"/>
                  <a:gd name="T26" fmla="*/ 0 w 717"/>
                  <a:gd name="T27" fmla="*/ 0 h 1161"/>
                  <a:gd name="T28" fmla="*/ 0 w 717"/>
                  <a:gd name="T29" fmla="*/ 0 h 1161"/>
                  <a:gd name="T30" fmla="*/ 0 w 717"/>
                  <a:gd name="T31" fmla="*/ 0 h 1161"/>
                  <a:gd name="T32" fmla="*/ 0 w 717"/>
                  <a:gd name="T33" fmla="*/ 0 h 1161"/>
                  <a:gd name="T34" fmla="*/ 0 w 717"/>
                  <a:gd name="T35" fmla="*/ 0 h 1161"/>
                  <a:gd name="T36" fmla="*/ 0 w 717"/>
                  <a:gd name="T37" fmla="*/ 0 h 1161"/>
                  <a:gd name="T38" fmla="*/ 0 w 717"/>
                  <a:gd name="T39" fmla="*/ 0 h 1161"/>
                  <a:gd name="T40" fmla="*/ 0 w 717"/>
                  <a:gd name="T41" fmla="*/ 0 h 1161"/>
                  <a:gd name="T42" fmla="*/ 0 w 717"/>
                  <a:gd name="T43" fmla="*/ 0 h 1161"/>
                  <a:gd name="T44" fmla="*/ 0 w 717"/>
                  <a:gd name="T45" fmla="*/ 0 h 1161"/>
                  <a:gd name="T46" fmla="*/ 0 w 717"/>
                  <a:gd name="T47" fmla="*/ 0 h 1161"/>
                  <a:gd name="T48" fmla="*/ 0 w 717"/>
                  <a:gd name="T49" fmla="*/ 0 h 1161"/>
                  <a:gd name="T50" fmla="*/ 0 w 717"/>
                  <a:gd name="T51" fmla="*/ 0 h 1161"/>
                  <a:gd name="T52" fmla="*/ 0 w 717"/>
                  <a:gd name="T53" fmla="*/ 0 h 1161"/>
                  <a:gd name="T54" fmla="*/ 0 w 717"/>
                  <a:gd name="T55" fmla="*/ 0 h 1161"/>
                  <a:gd name="T56" fmla="*/ 0 w 717"/>
                  <a:gd name="T57" fmla="*/ 0 h 1161"/>
                  <a:gd name="T58" fmla="*/ 0 w 717"/>
                  <a:gd name="T59" fmla="*/ 0 h 1161"/>
                  <a:gd name="T60" fmla="*/ 0 w 717"/>
                  <a:gd name="T61" fmla="*/ 0 h 1161"/>
                  <a:gd name="T62" fmla="*/ 0 w 717"/>
                  <a:gd name="T63" fmla="*/ 0 h 1161"/>
                  <a:gd name="T64" fmla="*/ 0 w 717"/>
                  <a:gd name="T65" fmla="*/ 0 h 116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717"/>
                  <a:gd name="T100" fmla="*/ 0 h 1161"/>
                  <a:gd name="T101" fmla="*/ 717 w 717"/>
                  <a:gd name="T102" fmla="*/ 1161 h 116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717" h="1161">
                    <a:moveTo>
                      <a:pt x="261" y="0"/>
                    </a:moveTo>
                    <a:lnTo>
                      <a:pt x="252" y="99"/>
                    </a:lnTo>
                    <a:lnTo>
                      <a:pt x="177" y="240"/>
                    </a:lnTo>
                    <a:lnTo>
                      <a:pt x="76" y="390"/>
                    </a:lnTo>
                    <a:lnTo>
                      <a:pt x="34" y="509"/>
                    </a:lnTo>
                    <a:lnTo>
                      <a:pt x="34" y="572"/>
                    </a:lnTo>
                    <a:lnTo>
                      <a:pt x="67" y="656"/>
                    </a:lnTo>
                    <a:lnTo>
                      <a:pt x="94" y="724"/>
                    </a:lnTo>
                    <a:lnTo>
                      <a:pt x="0" y="724"/>
                    </a:lnTo>
                    <a:lnTo>
                      <a:pt x="127" y="763"/>
                    </a:lnTo>
                    <a:lnTo>
                      <a:pt x="177" y="889"/>
                    </a:lnTo>
                    <a:lnTo>
                      <a:pt x="325" y="889"/>
                    </a:lnTo>
                    <a:lnTo>
                      <a:pt x="496" y="1161"/>
                    </a:lnTo>
                    <a:lnTo>
                      <a:pt x="535" y="1091"/>
                    </a:lnTo>
                    <a:lnTo>
                      <a:pt x="535" y="970"/>
                    </a:lnTo>
                    <a:lnTo>
                      <a:pt x="643" y="774"/>
                    </a:lnTo>
                    <a:lnTo>
                      <a:pt x="717" y="473"/>
                    </a:lnTo>
                    <a:lnTo>
                      <a:pt x="616" y="756"/>
                    </a:lnTo>
                    <a:lnTo>
                      <a:pt x="560" y="733"/>
                    </a:lnTo>
                    <a:lnTo>
                      <a:pt x="595" y="673"/>
                    </a:lnTo>
                    <a:lnTo>
                      <a:pt x="217" y="839"/>
                    </a:lnTo>
                    <a:lnTo>
                      <a:pt x="210" y="763"/>
                    </a:lnTo>
                    <a:lnTo>
                      <a:pt x="127" y="708"/>
                    </a:lnTo>
                    <a:lnTo>
                      <a:pt x="337" y="524"/>
                    </a:lnTo>
                    <a:lnTo>
                      <a:pt x="184" y="608"/>
                    </a:lnTo>
                    <a:lnTo>
                      <a:pt x="153" y="524"/>
                    </a:lnTo>
                    <a:lnTo>
                      <a:pt x="159" y="422"/>
                    </a:lnTo>
                    <a:lnTo>
                      <a:pt x="201" y="341"/>
                    </a:lnTo>
                    <a:lnTo>
                      <a:pt x="344" y="168"/>
                    </a:lnTo>
                    <a:lnTo>
                      <a:pt x="360" y="99"/>
                    </a:lnTo>
                    <a:lnTo>
                      <a:pt x="344" y="58"/>
                    </a:lnTo>
                    <a:lnTo>
                      <a:pt x="293" y="58"/>
                    </a:lnTo>
                    <a:lnTo>
                      <a:pt x="26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9" name="Freeform 523"/>
              <p:cNvSpPr>
                <a:spLocks/>
              </p:cNvSpPr>
              <p:nvPr/>
            </p:nvSpPr>
            <p:spPr bwMode="auto">
              <a:xfrm>
                <a:off x="3341" y="1858"/>
                <a:ext cx="97" cy="63"/>
              </a:xfrm>
              <a:custGeom>
                <a:avLst/>
                <a:gdLst>
                  <a:gd name="T0" fmla="*/ 0 w 775"/>
                  <a:gd name="T1" fmla="*/ 0 h 510"/>
                  <a:gd name="T2" fmla="*/ 0 w 775"/>
                  <a:gd name="T3" fmla="*/ 0 h 510"/>
                  <a:gd name="T4" fmla="*/ 0 w 775"/>
                  <a:gd name="T5" fmla="*/ 0 h 510"/>
                  <a:gd name="T6" fmla="*/ 0 w 775"/>
                  <a:gd name="T7" fmla="*/ 0 h 510"/>
                  <a:gd name="T8" fmla="*/ 0 w 775"/>
                  <a:gd name="T9" fmla="*/ 0 h 510"/>
                  <a:gd name="T10" fmla="*/ 0 w 775"/>
                  <a:gd name="T11" fmla="*/ 0 h 510"/>
                  <a:gd name="T12" fmla="*/ 0 w 775"/>
                  <a:gd name="T13" fmla="*/ 0 h 510"/>
                  <a:gd name="T14" fmla="*/ 0 w 775"/>
                  <a:gd name="T15" fmla="*/ 0 h 510"/>
                  <a:gd name="T16" fmla="*/ 0 w 775"/>
                  <a:gd name="T17" fmla="*/ 0 h 510"/>
                  <a:gd name="T18" fmla="*/ 0 w 775"/>
                  <a:gd name="T19" fmla="*/ 0 h 510"/>
                  <a:gd name="T20" fmla="*/ 0 w 775"/>
                  <a:gd name="T21" fmla="*/ 0 h 510"/>
                  <a:gd name="T22" fmla="*/ 0 w 775"/>
                  <a:gd name="T23" fmla="*/ 0 h 510"/>
                  <a:gd name="T24" fmla="*/ 0 w 775"/>
                  <a:gd name="T25" fmla="*/ 0 h 510"/>
                  <a:gd name="T26" fmla="*/ 0 w 775"/>
                  <a:gd name="T27" fmla="*/ 0 h 510"/>
                  <a:gd name="T28" fmla="*/ 0 w 775"/>
                  <a:gd name="T29" fmla="*/ 0 h 5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75"/>
                  <a:gd name="T46" fmla="*/ 0 h 510"/>
                  <a:gd name="T47" fmla="*/ 775 w 775"/>
                  <a:gd name="T48" fmla="*/ 510 h 51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75" h="510">
                    <a:moveTo>
                      <a:pt x="0" y="510"/>
                    </a:moveTo>
                    <a:lnTo>
                      <a:pt x="92" y="353"/>
                    </a:lnTo>
                    <a:lnTo>
                      <a:pt x="472" y="182"/>
                    </a:lnTo>
                    <a:lnTo>
                      <a:pt x="672" y="182"/>
                    </a:lnTo>
                    <a:lnTo>
                      <a:pt x="775" y="118"/>
                    </a:lnTo>
                    <a:lnTo>
                      <a:pt x="540" y="118"/>
                    </a:lnTo>
                    <a:lnTo>
                      <a:pt x="393" y="171"/>
                    </a:lnTo>
                    <a:lnTo>
                      <a:pt x="327" y="143"/>
                    </a:lnTo>
                    <a:lnTo>
                      <a:pt x="342" y="0"/>
                    </a:lnTo>
                    <a:lnTo>
                      <a:pt x="261" y="14"/>
                    </a:lnTo>
                    <a:lnTo>
                      <a:pt x="261" y="171"/>
                    </a:lnTo>
                    <a:lnTo>
                      <a:pt x="197" y="251"/>
                    </a:lnTo>
                    <a:lnTo>
                      <a:pt x="105" y="261"/>
                    </a:lnTo>
                    <a:lnTo>
                      <a:pt x="12" y="393"/>
                    </a:lnTo>
                    <a:lnTo>
                      <a:pt x="0" y="5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30" name="Freeform 524"/>
              <p:cNvSpPr>
                <a:spLocks/>
              </p:cNvSpPr>
              <p:nvPr/>
            </p:nvSpPr>
            <p:spPr bwMode="auto">
              <a:xfrm>
                <a:off x="3349" y="2036"/>
                <a:ext cx="149" cy="56"/>
              </a:xfrm>
              <a:custGeom>
                <a:avLst/>
                <a:gdLst>
                  <a:gd name="T0" fmla="*/ 0 w 1191"/>
                  <a:gd name="T1" fmla="*/ 0 h 446"/>
                  <a:gd name="T2" fmla="*/ 0 w 1191"/>
                  <a:gd name="T3" fmla="*/ 0 h 446"/>
                  <a:gd name="T4" fmla="*/ 0 w 1191"/>
                  <a:gd name="T5" fmla="*/ 0 h 446"/>
                  <a:gd name="T6" fmla="*/ 0 w 1191"/>
                  <a:gd name="T7" fmla="*/ 0 h 446"/>
                  <a:gd name="T8" fmla="*/ 0 w 1191"/>
                  <a:gd name="T9" fmla="*/ 0 h 446"/>
                  <a:gd name="T10" fmla="*/ 0 w 1191"/>
                  <a:gd name="T11" fmla="*/ 0 h 446"/>
                  <a:gd name="T12" fmla="*/ 0 w 1191"/>
                  <a:gd name="T13" fmla="*/ 0 h 446"/>
                  <a:gd name="T14" fmla="*/ 0 w 1191"/>
                  <a:gd name="T15" fmla="*/ 0 h 446"/>
                  <a:gd name="T16" fmla="*/ 0 w 1191"/>
                  <a:gd name="T17" fmla="*/ 0 h 446"/>
                  <a:gd name="T18" fmla="*/ 0 w 1191"/>
                  <a:gd name="T19" fmla="*/ 0 h 446"/>
                  <a:gd name="T20" fmla="*/ 0 w 1191"/>
                  <a:gd name="T21" fmla="*/ 0 h 446"/>
                  <a:gd name="T22" fmla="*/ 0 w 1191"/>
                  <a:gd name="T23" fmla="*/ 0 h 446"/>
                  <a:gd name="T24" fmla="*/ 0 w 1191"/>
                  <a:gd name="T25" fmla="*/ 0 h 446"/>
                  <a:gd name="T26" fmla="*/ 0 w 1191"/>
                  <a:gd name="T27" fmla="*/ 0 h 446"/>
                  <a:gd name="T28" fmla="*/ 0 w 1191"/>
                  <a:gd name="T29" fmla="*/ 0 h 446"/>
                  <a:gd name="T30" fmla="*/ 0 w 1191"/>
                  <a:gd name="T31" fmla="*/ 0 h 446"/>
                  <a:gd name="T32" fmla="*/ 0 w 1191"/>
                  <a:gd name="T33" fmla="*/ 0 h 446"/>
                  <a:gd name="T34" fmla="*/ 0 w 1191"/>
                  <a:gd name="T35" fmla="*/ 0 h 446"/>
                  <a:gd name="T36" fmla="*/ 0 w 1191"/>
                  <a:gd name="T37" fmla="*/ 0 h 446"/>
                  <a:gd name="T38" fmla="*/ 0 w 1191"/>
                  <a:gd name="T39" fmla="*/ 0 h 446"/>
                  <a:gd name="T40" fmla="*/ 0 w 1191"/>
                  <a:gd name="T41" fmla="*/ 0 h 446"/>
                  <a:gd name="T42" fmla="*/ 0 w 1191"/>
                  <a:gd name="T43" fmla="*/ 0 h 44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191"/>
                  <a:gd name="T67" fmla="*/ 0 h 446"/>
                  <a:gd name="T68" fmla="*/ 1191 w 1191"/>
                  <a:gd name="T69" fmla="*/ 446 h 44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191" h="446">
                    <a:moveTo>
                      <a:pt x="1191" y="174"/>
                    </a:moveTo>
                    <a:lnTo>
                      <a:pt x="841" y="283"/>
                    </a:lnTo>
                    <a:lnTo>
                      <a:pt x="622" y="446"/>
                    </a:lnTo>
                    <a:lnTo>
                      <a:pt x="609" y="374"/>
                    </a:lnTo>
                    <a:lnTo>
                      <a:pt x="912" y="176"/>
                    </a:lnTo>
                    <a:lnTo>
                      <a:pt x="877" y="137"/>
                    </a:lnTo>
                    <a:lnTo>
                      <a:pt x="708" y="149"/>
                    </a:lnTo>
                    <a:lnTo>
                      <a:pt x="490" y="213"/>
                    </a:lnTo>
                    <a:lnTo>
                      <a:pt x="512" y="108"/>
                    </a:lnTo>
                    <a:lnTo>
                      <a:pt x="313" y="96"/>
                    </a:lnTo>
                    <a:lnTo>
                      <a:pt x="205" y="55"/>
                    </a:lnTo>
                    <a:lnTo>
                      <a:pt x="69" y="24"/>
                    </a:lnTo>
                    <a:lnTo>
                      <a:pt x="0" y="61"/>
                    </a:lnTo>
                    <a:lnTo>
                      <a:pt x="80" y="0"/>
                    </a:lnTo>
                    <a:lnTo>
                      <a:pt x="246" y="47"/>
                    </a:lnTo>
                    <a:lnTo>
                      <a:pt x="409" y="77"/>
                    </a:lnTo>
                    <a:lnTo>
                      <a:pt x="537" y="73"/>
                    </a:lnTo>
                    <a:lnTo>
                      <a:pt x="652" y="55"/>
                    </a:lnTo>
                    <a:lnTo>
                      <a:pt x="749" y="112"/>
                    </a:lnTo>
                    <a:lnTo>
                      <a:pt x="1028" y="96"/>
                    </a:lnTo>
                    <a:lnTo>
                      <a:pt x="1164" y="154"/>
                    </a:lnTo>
                    <a:lnTo>
                      <a:pt x="1191" y="17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31" name="Freeform 525"/>
              <p:cNvSpPr>
                <a:spLocks/>
              </p:cNvSpPr>
              <p:nvPr/>
            </p:nvSpPr>
            <p:spPr bwMode="auto">
              <a:xfrm>
                <a:off x="3172" y="1981"/>
                <a:ext cx="219" cy="153"/>
              </a:xfrm>
              <a:custGeom>
                <a:avLst/>
                <a:gdLst>
                  <a:gd name="T0" fmla="*/ 0 w 1754"/>
                  <a:gd name="T1" fmla="*/ 0 h 1222"/>
                  <a:gd name="T2" fmla="*/ 0 w 1754"/>
                  <a:gd name="T3" fmla="*/ 0 h 1222"/>
                  <a:gd name="T4" fmla="*/ 0 w 1754"/>
                  <a:gd name="T5" fmla="*/ 0 h 1222"/>
                  <a:gd name="T6" fmla="*/ 0 w 1754"/>
                  <a:gd name="T7" fmla="*/ 0 h 1222"/>
                  <a:gd name="T8" fmla="*/ 0 w 1754"/>
                  <a:gd name="T9" fmla="*/ 0 h 1222"/>
                  <a:gd name="T10" fmla="*/ 0 w 1754"/>
                  <a:gd name="T11" fmla="*/ 0 h 1222"/>
                  <a:gd name="T12" fmla="*/ 0 w 1754"/>
                  <a:gd name="T13" fmla="*/ 0 h 1222"/>
                  <a:gd name="T14" fmla="*/ 0 w 1754"/>
                  <a:gd name="T15" fmla="*/ 0 h 1222"/>
                  <a:gd name="T16" fmla="*/ 0 w 1754"/>
                  <a:gd name="T17" fmla="*/ 0 h 1222"/>
                  <a:gd name="T18" fmla="*/ 0 w 1754"/>
                  <a:gd name="T19" fmla="*/ 0 h 1222"/>
                  <a:gd name="T20" fmla="*/ 0 w 1754"/>
                  <a:gd name="T21" fmla="*/ 0 h 1222"/>
                  <a:gd name="T22" fmla="*/ 0 w 1754"/>
                  <a:gd name="T23" fmla="*/ 0 h 1222"/>
                  <a:gd name="T24" fmla="*/ 0 w 1754"/>
                  <a:gd name="T25" fmla="*/ 0 h 1222"/>
                  <a:gd name="T26" fmla="*/ 0 w 1754"/>
                  <a:gd name="T27" fmla="*/ 0 h 1222"/>
                  <a:gd name="T28" fmla="*/ 0 w 1754"/>
                  <a:gd name="T29" fmla="*/ 0 h 1222"/>
                  <a:gd name="T30" fmla="*/ 0 w 1754"/>
                  <a:gd name="T31" fmla="*/ 0 h 1222"/>
                  <a:gd name="T32" fmla="*/ 0 w 1754"/>
                  <a:gd name="T33" fmla="*/ 0 h 1222"/>
                  <a:gd name="T34" fmla="*/ 0 w 1754"/>
                  <a:gd name="T35" fmla="*/ 0 h 1222"/>
                  <a:gd name="T36" fmla="*/ 0 w 1754"/>
                  <a:gd name="T37" fmla="*/ 0 h 1222"/>
                  <a:gd name="T38" fmla="*/ 0 w 1754"/>
                  <a:gd name="T39" fmla="*/ 0 h 1222"/>
                  <a:gd name="T40" fmla="*/ 0 w 1754"/>
                  <a:gd name="T41" fmla="*/ 0 h 1222"/>
                  <a:gd name="T42" fmla="*/ 0 w 1754"/>
                  <a:gd name="T43" fmla="*/ 0 h 1222"/>
                  <a:gd name="T44" fmla="*/ 0 w 1754"/>
                  <a:gd name="T45" fmla="*/ 0 h 1222"/>
                  <a:gd name="T46" fmla="*/ 0 w 1754"/>
                  <a:gd name="T47" fmla="*/ 0 h 1222"/>
                  <a:gd name="T48" fmla="*/ 0 w 1754"/>
                  <a:gd name="T49" fmla="*/ 0 h 1222"/>
                  <a:gd name="T50" fmla="*/ 0 w 1754"/>
                  <a:gd name="T51" fmla="*/ 0 h 1222"/>
                  <a:gd name="T52" fmla="*/ 0 w 1754"/>
                  <a:gd name="T53" fmla="*/ 0 h 1222"/>
                  <a:gd name="T54" fmla="*/ 0 w 1754"/>
                  <a:gd name="T55" fmla="*/ 0 h 1222"/>
                  <a:gd name="T56" fmla="*/ 0 w 1754"/>
                  <a:gd name="T57" fmla="*/ 0 h 1222"/>
                  <a:gd name="T58" fmla="*/ 0 w 1754"/>
                  <a:gd name="T59" fmla="*/ 0 h 1222"/>
                  <a:gd name="T60" fmla="*/ 0 w 1754"/>
                  <a:gd name="T61" fmla="*/ 0 h 1222"/>
                  <a:gd name="T62" fmla="*/ 0 w 1754"/>
                  <a:gd name="T63" fmla="*/ 0 h 1222"/>
                  <a:gd name="T64" fmla="*/ 0 w 1754"/>
                  <a:gd name="T65" fmla="*/ 0 h 1222"/>
                  <a:gd name="T66" fmla="*/ 0 w 1754"/>
                  <a:gd name="T67" fmla="*/ 0 h 1222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754"/>
                  <a:gd name="T103" fmla="*/ 0 h 1222"/>
                  <a:gd name="T104" fmla="*/ 1754 w 1754"/>
                  <a:gd name="T105" fmla="*/ 1222 h 1222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754" h="1222">
                    <a:moveTo>
                      <a:pt x="1289" y="666"/>
                    </a:moveTo>
                    <a:lnTo>
                      <a:pt x="1258" y="826"/>
                    </a:lnTo>
                    <a:lnTo>
                      <a:pt x="1258" y="945"/>
                    </a:lnTo>
                    <a:lnTo>
                      <a:pt x="1289" y="1042"/>
                    </a:lnTo>
                    <a:lnTo>
                      <a:pt x="1311" y="1098"/>
                    </a:lnTo>
                    <a:lnTo>
                      <a:pt x="1754" y="1222"/>
                    </a:lnTo>
                    <a:lnTo>
                      <a:pt x="1293" y="1160"/>
                    </a:lnTo>
                    <a:lnTo>
                      <a:pt x="1251" y="1098"/>
                    </a:lnTo>
                    <a:lnTo>
                      <a:pt x="876" y="1092"/>
                    </a:lnTo>
                    <a:lnTo>
                      <a:pt x="576" y="1035"/>
                    </a:lnTo>
                    <a:lnTo>
                      <a:pt x="311" y="955"/>
                    </a:lnTo>
                    <a:lnTo>
                      <a:pt x="93" y="860"/>
                    </a:lnTo>
                    <a:lnTo>
                      <a:pt x="69" y="826"/>
                    </a:lnTo>
                    <a:lnTo>
                      <a:pt x="51" y="749"/>
                    </a:lnTo>
                    <a:lnTo>
                      <a:pt x="0" y="652"/>
                    </a:lnTo>
                    <a:lnTo>
                      <a:pt x="12" y="615"/>
                    </a:lnTo>
                    <a:lnTo>
                      <a:pt x="32" y="588"/>
                    </a:lnTo>
                    <a:lnTo>
                      <a:pt x="32" y="452"/>
                    </a:lnTo>
                    <a:lnTo>
                      <a:pt x="51" y="406"/>
                    </a:lnTo>
                    <a:lnTo>
                      <a:pt x="80" y="382"/>
                    </a:lnTo>
                    <a:lnTo>
                      <a:pt x="58" y="433"/>
                    </a:lnTo>
                    <a:lnTo>
                      <a:pt x="51" y="547"/>
                    </a:lnTo>
                    <a:lnTo>
                      <a:pt x="58" y="613"/>
                    </a:lnTo>
                    <a:lnTo>
                      <a:pt x="230" y="756"/>
                    </a:lnTo>
                    <a:lnTo>
                      <a:pt x="258" y="749"/>
                    </a:lnTo>
                    <a:lnTo>
                      <a:pt x="278" y="670"/>
                    </a:lnTo>
                    <a:lnTo>
                      <a:pt x="170" y="494"/>
                    </a:lnTo>
                    <a:lnTo>
                      <a:pt x="140" y="344"/>
                    </a:lnTo>
                    <a:lnTo>
                      <a:pt x="201" y="202"/>
                    </a:lnTo>
                    <a:lnTo>
                      <a:pt x="201" y="426"/>
                    </a:lnTo>
                    <a:lnTo>
                      <a:pt x="361" y="786"/>
                    </a:lnTo>
                    <a:lnTo>
                      <a:pt x="438" y="802"/>
                    </a:lnTo>
                    <a:lnTo>
                      <a:pt x="489" y="770"/>
                    </a:lnTo>
                    <a:lnTo>
                      <a:pt x="480" y="685"/>
                    </a:lnTo>
                    <a:lnTo>
                      <a:pt x="320" y="286"/>
                    </a:lnTo>
                    <a:lnTo>
                      <a:pt x="320" y="166"/>
                    </a:lnTo>
                    <a:lnTo>
                      <a:pt x="320" y="72"/>
                    </a:lnTo>
                    <a:lnTo>
                      <a:pt x="361" y="0"/>
                    </a:lnTo>
                    <a:lnTo>
                      <a:pt x="343" y="136"/>
                    </a:lnTo>
                    <a:lnTo>
                      <a:pt x="350" y="272"/>
                    </a:lnTo>
                    <a:lnTo>
                      <a:pt x="451" y="540"/>
                    </a:lnTo>
                    <a:lnTo>
                      <a:pt x="493" y="560"/>
                    </a:lnTo>
                    <a:lnTo>
                      <a:pt x="535" y="516"/>
                    </a:lnTo>
                    <a:lnTo>
                      <a:pt x="553" y="468"/>
                    </a:lnTo>
                    <a:lnTo>
                      <a:pt x="546" y="362"/>
                    </a:lnTo>
                    <a:lnTo>
                      <a:pt x="528" y="219"/>
                    </a:lnTo>
                    <a:lnTo>
                      <a:pt x="553" y="215"/>
                    </a:lnTo>
                    <a:lnTo>
                      <a:pt x="581" y="459"/>
                    </a:lnTo>
                    <a:lnTo>
                      <a:pt x="570" y="523"/>
                    </a:lnTo>
                    <a:lnTo>
                      <a:pt x="541" y="569"/>
                    </a:lnTo>
                    <a:lnTo>
                      <a:pt x="498" y="613"/>
                    </a:lnTo>
                    <a:lnTo>
                      <a:pt x="511" y="740"/>
                    </a:lnTo>
                    <a:lnTo>
                      <a:pt x="504" y="826"/>
                    </a:lnTo>
                    <a:lnTo>
                      <a:pt x="456" y="844"/>
                    </a:lnTo>
                    <a:lnTo>
                      <a:pt x="392" y="839"/>
                    </a:lnTo>
                    <a:lnTo>
                      <a:pt x="311" y="795"/>
                    </a:lnTo>
                    <a:lnTo>
                      <a:pt x="265" y="802"/>
                    </a:lnTo>
                    <a:lnTo>
                      <a:pt x="93" y="724"/>
                    </a:lnTo>
                    <a:lnTo>
                      <a:pt x="87" y="806"/>
                    </a:lnTo>
                    <a:lnTo>
                      <a:pt x="152" y="867"/>
                    </a:lnTo>
                    <a:lnTo>
                      <a:pt x="504" y="986"/>
                    </a:lnTo>
                    <a:lnTo>
                      <a:pt x="792" y="1048"/>
                    </a:lnTo>
                    <a:lnTo>
                      <a:pt x="1042" y="1058"/>
                    </a:lnTo>
                    <a:lnTo>
                      <a:pt x="1238" y="1058"/>
                    </a:lnTo>
                    <a:lnTo>
                      <a:pt x="1229" y="955"/>
                    </a:lnTo>
                    <a:lnTo>
                      <a:pt x="1238" y="826"/>
                    </a:lnTo>
                    <a:lnTo>
                      <a:pt x="1263" y="722"/>
                    </a:lnTo>
                    <a:lnTo>
                      <a:pt x="1289" y="66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32" name="Freeform 526"/>
              <p:cNvSpPr>
                <a:spLocks/>
              </p:cNvSpPr>
              <p:nvPr/>
            </p:nvSpPr>
            <p:spPr bwMode="auto">
              <a:xfrm>
                <a:off x="3237" y="1981"/>
                <a:ext cx="105" cy="68"/>
              </a:xfrm>
              <a:custGeom>
                <a:avLst/>
                <a:gdLst>
                  <a:gd name="T0" fmla="*/ 0 w 846"/>
                  <a:gd name="T1" fmla="*/ 0 h 547"/>
                  <a:gd name="T2" fmla="*/ 0 w 846"/>
                  <a:gd name="T3" fmla="*/ 0 h 547"/>
                  <a:gd name="T4" fmla="*/ 0 w 846"/>
                  <a:gd name="T5" fmla="*/ 0 h 547"/>
                  <a:gd name="T6" fmla="*/ 0 w 846"/>
                  <a:gd name="T7" fmla="*/ 0 h 547"/>
                  <a:gd name="T8" fmla="*/ 0 w 846"/>
                  <a:gd name="T9" fmla="*/ 0 h 547"/>
                  <a:gd name="T10" fmla="*/ 0 w 846"/>
                  <a:gd name="T11" fmla="*/ 0 h 547"/>
                  <a:gd name="T12" fmla="*/ 0 w 846"/>
                  <a:gd name="T13" fmla="*/ 0 h 547"/>
                  <a:gd name="T14" fmla="*/ 0 w 846"/>
                  <a:gd name="T15" fmla="*/ 0 h 547"/>
                  <a:gd name="T16" fmla="*/ 0 w 846"/>
                  <a:gd name="T17" fmla="*/ 0 h 547"/>
                  <a:gd name="T18" fmla="*/ 0 w 846"/>
                  <a:gd name="T19" fmla="*/ 0 h 547"/>
                  <a:gd name="T20" fmla="*/ 0 w 846"/>
                  <a:gd name="T21" fmla="*/ 0 h 547"/>
                  <a:gd name="T22" fmla="*/ 0 w 846"/>
                  <a:gd name="T23" fmla="*/ 0 h 547"/>
                  <a:gd name="T24" fmla="*/ 0 w 846"/>
                  <a:gd name="T25" fmla="*/ 0 h 547"/>
                  <a:gd name="T26" fmla="*/ 0 w 846"/>
                  <a:gd name="T27" fmla="*/ 0 h 547"/>
                  <a:gd name="T28" fmla="*/ 0 w 846"/>
                  <a:gd name="T29" fmla="*/ 0 h 547"/>
                  <a:gd name="T30" fmla="*/ 0 w 846"/>
                  <a:gd name="T31" fmla="*/ 0 h 547"/>
                  <a:gd name="T32" fmla="*/ 0 w 846"/>
                  <a:gd name="T33" fmla="*/ 0 h 547"/>
                  <a:gd name="T34" fmla="*/ 0 w 846"/>
                  <a:gd name="T35" fmla="*/ 0 h 547"/>
                  <a:gd name="T36" fmla="*/ 0 w 846"/>
                  <a:gd name="T37" fmla="*/ 0 h 547"/>
                  <a:gd name="T38" fmla="*/ 0 w 846"/>
                  <a:gd name="T39" fmla="*/ 0 h 547"/>
                  <a:gd name="T40" fmla="*/ 0 w 846"/>
                  <a:gd name="T41" fmla="*/ 0 h 547"/>
                  <a:gd name="T42" fmla="*/ 0 w 846"/>
                  <a:gd name="T43" fmla="*/ 0 h 547"/>
                  <a:gd name="T44" fmla="*/ 0 w 846"/>
                  <a:gd name="T45" fmla="*/ 0 h 547"/>
                  <a:gd name="T46" fmla="*/ 0 w 846"/>
                  <a:gd name="T47" fmla="*/ 0 h 547"/>
                  <a:gd name="T48" fmla="*/ 0 w 846"/>
                  <a:gd name="T49" fmla="*/ 0 h 547"/>
                  <a:gd name="T50" fmla="*/ 0 w 846"/>
                  <a:gd name="T51" fmla="*/ 0 h 547"/>
                  <a:gd name="T52" fmla="*/ 0 w 846"/>
                  <a:gd name="T53" fmla="*/ 0 h 547"/>
                  <a:gd name="T54" fmla="*/ 0 w 846"/>
                  <a:gd name="T55" fmla="*/ 0 h 547"/>
                  <a:gd name="T56" fmla="*/ 0 w 846"/>
                  <a:gd name="T57" fmla="*/ 0 h 547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846"/>
                  <a:gd name="T88" fmla="*/ 0 h 547"/>
                  <a:gd name="T89" fmla="*/ 846 w 846"/>
                  <a:gd name="T90" fmla="*/ 547 h 547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846" h="547">
                    <a:moveTo>
                      <a:pt x="0" y="30"/>
                    </a:moveTo>
                    <a:lnTo>
                      <a:pt x="45" y="94"/>
                    </a:lnTo>
                    <a:lnTo>
                      <a:pt x="101" y="210"/>
                    </a:lnTo>
                    <a:lnTo>
                      <a:pt x="36" y="219"/>
                    </a:lnTo>
                    <a:lnTo>
                      <a:pt x="36" y="237"/>
                    </a:lnTo>
                    <a:lnTo>
                      <a:pt x="174" y="246"/>
                    </a:lnTo>
                    <a:lnTo>
                      <a:pt x="322" y="254"/>
                    </a:lnTo>
                    <a:lnTo>
                      <a:pt x="248" y="233"/>
                    </a:lnTo>
                    <a:lnTo>
                      <a:pt x="394" y="178"/>
                    </a:lnTo>
                    <a:lnTo>
                      <a:pt x="472" y="189"/>
                    </a:lnTo>
                    <a:lnTo>
                      <a:pt x="598" y="297"/>
                    </a:lnTo>
                    <a:lnTo>
                      <a:pt x="675" y="422"/>
                    </a:lnTo>
                    <a:lnTo>
                      <a:pt x="767" y="512"/>
                    </a:lnTo>
                    <a:lnTo>
                      <a:pt x="820" y="547"/>
                    </a:lnTo>
                    <a:lnTo>
                      <a:pt x="846" y="523"/>
                    </a:lnTo>
                    <a:lnTo>
                      <a:pt x="758" y="468"/>
                    </a:lnTo>
                    <a:lnTo>
                      <a:pt x="679" y="392"/>
                    </a:lnTo>
                    <a:lnTo>
                      <a:pt x="611" y="286"/>
                    </a:lnTo>
                    <a:lnTo>
                      <a:pt x="534" y="184"/>
                    </a:lnTo>
                    <a:lnTo>
                      <a:pt x="394" y="136"/>
                    </a:lnTo>
                    <a:lnTo>
                      <a:pt x="317" y="154"/>
                    </a:lnTo>
                    <a:lnTo>
                      <a:pt x="223" y="189"/>
                    </a:lnTo>
                    <a:lnTo>
                      <a:pt x="161" y="184"/>
                    </a:lnTo>
                    <a:lnTo>
                      <a:pt x="244" y="90"/>
                    </a:lnTo>
                    <a:lnTo>
                      <a:pt x="283" y="30"/>
                    </a:lnTo>
                    <a:lnTo>
                      <a:pt x="275" y="0"/>
                    </a:lnTo>
                    <a:lnTo>
                      <a:pt x="223" y="79"/>
                    </a:lnTo>
                    <a:lnTo>
                      <a:pt x="119" y="154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33" name="Freeform 527"/>
              <p:cNvSpPr>
                <a:spLocks/>
              </p:cNvSpPr>
              <p:nvPr/>
            </p:nvSpPr>
            <p:spPr bwMode="auto">
              <a:xfrm>
                <a:off x="2981" y="1422"/>
                <a:ext cx="165" cy="154"/>
              </a:xfrm>
              <a:custGeom>
                <a:avLst/>
                <a:gdLst>
                  <a:gd name="T0" fmla="*/ 0 w 1323"/>
                  <a:gd name="T1" fmla="*/ 0 h 1233"/>
                  <a:gd name="T2" fmla="*/ 0 w 1323"/>
                  <a:gd name="T3" fmla="*/ 0 h 1233"/>
                  <a:gd name="T4" fmla="*/ 0 w 1323"/>
                  <a:gd name="T5" fmla="*/ 0 h 1233"/>
                  <a:gd name="T6" fmla="*/ 0 w 1323"/>
                  <a:gd name="T7" fmla="*/ 0 h 1233"/>
                  <a:gd name="T8" fmla="*/ 0 w 1323"/>
                  <a:gd name="T9" fmla="*/ 0 h 1233"/>
                  <a:gd name="T10" fmla="*/ 0 w 1323"/>
                  <a:gd name="T11" fmla="*/ 0 h 1233"/>
                  <a:gd name="T12" fmla="*/ 0 w 1323"/>
                  <a:gd name="T13" fmla="*/ 0 h 1233"/>
                  <a:gd name="T14" fmla="*/ 0 w 1323"/>
                  <a:gd name="T15" fmla="*/ 0 h 1233"/>
                  <a:gd name="T16" fmla="*/ 0 w 1323"/>
                  <a:gd name="T17" fmla="*/ 0 h 1233"/>
                  <a:gd name="T18" fmla="*/ 0 w 1323"/>
                  <a:gd name="T19" fmla="*/ 0 h 1233"/>
                  <a:gd name="T20" fmla="*/ 0 w 1323"/>
                  <a:gd name="T21" fmla="*/ 0 h 1233"/>
                  <a:gd name="T22" fmla="*/ 0 w 1323"/>
                  <a:gd name="T23" fmla="*/ 0 h 1233"/>
                  <a:gd name="T24" fmla="*/ 0 w 1323"/>
                  <a:gd name="T25" fmla="*/ 0 h 1233"/>
                  <a:gd name="T26" fmla="*/ 0 w 1323"/>
                  <a:gd name="T27" fmla="*/ 0 h 1233"/>
                  <a:gd name="T28" fmla="*/ 0 w 1323"/>
                  <a:gd name="T29" fmla="*/ 0 h 1233"/>
                  <a:gd name="T30" fmla="*/ 0 w 1323"/>
                  <a:gd name="T31" fmla="*/ 0 h 1233"/>
                  <a:gd name="T32" fmla="*/ 0 w 1323"/>
                  <a:gd name="T33" fmla="*/ 0 h 1233"/>
                  <a:gd name="T34" fmla="*/ 0 w 1323"/>
                  <a:gd name="T35" fmla="*/ 0 h 1233"/>
                  <a:gd name="T36" fmla="*/ 0 w 1323"/>
                  <a:gd name="T37" fmla="*/ 0 h 1233"/>
                  <a:gd name="T38" fmla="*/ 0 w 1323"/>
                  <a:gd name="T39" fmla="*/ 0 h 1233"/>
                  <a:gd name="T40" fmla="*/ 0 w 1323"/>
                  <a:gd name="T41" fmla="*/ 0 h 1233"/>
                  <a:gd name="T42" fmla="*/ 0 w 1323"/>
                  <a:gd name="T43" fmla="*/ 0 h 1233"/>
                  <a:gd name="T44" fmla="*/ 0 w 1323"/>
                  <a:gd name="T45" fmla="*/ 0 h 1233"/>
                  <a:gd name="T46" fmla="*/ 0 w 1323"/>
                  <a:gd name="T47" fmla="*/ 0 h 1233"/>
                  <a:gd name="T48" fmla="*/ 0 w 1323"/>
                  <a:gd name="T49" fmla="*/ 0 h 1233"/>
                  <a:gd name="T50" fmla="*/ 0 w 1323"/>
                  <a:gd name="T51" fmla="*/ 0 h 1233"/>
                  <a:gd name="T52" fmla="*/ 0 w 1323"/>
                  <a:gd name="T53" fmla="*/ 0 h 1233"/>
                  <a:gd name="T54" fmla="*/ 0 w 1323"/>
                  <a:gd name="T55" fmla="*/ 0 h 1233"/>
                  <a:gd name="T56" fmla="*/ 0 w 1323"/>
                  <a:gd name="T57" fmla="*/ 0 h 1233"/>
                  <a:gd name="T58" fmla="*/ 0 w 1323"/>
                  <a:gd name="T59" fmla="*/ 0 h 1233"/>
                  <a:gd name="T60" fmla="*/ 0 w 1323"/>
                  <a:gd name="T61" fmla="*/ 0 h 1233"/>
                  <a:gd name="T62" fmla="*/ 0 w 1323"/>
                  <a:gd name="T63" fmla="*/ 0 h 1233"/>
                  <a:gd name="T64" fmla="*/ 0 w 1323"/>
                  <a:gd name="T65" fmla="*/ 0 h 123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323"/>
                  <a:gd name="T100" fmla="*/ 0 h 1233"/>
                  <a:gd name="T101" fmla="*/ 1323 w 1323"/>
                  <a:gd name="T102" fmla="*/ 1233 h 123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323" h="1233">
                    <a:moveTo>
                      <a:pt x="680" y="329"/>
                    </a:moveTo>
                    <a:lnTo>
                      <a:pt x="759" y="233"/>
                    </a:lnTo>
                    <a:lnTo>
                      <a:pt x="833" y="191"/>
                    </a:lnTo>
                    <a:lnTo>
                      <a:pt x="918" y="186"/>
                    </a:lnTo>
                    <a:lnTo>
                      <a:pt x="1026" y="239"/>
                    </a:lnTo>
                    <a:lnTo>
                      <a:pt x="1086" y="329"/>
                    </a:lnTo>
                    <a:lnTo>
                      <a:pt x="1116" y="433"/>
                    </a:lnTo>
                    <a:lnTo>
                      <a:pt x="1128" y="539"/>
                    </a:lnTo>
                    <a:lnTo>
                      <a:pt x="1123" y="648"/>
                    </a:lnTo>
                    <a:lnTo>
                      <a:pt x="1112" y="753"/>
                    </a:lnTo>
                    <a:lnTo>
                      <a:pt x="1141" y="857"/>
                    </a:lnTo>
                    <a:lnTo>
                      <a:pt x="1165" y="744"/>
                    </a:lnTo>
                    <a:lnTo>
                      <a:pt x="1242" y="689"/>
                    </a:lnTo>
                    <a:lnTo>
                      <a:pt x="1291" y="728"/>
                    </a:lnTo>
                    <a:lnTo>
                      <a:pt x="1305" y="857"/>
                    </a:lnTo>
                    <a:lnTo>
                      <a:pt x="1296" y="960"/>
                    </a:lnTo>
                    <a:lnTo>
                      <a:pt x="1238" y="1046"/>
                    </a:lnTo>
                    <a:lnTo>
                      <a:pt x="1209" y="1083"/>
                    </a:lnTo>
                    <a:lnTo>
                      <a:pt x="1152" y="1127"/>
                    </a:lnTo>
                    <a:lnTo>
                      <a:pt x="1222" y="1101"/>
                    </a:lnTo>
                    <a:lnTo>
                      <a:pt x="1310" y="966"/>
                    </a:lnTo>
                    <a:lnTo>
                      <a:pt x="1323" y="834"/>
                    </a:lnTo>
                    <a:lnTo>
                      <a:pt x="1296" y="696"/>
                    </a:lnTo>
                    <a:lnTo>
                      <a:pt x="1242" y="666"/>
                    </a:lnTo>
                    <a:lnTo>
                      <a:pt x="1242" y="585"/>
                    </a:lnTo>
                    <a:lnTo>
                      <a:pt x="1183" y="323"/>
                    </a:lnTo>
                    <a:lnTo>
                      <a:pt x="1086" y="175"/>
                    </a:lnTo>
                    <a:lnTo>
                      <a:pt x="971" y="74"/>
                    </a:lnTo>
                    <a:lnTo>
                      <a:pt x="840" y="32"/>
                    </a:lnTo>
                    <a:lnTo>
                      <a:pt x="629" y="0"/>
                    </a:lnTo>
                    <a:lnTo>
                      <a:pt x="392" y="32"/>
                    </a:lnTo>
                    <a:lnTo>
                      <a:pt x="213" y="131"/>
                    </a:lnTo>
                    <a:lnTo>
                      <a:pt x="97" y="255"/>
                    </a:lnTo>
                    <a:lnTo>
                      <a:pt x="26" y="404"/>
                    </a:lnTo>
                    <a:lnTo>
                      <a:pt x="12" y="562"/>
                    </a:lnTo>
                    <a:lnTo>
                      <a:pt x="26" y="786"/>
                    </a:lnTo>
                    <a:lnTo>
                      <a:pt x="0" y="857"/>
                    </a:lnTo>
                    <a:lnTo>
                      <a:pt x="23" y="995"/>
                    </a:lnTo>
                    <a:lnTo>
                      <a:pt x="97" y="1113"/>
                    </a:lnTo>
                    <a:lnTo>
                      <a:pt x="198" y="1196"/>
                    </a:lnTo>
                    <a:lnTo>
                      <a:pt x="249" y="1201"/>
                    </a:lnTo>
                    <a:lnTo>
                      <a:pt x="279" y="1233"/>
                    </a:lnTo>
                    <a:lnTo>
                      <a:pt x="264" y="1152"/>
                    </a:lnTo>
                    <a:lnTo>
                      <a:pt x="213" y="1187"/>
                    </a:lnTo>
                    <a:lnTo>
                      <a:pt x="104" y="1106"/>
                    </a:lnTo>
                    <a:lnTo>
                      <a:pt x="33" y="973"/>
                    </a:lnTo>
                    <a:lnTo>
                      <a:pt x="26" y="868"/>
                    </a:lnTo>
                    <a:lnTo>
                      <a:pt x="49" y="843"/>
                    </a:lnTo>
                    <a:lnTo>
                      <a:pt x="121" y="857"/>
                    </a:lnTo>
                    <a:lnTo>
                      <a:pt x="213" y="936"/>
                    </a:lnTo>
                    <a:lnTo>
                      <a:pt x="194" y="830"/>
                    </a:lnTo>
                    <a:lnTo>
                      <a:pt x="167" y="771"/>
                    </a:lnTo>
                    <a:lnTo>
                      <a:pt x="130" y="668"/>
                    </a:lnTo>
                    <a:lnTo>
                      <a:pt x="108" y="551"/>
                    </a:lnTo>
                    <a:lnTo>
                      <a:pt x="108" y="459"/>
                    </a:lnTo>
                    <a:lnTo>
                      <a:pt x="130" y="382"/>
                    </a:lnTo>
                    <a:lnTo>
                      <a:pt x="171" y="323"/>
                    </a:lnTo>
                    <a:lnTo>
                      <a:pt x="227" y="281"/>
                    </a:lnTo>
                    <a:lnTo>
                      <a:pt x="286" y="265"/>
                    </a:lnTo>
                    <a:lnTo>
                      <a:pt x="354" y="281"/>
                    </a:lnTo>
                    <a:lnTo>
                      <a:pt x="420" y="318"/>
                    </a:lnTo>
                    <a:lnTo>
                      <a:pt x="466" y="355"/>
                    </a:lnTo>
                    <a:lnTo>
                      <a:pt x="521" y="369"/>
                    </a:lnTo>
                    <a:lnTo>
                      <a:pt x="607" y="362"/>
                    </a:lnTo>
                    <a:lnTo>
                      <a:pt x="655" y="345"/>
                    </a:lnTo>
                    <a:lnTo>
                      <a:pt x="680" y="3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34" name="Freeform 528"/>
              <p:cNvSpPr>
                <a:spLocks/>
              </p:cNvSpPr>
              <p:nvPr/>
            </p:nvSpPr>
            <p:spPr bwMode="auto">
              <a:xfrm>
                <a:off x="3017" y="1531"/>
                <a:ext cx="53" cy="10"/>
              </a:xfrm>
              <a:custGeom>
                <a:avLst/>
                <a:gdLst>
                  <a:gd name="T0" fmla="*/ 0 w 424"/>
                  <a:gd name="T1" fmla="*/ 0 h 83"/>
                  <a:gd name="T2" fmla="*/ 0 w 424"/>
                  <a:gd name="T3" fmla="*/ 0 h 83"/>
                  <a:gd name="T4" fmla="*/ 0 w 424"/>
                  <a:gd name="T5" fmla="*/ 0 h 83"/>
                  <a:gd name="T6" fmla="*/ 0 w 424"/>
                  <a:gd name="T7" fmla="*/ 0 h 83"/>
                  <a:gd name="T8" fmla="*/ 0 w 424"/>
                  <a:gd name="T9" fmla="*/ 0 h 83"/>
                  <a:gd name="T10" fmla="*/ 0 w 424"/>
                  <a:gd name="T11" fmla="*/ 0 h 83"/>
                  <a:gd name="T12" fmla="*/ 0 w 424"/>
                  <a:gd name="T13" fmla="*/ 0 h 83"/>
                  <a:gd name="T14" fmla="*/ 0 w 424"/>
                  <a:gd name="T15" fmla="*/ 0 h 83"/>
                  <a:gd name="T16" fmla="*/ 0 w 424"/>
                  <a:gd name="T17" fmla="*/ 0 h 83"/>
                  <a:gd name="T18" fmla="*/ 0 w 424"/>
                  <a:gd name="T19" fmla="*/ 0 h 83"/>
                  <a:gd name="T20" fmla="*/ 0 w 424"/>
                  <a:gd name="T21" fmla="*/ 0 h 83"/>
                  <a:gd name="T22" fmla="*/ 0 w 424"/>
                  <a:gd name="T23" fmla="*/ 0 h 83"/>
                  <a:gd name="T24" fmla="*/ 0 w 424"/>
                  <a:gd name="T25" fmla="*/ 0 h 83"/>
                  <a:gd name="T26" fmla="*/ 0 w 424"/>
                  <a:gd name="T27" fmla="*/ 0 h 83"/>
                  <a:gd name="T28" fmla="*/ 0 w 424"/>
                  <a:gd name="T29" fmla="*/ 0 h 83"/>
                  <a:gd name="T30" fmla="*/ 0 w 424"/>
                  <a:gd name="T31" fmla="*/ 0 h 8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424"/>
                  <a:gd name="T49" fmla="*/ 0 h 83"/>
                  <a:gd name="T50" fmla="*/ 424 w 424"/>
                  <a:gd name="T51" fmla="*/ 83 h 83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424" h="83">
                    <a:moveTo>
                      <a:pt x="0" y="42"/>
                    </a:moveTo>
                    <a:lnTo>
                      <a:pt x="74" y="22"/>
                    </a:lnTo>
                    <a:lnTo>
                      <a:pt x="157" y="15"/>
                    </a:lnTo>
                    <a:lnTo>
                      <a:pt x="274" y="15"/>
                    </a:lnTo>
                    <a:lnTo>
                      <a:pt x="338" y="8"/>
                    </a:lnTo>
                    <a:lnTo>
                      <a:pt x="424" y="0"/>
                    </a:lnTo>
                    <a:lnTo>
                      <a:pt x="389" y="46"/>
                    </a:lnTo>
                    <a:lnTo>
                      <a:pt x="300" y="52"/>
                    </a:lnTo>
                    <a:lnTo>
                      <a:pt x="305" y="83"/>
                    </a:lnTo>
                    <a:lnTo>
                      <a:pt x="263" y="52"/>
                    </a:lnTo>
                    <a:lnTo>
                      <a:pt x="204" y="46"/>
                    </a:lnTo>
                    <a:lnTo>
                      <a:pt x="129" y="56"/>
                    </a:lnTo>
                    <a:lnTo>
                      <a:pt x="210" y="28"/>
                    </a:lnTo>
                    <a:lnTo>
                      <a:pt x="134" y="28"/>
                    </a:lnTo>
                    <a:lnTo>
                      <a:pt x="63" y="42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35" name="Freeform 529"/>
              <p:cNvSpPr>
                <a:spLocks/>
              </p:cNvSpPr>
              <p:nvPr/>
            </p:nvSpPr>
            <p:spPr bwMode="auto">
              <a:xfrm>
                <a:off x="3015" y="1533"/>
                <a:ext cx="40" cy="21"/>
              </a:xfrm>
              <a:custGeom>
                <a:avLst/>
                <a:gdLst>
                  <a:gd name="T0" fmla="*/ 0 w 318"/>
                  <a:gd name="T1" fmla="*/ 0 h 161"/>
                  <a:gd name="T2" fmla="*/ 0 w 318"/>
                  <a:gd name="T3" fmla="*/ 0 h 161"/>
                  <a:gd name="T4" fmla="*/ 0 w 318"/>
                  <a:gd name="T5" fmla="*/ 0 h 161"/>
                  <a:gd name="T6" fmla="*/ 0 w 318"/>
                  <a:gd name="T7" fmla="*/ 0 h 161"/>
                  <a:gd name="T8" fmla="*/ 0 w 318"/>
                  <a:gd name="T9" fmla="*/ 0 h 161"/>
                  <a:gd name="T10" fmla="*/ 0 w 318"/>
                  <a:gd name="T11" fmla="*/ 0 h 161"/>
                  <a:gd name="T12" fmla="*/ 0 w 318"/>
                  <a:gd name="T13" fmla="*/ 0 h 161"/>
                  <a:gd name="T14" fmla="*/ 0 w 318"/>
                  <a:gd name="T15" fmla="*/ 0 h 161"/>
                  <a:gd name="T16" fmla="*/ 0 w 318"/>
                  <a:gd name="T17" fmla="*/ 0 h 161"/>
                  <a:gd name="T18" fmla="*/ 0 w 318"/>
                  <a:gd name="T19" fmla="*/ 0 h 161"/>
                  <a:gd name="T20" fmla="*/ 0 w 318"/>
                  <a:gd name="T21" fmla="*/ 0 h 161"/>
                  <a:gd name="T22" fmla="*/ 0 w 318"/>
                  <a:gd name="T23" fmla="*/ 0 h 161"/>
                  <a:gd name="T24" fmla="*/ 0 w 318"/>
                  <a:gd name="T25" fmla="*/ 0 h 161"/>
                  <a:gd name="T26" fmla="*/ 0 w 318"/>
                  <a:gd name="T27" fmla="*/ 0 h 161"/>
                  <a:gd name="T28" fmla="*/ 0 w 318"/>
                  <a:gd name="T29" fmla="*/ 0 h 161"/>
                  <a:gd name="T30" fmla="*/ 0 w 318"/>
                  <a:gd name="T31" fmla="*/ 0 h 161"/>
                  <a:gd name="T32" fmla="*/ 0 w 318"/>
                  <a:gd name="T33" fmla="*/ 0 h 161"/>
                  <a:gd name="T34" fmla="*/ 0 w 318"/>
                  <a:gd name="T35" fmla="*/ 0 h 161"/>
                  <a:gd name="T36" fmla="*/ 0 w 318"/>
                  <a:gd name="T37" fmla="*/ 0 h 161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18"/>
                  <a:gd name="T58" fmla="*/ 0 h 161"/>
                  <a:gd name="T59" fmla="*/ 318 w 318"/>
                  <a:gd name="T60" fmla="*/ 161 h 161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18" h="161">
                    <a:moveTo>
                      <a:pt x="0" y="22"/>
                    </a:moveTo>
                    <a:lnTo>
                      <a:pt x="24" y="50"/>
                    </a:lnTo>
                    <a:lnTo>
                      <a:pt x="92" y="74"/>
                    </a:lnTo>
                    <a:lnTo>
                      <a:pt x="138" y="108"/>
                    </a:lnTo>
                    <a:lnTo>
                      <a:pt x="119" y="127"/>
                    </a:lnTo>
                    <a:lnTo>
                      <a:pt x="175" y="161"/>
                    </a:lnTo>
                    <a:lnTo>
                      <a:pt x="237" y="145"/>
                    </a:lnTo>
                    <a:lnTo>
                      <a:pt x="281" y="117"/>
                    </a:lnTo>
                    <a:lnTo>
                      <a:pt x="228" y="108"/>
                    </a:lnTo>
                    <a:lnTo>
                      <a:pt x="318" y="59"/>
                    </a:lnTo>
                    <a:lnTo>
                      <a:pt x="310" y="44"/>
                    </a:lnTo>
                    <a:lnTo>
                      <a:pt x="222" y="97"/>
                    </a:lnTo>
                    <a:lnTo>
                      <a:pt x="175" y="103"/>
                    </a:lnTo>
                    <a:lnTo>
                      <a:pt x="119" y="81"/>
                    </a:lnTo>
                    <a:lnTo>
                      <a:pt x="99" y="53"/>
                    </a:lnTo>
                    <a:lnTo>
                      <a:pt x="156" y="32"/>
                    </a:lnTo>
                    <a:lnTo>
                      <a:pt x="99" y="39"/>
                    </a:lnTo>
                    <a:lnTo>
                      <a:pt x="77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36" name="Freeform 530"/>
              <p:cNvSpPr>
                <a:spLocks/>
              </p:cNvSpPr>
              <p:nvPr/>
            </p:nvSpPr>
            <p:spPr bwMode="auto">
              <a:xfrm>
                <a:off x="3074" y="1519"/>
                <a:ext cx="41" cy="10"/>
              </a:xfrm>
              <a:custGeom>
                <a:avLst/>
                <a:gdLst>
                  <a:gd name="T0" fmla="*/ 0 w 327"/>
                  <a:gd name="T1" fmla="*/ 0 h 85"/>
                  <a:gd name="T2" fmla="*/ 0 w 327"/>
                  <a:gd name="T3" fmla="*/ 0 h 85"/>
                  <a:gd name="T4" fmla="*/ 0 w 327"/>
                  <a:gd name="T5" fmla="*/ 0 h 85"/>
                  <a:gd name="T6" fmla="*/ 0 w 327"/>
                  <a:gd name="T7" fmla="*/ 0 h 85"/>
                  <a:gd name="T8" fmla="*/ 0 w 327"/>
                  <a:gd name="T9" fmla="*/ 0 h 85"/>
                  <a:gd name="T10" fmla="*/ 0 w 327"/>
                  <a:gd name="T11" fmla="*/ 0 h 85"/>
                  <a:gd name="T12" fmla="*/ 0 w 327"/>
                  <a:gd name="T13" fmla="*/ 0 h 85"/>
                  <a:gd name="T14" fmla="*/ 0 w 327"/>
                  <a:gd name="T15" fmla="*/ 0 h 8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27"/>
                  <a:gd name="T25" fmla="*/ 0 h 85"/>
                  <a:gd name="T26" fmla="*/ 327 w 327"/>
                  <a:gd name="T27" fmla="*/ 85 h 8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27" h="85">
                    <a:moveTo>
                      <a:pt x="0" y="85"/>
                    </a:moveTo>
                    <a:lnTo>
                      <a:pt x="211" y="0"/>
                    </a:lnTo>
                    <a:lnTo>
                      <a:pt x="269" y="12"/>
                    </a:lnTo>
                    <a:lnTo>
                      <a:pt x="327" y="35"/>
                    </a:lnTo>
                    <a:lnTo>
                      <a:pt x="253" y="28"/>
                    </a:lnTo>
                    <a:lnTo>
                      <a:pt x="200" y="28"/>
                    </a:lnTo>
                    <a:lnTo>
                      <a:pt x="130" y="48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37" name="Freeform 531"/>
              <p:cNvSpPr>
                <a:spLocks/>
              </p:cNvSpPr>
              <p:nvPr/>
            </p:nvSpPr>
            <p:spPr bwMode="auto">
              <a:xfrm>
                <a:off x="3077" y="1529"/>
                <a:ext cx="33" cy="12"/>
              </a:xfrm>
              <a:custGeom>
                <a:avLst/>
                <a:gdLst>
                  <a:gd name="T0" fmla="*/ 0 w 261"/>
                  <a:gd name="T1" fmla="*/ 0 h 99"/>
                  <a:gd name="T2" fmla="*/ 0 w 261"/>
                  <a:gd name="T3" fmla="*/ 0 h 99"/>
                  <a:gd name="T4" fmla="*/ 0 w 261"/>
                  <a:gd name="T5" fmla="*/ 0 h 99"/>
                  <a:gd name="T6" fmla="*/ 0 w 261"/>
                  <a:gd name="T7" fmla="*/ 0 h 99"/>
                  <a:gd name="T8" fmla="*/ 0 w 261"/>
                  <a:gd name="T9" fmla="*/ 0 h 99"/>
                  <a:gd name="T10" fmla="*/ 0 w 261"/>
                  <a:gd name="T11" fmla="*/ 0 h 99"/>
                  <a:gd name="T12" fmla="*/ 0 w 261"/>
                  <a:gd name="T13" fmla="*/ 0 h 99"/>
                  <a:gd name="T14" fmla="*/ 0 w 261"/>
                  <a:gd name="T15" fmla="*/ 0 h 99"/>
                  <a:gd name="T16" fmla="*/ 0 w 261"/>
                  <a:gd name="T17" fmla="*/ 0 h 99"/>
                  <a:gd name="T18" fmla="*/ 0 w 261"/>
                  <a:gd name="T19" fmla="*/ 0 h 99"/>
                  <a:gd name="T20" fmla="*/ 0 w 261"/>
                  <a:gd name="T21" fmla="*/ 0 h 99"/>
                  <a:gd name="T22" fmla="*/ 0 w 261"/>
                  <a:gd name="T23" fmla="*/ 0 h 99"/>
                  <a:gd name="T24" fmla="*/ 0 w 261"/>
                  <a:gd name="T25" fmla="*/ 0 h 99"/>
                  <a:gd name="T26" fmla="*/ 0 w 261"/>
                  <a:gd name="T27" fmla="*/ 0 h 99"/>
                  <a:gd name="T28" fmla="*/ 0 w 261"/>
                  <a:gd name="T29" fmla="*/ 0 h 9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61"/>
                  <a:gd name="T46" fmla="*/ 0 h 99"/>
                  <a:gd name="T47" fmla="*/ 261 w 261"/>
                  <a:gd name="T48" fmla="*/ 99 h 9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61" h="99">
                    <a:moveTo>
                      <a:pt x="0" y="53"/>
                    </a:moveTo>
                    <a:lnTo>
                      <a:pt x="70" y="2"/>
                    </a:lnTo>
                    <a:lnTo>
                      <a:pt x="166" y="0"/>
                    </a:lnTo>
                    <a:lnTo>
                      <a:pt x="261" y="11"/>
                    </a:lnTo>
                    <a:lnTo>
                      <a:pt x="224" y="57"/>
                    </a:lnTo>
                    <a:lnTo>
                      <a:pt x="166" y="85"/>
                    </a:lnTo>
                    <a:lnTo>
                      <a:pt x="116" y="99"/>
                    </a:lnTo>
                    <a:lnTo>
                      <a:pt x="42" y="88"/>
                    </a:lnTo>
                    <a:lnTo>
                      <a:pt x="116" y="88"/>
                    </a:lnTo>
                    <a:lnTo>
                      <a:pt x="193" y="57"/>
                    </a:lnTo>
                    <a:lnTo>
                      <a:pt x="240" y="15"/>
                    </a:lnTo>
                    <a:lnTo>
                      <a:pt x="153" y="11"/>
                    </a:lnTo>
                    <a:lnTo>
                      <a:pt x="83" y="15"/>
                    </a:lnTo>
                    <a:lnTo>
                      <a:pt x="30" y="53"/>
                    </a:ln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38" name="Freeform 532"/>
              <p:cNvSpPr>
                <a:spLocks/>
              </p:cNvSpPr>
              <p:nvPr/>
            </p:nvSpPr>
            <p:spPr bwMode="auto">
              <a:xfrm>
                <a:off x="3069" y="1523"/>
                <a:ext cx="31" cy="35"/>
              </a:xfrm>
              <a:custGeom>
                <a:avLst/>
                <a:gdLst>
                  <a:gd name="T0" fmla="*/ 0 w 248"/>
                  <a:gd name="T1" fmla="*/ 0 h 281"/>
                  <a:gd name="T2" fmla="*/ 0 w 248"/>
                  <a:gd name="T3" fmla="*/ 0 h 281"/>
                  <a:gd name="T4" fmla="*/ 0 w 248"/>
                  <a:gd name="T5" fmla="*/ 0 h 281"/>
                  <a:gd name="T6" fmla="*/ 0 w 248"/>
                  <a:gd name="T7" fmla="*/ 0 h 281"/>
                  <a:gd name="T8" fmla="*/ 0 w 248"/>
                  <a:gd name="T9" fmla="*/ 0 h 281"/>
                  <a:gd name="T10" fmla="*/ 0 w 248"/>
                  <a:gd name="T11" fmla="*/ 0 h 281"/>
                  <a:gd name="T12" fmla="*/ 0 w 248"/>
                  <a:gd name="T13" fmla="*/ 0 h 281"/>
                  <a:gd name="T14" fmla="*/ 0 w 248"/>
                  <a:gd name="T15" fmla="*/ 0 h 281"/>
                  <a:gd name="T16" fmla="*/ 0 w 248"/>
                  <a:gd name="T17" fmla="*/ 0 h 281"/>
                  <a:gd name="T18" fmla="*/ 0 w 248"/>
                  <a:gd name="T19" fmla="*/ 0 h 281"/>
                  <a:gd name="T20" fmla="*/ 0 w 248"/>
                  <a:gd name="T21" fmla="*/ 0 h 281"/>
                  <a:gd name="T22" fmla="*/ 0 w 248"/>
                  <a:gd name="T23" fmla="*/ 0 h 281"/>
                  <a:gd name="T24" fmla="*/ 0 w 248"/>
                  <a:gd name="T25" fmla="*/ 0 h 281"/>
                  <a:gd name="T26" fmla="*/ 0 w 248"/>
                  <a:gd name="T27" fmla="*/ 0 h 281"/>
                  <a:gd name="T28" fmla="*/ 0 w 248"/>
                  <a:gd name="T29" fmla="*/ 0 h 28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8"/>
                  <a:gd name="T46" fmla="*/ 0 h 281"/>
                  <a:gd name="T47" fmla="*/ 248 w 248"/>
                  <a:gd name="T48" fmla="*/ 281 h 28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8" h="281">
                    <a:moveTo>
                      <a:pt x="173" y="11"/>
                    </a:moveTo>
                    <a:lnTo>
                      <a:pt x="248" y="25"/>
                    </a:lnTo>
                    <a:lnTo>
                      <a:pt x="158" y="25"/>
                    </a:lnTo>
                    <a:lnTo>
                      <a:pt x="122" y="63"/>
                    </a:lnTo>
                    <a:lnTo>
                      <a:pt x="74" y="94"/>
                    </a:lnTo>
                    <a:lnTo>
                      <a:pt x="55" y="133"/>
                    </a:lnTo>
                    <a:lnTo>
                      <a:pt x="55" y="186"/>
                    </a:lnTo>
                    <a:lnTo>
                      <a:pt x="74" y="281"/>
                    </a:lnTo>
                    <a:lnTo>
                      <a:pt x="43" y="191"/>
                    </a:lnTo>
                    <a:lnTo>
                      <a:pt x="37" y="142"/>
                    </a:lnTo>
                    <a:lnTo>
                      <a:pt x="34" y="105"/>
                    </a:lnTo>
                    <a:lnTo>
                      <a:pt x="0" y="63"/>
                    </a:lnTo>
                    <a:lnTo>
                      <a:pt x="140" y="21"/>
                    </a:lnTo>
                    <a:lnTo>
                      <a:pt x="204" y="0"/>
                    </a:lnTo>
                    <a:lnTo>
                      <a:pt x="173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39" name="Freeform 533"/>
              <p:cNvSpPr>
                <a:spLocks/>
              </p:cNvSpPr>
              <p:nvPr/>
            </p:nvSpPr>
            <p:spPr bwMode="auto">
              <a:xfrm>
                <a:off x="3057" y="1536"/>
                <a:ext cx="6" cy="29"/>
              </a:xfrm>
              <a:custGeom>
                <a:avLst/>
                <a:gdLst>
                  <a:gd name="T0" fmla="*/ 0 w 48"/>
                  <a:gd name="T1" fmla="*/ 0 h 233"/>
                  <a:gd name="T2" fmla="*/ 0 w 48"/>
                  <a:gd name="T3" fmla="*/ 0 h 233"/>
                  <a:gd name="T4" fmla="*/ 0 w 48"/>
                  <a:gd name="T5" fmla="*/ 0 h 233"/>
                  <a:gd name="T6" fmla="*/ 0 w 48"/>
                  <a:gd name="T7" fmla="*/ 0 h 233"/>
                  <a:gd name="T8" fmla="*/ 0 w 48"/>
                  <a:gd name="T9" fmla="*/ 0 h 233"/>
                  <a:gd name="T10" fmla="*/ 0 w 48"/>
                  <a:gd name="T11" fmla="*/ 0 h 233"/>
                  <a:gd name="T12" fmla="*/ 0 w 48"/>
                  <a:gd name="T13" fmla="*/ 0 h 233"/>
                  <a:gd name="T14" fmla="*/ 0 w 48"/>
                  <a:gd name="T15" fmla="*/ 0 h 233"/>
                  <a:gd name="T16" fmla="*/ 0 w 48"/>
                  <a:gd name="T17" fmla="*/ 0 h 23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8"/>
                  <a:gd name="T28" fmla="*/ 0 h 233"/>
                  <a:gd name="T29" fmla="*/ 48 w 48"/>
                  <a:gd name="T30" fmla="*/ 233 h 23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8" h="233">
                    <a:moveTo>
                      <a:pt x="0" y="10"/>
                    </a:moveTo>
                    <a:lnTo>
                      <a:pt x="22" y="90"/>
                    </a:lnTo>
                    <a:lnTo>
                      <a:pt x="27" y="153"/>
                    </a:lnTo>
                    <a:lnTo>
                      <a:pt x="39" y="233"/>
                    </a:lnTo>
                    <a:lnTo>
                      <a:pt x="48" y="149"/>
                    </a:lnTo>
                    <a:lnTo>
                      <a:pt x="41" y="85"/>
                    </a:lnTo>
                    <a:lnTo>
                      <a:pt x="35" y="32"/>
                    </a:lnTo>
                    <a:lnTo>
                      <a:pt x="27" y="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40" name="Freeform 534"/>
              <p:cNvSpPr>
                <a:spLocks/>
              </p:cNvSpPr>
              <p:nvPr/>
            </p:nvSpPr>
            <p:spPr bwMode="auto">
              <a:xfrm>
                <a:off x="3082" y="1540"/>
                <a:ext cx="22" cy="7"/>
              </a:xfrm>
              <a:custGeom>
                <a:avLst/>
                <a:gdLst>
                  <a:gd name="T0" fmla="*/ 0 w 171"/>
                  <a:gd name="T1" fmla="*/ 0 h 55"/>
                  <a:gd name="T2" fmla="*/ 0 w 171"/>
                  <a:gd name="T3" fmla="*/ 0 h 55"/>
                  <a:gd name="T4" fmla="*/ 0 w 171"/>
                  <a:gd name="T5" fmla="*/ 0 h 55"/>
                  <a:gd name="T6" fmla="*/ 0 w 171"/>
                  <a:gd name="T7" fmla="*/ 0 h 55"/>
                  <a:gd name="T8" fmla="*/ 0 w 171"/>
                  <a:gd name="T9" fmla="*/ 0 h 55"/>
                  <a:gd name="T10" fmla="*/ 0 w 171"/>
                  <a:gd name="T11" fmla="*/ 0 h 55"/>
                  <a:gd name="T12" fmla="*/ 0 w 171"/>
                  <a:gd name="T13" fmla="*/ 0 h 55"/>
                  <a:gd name="T14" fmla="*/ 0 w 171"/>
                  <a:gd name="T15" fmla="*/ 0 h 5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1"/>
                  <a:gd name="T25" fmla="*/ 0 h 55"/>
                  <a:gd name="T26" fmla="*/ 171 w 171"/>
                  <a:gd name="T27" fmla="*/ 55 h 5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1" h="55">
                    <a:moveTo>
                      <a:pt x="32" y="11"/>
                    </a:moveTo>
                    <a:lnTo>
                      <a:pt x="0" y="44"/>
                    </a:lnTo>
                    <a:lnTo>
                      <a:pt x="65" y="55"/>
                    </a:lnTo>
                    <a:lnTo>
                      <a:pt x="106" y="44"/>
                    </a:lnTo>
                    <a:lnTo>
                      <a:pt x="171" y="11"/>
                    </a:lnTo>
                    <a:lnTo>
                      <a:pt x="124" y="11"/>
                    </a:lnTo>
                    <a:lnTo>
                      <a:pt x="81" y="0"/>
                    </a:lnTo>
                    <a:lnTo>
                      <a:pt x="32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41" name="Freeform 535"/>
              <p:cNvSpPr>
                <a:spLocks/>
              </p:cNvSpPr>
              <p:nvPr/>
            </p:nvSpPr>
            <p:spPr bwMode="auto">
              <a:xfrm>
                <a:off x="2988" y="1539"/>
                <a:ext cx="21" cy="21"/>
              </a:xfrm>
              <a:custGeom>
                <a:avLst/>
                <a:gdLst>
                  <a:gd name="T0" fmla="*/ 0 w 174"/>
                  <a:gd name="T1" fmla="*/ 0 h 170"/>
                  <a:gd name="T2" fmla="*/ 0 w 174"/>
                  <a:gd name="T3" fmla="*/ 0 h 170"/>
                  <a:gd name="T4" fmla="*/ 0 w 174"/>
                  <a:gd name="T5" fmla="*/ 0 h 170"/>
                  <a:gd name="T6" fmla="*/ 0 w 174"/>
                  <a:gd name="T7" fmla="*/ 0 h 170"/>
                  <a:gd name="T8" fmla="*/ 0 w 174"/>
                  <a:gd name="T9" fmla="*/ 0 h 170"/>
                  <a:gd name="T10" fmla="*/ 0 w 174"/>
                  <a:gd name="T11" fmla="*/ 0 h 170"/>
                  <a:gd name="T12" fmla="*/ 0 w 174"/>
                  <a:gd name="T13" fmla="*/ 0 h 170"/>
                  <a:gd name="T14" fmla="*/ 0 w 174"/>
                  <a:gd name="T15" fmla="*/ 0 h 170"/>
                  <a:gd name="T16" fmla="*/ 0 w 174"/>
                  <a:gd name="T17" fmla="*/ 0 h 170"/>
                  <a:gd name="T18" fmla="*/ 0 w 174"/>
                  <a:gd name="T19" fmla="*/ 0 h 170"/>
                  <a:gd name="T20" fmla="*/ 0 w 174"/>
                  <a:gd name="T21" fmla="*/ 0 h 170"/>
                  <a:gd name="T22" fmla="*/ 0 w 174"/>
                  <a:gd name="T23" fmla="*/ 0 h 170"/>
                  <a:gd name="T24" fmla="*/ 0 w 174"/>
                  <a:gd name="T25" fmla="*/ 0 h 170"/>
                  <a:gd name="T26" fmla="*/ 0 w 174"/>
                  <a:gd name="T27" fmla="*/ 0 h 170"/>
                  <a:gd name="T28" fmla="*/ 0 w 174"/>
                  <a:gd name="T29" fmla="*/ 0 h 170"/>
                  <a:gd name="T30" fmla="*/ 0 w 174"/>
                  <a:gd name="T31" fmla="*/ 0 h 170"/>
                  <a:gd name="T32" fmla="*/ 0 w 174"/>
                  <a:gd name="T33" fmla="*/ 0 h 17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74"/>
                  <a:gd name="T52" fmla="*/ 0 h 170"/>
                  <a:gd name="T53" fmla="*/ 174 w 174"/>
                  <a:gd name="T54" fmla="*/ 170 h 17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74" h="170">
                    <a:moveTo>
                      <a:pt x="157" y="30"/>
                    </a:moveTo>
                    <a:lnTo>
                      <a:pt x="88" y="6"/>
                    </a:lnTo>
                    <a:lnTo>
                      <a:pt x="0" y="0"/>
                    </a:lnTo>
                    <a:lnTo>
                      <a:pt x="33" y="20"/>
                    </a:lnTo>
                    <a:lnTo>
                      <a:pt x="51" y="90"/>
                    </a:lnTo>
                    <a:lnTo>
                      <a:pt x="77" y="129"/>
                    </a:lnTo>
                    <a:lnTo>
                      <a:pt x="60" y="78"/>
                    </a:lnTo>
                    <a:lnTo>
                      <a:pt x="70" y="37"/>
                    </a:lnTo>
                    <a:lnTo>
                      <a:pt x="104" y="44"/>
                    </a:lnTo>
                    <a:lnTo>
                      <a:pt x="97" y="78"/>
                    </a:lnTo>
                    <a:lnTo>
                      <a:pt x="108" y="123"/>
                    </a:lnTo>
                    <a:lnTo>
                      <a:pt x="136" y="136"/>
                    </a:lnTo>
                    <a:lnTo>
                      <a:pt x="174" y="170"/>
                    </a:lnTo>
                    <a:lnTo>
                      <a:pt x="157" y="123"/>
                    </a:lnTo>
                    <a:lnTo>
                      <a:pt x="167" y="83"/>
                    </a:lnTo>
                    <a:lnTo>
                      <a:pt x="160" y="59"/>
                    </a:lnTo>
                    <a:lnTo>
                      <a:pt x="157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42" name="Freeform 536"/>
              <p:cNvSpPr>
                <a:spLocks/>
              </p:cNvSpPr>
              <p:nvPr/>
            </p:nvSpPr>
            <p:spPr bwMode="auto">
              <a:xfrm>
                <a:off x="3124" y="1518"/>
                <a:ext cx="16" cy="36"/>
              </a:xfrm>
              <a:custGeom>
                <a:avLst/>
                <a:gdLst>
                  <a:gd name="T0" fmla="*/ 0 w 129"/>
                  <a:gd name="T1" fmla="*/ 0 h 292"/>
                  <a:gd name="T2" fmla="*/ 0 w 129"/>
                  <a:gd name="T3" fmla="*/ 0 h 292"/>
                  <a:gd name="T4" fmla="*/ 0 w 129"/>
                  <a:gd name="T5" fmla="*/ 0 h 292"/>
                  <a:gd name="T6" fmla="*/ 0 w 129"/>
                  <a:gd name="T7" fmla="*/ 0 h 292"/>
                  <a:gd name="T8" fmla="*/ 0 w 129"/>
                  <a:gd name="T9" fmla="*/ 0 h 292"/>
                  <a:gd name="T10" fmla="*/ 0 w 129"/>
                  <a:gd name="T11" fmla="*/ 0 h 292"/>
                  <a:gd name="T12" fmla="*/ 0 w 129"/>
                  <a:gd name="T13" fmla="*/ 0 h 292"/>
                  <a:gd name="T14" fmla="*/ 0 w 129"/>
                  <a:gd name="T15" fmla="*/ 0 h 292"/>
                  <a:gd name="T16" fmla="*/ 0 w 129"/>
                  <a:gd name="T17" fmla="*/ 0 h 292"/>
                  <a:gd name="T18" fmla="*/ 0 w 129"/>
                  <a:gd name="T19" fmla="*/ 0 h 292"/>
                  <a:gd name="T20" fmla="*/ 0 w 129"/>
                  <a:gd name="T21" fmla="*/ 0 h 292"/>
                  <a:gd name="T22" fmla="*/ 0 w 129"/>
                  <a:gd name="T23" fmla="*/ 0 h 292"/>
                  <a:gd name="T24" fmla="*/ 0 w 129"/>
                  <a:gd name="T25" fmla="*/ 0 h 292"/>
                  <a:gd name="T26" fmla="*/ 0 w 129"/>
                  <a:gd name="T27" fmla="*/ 0 h 292"/>
                  <a:gd name="T28" fmla="*/ 0 w 129"/>
                  <a:gd name="T29" fmla="*/ 0 h 292"/>
                  <a:gd name="T30" fmla="*/ 0 w 129"/>
                  <a:gd name="T31" fmla="*/ 0 h 292"/>
                  <a:gd name="T32" fmla="*/ 0 w 129"/>
                  <a:gd name="T33" fmla="*/ 0 h 292"/>
                  <a:gd name="T34" fmla="*/ 0 w 129"/>
                  <a:gd name="T35" fmla="*/ 0 h 292"/>
                  <a:gd name="T36" fmla="*/ 0 w 129"/>
                  <a:gd name="T37" fmla="*/ 0 h 292"/>
                  <a:gd name="T38" fmla="*/ 0 w 129"/>
                  <a:gd name="T39" fmla="*/ 0 h 292"/>
                  <a:gd name="T40" fmla="*/ 0 w 129"/>
                  <a:gd name="T41" fmla="*/ 0 h 292"/>
                  <a:gd name="T42" fmla="*/ 0 w 129"/>
                  <a:gd name="T43" fmla="*/ 0 h 29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29"/>
                  <a:gd name="T67" fmla="*/ 0 h 292"/>
                  <a:gd name="T68" fmla="*/ 129 w 129"/>
                  <a:gd name="T69" fmla="*/ 292 h 292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29" h="292">
                    <a:moveTo>
                      <a:pt x="0" y="116"/>
                    </a:moveTo>
                    <a:lnTo>
                      <a:pt x="23" y="109"/>
                    </a:lnTo>
                    <a:lnTo>
                      <a:pt x="63" y="55"/>
                    </a:lnTo>
                    <a:lnTo>
                      <a:pt x="116" y="0"/>
                    </a:lnTo>
                    <a:lnTo>
                      <a:pt x="104" y="46"/>
                    </a:lnTo>
                    <a:lnTo>
                      <a:pt x="129" y="90"/>
                    </a:lnTo>
                    <a:lnTo>
                      <a:pt x="129" y="147"/>
                    </a:lnTo>
                    <a:lnTo>
                      <a:pt x="104" y="199"/>
                    </a:lnTo>
                    <a:lnTo>
                      <a:pt x="116" y="136"/>
                    </a:lnTo>
                    <a:lnTo>
                      <a:pt x="113" y="105"/>
                    </a:lnTo>
                    <a:lnTo>
                      <a:pt x="83" y="76"/>
                    </a:lnTo>
                    <a:lnTo>
                      <a:pt x="69" y="109"/>
                    </a:lnTo>
                    <a:lnTo>
                      <a:pt x="92" y="147"/>
                    </a:lnTo>
                    <a:lnTo>
                      <a:pt x="83" y="184"/>
                    </a:lnTo>
                    <a:lnTo>
                      <a:pt x="54" y="199"/>
                    </a:lnTo>
                    <a:lnTo>
                      <a:pt x="37" y="228"/>
                    </a:lnTo>
                    <a:lnTo>
                      <a:pt x="19" y="292"/>
                    </a:lnTo>
                    <a:lnTo>
                      <a:pt x="17" y="237"/>
                    </a:lnTo>
                    <a:lnTo>
                      <a:pt x="30" y="184"/>
                    </a:lnTo>
                    <a:lnTo>
                      <a:pt x="19" y="164"/>
                    </a:lnTo>
                    <a:lnTo>
                      <a:pt x="0" y="143"/>
                    </a:lnTo>
                    <a:lnTo>
                      <a:pt x="0" y="1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43" name="Freeform 537"/>
              <p:cNvSpPr>
                <a:spLocks/>
              </p:cNvSpPr>
              <p:nvPr/>
            </p:nvSpPr>
            <p:spPr bwMode="auto">
              <a:xfrm>
                <a:off x="3034" y="1536"/>
                <a:ext cx="12" cy="8"/>
              </a:xfrm>
              <a:custGeom>
                <a:avLst/>
                <a:gdLst>
                  <a:gd name="T0" fmla="*/ 0 w 99"/>
                  <a:gd name="T1" fmla="*/ 0 h 63"/>
                  <a:gd name="T2" fmla="*/ 0 w 99"/>
                  <a:gd name="T3" fmla="*/ 0 h 63"/>
                  <a:gd name="T4" fmla="*/ 0 w 99"/>
                  <a:gd name="T5" fmla="*/ 0 h 63"/>
                  <a:gd name="T6" fmla="*/ 0 w 99"/>
                  <a:gd name="T7" fmla="*/ 0 h 63"/>
                  <a:gd name="T8" fmla="*/ 0 w 99"/>
                  <a:gd name="T9" fmla="*/ 0 h 63"/>
                  <a:gd name="T10" fmla="*/ 0 w 99"/>
                  <a:gd name="T11" fmla="*/ 0 h 63"/>
                  <a:gd name="T12" fmla="*/ 0 w 99"/>
                  <a:gd name="T13" fmla="*/ 0 h 63"/>
                  <a:gd name="T14" fmla="*/ 0 w 99"/>
                  <a:gd name="T15" fmla="*/ 0 h 63"/>
                  <a:gd name="T16" fmla="*/ 0 w 99"/>
                  <a:gd name="T17" fmla="*/ 0 h 63"/>
                  <a:gd name="T18" fmla="*/ 0 w 99"/>
                  <a:gd name="T19" fmla="*/ 0 h 63"/>
                  <a:gd name="T20" fmla="*/ 0 w 99"/>
                  <a:gd name="T21" fmla="*/ 0 h 63"/>
                  <a:gd name="T22" fmla="*/ 0 w 99"/>
                  <a:gd name="T23" fmla="*/ 0 h 6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99"/>
                  <a:gd name="T37" fmla="*/ 0 h 63"/>
                  <a:gd name="T38" fmla="*/ 99 w 99"/>
                  <a:gd name="T39" fmla="*/ 63 h 6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99" h="63">
                    <a:moveTo>
                      <a:pt x="0" y="14"/>
                    </a:moveTo>
                    <a:lnTo>
                      <a:pt x="16" y="46"/>
                    </a:lnTo>
                    <a:lnTo>
                      <a:pt x="42" y="63"/>
                    </a:lnTo>
                    <a:lnTo>
                      <a:pt x="81" y="50"/>
                    </a:lnTo>
                    <a:lnTo>
                      <a:pt x="99" y="32"/>
                    </a:lnTo>
                    <a:lnTo>
                      <a:pt x="99" y="0"/>
                    </a:lnTo>
                    <a:lnTo>
                      <a:pt x="64" y="4"/>
                    </a:lnTo>
                    <a:lnTo>
                      <a:pt x="69" y="21"/>
                    </a:lnTo>
                    <a:lnTo>
                      <a:pt x="53" y="35"/>
                    </a:lnTo>
                    <a:lnTo>
                      <a:pt x="42" y="26"/>
                    </a:lnTo>
                    <a:lnTo>
                      <a:pt x="37" y="4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44" name="Freeform 538"/>
              <p:cNvSpPr>
                <a:spLocks/>
              </p:cNvSpPr>
              <p:nvPr/>
            </p:nvSpPr>
            <p:spPr bwMode="auto">
              <a:xfrm>
                <a:off x="3087" y="1529"/>
                <a:ext cx="11" cy="8"/>
              </a:xfrm>
              <a:custGeom>
                <a:avLst/>
                <a:gdLst>
                  <a:gd name="T0" fmla="*/ 0 w 92"/>
                  <a:gd name="T1" fmla="*/ 0 h 61"/>
                  <a:gd name="T2" fmla="*/ 0 w 92"/>
                  <a:gd name="T3" fmla="*/ 0 h 61"/>
                  <a:gd name="T4" fmla="*/ 0 w 92"/>
                  <a:gd name="T5" fmla="*/ 0 h 61"/>
                  <a:gd name="T6" fmla="*/ 0 w 92"/>
                  <a:gd name="T7" fmla="*/ 0 h 61"/>
                  <a:gd name="T8" fmla="*/ 0 w 92"/>
                  <a:gd name="T9" fmla="*/ 0 h 61"/>
                  <a:gd name="T10" fmla="*/ 0 w 92"/>
                  <a:gd name="T11" fmla="*/ 0 h 61"/>
                  <a:gd name="T12" fmla="*/ 0 w 92"/>
                  <a:gd name="T13" fmla="*/ 0 h 61"/>
                  <a:gd name="T14" fmla="*/ 0 w 92"/>
                  <a:gd name="T15" fmla="*/ 0 h 61"/>
                  <a:gd name="T16" fmla="*/ 0 w 92"/>
                  <a:gd name="T17" fmla="*/ 0 h 61"/>
                  <a:gd name="T18" fmla="*/ 0 w 92"/>
                  <a:gd name="T19" fmla="*/ 0 h 61"/>
                  <a:gd name="T20" fmla="*/ 0 w 92"/>
                  <a:gd name="T21" fmla="*/ 0 h 6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92"/>
                  <a:gd name="T34" fmla="*/ 0 h 61"/>
                  <a:gd name="T35" fmla="*/ 92 w 92"/>
                  <a:gd name="T36" fmla="*/ 61 h 6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92" h="61">
                    <a:moveTo>
                      <a:pt x="0" y="17"/>
                    </a:moveTo>
                    <a:lnTo>
                      <a:pt x="9" y="55"/>
                    </a:lnTo>
                    <a:lnTo>
                      <a:pt x="42" y="61"/>
                    </a:lnTo>
                    <a:lnTo>
                      <a:pt x="74" y="51"/>
                    </a:lnTo>
                    <a:lnTo>
                      <a:pt x="92" y="31"/>
                    </a:lnTo>
                    <a:lnTo>
                      <a:pt x="86" y="0"/>
                    </a:lnTo>
                    <a:lnTo>
                      <a:pt x="64" y="0"/>
                    </a:lnTo>
                    <a:lnTo>
                      <a:pt x="60" y="33"/>
                    </a:lnTo>
                    <a:lnTo>
                      <a:pt x="37" y="33"/>
                    </a:lnTo>
                    <a:lnTo>
                      <a:pt x="27" y="13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45" name="Freeform 539"/>
              <p:cNvSpPr>
                <a:spLocks/>
              </p:cNvSpPr>
              <p:nvPr/>
            </p:nvSpPr>
            <p:spPr bwMode="auto">
              <a:xfrm>
                <a:off x="3048" y="1563"/>
                <a:ext cx="47" cy="25"/>
              </a:xfrm>
              <a:custGeom>
                <a:avLst/>
                <a:gdLst>
                  <a:gd name="T0" fmla="*/ 0 w 374"/>
                  <a:gd name="T1" fmla="*/ 0 h 198"/>
                  <a:gd name="T2" fmla="*/ 0 w 374"/>
                  <a:gd name="T3" fmla="*/ 0 h 198"/>
                  <a:gd name="T4" fmla="*/ 0 w 374"/>
                  <a:gd name="T5" fmla="*/ 0 h 198"/>
                  <a:gd name="T6" fmla="*/ 0 w 374"/>
                  <a:gd name="T7" fmla="*/ 0 h 198"/>
                  <a:gd name="T8" fmla="*/ 0 w 374"/>
                  <a:gd name="T9" fmla="*/ 0 h 198"/>
                  <a:gd name="T10" fmla="*/ 0 w 374"/>
                  <a:gd name="T11" fmla="*/ 0 h 198"/>
                  <a:gd name="T12" fmla="*/ 0 w 374"/>
                  <a:gd name="T13" fmla="*/ 0 h 198"/>
                  <a:gd name="T14" fmla="*/ 0 w 374"/>
                  <a:gd name="T15" fmla="*/ 0 h 198"/>
                  <a:gd name="T16" fmla="*/ 0 w 374"/>
                  <a:gd name="T17" fmla="*/ 0 h 198"/>
                  <a:gd name="T18" fmla="*/ 0 w 374"/>
                  <a:gd name="T19" fmla="*/ 0 h 198"/>
                  <a:gd name="T20" fmla="*/ 0 w 374"/>
                  <a:gd name="T21" fmla="*/ 0 h 198"/>
                  <a:gd name="T22" fmla="*/ 0 w 374"/>
                  <a:gd name="T23" fmla="*/ 0 h 198"/>
                  <a:gd name="T24" fmla="*/ 0 w 374"/>
                  <a:gd name="T25" fmla="*/ 0 h 198"/>
                  <a:gd name="T26" fmla="*/ 0 w 374"/>
                  <a:gd name="T27" fmla="*/ 0 h 198"/>
                  <a:gd name="T28" fmla="*/ 0 w 374"/>
                  <a:gd name="T29" fmla="*/ 0 h 198"/>
                  <a:gd name="T30" fmla="*/ 0 w 374"/>
                  <a:gd name="T31" fmla="*/ 0 h 198"/>
                  <a:gd name="T32" fmla="*/ 0 w 374"/>
                  <a:gd name="T33" fmla="*/ 0 h 198"/>
                  <a:gd name="T34" fmla="*/ 0 w 374"/>
                  <a:gd name="T35" fmla="*/ 0 h 198"/>
                  <a:gd name="T36" fmla="*/ 0 w 374"/>
                  <a:gd name="T37" fmla="*/ 0 h 198"/>
                  <a:gd name="T38" fmla="*/ 0 w 374"/>
                  <a:gd name="T39" fmla="*/ 0 h 198"/>
                  <a:gd name="T40" fmla="*/ 0 w 374"/>
                  <a:gd name="T41" fmla="*/ 0 h 198"/>
                  <a:gd name="T42" fmla="*/ 0 w 374"/>
                  <a:gd name="T43" fmla="*/ 0 h 198"/>
                  <a:gd name="T44" fmla="*/ 0 w 374"/>
                  <a:gd name="T45" fmla="*/ 0 h 198"/>
                  <a:gd name="T46" fmla="*/ 0 w 374"/>
                  <a:gd name="T47" fmla="*/ 0 h 198"/>
                  <a:gd name="T48" fmla="*/ 0 w 374"/>
                  <a:gd name="T49" fmla="*/ 0 h 198"/>
                  <a:gd name="T50" fmla="*/ 0 w 374"/>
                  <a:gd name="T51" fmla="*/ 0 h 198"/>
                  <a:gd name="T52" fmla="*/ 0 w 374"/>
                  <a:gd name="T53" fmla="*/ 0 h 198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374"/>
                  <a:gd name="T82" fmla="*/ 0 h 198"/>
                  <a:gd name="T83" fmla="*/ 374 w 374"/>
                  <a:gd name="T84" fmla="*/ 198 h 198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374" h="198">
                    <a:moveTo>
                      <a:pt x="31" y="0"/>
                    </a:moveTo>
                    <a:lnTo>
                      <a:pt x="0" y="37"/>
                    </a:lnTo>
                    <a:lnTo>
                      <a:pt x="0" y="79"/>
                    </a:lnTo>
                    <a:lnTo>
                      <a:pt x="26" y="90"/>
                    </a:lnTo>
                    <a:lnTo>
                      <a:pt x="46" y="132"/>
                    </a:lnTo>
                    <a:lnTo>
                      <a:pt x="127" y="163"/>
                    </a:lnTo>
                    <a:lnTo>
                      <a:pt x="199" y="198"/>
                    </a:lnTo>
                    <a:lnTo>
                      <a:pt x="235" y="198"/>
                    </a:lnTo>
                    <a:lnTo>
                      <a:pt x="305" y="120"/>
                    </a:lnTo>
                    <a:lnTo>
                      <a:pt x="360" y="90"/>
                    </a:lnTo>
                    <a:lnTo>
                      <a:pt x="374" y="37"/>
                    </a:lnTo>
                    <a:lnTo>
                      <a:pt x="365" y="22"/>
                    </a:lnTo>
                    <a:lnTo>
                      <a:pt x="342" y="0"/>
                    </a:lnTo>
                    <a:lnTo>
                      <a:pt x="354" y="25"/>
                    </a:lnTo>
                    <a:lnTo>
                      <a:pt x="347" y="46"/>
                    </a:lnTo>
                    <a:lnTo>
                      <a:pt x="325" y="46"/>
                    </a:lnTo>
                    <a:lnTo>
                      <a:pt x="285" y="69"/>
                    </a:lnTo>
                    <a:lnTo>
                      <a:pt x="261" y="97"/>
                    </a:lnTo>
                    <a:lnTo>
                      <a:pt x="235" y="120"/>
                    </a:lnTo>
                    <a:lnTo>
                      <a:pt x="187" y="127"/>
                    </a:lnTo>
                    <a:lnTo>
                      <a:pt x="141" y="117"/>
                    </a:lnTo>
                    <a:lnTo>
                      <a:pt x="107" y="97"/>
                    </a:lnTo>
                    <a:lnTo>
                      <a:pt x="63" y="79"/>
                    </a:lnTo>
                    <a:lnTo>
                      <a:pt x="26" y="79"/>
                    </a:lnTo>
                    <a:lnTo>
                      <a:pt x="8" y="60"/>
                    </a:lnTo>
                    <a:lnTo>
                      <a:pt x="15" y="37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46" name="Freeform 540"/>
              <p:cNvSpPr>
                <a:spLocks/>
              </p:cNvSpPr>
              <p:nvPr/>
            </p:nvSpPr>
            <p:spPr bwMode="auto">
              <a:xfrm>
                <a:off x="3044" y="1587"/>
                <a:ext cx="65" cy="11"/>
              </a:xfrm>
              <a:custGeom>
                <a:avLst/>
                <a:gdLst>
                  <a:gd name="T0" fmla="*/ 0 w 520"/>
                  <a:gd name="T1" fmla="*/ 0 h 90"/>
                  <a:gd name="T2" fmla="*/ 0 w 520"/>
                  <a:gd name="T3" fmla="*/ 0 h 90"/>
                  <a:gd name="T4" fmla="*/ 0 w 520"/>
                  <a:gd name="T5" fmla="*/ 0 h 90"/>
                  <a:gd name="T6" fmla="*/ 0 w 520"/>
                  <a:gd name="T7" fmla="*/ 0 h 90"/>
                  <a:gd name="T8" fmla="*/ 0 w 520"/>
                  <a:gd name="T9" fmla="*/ 0 h 90"/>
                  <a:gd name="T10" fmla="*/ 0 w 520"/>
                  <a:gd name="T11" fmla="*/ 0 h 90"/>
                  <a:gd name="T12" fmla="*/ 0 w 520"/>
                  <a:gd name="T13" fmla="*/ 0 h 90"/>
                  <a:gd name="T14" fmla="*/ 0 w 520"/>
                  <a:gd name="T15" fmla="*/ 0 h 90"/>
                  <a:gd name="T16" fmla="*/ 0 w 520"/>
                  <a:gd name="T17" fmla="*/ 0 h 90"/>
                  <a:gd name="T18" fmla="*/ 0 w 520"/>
                  <a:gd name="T19" fmla="*/ 0 h 90"/>
                  <a:gd name="T20" fmla="*/ 0 w 520"/>
                  <a:gd name="T21" fmla="*/ 0 h 90"/>
                  <a:gd name="T22" fmla="*/ 0 w 520"/>
                  <a:gd name="T23" fmla="*/ 0 h 90"/>
                  <a:gd name="T24" fmla="*/ 0 w 520"/>
                  <a:gd name="T25" fmla="*/ 0 h 90"/>
                  <a:gd name="T26" fmla="*/ 0 w 520"/>
                  <a:gd name="T27" fmla="*/ 0 h 90"/>
                  <a:gd name="T28" fmla="*/ 0 w 520"/>
                  <a:gd name="T29" fmla="*/ 0 h 90"/>
                  <a:gd name="T30" fmla="*/ 0 w 520"/>
                  <a:gd name="T31" fmla="*/ 0 h 90"/>
                  <a:gd name="T32" fmla="*/ 0 w 520"/>
                  <a:gd name="T33" fmla="*/ 0 h 90"/>
                  <a:gd name="T34" fmla="*/ 0 w 520"/>
                  <a:gd name="T35" fmla="*/ 0 h 90"/>
                  <a:gd name="T36" fmla="*/ 0 w 520"/>
                  <a:gd name="T37" fmla="*/ 0 h 90"/>
                  <a:gd name="T38" fmla="*/ 0 w 520"/>
                  <a:gd name="T39" fmla="*/ 0 h 9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520"/>
                  <a:gd name="T61" fmla="*/ 0 h 90"/>
                  <a:gd name="T62" fmla="*/ 520 w 520"/>
                  <a:gd name="T63" fmla="*/ 90 h 9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520" h="90">
                    <a:moveTo>
                      <a:pt x="48" y="60"/>
                    </a:moveTo>
                    <a:lnTo>
                      <a:pt x="101" y="40"/>
                    </a:lnTo>
                    <a:lnTo>
                      <a:pt x="174" y="23"/>
                    </a:lnTo>
                    <a:lnTo>
                      <a:pt x="259" y="24"/>
                    </a:lnTo>
                    <a:lnTo>
                      <a:pt x="343" y="7"/>
                    </a:lnTo>
                    <a:lnTo>
                      <a:pt x="488" y="23"/>
                    </a:lnTo>
                    <a:lnTo>
                      <a:pt x="511" y="0"/>
                    </a:lnTo>
                    <a:lnTo>
                      <a:pt x="520" y="31"/>
                    </a:lnTo>
                    <a:lnTo>
                      <a:pt x="501" y="46"/>
                    </a:lnTo>
                    <a:lnTo>
                      <a:pt x="477" y="31"/>
                    </a:lnTo>
                    <a:lnTo>
                      <a:pt x="417" y="24"/>
                    </a:lnTo>
                    <a:lnTo>
                      <a:pt x="327" y="46"/>
                    </a:lnTo>
                    <a:lnTo>
                      <a:pt x="253" y="64"/>
                    </a:lnTo>
                    <a:lnTo>
                      <a:pt x="128" y="60"/>
                    </a:lnTo>
                    <a:lnTo>
                      <a:pt x="41" y="70"/>
                    </a:lnTo>
                    <a:lnTo>
                      <a:pt x="20" y="90"/>
                    </a:lnTo>
                    <a:lnTo>
                      <a:pt x="0" y="79"/>
                    </a:lnTo>
                    <a:lnTo>
                      <a:pt x="4" y="53"/>
                    </a:lnTo>
                    <a:lnTo>
                      <a:pt x="27" y="46"/>
                    </a:lnTo>
                    <a:lnTo>
                      <a:pt x="48" y="6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47" name="Freeform 541"/>
              <p:cNvSpPr>
                <a:spLocks/>
              </p:cNvSpPr>
              <p:nvPr/>
            </p:nvSpPr>
            <p:spPr bwMode="auto">
              <a:xfrm>
                <a:off x="3058" y="1601"/>
                <a:ext cx="36" cy="12"/>
              </a:xfrm>
              <a:custGeom>
                <a:avLst/>
                <a:gdLst>
                  <a:gd name="T0" fmla="*/ 0 w 286"/>
                  <a:gd name="T1" fmla="*/ 0 h 94"/>
                  <a:gd name="T2" fmla="*/ 0 w 286"/>
                  <a:gd name="T3" fmla="*/ 0 h 94"/>
                  <a:gd name="T4" fmla="*/ 0 w 286"/>
                  <a:gd name="T5" fmla="*/ 0 h 94"/>
                  <a:gd name="T6" fmla="*/ 0 w 286"/>
                  <a:gd name="T7" fmla="*/ 0 h 94"/>
                  <a:gd name="T8" fmla="*/ 0 w 286"/>
                  <a:gd name="T9" fmla="*/ 0 h 94"/>
                  <a:gd name="T10" fmla="*/ 0 w 286"/>
                  <a:gd name="T11" fmla="*/ 0 h 94"/>
                  <a:gd name="T12" fmla="*/ 0 w 286"/>
                  <a:gd name="T13" fmla="*/ 0 h 94"/>
                  <a:gd name="T14" fmla="*/ 0 w 286"/>
                  <a:gd name="T15" fmla="*/ 0 h 94"/>
                  <a:gd name="T16" fmla="*/ 0 w 286"/>
                  <a:gd name="T17" fmla="*/ 0 h 94"/>
                  <a:gd name="T18" fmla="*/ 0 w 286"/>
                  <a:gd name="T19" fmla="*/ 0 h 94"/>
                  <a:gd name="T20" fmla="*/ 0 w 286"/>
                  <a:gd name="T21" fmla="*/ 0 h 9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86"/>
                  <a:gd name="T34" fmla="*/ 0 h 94"/>
                  <a:gd name="T35" fmla="*/ 286 w 286"/>
                  <a:gd name="T36" fmla="*/ 94 h 9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86" h="94">
                    <a:moveTo>
                      <a:pt x="0" y="22"/>
                    </a:moveTo>
                    <a:lnTo>
                      <a:pt x="64" y="31"/>
                    </a:lnTo>
                    <a:lnTo>
                      <a:pt x="123" y="31"/>
                    </a:lnTo>
                    <a:lnTo>
                      <a:pt x="194" y="26"/>
                    </a:lnTo>
                    <a:lnTo>
                      <a:pt x="286" y="0"/>
                    </a:lnTo>
                    <a:lnTo>
                      <a:pt x="231" y="46"/>
                    </a:lnTo>
                    <a:lnTo>
                      <a:pt x="244" y="83"/>
                    </a:lnTo>
                    <a:lnTo>
                      <a:pt x="171" y="83"/>
                    </a:lnTo>
                    <a:lnTo>
                      <a:pt x="64" y="94"/>
                    </a:lnTo>
                    <a:lnTo>
                      <a:pt x="70" y="63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48" name="Freeform 542"/>
              <p:cNvSpPr>
                <a:spLocks/>
              </p:cNvSpPr>
              <p:nvPr/>
            </p:nvSpPr>
            <p:spPr bwMode="auto">
              <a:xfrm>
                <a:off x="3013" y="1561"/>
                <a:ext cx="114" cy="76"/>
              </a:xfrm>
              <a:custGeom>
                <a:avLst/>
                <a:gdLst>
                  <a:gd name="T0" fmla="*/ 0 w 911"/>
                  <a:gd name="T1" fmla="*/ 0 h 609"/>
                  <a:gd name="T2" fmla="*/ 0 w 911"/>
                  <a:gd name="T3" fmla="*/ 0 h 609"/>
                  <a:gd name="T4" fmla="*/ 0 w 911"/>
                  <a:gd name="T5" fmla="*/ 0 h 609"/>
                  <a:gd name="T6" fmla="*/ 0 w 911"/>
                  <a:gd name="T7" fmla="*/ 0 h 609"/>
                  <a:gd name="T8" fmla="*/ 0 w 911"/>
                  <a:gd name="T9" fmla="*/ 0 h 609"/>
                  <a:gd name="T10" fmla="*/ 0 w 911"/>
                  <a:gd name="T11" fmla="*/ 0 h 609"/>
                  <a:gd name="T12" fmla="*/ 0 w 911"/>
                  <a:gd name="T13" fmla="*/ 0 h 609"/>
                  <a:gd name="T14" fmla="*/ 0 w 911"/>
                  <a:gd name="T15" fmla="*/ 0 h 609"/>
                  <a:gd name="T16" fmla="*/ 0 w 911"/>
                  <a:gd name="T17" fmla="*/ 0 h 609"/>
                  <a:gd name="T18" fmla="*/ 0 w 911"/>
                  <a:gd name="T19" fmla="*/ 0 h 609"/>
                  <a:gd name="T20" fmla="*/ 0 w 911"/>
                  <a:gd name="T21" fmla="*/ 0 h 609"/>
                  <a:gd name="T22" fmla="*/ 0 w 911"/>
                  <a:gd name="T23" fmla="*/ 0 h 609"/>
                  <a:gd name="T24" fmla="*/ 0 w 911"/>
                  <a:gd name="T25" fmla="*/ 0 h 609"/>
                  <a:gd name="T26" fmla="*/ 0 w 911"/>
                  <a:gd name="T27" fmla="*/ 0 h 609"/>
                  <a:gd name="T28" fmla="*/ 0 w 911"/>
                  <a:gd name="T29" fmla="*/ 0 h 609"/>
                  <a:gd name="T30" fmla="*/ 0 w 911"/>
                  <a:gd name="T31" fmla="*/ 0 h 609"/>
                  <a:gd name="T32" fmla="*/ 0 w 911"/>
                  <a:gd name="T33" fmla="*/ 0 h 609"/>
                  <a:gd name="T34" fmla="*/ 0 w 911"/>
                  <a:gd name="T35" fmla="*/ 0 h 609"/>
                  <a:gd name="T36" fmla="*/ 0 w 911"/>
                  <a:gd name="T37" fmla="*/ 0 h 609"/>
                  <a:gd name="T38" fmla="*/ 0 w 911"/>
                  <a:gd name="T39" fmla="*/ 0 h 609"/>
                  <a:gd name="T40" fmla="*/ 0 w 911"/>
                  <a:gd name="T41" fmla="*/ 0 h 609"/>
                  <a:gd name="T42" fmla="*/ 0 w 911"/>
                  <a:gd name="T43" fmla="*/ 0 h 609"/>
                  <a:gd name="T44" fmla="*/ 0 w 911"/>
                  <a:gd name="T45" fmla="*/ 0 h 609"/>
                  <a:gd name="T46" fmla="*/ 0 w 911"/>
                  <a:gd name="T47" fmla="*/ 0 h 609"/>
                  <a:gd name="T48" fmla="*/ 0 w 911"/>
                  <a:gd name="T49" fmla="*/ 0 h 609"/>
                  <a:gd name="T50" fmla="*/ 0 w 911"/>
                  <a:gd name="T51" fmla="*/ 0 h 609"/>
                  <a:gd name="T52" fmla="*/ 0 w 911"/>
                  <a:gd name="T53" fmla="*/ 0 h 609"/>
                  <a:gd name="T54" fmla="*/ 0 w 911"/>
                  <a:gd name="T55" fmla="*/ 0 h 609"/>
                  <a:gd name="T56" fmla="*/ 0 w 911"/>
                  <a:gd name="T57" fmla="*/ 0 h 609"/>
                  <a:gd name="T58" fmla="*/ 0 w 911"/>
                  <a:gd name="T59" fmla="*/ 0 h 609"/>
                  <a:gd name="T60" fmla="*/ 0 w 911"/>
                  <a:gd name="T61" fmla="*/ 0 h 609"/>
                  <a:gd name="T62" fmla="*/ 0 w 911"/>
                  <a:gd name="T63" fmla="*/ 0 h 609"/>
                  <a:gd name="T64" fmla="*/ 0 w 911"/>
                  <a:gd name="T65" fmla="*/ 0 h 60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911"/>
                  <a:gd name="T100" fmla="*/ 0 h 609"/>
                  <a:gd name="T101" fmla="*/ 911 w 911"/>
                  <a:gd name="T102" fmla="*/ 609 h 60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911" h="609">
                    <a:moveTo>
                      <a:pt x="0" y="83"/>
                    </a:moveTo>
                    <a:lnTo>
                      <a:pt x="96" y="339"/>
                    </a:lnTo>
                    <a:lnTo>
                      <a:pt x="157" y="438"/>
                    </a:lnTo>
                    <a:lnTo>
                      <a:pt x="226" y="498"/>
                    </a:lnTo>
                    <a:lnTo>
                      <a:pt x="304" y="546"/>
                    </a:lnTo>
                    <a:lnTo>
                      <a:pt x="394" y="576"/>
                    </a:lnTo>
                    <a:lnTo>
                      <a:pt x="487" y="609"/>
                    </a:lnTo>
                    <a:lnTo>
                      <a:pt x="570" y="609"/>
                    </a:lnTo>
                    <a:lnTo>
                      <a:pt x="669" y="581"/>
                    </a:lnTo>
                    <a:lnTo>
                      <a:pt x="735" y="535"/>
                    </a:lnTo>
                    <a:lnTo>
                      <a:pt x="793" y="464"/>
                    </a:lnTo>
                    <a:lnTo>
                      <a:pt x="848" y="374"/>
                    </a:lnTo>
                    <a:lnTo>
                      <a:pt x="883" y="288"/>
                    </a:lnTo>
                    <a:lnTo>
                      <a:pt x="898" y="183"/>
                    </a:lnTo>
                    <a:lnTo>
                      <a:pt x="911" y="0"/>
                    </a:lnTo>
                    <a:lnTo>
                      <a:pt x="892" y="14"/>
                    </a:lnTo>
                    <a:lnTo>
                      <a:pt x="869" y="265"/>
                    </a:lnTo>
                    <a:lnTo>
                      <a:pt x="839" y="353"/>
                    </a:lnTo>
                    <a:lnTo>
                      <a:pt x="793" y="434"/>
                    </a:lnTo>
                    <a:lnTo>
                      <a:pt x="724" y="517"/>
                    </a:lnTo>
                    <a:lnTo>
                      <a:pt x="659" y="558"/>
                    </a:lnTo>
                    <a:lnTo>
                      <a:pt x="659" y="528"/>
                    </a:lnTo>
                    <a:lnTo>
                      <a:pt x="595" y="551"/>
                    </a:lnTo>
                    <a:lnTo>
                      <a:pt x="511" y="557"/>
                    </a:lnTo>
                    <a:lnTo>
                      <a:pt x="450" y="551"/>
                    </a:lnTo>
                    <a:lnTo>
                      <a:pt x="392" y="528"/>
                    </a:lnTo>
                    <a:lnTo>
                      <a:pt x="408" y="558"/>
                    </a:lnTo>
                    <a:lnTo>
                      <a:pt x="293" y="524"/>
                    </a:lnTo>
                    <a:lnTo>
                      <a:pt x="203" y="445"/>
                    </a:lnTo>
                    <a:lnTo>
                      <a:pt x="138" y="368"/>
                    </a:lnTo>
                    <a:lnTo>
                      <a:pt x="90" y="279"/>
                    </a:lnTo>
                    <a:lnTo>
                      <a:pt x="10" y="74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49" name="Freeform 543"/>
              <p:cNvSpPr>
                <a:spLocks/>
              </p:cNvSpPr>
              <p:nvPr/>
            </p:nvSpPr>
            <p:spPr bwMode="auto">
              <a:xfrm>
                <a:off x="3023" y="1572"/>
                <a:ext cx="23" cy="35"/>
              </a:xfrm>
              <a:custGeom>
                <a:avLst/>
                <a:gdLst>
                  <a:gd name="T0" fmla="*/ 0 w 187"/>
                  <a:gd name="T1" fmla="*/ 0 h 278"/>
                  <a:gd name="T2" fmla="*/ 0 w 187"/>
                  <a:gd name="T3" fmla="*/ 0 h 278"/>
                  <a:gd name="T4" fmla="*/ 0 w 187"/>
                  <a:gd name="T5" fmla="*/ 0 h 278"/>
                  <a:gd name="T6" fmla="*/ 0 w 187"/>
                  <a:gd name="T7" fmla="*/ 0 h 278"/>
                  <a:gd name="T8" fmla="*/ 0 w 187"/>
                  <a:gd name="T9" fmla="*/ 0 h 278"/>
                  <a:gd name="T10" fmla="*/ 0 w 187"/>
                  <a:gd name="T11" fmla="*/ 0 h 278"/>
                  <a:gd name="T12" fmla="*/ 0 w 187"/>
                  <a:gd name="T13" fmla="*/ 0 h 278"/>
                  <a:gd name="T14" fmla="*/ 0 w 187"/>
                  <a:gd name="T15" fmla="*/ 0 h 278"/>
                  <a:gd name="T16" fmla="*/ 0 w 187"/>
                  <a:gd name="T17" fmla="*/ 0 h 278"/>
                  <a:gd name="T18" fmla="*/ 0 w 187"/>
                  <a:gd name="T19" fmla="*/ 0 h 278"/>
                  <a:gd name="T20" fmla="*/ 0 w 187"/>
                  <a:gd name="T21" fmla="*/ 0 h 278"/>
                  <a:gd name="T22" fmla="*/ 0 w 187"/>
                  <a:gd name="T23" fmla="*/ 0 h 278"/>
                  <a:gd name="T24" fmla="*/ 0 w 187"/>
                  <a:gd name="T25" fmla="*/ 0 h 2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87"/>
                  <a:gd name="T40" fmla="*/ 0 h 278"/>
                  <a:gd name="T41" fmla="*/ 187 w 187"/>
                  <a:gd name="T42" fmla="*/ 278 h 27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87" h="278">
                    <a:moveTo>
                      <a:pt x="22" y="58"/>
                    </a:moveTo>
                    <a:lnTo>
                      <a:pt x="97" y="53"/>
                    </a:lnTo>
                    <a:lnTo>
                      <a:pt x="134" y="36"/>
                    </a:lnTo>
                    <a:lnTo>
                      <a:pt x="187" y="0"/>
                    </a:lnTo>
                    <a:lnTo>
                      <a:pt x="157" y="58"/>
                    </a:lnTo>
                    <a:lnTo>
                      <a:pt x="111" y="117"/>
                    </a:lnTo>
                    <a:lnTo>
                      <a:pt x="118" y="181"/>
                    </a:lnTo>
                    <a:lnTo>
                      <a:pt x="163" y="278"/>
                    </a:lnTo>
                    <a:lnTo>
                      <a:pt x="111" y="207"/>
                    </a:lnTo>
                    <a:lnTo>
                      <a:pt x="77" y="133"/>
                    </a:lnTo>
                    <a:lnTo>
                      <a:pt x="40" y="117"/>
                    </a:lnTo>
                    <a:lnTo>
                      <a:pt x="0" y="64"/>
                    </a:lnTo>
                    <a:lnTo>
                      <a:pt x="22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50" name="Freeform 544"/>
              <p:cNvSpPr>
                <a:spLocks/>
              </p:cNvSpPr>
              <p:nvPr/>
            </p:nvSpPr>
            <p:spPr bwMode="auto">
              <a:xfrm>
                <a:off x="3097" y="1567"/>
                <a:ext cx="20" cy="28"/>
              </a:xfrm>
              <a:custGeom>
                <a:avLst/>
                <a:gdLst>
                  <a:gd name="T0" fmla="*/ 0 w 156"/>
                  <a:gd name="T1" fmla="*/ 0 h 222"/>
                  <a:gd name="T2" fmla="*/ 0 w 156"/>
                  <a:gd name="T3" fmla="*/ 0 h 222"/>
                  <a:gd name="T4" fmla="*/ 0 w 156"/>
                  <a:gd name="T5" fmla="*/ 0 h 222"/>
                  <a:gd name="T6" fmla="*/ 0 w 156"/>
                  <a:gd name="T7" fmla="*/ 0 h 222"/>
                  <a:gd name="T8" fmla="*/ 0 w 156"/>
                  <a:gd name="T9" fmla="*/ 0 h 222"/>
                  <a:gd name="T10" fmla="*/ 0 w 156"/>
                  <a:gd name="T11" fmla="*/ 0 h 222"/>
                  <a:gd name="T12" fmla="*/ 0 w 156"/>
                  <a:gd name="T13" fmla="*/ 0 h 222"/>
                  <a:gd name="T14" fmla="*/ 0 w 156"/>
                  <a:gd name="T15" fmla="*/ 0 h 222"/>
                  <a:gd name="T16" fmla="*/ 0 w 156"/>
                  <a:gd name="T17" fmla="*/ 0 h 222"/>
                  <a:gd name="T18" fmla="*/ 0 w 156"/>
                  <a:gd name="T19" fmla="*/ 0 h 222"/>
                  <a:gd name="T20" fmla="*/ 0 w 156"/>
                  <a:gd name="T21" fmla="*/ 0 h 222"/>
                  <a:gd name="T22" fmla="*/ 0 w 156"/>
                  <a:gd name="T23" fmla="*/ 0 h 22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56"/>
                  <a:gd name="T37" fmla="*/ 0 h 222"/>
                  <a:gd name="T38" fmla="*/ 156 w 156"/>
                  <a:gd name="T39" fmla="*/ 222 h 222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56" h="222">
                    <a:moveTo>
                      <a:pt x="0" y="0"/>
                    </a:moveTo>
                    <a:lnTo>
                      <a:pt x="31" y="29"/>
                    </a:lnTo>
                    <a:lnTo>
                      <a:pt x="94" y="68"/>
                    </a:lnTo>
                    <a:lnTo>
                      <a:pt x="112" y="94"/>
                    </a:lnTo>
                    <a:lnTo>
                      <a:pt x="124" y="140"/>
                    </a:lnTo>
                    <a:lnTo>
                      <a:pt x="117" y="222"/>
                    </a:lnTo>
                    <a:lnTo>
                      <a:pt x="134" y="136"/>
                    </a:lnTo>
                    <a:lnTo>
                      <a:pt x="156" y="46"/>
                    </a:lnTo>
                    <a:lnTo>
                      <a:pt x="156" y="9"/>
                    </a:lnTo>
                    <a:lnTo>
                      <a:pt x="88" y="13"/>
                    </a:lnTo>
                    <a:lnTo>
                      <a:pt x="3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51" name="Freeform 545"/>
              <p:cNvSpPr>
                <a:spLocks/>
              </p:cNvSpPr>
              <p:nvPr/>
            </p:nvSpPr>
            <p:spPr bwMode="auto">
              <a:xfrm>
                <a:off x="3369" y="1720"/>
                <a:ext cx="82" cy="36"/>
              </a:xfrm>
              <a:custGeom>
                <a:avLst/>
                <a:gdLst>
                  <a:gd name="T0" fmla="*/ 0 w 652"/>
                  <a:gd name="T1" fmla="*/ 0 h 291"/>
                  <a:gd name="T2" fmla="*/ 0 w 652"/>
                  <a:gd name="T3" fmla="*/ 0 h 291"/>
                  <a:gd name="T4" fmla="*/ 0 w 652"/>
                  <a:gd name="T5" fmla="*/ 0 h 291"/>
                  <a:gd name="T6" fmla="*/ 0 w 652"/>
                  <a:gd name="T7" fmla="*/ 0 h 291"/>
                  <a:gd name="T8" fmla="*/ 0 w 652"/>
                  <a:gd name="T9" fmla="*/ 0 h 291"/>
                  <a:gd name="T10" fmla="*/ 0 w 652"/>
                  <a:gd name="T11" fmla="*/ 0 h 291"/>
                  <a:gd name="T12" fmla="*/ 0 w 652"/>
                  <a:gd name="T13" fmla="*/ 0 h 291"/>
                  <a:gd name="T14" fmla="*/ 0 w 652"/>
                  <a:gd name="T15" fmla="*/ 0 h 291"/>
                  <a:gd name="T16" fmla="*/ 0 w 652"/>
                  <a:gd name="T17" fmla="*/ 0 h 291"/>
                  <a:gd name="T18" fmla="*/ 0 w 652"/>
                  <a:gd name="T19" fmla="*/ 0 h 291"/>
                  <a:gd name="T20" fmla="*/ 0 w 652"/>
                  <a:gd name="T21" fmla="*/ 0 h 291"/>
                  <a:gd name="T22" fmla="*/ 0 w 652"/>
                  <a:gd name="T23" fmla="*/ 0 h 291"/>
                  <a:gd name="T24" fmla="*/ 0 w 652"/>
                  <a:gd name="T25" fmla="*/ 0 h 291"/>
                  <a:gd name="T26" fmla="*/ 0 w 652"/>
                  <a:gd name="T27" fmla="*/ 0 h 291"/>
                  <a:gd name="T28" fmla="*/ 0 w 652"/>
                  <a:gd name="T29" fmla="*/ 0 h 291"/>
                  <a:gd name="T30" fmla="*/ 0 w 652"/>
                  <a:gd name="T31" fmla="*/ 0 h 291"/>
                  <a:gd name="T32" fmla="*/ 0 w 652"/>
                  <a:gd name="T33" fmla="*/ 0 h 29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652"/>
                  <a:gd name="T52" fmla="*/ 0 h 291"/>
                  <a:gd name="T53" fmla="*/ 652 w 652"/>
                  <a:gd name="T54" fmla="*/ 291 h 29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652" h="291">
                    <a:moveTo>
                      <a:pt x="50" y="0"/>
                    </a:moveTo>
                    <a:lnTo>
                      <a:pt x="59" y="44"/>
                    </a:lnTo>
                    <a:lnTo>
                      <a:pt x="59" y="85"/>
                    </a:lnTo>
                    <a:lnTo>
                      <a:pt x="34" y="126"/>
                    </a:lnTo>
                    <a:lnTo>
                      <a:pt x="0" y="152"/>
                    </a:lnTo>
                    <a:lnTo>
                      <a:pt x="136" y="291"/>
                    </a:lnTo>
                    <a:lnTo>
                      <a:pt x="294" y="192"/>
                    </a:lnTo>
                    <a:lnTo>
                      <a:pt x="384" y="291"/>
                    </a:lnTo>
                    <a:lnTo>
                      <a:pt x="452" y="233"/>
                    </a:lnTo>
                    <a:lnTo>
                      <a:pt x="583" y="152"/>
                    </a:lnTo>
                    <a:lnTo>
                      <a:pt x="652" y="69"/>
                    </a:lnTo>
                    <a:lnTo>
                      <a:pt x="553" y="152"/>
                    </a:lnTo>
                    <a:lnTo>
                      <a:pt x="410" y="210"/>
                    </a:lnTo>
                    <a:lnTo>
                      <a:pt x="343" y="159"/>
                    </a:lnTo>
                    <a:lnTo>
                      <a:pt x="184" y="159"/>
                    </a:lnTo>
                    <a:lnTo>
                      <a:pt x="94" y="9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52" name="Freeform 546"/>
              <p:cNvSpPr>
                <a:spLocks/>
              </p:cNvSpPr>
              <p:nvPr/>
            </p:nvSpPr>
            <p:spPr bwMode="auto">
              <a:xfrm>
                <a:off x="3402" y="1574"/>
                <a:ext cx="53" cy="55"/>
              </a:xfrm>
              <a:custGeom>
                <a:avLst/>
                <a:gdLst>
                  <a:gd name="T0" fmla="*/ 0 w 419"/>
                  <a:gd name="T1" fmla="*/ 0 h 442"/>
                  <a:gd name="T2" fmla="*/ 0 w 419"/>
                  <a:gd name="T3" fmla="*/ 0 h 442"/>
                  <a:gd name="T4" fmla="*/ 0 w 419"/>
                  <a:gd name="T5" fmla="*/ 0 h 442"/>
                  <a:gd name="T6" fmla="*/ 0 w 419"/>
                  <a:gd name="T7" fmla="*/ 0 h 442"/>
                  <a:gd name="T8" fmla="*/ 0 w 419"/>
                  <a:gd name="T9" fmla="*/ 0 h 442"/>
                  <a:gd name="T10" fmla="*/ 0 w 419"/>
                  <a:gd name="T11" fmla="*/ 0 h 442"/>
                  <a:gd name="T12" fmla="*/ 0 w 419"/>
                  <a:gd name="T13" fmla="*/ 0 h 442"/>
                  <a:gd name="T14" fmla="*/ 0 w 419"/>
                  <a:gd name="T15" fmla="*/ 0 h 442"/>
                  <a:gd name="T16" fmla="*/ 0 w 419"/>
                  <a:gd name="T17" fmla="*/ 0 h 442"/>
                  <a:gd name="T18" fmla="*/ 0 w 419"/>
                  <a:gd name="T19" fmla="*/ 0 h 442"/>
                  <a:gd name="T20" fmla="*/ 0 w 419"/>
                  <a:gd name="T21" fmla="*/ 0 h 442"/>
                  <a:gd name="T22" fmla="*/ 0 w 419"/>
                  <a:gd name="T23" fmla="*/ 0 h 442"/>
                  <a:gd name="T24" fmla="*/ 0 w 419"/>
                  <a:gd name="T25" fmla="*/ 0 h 442"/>
                  <a:gd name="T26" fmla="*/ 0 w 419"/>
                  <a:gd name="T27" fmla="*/ 0 h 442"/>
                  <a:gd name="T28" fmla="*/ 0 w 419"/>
                  <a:gd name="T29" fmla="*/ 0 h 442"/>
                  <a:gd name="T30" fmla="*/ 0 w 419"/>
                  <a:gd name="T31" fmla="*/ 0 h 442"/>
                  <a:gd name="T32" fmla="*/ 0 w 419"/>
                  <a:gd name="T33" fmla="*/ 0 h 442"/>
                  <a:gd name="T34" fmla="*/ 0 w 419"/>
                  <a:gd name="T35" fmla="*/ 0 h 442"/>
                  <a:gd name="T36" fmla="*/ 0 w 419"/>
                  <a:gd name="T37" fmla="*/ 0 h 442"/>
                  <a:gd name="T38" fmla="*/ 0 w 419"/>
                  <a:gd name="T39" fmla="*/ 0 h 442"/>
                  <a:gd name="T40" fmla="*/ 0 w 419"/>
                  <a:gd name="T41" fmla="*/ 0 h 442"/>
                  <a:gd name="T42" fmla="*/ 0 w 419"/>
                  <a:gd name="T43" fmla="*/ 0 h 442"/>
                  <a:gd name="T44" fmla="*/ 0 w 419"/>
                  <a:gd name="T45" fmla="*/ 0 h 442"/>
                  <a:gd name="T46" fmla="*/ 0 w 419"/>
                  <a:gd name="T47" fmla="*/ 0 h 442"/>
                  <a:gd name="T48" fmla="*/ 0 w 419"/>
                  <a:gd name="T49" fmla="*/ 0 h 442"/>
                  <a:gd name="T50" fmla="*/ 0 w 419"/>
                  <a:gd name="T51" fmla="*/ 0 h 442"/>
                  <a:gd name="T52" fmla="*/ 0 w 419"/>
                  <a:gd name="T53" fmla="*/ 0 h 442"/>
                  <a:gd name="T54" fmla="*/ 0 w 419"/>
                  <a:gd name="T55" fmla="*/ 0 h 442"/>
                  <a:gd name="T56" fmla="*/ 0 w 419"/>
                  <a:gd name="T57" fmla="*/ 0 h 442"/>
                  <a:gd name="T58" fmla="*/ 0 w 419"/>
                  <a:gd name="T59" fmla="*/ 0 h 442"/>
                  <a:gd name="T60" fmla="*/ 0 w 419"/>
                  <a:gd name="T61" fmla="*/ 0 h 442"/>
                  <a:gd name="T62" fmla="*/ 0 w 419"/>
                  <a:gd name="T63" fmla="*/ 0 h 44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419"/>
                  <a:gd name="T97" fmla="*/ 0 h 442"/>
                  <a:gd name="T98" fmla="*/ 419 w 419"/>
                  <a:gd name="T99" fmla="*/ 442 h 44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419" h="442">
                    <a:moveTo>
                      <a:pt x="36" y="0"/>
                    </a:moveTo>
                    <a:lnTo>
                      <a:pt x="134" y="35"/>
                    </a:lnTo>
                    <a:lnTo>
                      <a:pt x="260" y="13"/>
                    </a:lnTo>
                    <a:lnTo>
                      <a:pt x="382" y="42"/>
                    </a:lnTo>
                    <a:lnTo>
                      <a:pt x="396" y="0"/>
                    </a:lnTo>
                    <a:lnTo>
                      <a:pt x="419" y="92"/>
                    </a:lnTo>
                    <a:lnTo>
                      <a:pt x="419" y="189"/>
                    </a:lnTo>
                    <a:lnTo>
                      <a:pt x="403" y="334"/>
                    </a:lnTo>
                    <a:lnTo>
                      <a:pt x="373" y="442"/>
                    </a:lnTo>
                    <a:lnTo>
                      <a:pt x="396" y="316"/>
                    </a:lnTo>
                    <a:lnTo>
                      <a:pt x="396" y="260"/>
                    </a:lnTo>
                    <a:lnTo>
                      <a:pt x="290" y="327"/>
                    </a:lnTo>
                    <a:lnTo>
                      <a:pt x="269" y="327"/>
                    </a:lnTo>
                    <a:lnTo>
                      <a:pt x="260" y="308"/>
                    </a:lnTo>
                    <a:lnTo>
                      <a:pt x="359" y="202"/>
                    </a:lnTo>
                    <a:lnTo>
                      <a:pt x="352" y="145"/>
                    </a:lnTo>
                    <a:lnTo>
                      <a:pt x="246" y="214"/>
                    </a:lnTo>
                    <a:lnTo>
                      <a:pt x="274" y="165"/>
                    </a:lnTo>
                    <a:lnTo>
                      <a:pt x="260" y="154"/>
                    </a:lnTo>
                    <a:lnTo>
                      <a:pt x="253" y="110"/>
                    </a:lnTo>
                    <a:lnTo>
                      <a:pt x="218" y="110"/>
                    </a:lnTo>
                    <a:lnTo>
                      <a:pt x="154" y="175"/>
                    </a:lnTo>
                    <a:lnTo>
                      <a:pt x="134" y="175"/>
                    </a:lnTo>
                    <a:lnTo>
                      <a:pt x="134" y="141"/>
                    </a:lnTo>
                    <a:lnTo>
                      <a:pt x="163" y="103"/>
                    </a:lnTo>
                    <a:lnTo>
                      <a:pt x="62" y="79"/>
                    </a:lnTo>
                    <a:lnTo>
                      <a:pt x="62" y="117"/>
                    </a:lnTo>
                    <a:lnTo>
                      <a:pt x="90" y="161"/>
                    </a:lnTo>
                    <a:lnTo>
                      <a:pt x="29" y="117"/>
                    </a:lnTo>
                    <a:lnTo>
                      <a:pt x="0" y="55"/>
                    </a:lnTo>
                    <a:lnTo>
                      <a:pt x="7" y="13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53" name="Freeform 547"/>
              <p:cNvSpPr>
                <a:spLocks/>
              </p:cNvSpPr>
              <p:nvPr/>
            </p:nvSpPr>
            <p:spPr bwMode="auto">
              <a:xfrm>
                <a:off x="3416" y="1598"/>
                <a:ext cx="13" cy="7"/>
              </a:xfrm>
              <a:custGeom>
                <a:avLst/>
                <a:gdLst>
                  <a:gd name="T0" fmla="*/ 0 w 96"/>
                  <a:gd name="T1" fmla="*/ 0 h 60"/>
                  <a:gd name="T2" fmla="*/ 0 w 96"/>
                  <a:gd name="T3" fmla="*/ 0 h 60"/>
                  <a:gd name="T4" fmla="*/ 0 w 96"/>
                  <a:gd name="T5" fmla="*/ 0 h 60"/>
                  <a:gd name="T6" fmla="*/ 0 w 96"/>
                  <a:gd name="T7" fmla="*/ 0 h 60"/>
                  <a:gd name="T8" fmla="*/ 0 w 96"/>
                  <a:gd name="T9" fmla="*/ 0 h 60"/>
                  <a:gd name="T10" fmla="*/ 0 w 96"/>
                  <a:gd name="T11" fmla="*/ 0 h 60"/>
                  <a:gd name="T12" fmla="*/ 0 w 96"/>
                  <a:gd name="T13" fmla="*/ 0 h 6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6"/>
                  <a:gd name="T22" fmla="*/ 0 h 60"/>
                  <a:gd name="T23" fmla="*/ 96 w 96"/>
                  <a:gd name="T24" fmla="*/ 60 h 6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6" h="60">
                    <a:moveTo>
                      <a:pt x="13" y="0"/>
                    </a:moveTo>
                    <a:lnTo>
                      <a:pt x="96" y="35"/>
                    </a:lnTo>
                    <a:lnTo>
                      <a:pt x="96" y="57"/>
                    </a:lnTo>
                    <a:lnTo>
                      <a:pt x="72" y="60"/>
                    </a:lnTo>
                    <a:lnTo>
                      <a:pt x="4" y="29"/>
                    </a:lnTo>
                    <a:lnTo>
                      <a:pt x="0" y="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54" name="Freeform 548"/>
              <p:cNvSpPr>
                <a:spLocks/>
              </p:cNvSpPr>
              <p:nvPr/>
            </p:nvSpPr>
            <p:spPr bwMode="auto">
              <a:xfrm>
                <a:off x="3456" y="1542"/>
                <a:ext cx="82" cy="60"/>
              </a:xfrm>
              <a:custGeom>
                <a:avLst/>
                <a:gdLst>
                  <a:gd name="T0" fmla="*/ 0 w 655"/>
                  <a:gd name="T1" fmla="*/ 0 h 483"/>
                  <a:gd name="T2" fmla="*/ 0 w 655"/>
                  <a:gd name="T3" fmla="*/ 0 h 483"/>
                  <a:gd name="T4" fmla="*/ 0 w 655"/>
                  <a:gd name="T5" fmla="*/ 0 h 483"/>
                  <a:gd name="T6" fmla="*/ 0 w 655"/>
                  <a:gd name="T7" fmla="*/ 0 h 483"/>
                  <a:gd name="T8" fmla="*/ 0 w 655"/>
                  <a:gd name="T9" fmla="*/ 0 h 483"/>
                  <a:gd name="T10" fmla="*/ 0 w 655"/>
                  <a:gd name="T11" fmla="*/ 0 h 483"/>
                  <a:gd name="T12" fmla="*/ 0 w 655"/>
                  <a:gd name="T13" fmla="*/ 0 h 483"/>
                  <a:gd name="T14" fmla="*/ 0 w 655"/>
                  <a:gd name="T15" fmla="*/ 0 h 483"/>
                  <a:gd name="T16" fmla="*/ 0 w 655"/>
                  <a:gd name="T17" fmla="*/ 0 h 483"/>
                  <a:gd name="T18" fmla="*/ 0 w 655"/>
                  <a:gd name="T19" fmla="*/ 0 h 483"/>
                  <a:gd name="T20" fmla="*/ 0 w 655"/>
                  <a:gd name="T21" fmla="*/ 0 h 483"/>
                  <a:gd name="T22" fmla="*/ 0 w 655"/>
                  <a:gd name="T23" fmla="*/ 0 h 483"/>
                  <a:gd name="T24" fmla="*/ 0 w 655"/>
                  <a:gd name="T25" fmla="*/ 0 h 483"/>
                  <a:gd name="T26" fmla="*/ 0 w 655"/>
                  <a:gd name="T27" fmla="*/ 0 h 483"/>
                  <a:gd name="T28" fmla="*/ 0 w 655"/>
                  <a:gd name="T29" fmla="*/ 0 h 483"/>
                  <a:gd name="T30" fmla="*/ 0 w 655"/>
                  <a:gd name="T31" fmla="*/ 0 h 483"/>
                  <a:gd name="T32" fmla="*/ 0 w 655"/>
                  <a:gd name="T33" fmla="*/ 0 h 483"/>
                  <a:gd name="T34" fmla="*/ 0 w 655"/>
                  <a:gd name="T35" fmla="*/ 0 h 483"/>
                  <a:gd name="T36" fmla="*/ 0 w 655"/>
                  <a:gd name="T37" fmla="*/ 0 h 483"/>
                  <a:gd name="T38" fmla="*/ 0 w 655"/>
                  <a:gd name="T39" fmla="*/ 0 h 483"/>
                  <a:gd name="T40" fmla="*/ 0 w 655"/>
                  <a:gd name="T41" fmla="*/ 0 h 483"/>
                  <a:gd name="T42" fmla="*/ 0 w 655"/>
                  <a:gd name="T43" fmla="*/ 0 h 483"/>
                  <a:gd name="T44" fmla="*/ 0 w 655"/>
                  <a:gd name="T45" fmla="*/ 0 h 483"/>
                  <a:gd name="T46" fmla="*/ 0 w 655"/>
                  <a:gd name="T47" fmla="*/ 0 h 483"/>
                  <a:gd name="T48" fmla="*/ 0 w 655"/>
                  <a:gd name="T49" fmla="*/ 0 h 483"/>
                  <a:gd name="T50" fmla="*/ 0 w 655"/>
                  <a:gd name="T51" fmla="*/ 0 h 483"/>
                  <a:gd name="T52" fmla="*/ 0 w 655"/>
                  <a:gd name="T53" fmla="*/ 0 h 483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655"/>
                  <a:gd name="T82" fmla="*/ 0 h 483"/>
                  <a:gd name="T83" fmla="*/ 655 w 655"/>
                  <a:gd name="T84" fmla="*/ 483 h 483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655" h="483">
                    <a:moveTo>
                      <a:pt x="0" y="132"/>
                    </a:moveTo>
                    <a:lnTo>
                      <a:pt x="41" y="279"/>
                    </a:lnTo>
                    <a:lnTo>
                      <a:pt x="103" y="351"/>
                    </a:lnTo>
                    <a:lnTo>
                      <a:pt x="103" y="473"/>
                    </a:lnTo>
                    <a:lnTo>
                      <a:pt x="161" y="362"/>
                    </a:lnTo>
                    <a:lnTo>
                      <a:pt x="364" y="483"/>
                    </a:lnTo>
                    <a:lnTo>
                      <a:pt x="521" y="376"/>
                    </a:lnTo>
                    <a:lnTo>
                      <a:pt x="352" y="376"/>
                    </a:lnTo>
                    <a:lnTo>
                      <a:pt x="297" y="356"/>
                    </a:lnTo>
                    <a:lnTo>
                      <a:pt x="224" y="356"/>
                    </a:lnTo>
                    <a:lnTo>
                      <a:pt x="217" y="332"/>
                    </a:lnTo>
                    <a:lnTo>
                      <a:pt x="329" y="314"/>
                    </a:lnTo>
                    <a:lnTo>
                      <a:pt x="329" y="259"/>
                    </a:lnTo>
                    <a:lnTo>
                      <a:pt x="391" y="224"/>
                    </a:lnTo>
                    <a:lnTo>
                      <a:pt x="323" y="224"/>
                    </a:lnTo>
                    <a:lnTo>
                      <a:pt x="308" y="208"/>
                    </a:lnTo>
                    <a:lnTo>
                      <a:pt x="426" y="160"/>
                    </a:lnTo>
                    <a:lnTo>
                      <a:pt x="479" y="107"/>
                    </a:lnTo>
                    <a:lnTo>
                      <a:pt x="631" y="169"/>
                    </a:lnTo>
                    <a:lnTo>
                      <a:pt x="655" y="160"/>
                    </a:lnTo>
                    <a:lnTo>
                      <a:pt x="527" y="0"/>
                    </a:lnTo>
                    <a:lnTo>
                      <a:pt x="479" y="0"/>
                    </a:lnTo>
                    <a:lnTo>
                      <a:pt x="290" y="99"/>
                    </a:lnTo>
                    <a:lnTo>
                      <a:pt x="140" y="187"/>
                    </a:lnTo>
                    <a:lnTo>
                      <a:pt x="134" y="238"/>
                    </a:lnTo>
                    <a:lnTo>
                      <a:pt x="90" y="245"/>
                    </a:lnTo>
                    <a:lnTo>
                      <a:pt x="0" y="1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55" name="Freeform 549"/>
              <p:cNvSpPr>
                <a:spLocks/>
              </p:cNvSpPr>
              <p:nvPr/>
            </p:nvSpPr>
            <p:spPr bwMode="auto">
              <a:xfrm>
                <a:off x="3502" y="1570"/>
                <a:ext cx="24" cy="10"/>
              </a:xfrm>
              <a:custGeom>
                <a:avLst/>
                <a:gdLst>
                  <a:gd name="T0" fmla="*/ 0 w 191"/>
                  <a:gd name="T1" fmla="*/ 0 h 81"/>
                  <a:gd name="T2" fmla="*/ 0 w 191"/>
                  <a:gd name="T3" fmla="*/ 0 h 81"/>
                  <a:gd name="T4" fmla="*/ 0 w 191"/>
                  <a:gd name="T5" fmla="*/ 0 h 81"/>
                  <a:gd name="T6" fmla="*/ 0 w 191"/>
                  <a:gd name="T7" fmla="*/ 0 h 81"/>
                  <a:gd name="T8" fmla="*/ 0 w 191"/>
                  <a:gd name="T9" fmla="*/ 0 h 81"/>
                  <a:gd name="T10" fmla="*/ 0 w 191"/>
                  <a:gd name="T11" fmla="*/ 0 h 81"/>
                  <a:gd name="T12" fmla="*/ 0 w 191"/>
                  <a:gd name="T13" fmla="*/ 0 h 81"/>
                  <a:gd name="T14" fmla="*/ 0 w 191"/>
                  <a:gd name="T15" fmla="*/ 0 h 8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1"/>
                  <a:gd name="T25" fmla="*/ 0 h 81"/>
                  <a:gd name="T26" fmla="*/ 191 w 191"/>
                  <a:gd name="T27" fmla="*/ 81 h 8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1" h="81">
                    <a:moveTo>
                      <a:pt x="0" y="0"/>
                    </a:moveTo>
                    <a:lnTo>
                      <a:pt x="34" y="65"/>
                    </a:lnTo>
                    <a:lnTo>
                      <a:pt x="20" y="81"/>
                    </a:lnTo>
                    <a:lnTo>
                      <a:pt x="176" y="72"/>
                    </a:lnTo>
                    <a:lnTo>
                      <a:pt x="191" y="50"/>
                    </a:lnTo>
                    <a:lnTo>
                      <a:pt x="101" y="0"/>
                    </a:lnTo>
                    <a:lnTo>
                      <a:pt x="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56" name="Freeform 550"/>
              <p:cNvSpPr>
                <a:spLocks/>
              </p:cNvSpPr>
              <p:nvPr/>
            </p:nvSpPr>
            <p:spPr bwMode="auto">
              <a:xfrm>
                <a:off x="3449" y="1630"/>
                <a:ext cx="49" cy="29"/>
              </a:xfrm>
              <a:custGeom>
                <a:avLst/>
                <a:gdLst>
                  <a:gd name="T0" fmla="*/ 0 w 396"/>
                  <a:gd name="T1" fmla="*/ 0 h 226"/>
                  <a:gd name="T2" fmla="*/ 0 w 396"/>
                  <a:gd name="T3" fmla="*/ 0 h 226"/>
                  <a:gd name="T4" fmla="*/ 0 w 396"/>
                  <a:gd name="T5" fmla="*/ 0 h 226"/>
                  <a:gd name="T6" fmla="*/ 0 w 396"/>
                  <a:gd name="T7" fmla="*/ 0 h 226"/>
                  <a:gd name="T8" fmla="*/ 0 w 396"/>
                  <a:gd name="T9" fmla="*/ 0 h 226"/>
                  <a:gd name="T10" fmla="*/ 0 w 396"/>
                  <a:gd name="T11" fmla="*/ 0 h 226"/>
                  <a:gd name="T12" fmla="*/ 0 w 396"/>
                  <a:gd name="T13" fmla="*/ 0 h 226"/>
                  <a:gd name="T14" fmla="*/ 0 w 396"/>
                  <a:gd name="T15" fmla="*/ 0 h 226"/>
                  <a:gd name="T16" fmla="*/ 0 w 396"/>
                  <a:gd name="T17" fmla="*/ 0 h 226"/>
                  <a:gd name="T18" fmla="*/ 0 w 396"/>
                  <a:gd name="T19" fmla="*/ 0 h 226"/>
                  <a:gd name="T20" fmla="*/ 0 w 396"/>
                  <a:gd name="T21" fmla="*/ 0 h 226"/>
                  <a:gd name="T22" fmla="*/ 0 w 396"/>
                  <a:gd name="T23" fmla="*/ 0 h 226"/>
                  <a:gd name="T24" fmla="*/ 0 w 396"/>
                  <a:gd name="T25" fmla="*/ 0 h 226"/>
                  <a:gd name="T26" fmla="*/ 0 w 396"/>
                  <a:gd name="T27" fmla="*/ 0 h 226"/>
                  <a:gd name="T28" fmla="*/ 0 w 396"/>
                  <a:gd name="T29" fmla="*/ 0 h 226"/>
                  <a:gd name="T30" fmla="*/ 0 w 396"/>
                  <a:gd name="T31" fmla="*/ 0 h 22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96"/>
                  <a:gd name="T49" fmla="*/ 0 h 226"/>
                  <a:gd name="T50" fmla="*/ 396 w 396"/>
                  <a:gd name="T51" fmla="*/ 226 h 22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96" h="226">
                    <a:moveTo>
                      <a:pt x="0" y="41"/>
                    </a:moveTo>
                    <a:lnTo>
                      <a:pt x="69" y="83"/>
                    </a:lnTo>
                    <a:lnTo>
                      <a:pt x="136" y="83"/>
                    </a:lnTo>
                    <a:lnTo>
                      <a:pt x="228" y="14"/>
                    </a:lnTo>
                    <a:lnTo>
                      <a:pt x="297" y="0"/>
                    </a:lnTo>
                    <a:lnTo>
                      <a:pt x="302" y="14"/>
                    </a:lnTo>
                    <a:lnTo>
                      <a:pt x="339" y="26"/>
                    </a:lnTo>
                    <a:lnTo>
                      <a:pt x="396" y="14"/>
                    </a:lnTo>
                    <a:lnTo>
                      <a:pt x="359" y="63"/>
                    </a:lnTo>
                    <a:lnTo>
                      <a:pt x="219" y="109"/>
                    </a:lnTo>
                    <a:lnTo>
                      <a:pt x="214" y="180"/>
                    </a:lnTo>
                    <a:lnTo>
                      <a:pt x="168" y="226"/>
                    </a:lnTo>
                    <a:lnTo>
                      <a:pt x="99" y="118"/>
                    </a:lnTo>
                    <a:lnTo>
                      <a:pt x="46" y="104"/>
                    </a:lnTo>
                    <a:lnTo>
                      <a:pt x="0" y="63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57" name="Freeform 551"/>
              <p:cNvSpPr>
                <a:spLocks/>
              </p:cNvSpPr>
              <p:nvPr/>
            </p:nvSpPr>
            <p:spPr bwMode="auto">
              <a:xfrm>
                <a:off x="3476" y="1615"/>
                <a:ext cx="19" cy="7"/>
              </a:xfrm>
              <a:custGeom>
                <a:avLst/>
                <a:gdLst>
                  <a:gd name="T0" fmla="*/ 0 w 155"/>
                  <a:gd name="T1" fmla="*/ 0 h 58"/>
                  <a:gd name="T2" fmla="*/ 0 w 155"/>
                  <a:gd name="T3" fmla="*/ 0 h 58"/>
                  <a:gd name="T4" fmla="*/ 0 w 155"/>
                  <a:gd name="T5" fmla="*/ 0 h 58"/>
                  <a:gd name="T6" fmla="*/ 0 w 155"/>
                  <a:gd name="T7" fmla="*/ 0 h 58"/>
                  <a:gd name="T8" fmla="*/ 0 w 155"/>
                  <a:gd name="T9" fmla="*/ 0 h 58"/>
                  <a:gd name="T10" fmla="*/ 0 w 155"/>
                  <a:gd name="T11" fmla="*/ 0 h 5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5"/>
                  <a:gd name="T19" fmla="*/ 0 h 58"/>
                  <a:gd name="T20" fmla="*/ 155 w 155"/>
                  <a:gd name="T21" fmla="*/ 58 h 5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5" h="58">
                    <a:moveTo>
                      <a:pt x="0" y="58"/>
                    </a:moveTo>
                    <a:lnTo>
                      <a:pt x="106" y="32"/>
                    </a:lnTo>
                    <a:lnTo>
                      <a:pt x="155" y="44"/>
                    </a:lnTo>
                    <a:lnTo>
                      <a:pt x="106" y="0"/>
                    </a:lnTo>
                    <a:lnTo>
                      <a:pt x="41" y="0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58" name="Freeform 552"/>
              <p:cNvSpPr>
                <a:spLocks/>
              </p:cNvSpPr>
              <p:nvPr/>
            </p:nvSpPr>
            <p:spPr bwMode="auto">
              <a:xfrm>
                <a:off x="3498" y="1624"/>
                <a:ext cx="41" cy="57"/>
              </a:xfrm>
              <a:custGeom>
                <a:avLst/>
                <a:gdLst>
                  <a:gd name="T0" fmla="*/ 0 w 323"/>
                  <a:gd name="T1" fmla="*/ 0 h 453"/>
                  <a:gd name="T2" fmla="*/ 0 w 323"/>
                  <a:gd name="T3" fmla="*/ 0 h 453"/>
                  <a:gd name="T4" fmla="*/ 0 w 323"/>
                  <a:gd name="T5" fmla="*/ 0 h 453"/>
                  <a:gd name="T6" fmla="*/ 0 w 323"/>
                  <a:gd name="T7" fmla="*/ 0 h 453"/>
                  <a:gd name="T8" fmla="*/ 0 w 323"/>
                  <a:gd name="T9" fmla="*/ 0 h 453"/>
                  <a:gd name="T10" fmla="*/ 0 w 323"/>
                  <a:gd name="T11" fmla="*/ 0 h 453"/>
                  <a:gd name="T12" fmla="*/ 0 w 323"/>
                  <a:gd name="T13" fmla="*/ 0 h 453"/>
                  <a:gd name="T14" fmla="*/ 0 w 323"/>
                  <a:gd name="T15" fmla="*/ 0 h 453"/>
                  <a:gd name="T16" fmla="*/ 0 w 323"/>
                  <a:gd name="T17" fmla="*/ 0 h 453"/>
                  <a:gd name="T18" fmla="*/ 0 w 323"/>
                  <a:gd name="T19" fmla="*/ 0 h 453"/>
                  <a:gd name="T20" fmla="*/ 0 w 323"/>
                  <a:gd name="T21" fmla="*/ 0 h 453"/>
                  <a:gd name="T22" fmla="*/ 0 w 323"/>
                  <a:gd name="T23" fmla="*/ 0 h 453"/>
                  <a:gd name="T24" fmla="*/ 0 w 323"/>
                  <a:gd name="T25" fmla="*/ 0 h 45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23"/>
                  <a:gd name="T40" fmla="*/ 0 h 453"/>
                  <a:gd name="T41" fmla="*/ 323 w 323"/>
                  <a:gd name="T42" fmla="*/ 453 h 45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23" h="453">
                    <a:moveTo>
                      <a:pt x="0" y="0"/>
                    </a:moveTo>
                    <a:lnTo>
                      <a:pt x="7" y="54"/>
                    </a:lnTo>
                    <a:lnTo>
                      <a:pt x="84" y="119"/>
                    </a:lnTo>
                    <a:lnTo>
                      <a:pt x="169" y="229"/>
                    </a:lnTo>
                    <a:lnTo>
                      <a:pt x="99" y="275"/>
                    </a:lnTo>
                    <a:lnTo>
                      <a:pt x="209" y="453"/>
                    </a:lnTo>
                    <a:lnTo>
                      <a:pt x="282" y="453"/>
                    </a:lnTo>
                    <a:lnTo>
                      <a:pt x="323" y="299"/>
                    </a:lnTo>
                    <a:lnTo>
                      <a:pt x="308" y="250"/>
                    </a:lnTo>
                    <a:lnTo>
                      <a:pt x="224" y="222"/>
                    </a:lnTo>
                    <a:lnTo>
                      <a:pt x="205" y="119"/>
                    </a:lnTo>
                    <a:lnTo>
                      <a:pt x="104" y="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59" name="Freeform 553"/>
              <p:cNvSpPr>
                <a:spLocks/>
              </p:cNvSpPr>
              <p:nvPr/>
            </p:nvSpPr>
            <p:spPr bwMode="auto">
              <a:xfrm>
                <a:off x="3412" y="1603"/>
                <a:ext cx="51" cy="104"/>
              </a:xfrm>
              <a:custGeom>
                <a:avLst/>
                <a:gdLst>
                  <a:gd name="T0" fmla="*/ 0 w 411"/>
                  <a:gd name="T1" fmla="*/ 0 h 827"/>
                  <a:gd name="T2" fmla="*/ 0 w 411"/>
                  <a:gd name="T3" fmla="*/ 0 h 827"/>
                  <a:gd name="T4" fmla="*/ 0 w 411"/>
                  <a:gd name="T5" fmla="*/ 0 h 827"/>
                  <a:gd name="T6" fmla="*/ 0 w 411"/>
                  <a:gd name="T7" fmla="*/ 0 h 827"/>
                  <a:gd name="T8" fmla="*/ 0 w 411"/>
                  <a:gd name="T9" fmla="*/ 0 h 827"/>
                  <a:gd name="T10" fmla="*/ 0 w 411"/>
                  <a:gd name="T11" fmla="*/ 0 h 827"/>
                  <a:gd name="T12" fmla="*/ 0 w 411"/>
                  <a:gd name="T13" fmla="*/ 0 h 827"/>
                  <a:gd name="T14" fmla="*/ 0 w 411"/>
                  <a:gd name="T15" fmla="*/ 0 h 827"/>
                  <a:gd name="T16" fmla="*/ 0 w 411"/>
                  <a:gd name="T17" fmla="*/ 0 h 827"/>
                  <a:gd name="T18" fmla="*/ 0 w 411"/>
                  <a:gd name="T19" fmla="*/ 0 h 827"/>
                  <a:gd name="T20" fmla="*/ 0 w 411"/>
                  <a:gd name="T21" fmla="*/ 0 h 827"/>
                  <a:gd name="T22" fmla="*/ 0 w 411"/>
                  <a:gd name="T23" fmla="*/ 0 h 827"/>
                  <a:gd name="T24" fmla="*/ 0 w 411"/>
                  <a:gd name="T25" fmla="*/ 0 h 827"/>
                  <a:gd name="T26" fmla="*/ 0 w 411"/>
                  <a:gd name="T27" fmla="*/ 0 h 827"/>
                  <a:gd name="T28" fmla="*/ 0 w 411"/>
                  <a:gd name="T29" fmla="*/ 0 h 827"/>
                  <a:gd name="T30" fmla="*/ 0 w 411"/>
                  <a:gd name="T31" fmla="*/ 0 h 827"/>
                  <a:gd name="T32" fmla="*/ 0 w 411"/>
                  <a:gd name="T33" fmla="*/ 0 h 827"/>
                  <a:gd name="T34" fmla="*/ 0 w 411"/>
                  <a:gd name="T35" fmla="*/ 0 h 827"/>
                  <a:gd name="T36" fmla="*/ 0 w 411"/>
                  <a:gd name="T37" fmla="*/ 0 h 827"/>
                  <a:gd name="T38" fmla="*/ 0 w 411"/>
                  <a:gd name="T39" fmla="*/ 0 h 82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11"/>
                  <a:gd name="T61" fmla="*/ 0 h 827"/>
                  <a:gd name="T62" fmla="*/ 411 w 411"/>
                  <a:gd name="T63" fmla="*/ 827 h 82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11" h="827">
                    <a:moveTo>
                      <a:pt x="290" y="272"/>
                    </a:moveTo>
                    <a:lnTo>
                      <a:pt x="197" y="272"/>
                    </a:lnTo>
                    <a:lnTo>
                      <a:pt x="121" y="230"/>
                    </a:lnTo>
                    <a:lnTo>
                      <a:pt x="51" y="167"/>
                    </a:lnTo>
                    <a:lnTo>
                      <a:pt x="0" y="0"/>
                    </a:lnTo>
                    <a:lnTo>
                      <a:pt x="29" y="193"/>
                    </a:lnTo>
                    <a:lnTo>
                      <a:pt x="160" y="378"/>
                    </a:lnTo>
                    <a:lnTo>
                      <a:pt x="282" y="629"/>
                    </a:lnTo>
                    <a:lnTo>
                      <a:pt x="342" y="708"/>
                    </a:lnTo>
                    <a:lnTo>
                      <a:pt x="395" y="827"/>
                    </a:lnTo>
                    <a:lnTo>
                      <a:pt x="354" y="636"/>
                    </a:lnTo>
                    <a:lnTo>
                      <a:pt x="411" y="609"/>
                    </a:lnTo>
                    <a:lnTo>
                      <a:pt x="354" y="565"/>
                    </a:lnTo>
                    <a:lnTo>
                      <a:pt x="354" y="530"/>
                    </a:lnTo>
                    <a:lnTo>
                      <a:pt x="386" y="507"/>
                    </a:lnTo>
                    <a:lnTo>
                      <a:pt x="319" y="523"/>
                    </a:lnTo>
                    <a:lnTo>
                      <a:pt x="282" y="507"/>
                    </a:lnTo>
                    <a:lnTo>
                      <a:pt x="268" y="466"/>
                    </a:lnTo>
                    <a:lnTo>
                      <a:pt x="268" y="356"/>
                    </a:lnTo>
                    <a:lnTo>
                      <a:pt x="290" y="27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60" name="Freeform 554"/>
              <p:cNvSpPr>
                <a:spLocks/>
              </p:cNvSpPr>
              <p:nvPr/>
            </p:nvSpPr>
            <p:spPr bwMode="auto">
              <a:xfrm>
                <a:off x="3466" y="1657"/>
                <a:ext cx="47" cy="9"/>
              </a:xfrm>
              <a:custGeom>
                <a:avLst/>
                <a:gdLst>
                  <a:gd name="T0" fmla="*/ 0 w 381"/>
                  <a:gd name="T1" fmla="*/ 0 h 76"/>
                  <a:gd name="T2" fmla="*/ 0 w 381"/>
                  <a:gd name="T3" fmla="*/ 0 h 76"/>
                  <a:gd name="T4" fmla="*/ 0 w 381"/>
                  <a:gd name="T5" fmla="*/ 0 h 76"/>
                  <a:gd name="T6" fmla="*/ 0 w 381"/>
                  <a:gd name="T7" fmla="*/ 0 h 76"/>
                  <a:gd name="T8" fmla="*/ 0 w 381"/>
                  <a:gd name="T9" fmla="*/ 0 h 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1"/>
                  <a:gd name="T16" fmla="*/ 0 h 76"/>
                  <a:gd name="T17" fmla="*/ 381 w 381"/>
                  <a:gd name="T18" fmla="*/ 76 h 7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1" h="76">
                    <a:moveTo>
                      <a:pt x="0" y="76"/>
                    </a:moveTo>
                    <a:lnTo>
                      <a:pt x="175" y="40"/>
                    </a:lnTo>
                    <a:lnTo>
                      <a:pt x="260" y="0"/>
                    </a:lnTo>
                    <a:lnTo>
                      <a:pt x="313" y="0"/>
                    </a:lnTo>
                    <a:lnTo>
                      <a:pt x="381" y="21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61" name="Freeform 555"/>
              <p:cNvSpPr>
                <a:spLocks/>
              </p:cNvSpPr>
              <p:nvPr/>
            </p:nvSpPr>
            <p:spPr bwMode="auto">
              <a:xfrm>
                <a:off x="3470" y="1669"/>
                <a:ext cx="39" cy="24"/>
              </a:xfrm>
              <a:custGeom>
                <a:avLst/>
                <a:gdLst>
                  <a:gd name="T0" fmla="*/ 0 w 316"/>
                  <a:gd name="T1" fmla="*/ 0 h 191"/>
                  <a:gd name="T2" fmla="*/ 0 w 316"/>
                  <a:gd name="T3" fmla="*/ 0 h 191"/>
                  <a:gd name="T4" fmla="*/ 0 w 316"/>
                  <a:gd name="T5" fmla="*/ 0 h 191"/>
                  <a:gd name="T6" fmla="*/ 0 w 316"/>
                  <a:gd name="T7" fmla="*/ 0 h 191"/>
                  <a:gd name="T8" fmla="*/ 0 w 316"/>
                  <a:gd name="T9" fmla="*/ 0 h 191"/>
                  <a:gd name="T10" fmla="*/ 0 w 316"/>
                  <a:gd name="T11" fmla="*/ 0 h 191"/>
                  <a:gd name="T12" fmla="*/ 0 w 316"/>
                  <a:gd name="T13" fmla="*/ 0 h 191"/>
                  <a:gd name="T14" fmla="*/ 0 w 316"/>
                  <a:gd name="T15" fmla="*/ 0 h 191"/>
                  <a:gd name="T16" fmla="*/ 0 w 316"/>
                  <a:gd name="T17" fmla="*/ 0 h 191"/>
                  <a:gd name="T18" fmla="*/ 0 w 316"/>
                  <a:gd name="T19" fmla="*/ 0 h 191"/>
                  <a:gd name="T20" fmla="*/ 0 w 316"/>
                  <a:gd name="T21" fmla="*/ 0 h 191"/>
                  <a:gd name="T22" fmla="*/ 0 w 316"/>
                  <a:gd name="T23" fmla="*/ 0 h 191"/>
                  <a:gd name="T24" fmla="*/ 0 w 316"/>
                  <a:gd name="T25" fmla="*/ 0 h 191"/>
                  <a:gd name="T26" fmla="*/ 0 w 316"/>
                  <a:gd name="T27" fmla="*/ 0 h 19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16"/>
                  <a:gd name="T43" fmla="*/ 0 h 191"/>
                  <a:gd name="T44" fmla="*/ 316 w 316"/>
                  <a:gd name="T45" fmla="*/ 191 h 19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16" h="191">
                    <a:moveTo>
                      <a:pt x="0" y="79"/>
                    </a:moveTo>
                    <a:lnTo>
                      <a:pt x="242" y="26"/>
                    </a:lnTo>
                    <a:lnTo>
                      <a:pt x="295" y="0"/>
                    </a:lnTo>
                    <a:lnTo>
                      <a:pt x="303" y="19"/>
                    </a:lnTo>
                    <a:lnTo>
                      <a:pt x="219" y="64"/>
                    </a:lnTo>
                    <a:lnTo>
                      <a:pt x="235" y="112"/>
                    </a:lnTo>
                    <a:lnTo>
                      <a:pt x="316" y="191"/>
                    </a:lnTo>
                    <a:lnTo>
                      <a:pt x="228" y="162"/>
                    </a:lnTo>
                    <a:lnTo>
                      <a:pt x="150" y="162"/>
                    </a:lnTo>
                    <a:lnTo>
                      <a:pt x="72" y="182"/>
                    </a:lnTo>
                    <a:lnTo>
                      <a:pt x="46" y="191"/>
                    </a:lnTo>
                    <a:lnTo>
                      <a:pt x="60" y="156"/>
                    </a:lnTo>
                    <a:lnTo>
                      <a:pt x="24" y="99"/>
                    </a:lnTo>
                    <a:lnTo>
                      <a:pt x="0" y="7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62" name="Freeform 556"/>
              <p:cNvSpPr>
                <a:spLocks/>
              </p:cNvSpPr>
              <p:nvPr/>
            </p:nvSpPr>
            <p:spPr bwMode="auto">
              <a:xfrm>
                <a:off x="3371" y="1448"/>
                <a:ext cx="214" cy="129"/>
              </a:xfrm>
              <a:custGeom>
                <a:avLst/>
                <a:gdLst>
                  <a:gd name="T0" fmla="*/ 0 w 1704"/>
                  <a:gd name="T1" fmla="*/ 0 h 1028"/>
                  <a:gd name="T2" fmla="*/ 0 w 1704"/>
                  <a:gd name="T3" fmla="*/ 0 h 1028"/>
                  <a:gd name="T4" fmla="*/ 0 w 1704"/>
                  <a:gd name="T5" fmla="*/ 0 h 1028"/>
                  <a:gd name="T6" fmla="*/ 0 w 1704"/>
                  <a:gd name="T7" fmla="*/ 0 h 1028"/>
                  <a:gd name="T8" fmla="*/ 0 w 1704"/>
                  <a:gd name="T9" fmla="*/ 0 h 1028"/>
                  <a:gd name="T10" fmla="*/ 0 w 1704"/>
                  <a:gd name="T11" fmla="*/ 0 h 1028"/>
                  <a:gd name="T12" fmla="*/ 0 w 1704"/>
                  <a:gd name="T13" fmla="*/ 0 h 1028"/>
                  <a:gd name="T14" fmla="*/ 0 w 1704"/>
                  <a:gd name="T15" fmla="*/ 0 h 1028"/>
                  <a:gd name="T16" fmla="*/ 0 w 1704"/>
                  <a:gd name="T17" fmla="*/ 0 h 1028"/>
                  <a:gd name="T18" fmla="*/ 0 w 1704"/>
                  <a:gd name="T19" fmla="*/ 0 h 1028"/>
                  <a:gd name="T20" fmla="*/ 0 w 1704"/>
                  <a:gd name="T21" fmla="*/ 0 h 1028"/>
                  <a:gd name="T22" fmla="*/ 0 w 1704"/>
                  <a:gd name="T23" fmla="*/ 0 h 1028"/>
                  <a:gd name="T24" fmla="*/ 0 w 1704"/>
                  <a:gd name="T25" fmla="*/ 0 h 1028"/>
                  <a:gd name="T26" fmla="*/ 0 w 1704"/>
                  <a:gd name="T27" fmla="*/ 0 h 1028"/>
                  <a:gd name="T28" fmla="*/ 0 w 1704"/>
                  <a:gd name="T29" fmla="*/ 0 h 1028"/>
                  <a:gd name="T30" fmla="*/ 0 w 1704"/>
                  <a:gd name="T31" fmla="*/ 0 h 1028"/>
                  <a:gd name="T32" fmla="*/ 0 w 1704"/>
                  <a:gd name="T33" fmla="*/ 0 h 1028"/>
                  <a:gd name="T34" fmla="*/ 0 w 1704"/>
                  <a:gd name="T35" fmla="*/ 0 h 1028"/>
                  <a:gd name="T36" fmla="*/ 0 w 1704"/>
                  <a:gd name="T37" fmla="*/ 0 h 1028"/>
                  <a:gd name="T38" fmla="*/ 0 w 1704"/>
                  <a:gd name="T39" fmla="*/ 0 h 1028"/>
                  <a:gd name="T40" fmla="*/ 0 w 1704"/>
                  <a:gd name="T41" fmla="*/ 0 h 1028"/>
                  <a:gd name="T42" fmla="*/ 0 w 1704"/>
                  <a:gd name="T43" fmla="*/ 0 h 1028"/>
                  <a:gd name="T44" fmla="*/ 0 w 1704"/>
                  <a:gd name="T45" fmla="*/ 0 h 1028"/>
                  <a:gd name="T46" fmla="*/ 0 w 1704"/>
                  <a:gd name="T47" fmla="*/ 0 h 1028"/>
                  <a:gd name="T48" fmla="*/ 0 w 1704"/>
                  <a:gd name="T49" fmla="*/ 0 h 1028"/>
                  <a:gd name="T50" fmla="*/ 0 w 1704"/>
                  <a:gd name="T51" fmla="*/ 0 h 1028"/>
                  <a:gd name="T52" fmla="*/ 0 w 1704"/>
                  <a:gd name="T53" fmla="*/ 0 h 1028"/>
                  <a:gd name="T54" fmla="*/ 0 w 1704"/>
                  <a:gd name="T55" fmla="*/ 0 h 1028"/>
                  <a:gd name="T56" fmla="*/ 0 w 1704"/>
                  <a:gd name="T57" fmla="*/ 0 h 1028"/>
                  <a:gd name="T58" fmla="*/ 0 w 1704"/>
                  <a:gd name="T59" fmla="*/ 0 h 1028"/>
                  <a:gd name="T60" fmla="*/ 0 w 1704"/>
                  <a:gd name="T61" fmla="*/ 0 h 1028"/>
                  <a:gd name="T62" fmla="*/ 0 w 1704"/>
                  <a:gd name="T63" fmla="*/ 0 h 1028"/>
                  <a:gd name="T64" fmla="*/ 0 w 1704"/>
                  <a:gd name="T65" fmla="*/ 0 h 1028"/>
                  <a:gd name="T66" fmla="*/ 0 w 1704"/>
                  <a:gd name="T67" fmla="*/ 0 h 1028"/>
                  <a:gd name="T68" fmla="*/ 0 w 1704"/>
                  <a:gd name="T69" fmla="*/ 0 h 1028"/>
                  <a:gd name="T70" fmla="*/ 0 w 1704"/>
                  <a:gd name="T71" fmla="*/ 0 h 1028"/>
                  <a:gd name="T72" fmla="*/ 0 w 1704"/>
                  <a:gd name="T73" fmla="*/ 0 h 1028"/>
                  <a:gd name="T74" fmla="*/ 0 w 1704"/>
                  <a:gd name="T75" fmla="*/ 0 h 1028"/>
                  <a:gd name="T76" fmla="*/ 0 w 1704"/>
                  <a:gd name="T77" fmla="*/ 0 h 1028"/>
                  <a:gd name="T78" fmla="*/ 0 w 1704"/>
                  <a:gd name="T79" fmla="*/ 0 h 1028"/>
                  <a:gd name="T80" fmla="*/ 0 w 1704"/>
                  <a:gd name="T81" fmla="*/ 0 h 1028"/>
                  <a:gd name="T82" fmla="*/ 0 w 1704"/>
                  <a:gd name="T83" fmla="*/ 0 h 1028"/>
                  <a:gd name="T84" fmla="*/ 0 w 1704"/>
                  <a:gd name="T85" fmla="*/ 0 h 1028"/>
                  <a:gd name="T86" fmla="*/ 0 w 1704"/>
                  <a:gd name="T87" fmla="*/ 0 h 1028"/>
                  <a:gd name="T88" fmla="*/ 0 w 1704"/>
                  <a:gd name="T89" fmla="*/ 0 h 1028"/>
                  <a:gd name="T90" fmla="*/ 0 w 1704"/>
                  <a:gd name="T91" fmla="*/ 0 h 1028"/>
                  <a:gd name="T92" fmla="*/ 0 w 1704"/>
                  <a:gd name="T93" fmla="*/ 0 h 1028"/>
                  <a:gd name="T94" fmla="*/ 0 w 1704"/>
                  <a:gd name="T95" fmla="*/ 0 h 1028"/>
                  <a:gd name="T96" fmla="*/ 0 w 1704"/>
                  <a:gd name="T97" fmla="*/ 0 h 1028"/>
                  <a:gd name="T98" fmla="*/ 0 w 1704"/>
                  <a:gd name="T99" fmla="*/ 0 h 1028"/>
                  <a:gd name="T100" fmla="*/ 0 w 1704"/>
                  <a:gd name="T101" fmla="*/ 0 h 1028"/>
                  <a:gd name="T102" fmla="*/ 0 w 1704"/>
                  <a:gd name="T103" fmla="*/ 0 h 1028"/>
                  <a:gd name="T104" fmla="*/ 0 w 1704"/>
                  <a:gd name="T105" fmla="*/ 0 h 1028"/>
                  <a:gd name="T106" fmla="*/ 0 w 1704"/>
                  <a:gd name="T107" fmla="*/ 0 h 1028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1704"/>
                  <a:gd name="T163" fmla="*/ 0 h 1028"/>
                  <a:gd name="T164" fmla="*/ 1704 w 1704"/>
                  <a:gd name="T165" fmla="*/ 1028 h 1028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1704" h="1028">
                    <a:moveTo>
                      <a:pt x="159" y="340"/>
                    </a:moveTo>
                    <a:lnTo>
                      <a:pt x="122" y="404"/>
                    </a:lnTo>
                    <a:lnTo>
                      <a:pt x="0" y="551"/>
                    </a:lnTo>
                    <a:lnTo>
                      <a:pt x="0" y="609"/>
                    </a:lnTo>
                    <a:lnTo>
                      <a:pt x="76" y="749"/>
                    </a:lnTo>
                    <a:lnTo>
                      <a:pt x="48" y="874"/>
                    </a:lnTo>
                    <a:lnTo>
                      <a:pt x="111" y="978"/>
                    </a:lnTo>
                    <a:lnTo>
                      <a:pt x="245" y="987"/>
                    </a:lnTo>
                    <a:lnTo>
                      <a:pt x="286" y="1028"/>
                    </a:lnTo>
                    <a:lnTo>
                      <a:pt x="252" y="692"/>
                    </a:lnTo>
                    <a:lnTo>
                      <a:pt x="252" y="588"/>
                    </a:lnTo>
                    <a:lnTo>
                      <a:pt x="265" y="507"/>
                    </a:lnTo>
                    <a:lnTo>
                      <a:pt x="286" y="457"/>
                    </a:lnTo>
                    <a:lnTo>
                      <a:pt x="408" y="507"/>
                    </a:lnTo>
                    <a:lnTo>
                      <a:pt x="555" y="529"/>
                    </a:lnTo>
                    <a:lnTo>
                      <a:pt x="738" y="529"/>
                    </a:lnTo>
                    <a:lnTo>
                      <a:pt x="966" y="507"/>
                    </a:lnTo>
                    <a:lnTo>
                      <a:pt x="851" y="503"/>
                    </a:lnTo>
                    <a:lnTo>
                      <a:pt x="708" y="434"/>
                    </a:lnTo>
                    <a:lnTo>
                      <a:pt x="865" y="441"/>
                    </a:lnTo>
                    <a:lnTo>
                      <a:pt x="992" y="434"/>
                    </a:lnTo>
                    <a:lnTo>
                      <a:pt x="1162" y="397"/>
                    </a:lnTo>
                    <a:lnTo>
                      <a:pt x="1280" y="349"/>
                    </a:lnTo>
                    <a:lnTo>
                      <a:pt x="1441" y="334"/>
                    </a:lnTo>
                    <a:lnTo>
                      <a:pt x="1513" y="362"/>
                    </a:lnTo>
                    <a:lnTo>
                      <a:pt x="1586" y="397"/>
                    </a:lnTo>
                    <a:lnTo>
                      <a:pt x="1644" y="397"/>
                    </a:lnTo>
                    <a:lnTo>
                      <a:pt x="1704" y="362"/>
                    </a:lnTo>
                    <a:lnTo>
                      <a:pt x="1634" y="272"/>
                    </a:lnTo>
                    <a:lnTo>
                      <a:pt x="1526" y="286"/>
                    </a:lnTo>
                    <a:lnTo>
                      <a:pt x="1441" y="259"/>
                    </a:lnTo>
                    <a:lnTo>
                      <a:pt x="1358" y="250"/>
                    </a:lnTo>
                    <a:lnTo>
                      <a:pt x="1280" y="279"/>
                    </a:lnTo>
                    <a:lnTo>
                      <a:pt x="1139" y="340"/>
                    </a:lnTo>
                    <a:lnTo>
                      <a:pt x="1014" y="371"/>
                    </a:lnTo>
                    <a:lnTo>
                      <a:pt x="878" y="378"/>
                    </a:lnTo>
                    <a:lnTo>
                      <a:pt x="766" y="384"/>
                    </a:lnTo>
                    <a:lnTo>
                      <a:pt x="590" y="362"/>
                    </a:lnTo>
                    <a:lnTo>
                      <a:pt x="696" y="334"/>
                    </a:lnTo>
                    <a:lnTo>
                      <a:pt x="570" y="318"/>
                    </a:lnTo>
                    <a:lnTo>
                      <a:pt x="443" y="291"/>
                    </a:lnTo>
                    <a:lnTo>
                      <a:pt x="379" y="265"/>
                    </a:lnTo>
                    <a:lnTo>
                      <a:pt x="482" y="226"/>
                    </a:lnTo>
                    <a:lnTo>
                      <a:pt x="300" y="201"/>
                    </a:lnTo>
                    <a:lnTo>
                      <a:pt x="265" y="173"/>
                    </a:lnTo>
                    <a:lnTo>
                      <a:pt x="258" y="145"/>
                    </a:lnTo>
                    <a:lnTo>
                      <a:pt x="265" y="102"/>
                    </a:lnTo>
                    <a:lnTo>
                      <a:pt x="295" y="54"/>
                    </a:lnTo>
                    <a:lnTo>
                      <a:pt x="373" y="0"/>
                    </a:lnTo>
                    <a:lnTo>
                      <a:pt x="217" y="67"/>
                    </a:lnTo>
                    <a:lnTo>
                      <a:pt x="60" y="164"/>
                    </a:lnTo>
                    <a:lnTo>
                      <a:pt x="69" y="189"/>
                    </a:lnTo>
                    <a:lnTo>
                      <a:pt x="118" y="286"/>
                    </a:lnTo>
                    <a:lnTo>
                      <a:pt x="159" y="3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63" name="Freeform 557"/>
              <p:cNvSpPr>
                <a:spLocks/>
              </p:cNvSpPr>
              <p:nvPr/>
            </p:nvSpPr>
            <p:spPr bwMode="auto">
              <a:xfrm>
                <a:off x="3429" y="1420"/>
                <a:ext cx="207" cy="329"/>
              </a:xfrm>
              <a:custGeom>
                <a:avLst/>
                <a:gdLst>
                  <a:gd name="T0" fmla="*/ 0 w 1658"/>
                  <a:gd name="T1" fmla="*/ 0 h 2635"/>
                  <a:gd name="T2" fmla="*/ 0 w 1658"/>
                  <a:gd name="T3" fmla="*/ 0 h 2635"/>
                  <a:gd name="T4" fmla="*/ 0 w 1658"/>
                  <a:gd name="T5" fmla="*/ 0 h 2635"/>
                  <a:gd name="T6" fmla="*/ 0 w 1658"/>
                  <a:gd name="T7" fmla="*/ 0 h 2635"/>
                  <a:gd name="T8" fmla="*/ 0 w 1658"/>
                  <a:gd name="T9" fmla="*/ 0 h 2635"/>
                  <a:gd name="T10" fmla="*/ 0 w 1658"/>
                  <a:gd name="T11" fmla="*/ 0 h 2635"/>
                  <a:gd name="T12" fmla="*/ 0 w 1658"/>
                  <a:gd name="T13" fmla="*/ 0 h 2635"/>
                  <a:gd name="T14" fmla="*/ 0 w 1658"/>
                  <a:gd name="T15" fmla="*/ 0 h 2635"/>
                  <a:gd name="T16" fmla="*/ 0 w 1658"/>
                  <a:gd name="T17" fmla="*/ 0 h 2635"/>
                  <a:gd name="T18" fmla="*/ 0 w 1658"/>
                  <a:gd name="T19" fmla="*/ 0 h 2635"/>
                  <a:gd name="T20" fmla="*/ 0 w 1658"/>
                  <a:gd name="T21" fmla="*/ 0 h 2635"/>
                  <a:gd name="T22" fmla="*/ 0 w 1658"/>
                  <a:gd name="T23" fmla="*/ 0 h 2635"/>
                  <a:gd name="T24" fmla="*/ 0 w 1658"/>
                  <a:gd name="T25" fmla="*/ 0 h 2635"/>
                  <a:gd name="T26" fmla="*/ 0 w 1658"/>
                  <a:gd name="T27" fmla="*/ 0 h 2635"/>
                  <a:gd name="T28" fmla="*/ 0 w 1658"/>
                  <a:gd name="T29" fmla="*/ 0 h 2635"/>
                  <a:gd name="T30" fmla="*/ 0 w 1658"/>
                  <a:gd name="T31" fmla="*/ 0 h 2635"/>
                  <a:gd name="T32" fmla="*/ 0 w 1658"/>
                  <a:gd name="T33" fmla="*/ 0 h 2635"/>
                  <a:gd name="T34" fmla="*/ 0 w 1658"/>
                  <a:gd name="T35" fmla="*/ 0 h 2635"/>
                  <a:gd name="T36" fmla="*/ 0 w 1658"/>
                  <a:gd name="T37" fmla="*/ 0 h 2635"/>
                  <a:gd name="T38" fmla="*/ 0 w 1658"/>
                  <a:gd name="T39" fmla="*/ 0 h 2635"/>
                  <a:gd name="T40" fmla="*/ 0 w 1658"/>
                  <a:gd name="T41" fmla="*/ 0 h 2635"/>
                  <a:gd name="T42" fmla="*/ 0 w 1658"/>
                  <a:gd name="T43" fmla="*/ 0 h 2635"/>
                  <a:gd name="T44" fmla="*/ 0 w 1658"/>
                  <a:gd name="T45" fmla="*/ 0 h 2635"/>
                  <a:gd name="T46" fmla="*/ 0 w 1658"/>
                  <a:gd name="T47" fmla="*/ 0 h 2635"/>
                  <a:gd name="T48" fmla="*/ 0 w 1658"/>
                  <a:gd name="T49" fmla="*/ 0 h 2635"/>
                  <a:gd name="T50" fmla="*/ 0 w 1658"/>
                  <a:gd name="T51" fmla="*/ 0 h 2635"/>
                  <a:gd name="T52" fmla="*/ 0 w 1658"/>
                  <a:gd name="T53" fmla="*/ 0 h 2635"/>
                  <a:gd name="T54" fmla="*/ 0 w 1658"/>
                  <a:gd name="T55" fmla="*/ 0 h 2635"/>
                  <a:gd name="T56" fmla="*/ 0 w 1658"/>
                  <a:gd name="T57" fmla="*/ 0 h 2635"/>
                  <a:gd name="T58" fmla="*/ 0 w 1658"/>
                  <a:gd name="T59" fmla="*/ 0 h 2635"/>
                  <a:gd name="T60" fmla="*/ 0 w 1658"/>
                  <a:gd name="T61" fmla="*/ 0 h 2635"/>
                  <a:gd name="T62" fmla="*/ 0 w 1658"/>
                  <a:gd name="T63" fmla="*/ 0 h 2635"/>
                  <a:gd name="T64" fmla="*/ 0 w 1658"/>
                  <a:gd name="T65" fmla="*/ 0 h 2635"/>
                  <a:gd name="T66" fmla="*/ 0 w 1658"/>
                  <a:gd name="T67" fmla="*/ 0 h 2635"/>
                  <a:gd name="T68" fmla="*/ 0 w 1658"/>
                  <a:gd name="T69" fmla="*/ 0 h 2635"/>
                  <a:gd name="T70" fmla="*/ 0 w 1658"/>
                  <a:gd name="T71" fmla="*/ 0 h 2635"/>
                  <a:gd name="T72" fmla="*/ 0 w 1658"/>
                  <a:gd name="T73" fmla="*/ 0 h 2635"/>
                  <a:gd name="T74" fmla="*/ 0 w 1658"/>
                  <a:gd name="T75" fmla="*/ 0 h 2635"/>
                  <a:gd name="T76" fmla="*/ 0 w 1658"/>
                  <a:gd name="T77" fmla="*/ 0 h 2635"/>
                  <a:gd name="T78" fmla="*/ 0 w 1658"/>
                  <a:gd name="T79" fmla="*/ 0 h 2635"/>
                  <a:gd name="T80" fmla="*/ 0 w 1658"/>
                  <a:gd name="T81" fmla="*/ 0 h 2635"/>
                  <a:gd name="T82" fmla="*/ 0 w 1658"/>
                  <a:gd name="T83" fmla="*/ 0 h 2635"/>
                  <a:gd name="T84" fmla="*/ 0 w 1658"/>
                  <a:gd name="T85" fmla="*/ 0 h 2635"/>
                  <a:gd name="T86" fmla="*/ 0 w 1658"/>
                  <a:gd name="T87" fmla="*/ 0 h 2635"/>
                  <a:gd name="T88" fmla="*/ 0 w 1658"/>
                  <a:gd name="T89" fmla="*/ 0 h 2635"/>
                  <a:gd name="T90" fmla="*/ 0 w 1658"/>
                  <a:gd name="T91" fmla="*/ 0 h 2635"/>
                  <a:gd name="T92" fmla="*/ 0 w 1658"/>
                  <a:gd name="T93" fmla="*/ 0 h 2635"/>
                  <a:gd name="T94" fmla="*/ 0 w 1658"/>
                  <a:gd name="T95" fmla="*/ 0 h 2635"/>
                  <a:gd name="T96" fmla="*/ 0 w 1658"/>
                  <a:gd name="T97" fmla="*/ 0 h 2635"/>
                  <a:gd name="T98" fmla="*/ 0 w 1658"/>
                  <a:gd name="T99" fmla="*/ 0 h 2635"/>
                  <a:gd name="T100" fmla="*/ 0 w 1658"/>
                  <a:gd name="T101" fmla="*/ 0 h 2635"/>
                  <a:gd name="T102" fmla="*/ 0 w 1658"/>
                  <a:gd name="T103" fmla="*/ 0 h 2635"/>
                  <a:gd name="T104" fmla="*/ 0 w 1658"/>
                  <a:gd name="T105" fmla="*/ 0 h 2635"/>
                  <a:gd name="T106" fmla="*/ 0 w 1658"/>
                  <a:gd name="T107" fmla="*/ 0 h 2635"/>
                  <a:gd name="T108" fmla="*/ 0 w 1658"/>
                  <a:gd name="T109" fmla="*/ 0 h 2635"/>
                  <a:gd name="T110" fmla="*/ 0 w 1658"/>
                  <a:gd name="T111" fmla="*/ 0 h 2635"/>
                  <a:gd name="T112" fmla="*/ 0 w 1658"/>
                  <a:gd name="T113" fmla="*/ 0 h 2635"/>
                  <a:gd name="T114" fmla="*/ 0 w 1658"/>
                  <a:gd name="T115" fmla="*/ 0 h 2635"/>
                  <a:gd name="T116" fmla="*/ 0 w 1658"/>
                  <a:gd name="T117" fmla="*/ 0 h 2635"/>
                  <a:gd name="T118" fmla="*/ 0 w 1658"/>
                  <a:gd name="T119" fmla="*/ 0 h 2635"/>
                  <a:gd name="T120" fmla="*/ 0 w 1658"/>
                  <a:gd name="T121" fmla="*/ 0 h 2635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658"/>
                  <a:gd name="T184" fmla="*/ 0 h 2635"/>
                  <a:gd name="T185" fmla="*/ 1658 w 1658"/>
                  <a:gd name="T186" fmla="*/ 2635 h 2635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658" h="2635">
                    <a:moveTo>
                      <a:pt x="7" y="196"/>
                    </a:moveTo>
                    <a:lnTo>
                      <a:pt x="0" y="216"/>
                    </a:lnTo>
                    <a:lnTo>
                      <a:pt x="14" y="231"/>
                    </a:lnTo>
                    <a:lnTo>
                      <a:pt x="58" y="251"/>
                    </a:lnTo>
                    <a:lnTo>
                      <a:pt x="106" y="260"/>
                    </a:lnTo>
                    <a:lnTo>
                      <a:pt x="185" y="260"/>
                    </a:lnTo>
                    <a:lnTo>
                      <a:pt x="291" y="244"/>
                    </a:lnTo>
                    <a:lnTo>
                      <a:pt x="208" y="279"/>
                    </a:lnTo>
                    <a:lnTo>
                      <a:pt x="114" y="292"/>
                    </a:lnTo>
                    <a:lnTo>
                      <a:pt x="35" y="292"/>
                    </a:lnTo>
                    <a:lnTo>
                      <a:pt x="35" y="315"/>
                    </a:lnTo>
                    <a:lnTo>
                      <a:pt x="58" y="341"/>
                    </a:lnTo>
                    <a:lnTo>
                      <a:pt x="114" y="366"/>
                    </a:lnTo>
                    <a:lnTo>
                      <a:pt x="185" y="354"/>
                    </a:lnTo>
                    <a:lnTo>
                      <a:pt x="231" y="385"/>
                    </a:lnTo>
                    <a:lnTo>
                      <a:pt x="226" y="398"/>
                    </a:lnTo>
                    <a:lnTo>
                      <a:pt x="185" y="420"/>
                    </a:lnTo>
                    <a:lnTo>
                      <a:pt x="141" y="426"/>
                    </a:lnTo>
                    <a:lnTo>
                      <a:pt x="220" y="435"/>
                    </a:lnTo>
                    <a:lnTo>
                      <a:pt x="354" y="435"/>
                    </a:lnTo>
                    <a:lnTo>
                      <a:pt x="510" y="414"/>
                    </a:lnTo>
                    <a:lnTo>
                      <a:pt x="611" y="385"/>
                    </a:lnTo>
                    <a:lnTo>
                      <a:pt x="487" y="426"/>
                    </a:lnTo>
                    <a:lnTo>
                      <a:pt x="345" y="456"/>
                    </a:lnTo>
                    <a:lnTo>
                      <a:pt x="244" y="475"/>
                    </a:lnTo>
                    <a:lnTo>
                      <a:pt x="305" y="504"/>
                    </a:lnTo>
                    <a:lnTo>
                      <a:pt x="437" y="523"/>
                    </a:lnTo>
                    <a:lnTo>
                      <a:pt x="543" y="532"/>
                    </a:lnTo>
                    <a:lnTo>
                      <a:pt x="662" y="532"/>
                    </a:lnTo>
                    <a:lnTo>
                      <a:pt x="741" y="511"/>
                    </a:lnTo>
                    <a:lnTo>
                      <a:pt x="625" y="475"/>
                    </a:lnTo>
                    <a:lnTo>
                      <a:pt x="824" y="398"/>
                    </a:lnTo>
                    <a:lnTo>
                      <a:pt x="763" y="370"/>
                    </a:lnTo>
                    <a:lnTo>
                      <a:pt x="875" y="378"/>
                    </a:lnTo>
                    <a:lnTo>
                      <a:pt x="945" y="414"/>
                    </a:lnTo>
                    <a:lnTo>
                      <a:pt x="1029" y="470"/>
                    </a:lnTo>
                    <a:lnTo>
                      <a:pt x="1095" y="511"/>
                    </a:lnTo>
                    <a:lnTo>
                      <a:pt x="1142" y="622"/>
                    </a:lnTo>
                    <a:lnTo>
                      <a:pt x="1204" y="622"/>
                    </a:lnTo>
                    <a:lnTo>
                      <a:pt x="1257" y="609"/>
                    </a:lnTo>
                    <a:lnTo>
                      <a:pt x="1296" y="580"/>
                    </a:lnTo>
                    <a:lnTo>
                      <a:pt x="1331" y="537"/>
                    </a:lnTo>
                    <a:lnTo>
                      <a:pt x="1354" y="511"/>
                    </a:lnTo>
                    <a:lnTo>
                      <a:pt x="1361" y="559"/>
                    </a:lnTo>
                    <a:lnTo>
                      <a:pt x="1347" y="609"/>
                    </a:lnTo>
                    <a:lnTo>
                      <a:pt x="1310" y="651"/>
                    </a:lnTo>
                    <a:lnTo>
                      <a:pt x="1382" y="651"/>
                    </a:lnTo>
                    <a:lnTo>
                      <a:pt x="1446" y="638"/>
                    </a:lnTo>
                    <a:lnTo>
                      <a:pt x="1485" y="651"/>
                    </a:lnTo>
                    <a:lnTo>
                      <a:pt x="1508" y="684"/>
                    </a:lnTo>
                    <a:lnTo>
                      <a:pt x="1523" y="765"/>
                    </a:lnTo>
                    <a:lnTo>
                      <a:pt x="1517" y="936"/>
                    </a:lnTo>
                    <a:lnTo>
                      <a:pt x="1543" y="996"/>
                    </a:lnTo>
                    <a:lnTo>
                      <a:pt x="1580" y="1030"/>
                    </a:lnTo>
                    <a:lnTo>
                      <a:pt x="1591" y="1073"/>
                    </a:lnTo>
                    <a:lnTo>
                      <a:pt x="1559" y="1073"/>
                    </a:lnTo>
                    <a:lnTo>
                      <a:pt x="1469" y="1014"/>
                    </a:lnTo>
                    <a:lnTo>
                      <a:pt x="1354" y="1009"/>
                    </a:lnTo>
                    <a:lnTo>
                      <a:pt x="1287" y="1095"/>
                    </a:lnTo>
                    <a:lnTo>
                      <a:pt x="1268" y="1226"/>
                    </a:lnTo>
                    <a:lnTo>
                      <a:pt x="1340" y="1284"/>
                    </a:lnTo>
                    <a:lnTo>
                      <a:pt x="1319" y="1457"/>
                    </a:lnTo>
                    <a:lnTo>
                      <a:pt x="1361" y="1374"/>
                    </a:lnTo>
                    <a:lnTo>
                      <a:pt x="1460" y="1330"/>
                    </a:lnTo>
                    <a:lnTo>
                      <a:pt x="1422" y="1240"/>
                    </a:lnTo>
                    <a:lnTo>
                      <a:pt x="1340" y="1219"/>
                    </a:lnTo>
                    <a:lnTo>
                      <a:pt x="1409" y="1143"/>
                    </a:lnTo>
                    <a:lnTo>
                      <a:pt x="1508" y="1212"/>
                    </a:lnTo>
                    <a:lnTo>
                      <a:pt x="1479" y="1106"/>
                    </a:lnTo>
                    <a:lnTo>
                      <a:pt x="1517" y="1095"/>
                    </a:lnTo>
                    <a:lnTo>
                      <a:pt x="1422" y="1099"/>
                    </a:lnTo>
                    <a:lnTo>
                      <a:pt x="1303" y="1189"/>
                    </a:lnTo>
                    <a:lnTo>
                      <a:pt x="1319" y="1099"/>
                    </a:lnTo>
                    <a:lnTo>
                      <a:pt x="1367" y="1035"/>
                    </a:lnTo>
                    <a:lnTo>
                      <a:pt x="1460" y="1035"/>
                    </a:lnTo>
                    <a:lnTo>
                      <a:pt x="1559" y="1095"/>
                    </a:lnTo>
                    <a:lnTo>
                      <a:pt x="1564" y="1198"/>
                    </a:lnTo>
                    <a:lnTo>
                      <a:pt x="1543" y="1316"/>
                    </a:lnTo>
                    <a:lnTo>
                      <a:pt x="1469" y="1435"/>
                    </a:lnTo>
                    <a:lnTo>
                      <a:pt x="1446" y="1519"/>
                    </a:lnTo>
                    <a:lnTo>
                      <a:pt x="1361" y="1560"/>
                    </a:lnTo>
                    <a:lnTo>
                      <a:pt x="1296" y="1493"/>
                    </a:lnTo>
                    <a:lnTo>
                      <a:pt x="1220" y="1968"/>
                    </a:lnTo>
                    <a:lnTo>
                      <a:pt x="1163" y="2261"/>
                    </a:lnTo>
                    <a:lnTo>
                      <a:pt x="939" y="2501"/>
                    </a:lnTo>
                    <a:lnTo>
                      <a:pt x="851" y="2635"/>
                    </a:lnTo>
                    <a:lnTo>
                      <a:pt x="958" y="2492"/>
                    </a:lnTo>
                    <a:lnTo>
                      <a:pt x="1257" y="2174"/>
                    </a:lnTo>
                    <a:lnTo>
                      <a:pt x="1446" y="1827"/>
                    </a:lnTo>
                    <a:lnTo>
                      <a:pt x="1430" y="1807"/>
                    </a:lnTo>
                    <a:lnTo>
                      <a:pt x="1382" y="1811"/>
                    </a:lnTo>
                    <a:lnTo>
                      <a:pt x="1384" y="1730"/>
                    </a:lnTo>
                    <a:lnTo>
                      <a:pt x="1494" y="1701"/>
                    </a:lnTo>
                    <a:lnTo>
                      <a:pt x="1494" y="1624"/>
                    </a:lnTo>
                    <a:lnTo>
                      <a:pt x="1591" y="1592"/>
                    </a:lnTo>
                    <a:lnTo>
                      <a:pt x="1619" y="1457"/>
                    </a:lnTo>
                    <a:lnTo>
                      <a:pt x="1658" y="1394"/>
                    </a:lnTo>
                    <a:lnTo>
                      <a:pt x="1580" y="1350"/>
                    </a:lnTo>
                    <a:lnTo>
                      <a:pt x="1573" y="1306"/>
                    </a:lnTo>
                    <a:lnTo>
                      <a:pt x="1591" y="1240"/>
                    </a:lnTo>
                    <a:lnTo>
                      <a:pt x="1591" y="1154"/>
                    </a:lnTo>
                    <a:lnTo>
                      <a:pt x="1580" y="1122"/>
                    </a:lnTo>
                    <a:lnTo>
                      <a:pt x="1642" y="1143"/>
                    </a:lnTo>
                    <a:lnTo>
                      <a:pt x="1619" y="1057"/>
                    </a:lnTo>
                    <a:lnTo>
                      <a:pt x="1564" y="967"/>
                    </a:lnTo>
                    <a:lnTo>
                      <a:pt x="1550" y="897"/>
                    </a:lnTo>
                    <a:lnTo>
                      <a:pt x="1550" y="813"/>
                    </a:lnTo>
                    <a:lnTo>
                      <a:pt x="1543" y="741"/>
                    </a:lnTo>
                    <a:lnTo>
                      <a:pt x="1550" y="700"/>
                    </a:lnTo>
                    <a:lnTo>
                      <a:pt x="1501" y="580"/>
                    </a:lnTo>
                    <a:lnTo>
                      <a:pt x="1418" y="462"/>
                    </a:lnTo>
                    <a:lnTo>
                      <a:pt x="1326" y="389"/>
                    </a:lnTo>
                    <a:lnTo>
                      <a:pt x="1257" y="341"/>
                    </a:lnTo>
                    <a:lnTo>
                      <a:pt x="1227" y="225"/>
                    </a:lnTo>
                    <a:lnTo>
                      <a:pt x="1137" y="147"/>
                    </a:lnTo>
                    <a:lnTo>
                      <a:pt x="1044" y="119"/>
                    </a:lnTo>
                    <a:lnTo>
                      <a:pt x="909" y="40"/>
                    </a:lnTo>
                    <a:lnTo>
                      <a:pt x="747" y="0"/>
                    </a:lnTo>
                    <a:lnTo>
                      <a:pt x="584" y="4"/>
                    </a:lnTo>
                    <a:lnTo>
                      <a:pt x="427" y="36"/>
                    </a:lnTo>
                    <a:lnTo>
                      <a:pt x="298" y="97"/>
                    </a:lnTo>
                    <a:lnTo>
                      <a:pt x="127" y="161"/>
                    </a:lnTo>
                    <a:lnTo>
                      <a:pt x="7" y="1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64" name="Freeform 558"/>
              <p:cNvSpPr>
                <a:spLocks/>
              </p:cNvSpPr>
              <p:nvPr/>
            </p:nvSpPr>
            <p:spPr bwMode="auto">
              <a:xfrm>
                <a:off x="3526" y="1487"/>
                <a:ext cx="56" cy="44"/>
              </a:xfrm>
              <a:custGeom>
                <a:avLst/>
                <a:gdLst>
                  <a:gd name="T0" fmla="*/ 0 w 445"/>
                  <a:gd name="T1" fmla="*/ 0 h 358"/>
                  <a:gd name="T2" fmla="*/ 0 w 445"/>
                  <a:gd name="T3" fmla="*/ 0 h 358"/>
                  <a:gd name="T4" fmla="*/ 0 w 445"/>
                  <a:gd name="T5" fmla="*/ 0 h 358"/>
                  <a:gd name="T6" fmla="*/ 0 w 445"/>
                  <a:gd name="T7" fmla="*/ 0 h 358"/>
                  <a:gd name="T8" fmla="*/ 0 w 445"/>
                  <a:gd name="T9" fmla="*/ 0 h 358"/>
                  <a:gd name="T10" fmla="*/ 0 w 445"/>
                  <a:gd name="T11" fmla="*/ 0 h 358"/>
                  <a:gd name="T12" fmla="*/ 0 w 445"/>
                  <a:gd name="T13" fmla="*/ 0 h 358"/>
                  <a:gd name="T14" fmla="*/ 0 w 445"/>
                  <a:gd name="T15" fmla="*/ 0 h 358"/>
                  <a:gd name="T16" fmla="*/ 0 w 445"/>
                  <a:gd name="T17" fmla="*/ 0 h 358"/>
                  <a:gd name="T18" fmla="*/ 0 w 445"/>
                  <a:gd name="T19" fmla="*/ 0 h 358"/>
                  <a:gd name="T20" fmla="*/ 0 w 445"/>
                  <a:gd name="T21" fmla="*/ 0 h 358"/>
                  <a:gd name="T22" fmla="*/ 0 w 445"/>
                  <a:gd name="T23" fmla="*/ 0 h 358"/>
                  <a:gd name="T24" fmla="*/ 0 w 445"/>
                  <a:gd name="T25" fmla="*/ 0 h 358"/>
                  <a:gd name="T26" fmla="*/ 0 w 445"/>
                  <a:gd name="T27" fmla="*/ 0 h 358"/>
                  <a:gd name="T28" fmla="*/ 0 w 445"/>
                  <a:gd name="T29" fmla="*/ 0 h 358"/>
                  <a:gd name="T30" fmla="*/ 0 w 445"/>
                  <a:gd name="T31" fmla="*/ 0 h 358"/>
                  <a:gd name="T32" fmla="*/ 0 w 445"/>
                  <a:gd name="T33" fmla="*/ 0 h 358"/>
                  <a:gd name="T34" fmla="*/ 0 w 445"/>
                  <a:gd name="T35" fmla="*/ 0 h 358"/>
                  <a:gd name="T36" fmla="*/ 0 w 445"/>
                  <a:gd name="T37" fmla="*/ 0 h 358"/>
                  <a:gd name="T38" fmla="*/ 0 w 445"/>
                  <a:gd name="T39" fmla="*/ 0 h 358"/>
                  <a:gd name="T40" fmla="*/ 0 w 445"/>
                  <a:gd name="T41" fmla="*/ 0 h 358"/>
                  <a:gd name="T42" fmla="*/ 0 w 445"/>
                  <a:gd name="T43" fmla="*/ 0 h 358"/>
                  <a:gd name="T44" fmla="*/ 0 w 445"/>
                  <a:gd name="T45" fmla="*/ 0 h 358"/>
                  <a:gd name="T46" fmla="*/ 0 w 445"/>
                  <a:gd name="T47" fmla="*/ 0 h 358"/>
                  <a:gd name="T48" fmla="*/ 0 w 445"/>
                  <a:gd name="T49" fmla="*/ 0 h 358"/>
                  <a:gd name="T50" fmla="*/ 0 w 445"/>
                  <a:gd name="T51" fmla="*/ 0 h 358"/>
                  <a:gd name="T52" fmla="*/ 0 w 445"/>
                  <a:gd name="T53" fmla="*/ 0 h 358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445"/>
                  <a:gd name="T82" fmla="*/ 0 h 358"/>
                  <a:gd name="T83" fmla="*/ 445 w 445"/>
                  <a:gd name="T84" fmla="*/ 358 h 358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445" h="358">
                    <a:moveTo>
                      <a:pt x="141" y="27"/>
                    </a:moveTo>
                    <a:lnTo>
                      <a:pt x="69" y="48"/>
                    </a:lnTo>
                    <a:lnTo>
                      <a:pt x="0" y="113"/>
                    </a:lnTo>
                    <a:lnTo>
                      <a:pt x="84" y="113"/>
                    </a:lnTo>
                    <a:lnTo>
                      <a:pt x="42" y="209"/>
                    </a:lnTo>
                    <a:lnTo>
                      <a:pt x="93" y="233"/>
                    </a:lnTo>
                    <a:lnTo>
                      <a:pt x="127" y="358"/>
                    </a:lnTo>
                    <a:lnTo>
                      <a:pt x="115" y="222"/>
                    </a:lnTo>
                    <a:lnTo>
                      <a:pt x="163" y="180"/>
                    </a:lnTo>
                    <a:lnTo>
                      <a:pt x="240" y="161"/>
                    </a:lnTo>
                    <a:lnTo>
                      <a:pt x="316" y="161"/>
                    </a:lnTo>
                    <a:lnTo>
                      <a:pt x="385" y="173"/>
                    </a:lnTo>
                    <a:lnTo>
                      <a:pt x="445" y="209"/>
                    </a:lnTo>
                    <a:lnTo>
                      <a:pt x="374" y="161"/>
                    </a:lnTo>
                    <a:lnTo>
                      <a:pt x="268" y="134"/>
                    </a:lnTo>
                    <a:lnTo>
                      <a:pt x="189" y="134"/>
                    </a:lnTo>
                    <a:lnTo>
                      <a:pt x="99" y="161"/>
                    </a:lnTo>
                    <a:lnTo>
                      <a:pt x="106" y="119"/>
                    </a:lnTo>
                    <a:lnTo>
                      <a:pt x="150" y="90"/>
                    </a:lnTo>
                    <a:lnTo>
                      <a:pt x="62" y="90"/>
                    </a:lnTo>
                    <a:lnTo>
                      <a:pt x="99" y="64"/>
                    </a:lnTo>
                    <a:lnTo>
                      <a:pt x="163" y="33"/>
                    </a:lnTo>
                    <a:lnTo>
                      <a:pt x="219" y="42"/>
                    </a:lnTo>
                    <a:lnTo>
                      <a:pt x="316" y="64"/>
                    </a:lnTo>
                    <a:lnTo>
                      <a:pt x="247" y="20"/>
                    </a:lnTo>
                    <a:lnTo>
                      <a:pt x="163" y="0"/>
                    </a:lnTo>
                    <a:lnTo>
                      <a:pt x="141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65" name="Freeform 559"/>
              <p:cNvSpPr>
                <a:spLocks/>
              </p:cNvSpPr>
              <p:nvPr/>
            </p:nvSpPr>
            <p:spPr bwMode="auto">
              <a:xfrm>
                <a:off x="3544" y="1538"/>
                <a:ext cx="48" cy="38"/>
              </a:xfrm>
              <a:custGeom>
                <a:avLst/>
                <a:gdLst>
                  <a:gd name="T0" fmla="*/ 0 w 387"/>
                  <a:gd name="T1" fmla="*/ 0 h 303"/>
                  <a:gd name="T2" fmla="*/ 0 w 387"/>
                  <a:gd name="T3" fmla="*/ 0 h 303"/>
                  <a:gd name="T4" fmla="*/ 0 w 387"/>
                  <a:gd name="T5" fmla="*/ 0 h 303"/>
                  <a:gd name="T6" fmla="*/ 0 w 387"/>
                  <a:gd name="T7" fmla="*/ 0 h 303"/>
                  <a:gd name="T8" fmla="*/ 0 w 387"/>
                  <a:gd name="T9" fmla="*/ 0 h 303"/>
                  <a:gd name="T10" fmla="*/ 0 w 387"/>
                  <a:gd name="T11" fmla="*/ 0 h 303"/>
                  <a:gd name="T12" fmla="*/ 0 w 387"/>
                  <a:gd name="T13" fmla="*/ 0 h 303"/>
                  <a:gd name="T14" fmla="*/ 0 w 387"/>
                  <a:gd name="T15" fmla="*/ 0 h 303"/>
                  <a:gd name="T16" fmla="*/ 0 w 387"/>
                  <a:gd name="T17" fmla="*/ 0 h 303"/>
                  <a:gd name="T18" fmla="*/ 0 w 387"/>
                  <a:gd name="T19" fmla="*/ 0 h 303"/>
                  <a:gd name="T20" fmla="*/ 0 w 387"/>
                  <a:gd name="T21" fmla="*/ 0 h 303"/>
                  <a:gd name="T22" fmla="*/ 0 w 387"/>
                  <a:gd name="T23" fmla="*/ 0 h 303"/>
                  <a:gd name="T24" fmla="*/ 0 w 387"/>
                  <a:gd name="T25" fmla="*/ 0 h 303"/>
                  <a:gd name="T26" fmla="*/ 0 w 387"/>
                  <a:gd name="T27" fmla="*/ 0 h 303"/>
                  <a:gd name="T28" fmla="*/ 0 w 387"/>
                  <a:gd name="T29" fmla="*/ 0 h 303"/>
                  <a:gd name="T30" fmla="*/ 0 w 387"/>
                  <a:gd name="T31" fmla="*/ 0 h 303"/>
                  <a:gd name="T32" fmla="*/ 0 w 387"/>
                  <a:gd name="T33" fmla="*/ 0 h 303"/>
                  <a:gd name="T34" fmla="*/ 0 w 387"/>
                  <a:gd name="T35" fmla="*/ 0 h 303"/>
                  <a:gd name="T36" fmla="*/ 0 w 387"/>
                  <a:gd name="T37" fmla="*/ 0 h 303"/>
                  <a:gd name="T38" fmla="*/ 0 w 387"/>
                  <a:gd name="T39" fmla="*/ 0 h 303"/>
                  <a:gd name="T40" fmla="*/ 0 w 387"/>
                  <a:gd name="T41" fmla="*/ 0 h 303"/>
                  <a:gd name="T42" fmla="*/ 0 w 387"/>
                  <a:gd name="T43" fmla="*/ 0 h 303"/>
                  <a:gd name="T44" fmla="*/ 0 w 387"/>
                  <a:gd name="T45" fmla="*/ 0 h 303"/>
                  <a:gd name="T46" fmla="*/ 0 w 387"/>
                  <a:gd name="T47" fmla="*/ 0 h 303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387"/>
                  <a:gd name="T73" fmla="*/ 0 h 303"/>
                  <a:gd name="T74" fmla="*/ 387 w 387"/>
                  <a:gd name="T75" fmla="*/ 303 h 303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387" h="303">
                    <a:moveTo>
                      <a:pt x="22" y="18"/>
                    </a:moveTo>
                    <a:lnTo>
                      <a:pt x="115" y="0"/>
                    </a:lnTo>
                    <a:lnTo>
                      <a:pt x="191" y="18"/>
                    </a:lnTo>
                    <a:lnTo>
                      <a:pt x="244" y="53"/>
                    </a:lnTo>
                    <a:lnTo>
                      <a:pt x="281" y="92"/>
                    </a:lnTo>
                    <a:lnTo>
                      <a:pt x="288" y="138"/>
                    </a:lnTo>
                    <a:lnTo>
                      <a:pt x="281" y="156"/>
                    </a:lnTo>
                    <a:lnTo>
                      <a:pt x="255" y="152"/>
                    </a:lnTo>
                    <a:lnTo>
                      <a:pt x="219" y="130"/>
                    </a:lnTo>
                    <a:lnTo>
                      <a:pt x="175" y="92"/>
                    </a:lnTo>
                    <a:lnTo>
                      <a:pt x="127" y="87"/>
                    </a:lnTo>
                    <a:lnTo>
                      <a:pt x="172" y="152"/>
                    </a:lnTo>
                    <a:lnTo>
                      <a:pt x="191" y="207"/>
                    </a:lnTo>
                    <a:lnTo>
                      <a:pt x="182" y="260"/>
                    </a:lnTo>
                    <a:lnTo>
                      <a:pt x="360" y="290"/>
                    </a:lnTo>
                    <a:lnTo>
                      <a:pt x="387" y="303"/>
                    </a:lnTo>
                    <a:lnTo>
                      <a:pt x="147" y="276"/>
                    </a:lnTo>
                    <a:lnTo>
                      <a:pt x="163" y="239"/>
                    </a:lnTo>
                    <a:lnTo>
                      <a:pt x="156" y="191"/>
                    </a:lnTo>
                    <a:lnTo>
                      <a:pt x="121" y="130"/>
                    </a:lnTo>
                    <a:lnTo>
                      <a:pt x="83" y="87"/>
                    </a:lnTo>
                    <a:lnTo>
                      <a:pt x="16" y="53"/>
                    </a:lnTo>
                    <a:lnTo>
                      <a:pt x="0" y="9"/>
                    </a:lnTo>
                    <a:lnTo>
                      <a:pt x="22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66" name="Freeform 560"/>
              <p:cNvSpPr>
                <a:spLocks/>
              </p:cNvSpPr>
              <p:nvPr/>
            </p:nvSpPr>
            <p:spPr bwMode="auto">
              <a:xfrm>
                <a:off x="3554" y="1572"/>
                <a:ext cx="27" cy="40"/>
              </a:xfrm>
              <a:custGeom>
                <a:avLst/>
                <a:gdLst>
                  <a:gd name="T0" fmla="*/ 0 w 214"/>
                  <a:gd name="T1" fmla="*/ 0 h 313"/>
                  <a:gd name="T2" fmla="*/ 0 w 214"/>
                  <a:gd name="T3" fmla="*/ 0 h 313"/>
                  <a:gd name="T4" fmla="*/ 0 w 214"/>
                  <a:gd name="T5" fmla="*/ 0 h 313"/>
                  <a:gd name="T6" fmla="*/ 0 w 214"/>
                  <a:gd name="T7" fmla="*/ 0 h 313"/>
                  <a:gd name="T8" fmla="*/ 0 w 214"/>
                  <a:gd name="T9" fmla="*/ 0 h 313"/>
                  <a:gd name="T10" fmla="*/ 0 w 214"/>
                  <a:gd name="T11" fmla="*/ 0 h 3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4"/>
                  <a:gd name="T19" fmla="*/ 0 h 313"/>
                  <a:gd name="T20" fmla="*/ 214 w 214"/>
                  <a:gd name="T21" fmla="*/ 313 h 31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4" h="313">
                    <a:moveTo>
                      <a:pt x="89" y="0"/>
                    </a:moveTo>
                    <a:lnTo>
                      <a:pt x="0" y="179"/>
                    </a:lnTo>
                    <a:lnTo>
                      <a:pt x="9" y="313"/>
                    </a:lnTo>
                    <a:lnTo>
                      <a:pt x="214" y="65"/>
                    </a:lnTo>
                    <a:lnTo>
                      <a:pt x="214" y="14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67" name="Freeform 561"/>
              <p:cNvSpPr>
                <a:spLocks/>
              </p:cNvSpPr>
              <p:nvPr/>
            </p:nvSpPr>
            <p:spPr bwMode="auto">
              <a:xfrm>
                <a:off x="3464" y="1673"/>
                <a:ext cx="107" cy="80"/>
              </a:xfrm>
              <a:custGeom>
                <a:avLst/>
                <a:gdLst>
                  <a:gd name="T0" fmla="*/ 0 w 857"/>
                  <a:gd name="T1" fmla="*/ 0 h 640"/>
                  <a:gd name="T2" fmla="*/ 0 w 857"/>
                  <a:gd name="T3" fmla="*/ 0 h 640"/>
                  <a:gd name="T4" fmla="*/ 0 w 857"/>
                  <a:gd name="T5" fmla="*/ 0 h 640"/>
                  <a:gd name="T6" fmla="*/ 0 w 857"/>
                  <a:gd name="T7" fmla="*/ 0 h 640"/>
                  <a:gd name="T8" fmla="*/ 0 w 857"/>
                  <a:gd name="T9" fmla="*/ 0 h 640"/>
                  <a:gd name="T10" fmla="*/ 0 w 857"/>
                  <a:gd name="T11" fmla="*/ 0 h 640"/>
                  <a:gd name="T12" fmla="*/ 0 w 857"/>
                  <a:gd name="T13" fmla="*/ 0 h 640"/>
                  <a:gd name="T14" fmla="*/ 0 w 857"/>
                  <a:gd name="T15" fmla="*/ 0 h 640"/>
                  <a:gd name="T16" fmla="*/ 0 w 857"/>
                  <a:gd name="T17" fmla="*/ 0 h 640"/>
                  <a:gd name="T18" fmla="*/ 0 w 857"/>
                  <a:gd name="T19" fmla="*/ 0 h 640"/>
                  <a:gd name="T20" fmla="*/ 0 w 857"/>
                  <a:gd name="T21" fmla="*/ 0 h 640"/>
                  <a:gd name="T22" fmla="*/ 0 w 857"/>
                  <a:gd name="T23" fmla="*/ 0 h 640"/>
                  <a:gd name="T24" fmla="*/ 0 w 857"/>
                  <a:gd name="T25" fmla="*/ 0 h 640"/>
                  <a:gd name="T26" fmla="*/ 0 w 857"/>
                  <a:gd name="T27" fmla="*/ 0 h 640"/>
                  <a:gd name="T28" fmla="*/ 0 w 857"/>
                  <a:gd name="T29" fmla="*/ 0 h 640"/>
                  <a:gd name="T30" fmla="*/ 0 w 857"/>
                  <a:gd name="T31" fmla="*/ 0 h 640"/>
                  <a:gd name="T32" fmla="*/ 0 w 857"/>
                  <a:gd name="T33" fmla="*/ 0 h 640"/>
                  <a:gd name="T34" fmla="*/ 0 w 857"/>
                  <a:gd name="T35" fmla="*/ 0 h 640"/>
                  <a:gd name="T36" fmla="*/ 0 w 857"/>
                  <a:gd name="T37" fmla="*/ 0 h 640"/>
                  <a:gd name="T38" fmla="*/ 0 w 857"/>
                  <a:gd name="T39" fmla="*/ 0 h 640"/>
                  <a:gd name="T40" fmla="*/ 0 w 857"/>
                  <a:gd name="T41" fmla="*/ 0 h 640"/>
                  <a:gd name="T42" fmla="*/ 0 w 857"/>
                  <a:gd name="T43" fmla="*/ 0 h 640"/>
                  <a:gd name="T44" fmla="*/ 0 w 857"/>
                  <a:gd name="T45" fmla="*/ 0 h 640"/>
                  <a:gd name="T46" fmla="*/ 0 w 857"/>
                  <a:gd name="T47" fmla="*/ 0 h 640"/>
                  <a:gd name="T48" fmla="*/ 0 w 857"/>
                  <a:gd name="T49" fmla="*/ 0 h 640"/>
                  <a:gd name="T50" fmla="*/ 0 w 857"/>
                  <a:gd name="T51" fmla="*/ 0 h 640"/>
                  <a:gd name="T52" fmla="*/ 0 w 857"/>
                  <a:gd name="T53" fmla="*/ 0 h 640"/>
                  <a:gd name="T54" fmla="*/ 0 w 857"/>
                  <a:gd name="T55" fmla="*/ 0 h 640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857"/>
                  <a:gd name="T85" fmla="*/ 0 h 640"/>
                  <a:gd name="T86" fmla="*/ 857 w 857"/>
                  <a:gd name="T87" fmla="*/ 640 h 640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857" h="640">
                    <a:moveTo>
                      <a:pt x="857" y="0"/>
                    </a:moveTo>
                    <a:lnTo>
                      <a:pt x="749" y="53"/>
                    </a:lnTo>
                    <a:lnTo>
                      <a:pt x="648" y="198"/>
                    </a:lnTo>
                    <a:lnTo>
                      <a:pt x="514" y="187"/>
                    </a:lnTo>
                    <a:lnTo>
                      <a:pt x="470" y="260"/>
                    </a:lnTo>
                    <a:lnTo>
                      <a:pt x="415" y="297"/>
                    </a:lnTo>
                    <a:lnTo>
                      <a:pt x="276" y="288"/>
                    </a:lnTo>
                    <a:lnTo>
                      <a:pt x="186" y="321"/>
                    </a:lnTo>
                    <a:lnTo>
                      <a:pt x="118" y="345"/>
                    </a:lnTo>
                    <a:lnTo>
                      <a:pt x="48" y="345"/>
                    </a:lnTo>
                    <a:lnTo>
                      <a:pt x="0" y="317"/>
                    </a:lnTo>
                    <a:lnTo>
                      <a:pt x="48" y="359"/>
                    </a:lnTo>
                    <a:lnTo>
                      <a:pt x="105" y="366"/>
                    </a:lnTo>
                    <a:lnTo>
                      <a:pt x="223" y="366"/>
                    </a:lnTo>
                    <a:lnTo>
                      <a:pt x="294" y="391"/>
                    </a:lnTo>
                    <a:lnTo>
                      <a:pt x="382" y="514"/>
                    </a:lnTo>
                    <a:lnTo>
                      <a:pt x="507" y="611"/>
                    </a:lnTo>
                    <a:lnTo>
                      <a:pt x="527" y="640"/>
                    </a:lnTo>
                    <a:lnTo>
                      <a:pt x="564" y="615"/>
                    </a:lnTo>
                    <a:lnTo>
                      <a:pt x="555" y="550"/>
                    </a:lnTo>
                    <a:lnTo>
                      <a:pt x="544" y="461"/>
                    </a:lnTo>
                    <a:lnTo>
                      <a:pt x="555" y="380"/>
                    </a:lnTo>
                    <a:lnTo>
                      <a:pt x="569" y="327"/>
                    </a:lnTo>
                    <a:lnTo>
                      <a:pt x="630" y="267"/>
                    </a:lnTo>
                    <a:lnTo>
                      <a:pt x="685" y="226"/>
                    </a:lnTo>
                    <a:lnTo>
                      <a:pt x="738" y="132"/>
                    </a:lnTo>
                    <a:lnTo>
                      <a:pt x="800" y="57"/>
                    </a:lnTo>
                    <a:lnTo>
                      <a:pt x="85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68" name="Freeform 562"/>
              <p:cNvSpPr>
                <a:spLocks/>
              </p:cNvSpPr>
              <p:nvPr/>
            </p:nvSpPr>
            <p:spPr bwMode="auto">
              <a:xfrm>
                <a:off x="3547" y="1625"/>
                <a:ext cx="9" cy="43"/>
              </a:xfrm>
              <a:custGeom>
                <a:avLst/>
                <a:gdLst>
                  <a:gd name="T0" fmla="*/ 0 w 72"/>
                  <a:gd name="T1" fmla="*/ 0 h 339"/>
                  <a:gd name="T2" fmla="*/ 0 w 72"/>
                  <a:gd name="T3" fmla="*/ 0 h 339"/>
                  <a:gd name="T4" fmla="*/ 0 w 72"/>
                  <a:gd name="T5" fmla="*/ 0 h 339"/>
                  <a:gd name="T6" fmla="*/ 0 w 72"/>
                  <a:gd name="T7" fmla="*/ 0 h 33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2"/>
                  <a:gd name="T13" fmla="*/ 0 h 339"/>
                  <a:gd name="T14" fmla="*/ 72 w 72"/>
                  <a:gd name="T15" fmla="*/ 339 h 33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2" h="339">
                    <a:moveTo>
                      <a:pt x="56" y="0"/>
                    </a:moveTo>
                    <a:lnTo>
                      <a:pt x="0" y="339"/>
                    </a:lnTo>
                    <a:lnTo>
                      <a:pt x="72" y="117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69" name="Freeform 563"/>
              <p:cNvSpPr>
                <a:spLocks/>
              </p:cNvSpPr>
              <p:nvPr/>
            </p:nvSpPr>
            <p:spPr bwMode="auto">
              <a:xfrm>
                <a:off x="3437" y="1527"/>
                <a:ext cx="94" cy="23"/>
              </a:xfrm>
              <a:custGeom>
                <a:avLst/>
                <a:gdLst>
                  <a:gd name="T0" fmla="*/ 0 w 747"/>
                  <a:gd name="T1" fmla="*/ 0 h 189"/>
                  <a:gd name="T2" fmla="*/ 0 w 747"/>
                  <a:gd name="T3" fmla="*/ 0 h 189"/>
                  <a:gd name="T4" fmla="*/ 0 w 747"/>
                  <a:gd name="T5" fmla="*/ 0 h 189"/>
                  <a:gd name="T6" fmla="*/ 0 w 747"/>
                  <a:gd name="T7" fmla="*/ 0 h 189"/>
                  <a:gd name="T8" fmla="*/ 0 w 747"/>
                  <a:gd name="T9" fmla="*/ 0 h 189"/>
                  <a:gd name="T10" fmla="*/ 0 w 747"/>
                  <a:gd name="T11" fmla="*/ 0 h 189"/>
                  <a:gd name="T12" fmla="*/ 0 w 747"/>
                  <a:gd name="T13" fmla="*/ 0 h 189"/>
                  <a:gd name="T14" fmla="*/ 0 w 747"/>
                  <a:gd name="T15" fmla="*/ 0 h 189"/>
                  <a:gd name="T16" fmla="*/ 0 w 747"/>
                  <a:gd name="T17" fmla="*/ 0 h 189"/>
                  <a:gd name="T18" fmla="*/ 0 w 747"/>
                  <a:gd name="T19" fmla="*/ 0 h 18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47"/>
                  <a:gd name="T31" fmla="*/ 0 h 189"/>
                  <a:gd name="T32" fmla="*/ 747 w 747"/>
                  <a:gd name="T33" fmla="*/ 189 h 18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47" h="189">
                    <a:moveTo>
                      <a:pt x="0" y="189"/>
                    </a:moveTo>
                    <a:lnTo>
                      <a:pt x="38" y="145"/>
                    </a:lnTo>
                    <a:lnTo>
                      <a:pt x="95" y="117"/>
                    </a:lnTo>
                    <a:lnTo>
                      <a:pt x="189" y="97"/>
                    </a:lnTo>
                    <a:lnTo>
                      <a:pt x="341" y="78"/>
                    </a:lnTo>
                    <a:lnTo>
                      <a:pt x="460" y="39"/>
                    </a:lnTo>
                    <a:lnTo>
                      <a:pt x="581" y="0"/>
                    </a:lnTo>
                    <a:lnTo>
                      <a:pt x="664" y="0"/>
                    </a:lnTo>
                    <a:lnTo>
                      <a:pt x="715" y="29"/>
                    </a:lnTo>
                    <a:lnTo>
                      <a:pt x="747" y="4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70" name="Freeform 564"/>
              <p:cNvSpPr>
                <a:spLocks/>
              </p:cNvSpPr>
              <p:nvPr/>
            </p:nvSpPr>
            <p:spPr bwMode="auto">
              <a:xfrm>
                <a:off x="3458" y="1519"/>
                <a:ext cx="70" cy="14"/>
              </a:xfrm>
              <a:custGeom>
                <a:avLst/>
                <a:gdLst>
                  <a:gd name="T0" fmla="*/ 0 w 563"/>
                  <a:gd name="T1" fmla="*/ 0 h 118"/>
                  <a:gd name="T2" fmla="*/ 0 w 563"/>
                  <a:gd name="T3" fmla="*/ 0 h 118"/>
                  <a:gd name="T4" fmla="*/ 0 w 563"/>
                  <a:gd name="T5" fmla="*/ 0 h 118"/>
                  <a:gd name="T6" fmla="*/ 0 w 563"/>
                  <a:gd name="T7" fmla="*/ 0 h 118"/>
                  <a:gd name="T8" fmla="*/ 0 w 563"/>
                  <a:gd name="T9" fmla="*/ 0 h 118"/>
                  <a:gd name="T10" fmla="*/ 0 w 563"/>
                  <a:gd name="T11" fmla="*/ 0 h 118"/>
                  <a:gd name="T12" fmla="*/ 0 w 563"/>
                  <a:gd name="T13" fmla="*/ 0 h 1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63"/>
                  <a:gd name="T22" fmla="*/ 0 h 118"/>
                  <a:gd name="T23" fmla="*/ 563 w 563"/>
                  <a:gd name="T24" fmla="*/ 118 h 1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63" h="118">
                    <a:moveTo>
                      <a:pt x="0" y="118"/>
                    </a:moveTo>
                    <a:lnTo>
                      <a:pt x="134" y="94"/>
                    </a:lnTo>
                    <a:lnTo>
                      <a:pt x="266" y="41"/>
                    </a:lnTo>
                    <a:lnTo>
                      <a:pt x="362" y="4"/>
                    </a:lnTo>
                    <a:lnTo>
                      <a:pt x="436" y="0"/>
                    </a:lnTo>
                    <a:lnTo>
                      <a:pt x="496" y="17"/>
                    </a:lnTo>
                    <a:lnTo>
                      <a:pt x="563" y="4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71" name="Freeform 565"/>
              <p:cNvSpPr>
                <a:spLocks/>
              </p:cNvSpPr>
              <p:nvPr/>
            </p:nvSpPr>
            <p:spPr bwMode="auto">
              <a:xfrm>
                <a:off x="3484" y="1512"/>
                <a:ext cx="35" cy="7"/>
              </a:xfrm>
              <a:custGeom>
                <a:avLst/>
                <a:gdLst>
                  <a:gd name="T0" fmla="*/ 0 w 279"/>
                  <a:gd name="T1" fmla="*/ 0 h 62"/>
                  <a:gd name="T2" fmla="*/ 0 w 279"/>
                  <a:gd name="T3" fmla="*/ 0 h 62"/>
                  <a:gd name="T4" fmla="*/ 0 w 279"/>
                  <a:gd name="T5" fmla="*/ 0 h 62"/>
                  <a:gd name="T6" fmla="*/ 0 w 279"/>
                  <a:gd name="T7" fmla="*/ 0 h 6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79"/>
                  <a:gd name="T13" fmla="*/ 0 h 62"/>
                  <a:gd name="T14" fmla="*/ 279 w 279"/>
                  <a:gd name="T15" fmla="*/ 62 h 6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79" h="62">
                    <a:moveTo>
                      <a:pt x="0" y="62"/>
                    </a:moveTo>
                    <a:lnTo>
                      <a:pt x="161" y="7"/>
                    </a:lnTo>
                    <a:lnTo>
                      <a:pt x="223" y="0"/>
                    </a:lnTo>
                    <a:lnTo>
                      <a:pt x="279" y="1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72" name="Freeform 566"/>
              <p:cNvSpPr>
                <a:spLocks/>
              </p:cNvSpPr>
              <p:nvPr/>
            </p:nvSpPr>
            <p:spPr bwMode="auto">
              <a:xfrm>
                <a:off x="3524" y="1556"/>
                <a:ext cx="13" cy="16"/>
              </a:xfrm>
              <a:custGeom>
                <a:avLst/>
                <a:gdLst>
                  <a:gd name="T0" fmla="*/ 0 w 105"/>
                  <a:gd name="T1" fmla="*/ 0 h 128"/>
                  <a:gd name="T2" fmla="*/ 0 w 105"/>
                  <a:gd name="T3" fmla="*/ 0 h 128"/>
                  <a:gd name="T4" fmla="*/ 0 w 105"/>
                  <a:gd name="T5" fmla="*/ 0 h 128"/>
                  <a:gd name="T6" fmla="*/ 0 w 105"/>
                  <a:gd name="T7" fmla="*/ 0 h 128"/>
                  <a:gd name="T8" fmla="*/ 0 w 105"/>
                  <a:gd name="T9" fmla="*/ 0 h 1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5"/>
                  <a:gd name="T16" fmla="*/ 0 h 128"/>
                  <a:gd name="T17" fmla="*/ 105 w 105"/>
                  <a:gd name="T18" fmla="*/ 128 h 1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5" h="128">
                    <a:moveTo>
                      <a:pt x="0" y="0"/>
                    </a:moveTo>
                    <a:lnTo>
                      <a:pt x="0" y="101"/>
                    </a:lnTo>
                    <a:lnTo>
                      <a:pt x="52" y="128"/>
                    </a:lnTo>
                    <a:lnTo>
                      <a:pt x="105" y="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73" name="Freeform 567"/>
              <p:cNvSpPr>
                <a:spLocks/>
              </p:cNvSpPr>
              <p:nvPr/>
            </p:nvSpPr>
            <p:spPr bwMode="auto">
              <a:xfrm>
                <a:off x="3653" y="1758"/>
                <a:ext cx="266" cy="472"/>
              </a:xfrm>
              <a:custGeom>
                <a:avLst/>
                <a:gdLst>
                  <a:gd name="T0" fmla="*/ 0 w 2124"/>
                  <a:gd name="T1" fmla="*/ 0 h 3774"/>
                  <a:gd name="T2" fmla="*/ 0 w 2124"/>
                  <a:gd name="T3" fmla="*/ 0 h 3774"/>
                  <a:gd name="T4" fmla="*/ 0 w 2124"/>
                  <a:gd name="T5" fmla="*/ 0 h 3774"/>
                  <a:gd name="T6" fmla="*/ 0 w 2124"/>
                  <a:gd name="T7" fmla="*/ 0 h 3774"/>
                  <a:gd name="T8" fmla="*/ 0 w 2124"/>
                  <a:gd name="T9" fmla="*/ 0 h 3774"/>
                  <a:gd name="T10" fmla="*/ 0 w 2124"/>
                  <a:gd name="T11" fmla="*/ 0 h 3774"/>
                  <a:gd name="T12" fmla="*/ 0 w 2124"/>
                  <a:gd name="T13" fmla="*/ 0 h 3774"/>
                  <a:gd name="T14" fmla="*/ 0 w 2124"/>
                  <a:gd name="T15" fmla="*/ 0 h 3774"/>
                  <a:gd name="T16" fmla="*/ 0 w 2124"/>
                  <a:gd name="T17" fmla="*/ 0 h 3774"/>
                  <a:gd name="T18" fmla="*/ 0 w 2124"/>
                  <a:gd name="T19" fmla="*/ 0 h 3774"/>
                  <a:gd name="T20" fmla="*/ 0 w 2124"/>
                  <a:gd name="T21" fmla="*/ 0 h 3774"/>
                  <a:gd name="T22" fmla="*/ 0 w 2124"/>
                  <a:gd name="T23" fmla="*/ 0 h 3774"/>
                  <a:gd name="T24" fmla="*/ 0 w 2124"/>
                  <a:gd name="T25" fmla="*/ 0 h 3774"/>
                  <a:gd name="T26" fmla="*/ 0 w 2124"/>
                  <a:gd name="T27" fmla="*/ 0 h 3774"/>
                  <a:gd name="T28" fmla="*/ 0 w 2124"/>
                  <a:gd name="T29" fmla="*/ 0 h 3774"/>
                  <a:gd name="T30" fmla="*/ 0 w 2124"/>
                  <a:gd name="T31" fmla="*/ 0 h 3774"/>
                  <a:gd name="T32" fmla="*/ 0 w 2124"/>
                  <a:gd name="T33" fmla="*/ 0 h 3774"/>
                  <a:gd name="T34" fmla="*/ 0 w 2124"/>
                  <a:gd name="T35" fmla="*/ 0 h 3774"/>
                  <a:gd name="T36" fmla="*/ 0 w 2124"/>
                  <a:gd name="T37" fmla="*/ 0 h 3774"/>
                  <a:gd name="T38" fmla="*/ 0 w 2124"/>
                  <a:gd name="T39" fmla="*/ 0 h 3774"/>
                  <a:gd name="T40" fmla="*/ 0 w 2124"/>
                  <a:gd name="T41" fmla="*/ 0 h 3774"/>
                  <a:gd name="T42" fmla="*/ 0 w 2124"/>
                  <a:gd name="T43" fmla="*/ 0 h 3774"/>
                  <a:gd name="T44" fmla="*/ 0 w 2124"/>
                  <a:gd name="T45" fmla="*/ 0 h 3774"/>
                  <a:gd name="T46" fmla="*/ 0 w 2124"/>
                  <a:gd name="T47" fmla="*/ 0 h 3774"/>
                  <a:gd name="T48" fmla="*/ 0 w 2124"/>
                  <a:gd name="T49" fmla="*/ 0 h 3774"/>
                  <a:gd name="T50" fmla="*/ 0 w 2124"/>
                  <a:gd name="T51" fmla="*/ 0 h 3774"/>
                  <a:gd name="T52" fmla="*/ 0 w 2124"/>
                  <a:gd name="T53" fmla="*/ 0 h 3774"/>
                  <a:gd name="T54" fmla="*/ 0 w 2124"/>
                  <a:gd name="T55" fmla="*/ 0 h 3774"/>
                  <a:gd name="T56" fmla="*/ 0 w 2124"/>
                  <a:gd name="T57" fmla="*/ 0 h 3774"/>
                  <a:gd name="T58" fmla="*/ 0 w 2124"/>
                  <a:gd name="T59" fmla="*/ 0 h 377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2124"/>
                  <a:gd name="T91" fmla="*/ 0 h 3774"/>
                  <a:gd name="T92" fmla="*/ 2124 w 2124"/>
                  <a:gd name="T93" fmla="*/ 3774 h 3774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2124" h="3774">
                    <a:moveTo>
                      <a:pt x="1483" y="509"/>
                    </a:moveTo>
                    <a:lnTo>
                      <a:pt x="1612" y="966"/>
                    </a:lnTo>
                    <a:lnTo>
                      <a:pt x="1929" y="1474"/>
                    </a:lnTo>
                    <a:lnTo>
                      <a:pt x="1810" y="2116"/>
                    </a:lnTo>
                    <a:lnTo>
                      <a:pt x="2124" y="3119"/>
                    </a:lnTo>
                    <a:lnTo>
                      <a:pt x="2124" y="3774"/>
                    </a:lnTo>
                    <a:lnTo>
                      <a:pt x="916" y="3766"/>
                    </a:lnTo>
                    <a:lnTo>
                      <a:pt x="0" y="3302"/>
                    </a:lnTo>
                    <a:lnTo>
                      <a:pt x="499" y="2990"/>
                    </a:lnTo>
                    <a:lnTo>
                      <a:pt x="510" y="2782"/>
                    </a:lnTo>
                    <a:lnTo>
                      <a:pt x="589" y="2443"/>
                    </a:lnTo>
                    <a:lnTo>
                      <a:pt x="589" y="2755"/>
                    </a:lnTo>
                    <a:lnTo>
                      <a:pt x="932" y="2375"/>
                    </a:lnTo>
                    <a:lnTo>
                      <a:pt x="995" y="2285"/>
                    </a:lnTo>
                    <a:lnTo>
                      <a:pt x="1024" y="2116"/>
                    </a:lnTo>
                    <a:lnTo>
                      <a:pt x="1063" y="1931"/>
                    </a:lnTo>
                    <a:lnTo>
                      <a:pt x="1301" y="1946"/>
                    </a:lnTo>
                    <a:lnTo>
                      <a:pt x="1377" y="1812"/>
                    </a:lnTo>
                    <a:lnTo>
                      <a:pt x="1206" y="1501"/>
                    </a:lnTo>
                    <a:lnTo>
                      <a:pt x="1377" y="1501"/>
                    </a:lnTo>
                    <a:lnTo>
                      <a:pt x="1377" y="1434"/>
                    </a:lnTo>
                    <a:lnTo>
                      <a:pt x="1232" y="1265"/>
                    </a:lnTo>
                    <a:lnTo>
                      <a:pt x="1246" y="1148"/>
                    </a:lnTo>
                    <a:lnTo>
                      <a:pt x="1457" y="966"/>
                    </a:lnTo>
                    <a:lnTo>
                      <a:pt x="1470" y="717"/>
                    </a:lnTo>
                    <a:lnTo>
                      <a:pt x="1351" y="496"/>
                    </a:lnTo>
                    <a:lnTo>
                      <a:pt x="1324" y="258"/>
                    </a:lnTo>
                    <a:lnTo>
                      <a:pt x="1206" y="0"/>
                    </a:lnTo>
                    <a:lnTo>
                      <a:pt x="1419" y="351"/>
                    </a:lnTo>
                    <a:lnTo>
                      <a:pt x="1483" y="50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74" name="Freeform 568"/>
              <p:cNvSpPr>
                <a:spLocks/>
              </p:cNvSpPr>
              <p:nvPr/>
            </p:nvSpPr>
            <p:spPr bwMode="auto">
              <a:xfrm>
                <a:off x="3612" y="1641"/>
                <a:ext cx="92" cy="109"/>
              </a:xfrm>
              <a:custGeom>
                <a:avLst/>
                <a:gdLst>
                  <a:gd name="T0" fmla="*/ 0 w 734"/>
                  <a:gd name="T1" fmla="*/ 0 h 874"/>
                  <a:gd name="T2" fmla="*/ 0 w 734"/>
                  <a:gd name="T3" fmla="*/ 0 h 874"/>
                  <a:gd name="T4" fmla="*/ 0 w 734"/>
                  <a:gd name="T5" fmla="*/ 0 h 874"/>
                  <a:gd name="T6" fmla="*/ 0 w 734"/>
                  <a:gd name="T7" fmla="*/ 0 h 874"/>
                  <a:gd name="T8" fmla="*/ 0 w 734"/>
                  <a:gd name="T9" fmla="*/ 0 h 874"/>
                  <a:gd name="T10" fmla="*/ 0 w 734"/>
                  <a:gd name="T11" fmla="*/ 0 h 874"/>
                  <a:gd name="T12" fmla="*/ 0 w 734"/>
                  <a:gd name="T13" fmla="*/ 0 h 874"/>
                  <a:gd name="T14" fmla="*/ 0 w 734"/>
                  <a:gd name="T15" fmla="*/ 0 h 874"/>
                  <a:gd name="T16" fmla="*/ 0 w 734"/>
                  <a:gd name="T17" fmla="*/ 0 h 874"/>
                  <a:gd name="T18" fmla="*/ 0 w 734"/>
                  <a:gd name="T19" fmla="*/ 0 h 874"/>
                  <a:gd name="T20" fmla="*/ 0 w 734"/>
                  <a:gd name="T21" fmla="*/ 0 h 874"/>
                  <a:gd name="T22" fmla="*/ 0 w 734"/>
                  <a:gd name="T23" fmla="*/ 0 h 874"/>
                  <a:gd name="T24" fmla="*/ 0 w 734"/>
                  <a:gd name="T25" fmla="*/ 0 h 874"/>
                  <a:gd name="T26" fmla="*/ 0 w 734"/>
                  <a:gd name="T27" fmla="*/ 0 h 874"/>
                  <a:gd name="T28" fmla="*/ 0 w 734"/>
                  <a:gd name="T29" fmla="*/ 0 h 874"/>
                  <a:gd name="T30" fmla="*/ 0 w 734"/>
                  <a:gd name="T31" fmla="*/ 0 h 874"/>
                  <a:gd name="T32" fmla="*/ 0 w 734"/>
                  <a:gd name="T33" fmla="*/ 0 h 874"/>
                  <a:gd name="T34" fmla="*/ 0 w 734"/>
                  <a:gd name="T35" fmla="*/ 0 h 874"/>
                  <a:gd name="T36" fmla="*/ 0 w 734"/>
                  <a:gd name="T37" fmla="*/ 0 h 874"/>
                  <a:gd name="T38" fmla="*/ 0 w 734"/>
                  <a:gd name="T39" fmla="*/ 0 h 874"/>
                  <a:gd name="T40" fmla="*/ 0 w 734"/>
                  <a:gd name="T41" fmla="*/ 0 h 874"/>
                  <a:gd name="T42" fmla="*/ 0 w 734"/>
                  <a:gd name="T43" fmla="*/ 0 h 874"/>
                  <a:gd name="T44" fmla="*/ 0 w 734"/>
                  <a:gd name="T45" fmla="*/ 0 h 87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734"/>
                  <a:gd name="T70" fmla="*/ 0 h 874"/>
                  <a:gd name="T71" fmla="*/ 734 w 734"/>
                  <a:gd name="T72" fmla="*/ 874 h 87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734" h="874">
                    <a:moveTo>
                      <a:pt x="38" y="65"/>
                    </a:moveTo>
                    <a:lnTo>
                      <a:pt x="156" y="301"/>
                    </a:lnTo>
                    <a:lnTo>
                      <a:pt x="0" y="874"/>
                    </a:lnTo>
                    <a:lnTo>
                      <a:pt x="220" y="222"/>
                    </a:lnTo>
                    <a:lnTo>
                      <a:pt x="220" y="158"/>
                    </a:lnTo>
                    <a:lnTo>
                      <a:pt x="195" y="106"/>
                    </a:lnTo>
                    <a:lnTo>
                      <a:pt x="328" y="158"/>
                    </a:lnTo>
                    <a:lnTo>
                      <a:pt x="420" y="250"/>
                    </a:lnTo>
                    <a:lnTo>
                      <a:pt x="446" y="367"/>
                    </a:lnTo>
                    <a:lnTo>
                      <a:pt x="378" y="547"/>
                    </a:lnTo>
                    <a:lnTo>
                      <a:pt x="486" y="404"/>
                    </a:lnTo>
                    <a:lnTo>
                      <a:pt x="576" y="433"/>
                    </a:lnTo>
                    <a:lnTo>
                      <a:pt x="290" y="874"/>
                    </a:lnTo>
                    <a:lnTo>
                      <a:pt x="734" y="378"/>
                    </a:lnTo>
                    <a:lnTo>
                      <a:pt x="681" y="325"/>
                    </a:lnTo>
                    <a:lnTo>
                      <a:pt x="617" y="367"/>
                    </a:lnTo>
                    <a:lnTo>
                      <a:pt x="499" y="339"/>
                    </a:lnTo>
                    <a:lnTo>
                      <a:pt x="472" y="235"/>
                    </a:lnTo>
                    <a:lnTo>
                      <a:pt x="393" y="158"/>
                    </a:lnTo>
                    <a:lnTo>
                      <a:pt x="248" y="79"/>
                    </a:lnTo>
                    <a:lnTo>
                      <a:pt x="156" y="79"/>
                    </a:lnTo>
                    <a:lnTo>
                      <a:pt x="0" y="0"/>
                    </a:lnTo>
                    <a:lnTo>
                      <a:pt x="38" y="6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75" name="Freeform 569"/>
              <p:cNvSpPr>
                <a:spLocks/>
              </p:cNvSpPr>
              <p:nvPr/>
            </p:nvSpPr>
            <p:spPr bwMode="auto">
              <a:xfrm>
                <a:off x="3719" y="1693"/>
                <a:ext cx="80" cy="62"/>
              </a:xfrm>
              <a:custGeom>
                <a:avLst/>
                <a:gdLst>
                  <a:gd name="T0" fmla="*/ 0 w 643"/>
                  <a:gd name="T1" fmla="*/ 0 h 496"/>
                  <a:gd name="T2" fmla="*/ 0 w 643"/>
                  <a:gd name="T3" fmla="*/ 0 h 496"/>
                  <a:gd name="T4" fmla="*/ 0 w 643"/>
                  <a:gd name="T5" fmla="*/ 0 h 496"/>
                  <a:gd name="T6" fmla="*/ 0 w 643"/>
                  <a:gd name="T7" fmla="*/ 0 h 496"/>
                  <a:gd name="T8" fmla="*/ 0 w 643"/>
                  <a:gd name="T9" fmla="*/ 0 h 496"/>
                  <a:gd name="T10" fmla="*/ 0 w 643"/>
                  <a:gd name="T11" fmla="*/ 0 h 496"/>
                  <a:gd name="T12" fmla="*/ 0 w 643"/>
                  <a:gd name="T13" fmla="*/ 0 h 4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43"/>
                  <a:gd name="T22" fmla="*/ 0 h 496"/>
                  <a:gd name="T23" fmla="*/ 643 w 643"/>
                  <a:gd name="T24" fmla="*/ 496 h 4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43" h="496">
                    <a:moveTo>
                      <a:pt x="0" y="0"/>
                    </a:moveTo>
                    <a:lnTo>
                      <a:pt x="198" y="94"/>
                    </a:lnTo>
                    <a:lnTo>
                      <a:pt x="420" y="168"/>
                    </a:lnTo>
                    <a:lnTo>
                      <a:pt x="643" y="496"/>
                    </a:lnTo>
                    <a:lnTo>
                      <a:pt x="500" y="442"/>
                    </a:lnTo>
                    <a:lnTo>
                      <a:pt x="408" y="2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76" name="Freeform 570"/>
              <p:cNvSpPr>
                <a:spLocks/>
              </p:cNvSpPr>
              <p:nvPr/>
            </p:nvSpPr>
            <p:spPr bwMode="auto">
              <a:xfrm>
                <a:off x="3506" y="1757"/>
                <a:ext cx="83" cy="305"/>
              </a:xfrm>
              <a:custGeom>
                <a:avLst/>
                <a:gdLst>
                  <a:gd name="T0" fmla="*/ 0 w 667"/>
                  <a:gd name="T1" fmla="*/ 0 h 2442"/>
                  <a:gd name="T2" fmla="*/ 0 w 667"/>
                  <a:gd name="T3" fmla="*/ 0 h 2442"/>
                  <a:gd name="T4" fmla="*/ 0 w 667"/>
                  <a:gd name="T5" fmla="*/ 0 h 2442"/>
                  <a:gd name="T6" fmla="*/ 0 w 667"/>
                  <a:gd name="T7" fmla="*/ 0 h 2442"/>
                  <a:gd name="T8" fmla="*/ 0 w 667"/>
                  <a:gd name="T9" fmla="*/ 0 h 2442"/>
                  <a:gd name="T10" fmla="*/ 0 w 667"/>
                  <a:gd name="T11" fmla="*/ 0 h 2442"/>
                  <a:gd name="T12" fmla="*/ 0 w 667"/>
                  <a:gd name="T13" fmla="*/ 0 h 2442"/>
                  <a:gd name="T14" fmla="*/ 0 w 667"/>
                  <a:gd name="T15" fmla="*/ 0 h 2442"/>
                  <a:gd name="T16" fmla="*/ 0 w 667"/>
                  <a:gd name="T17" fmla="*/ 0 h 2442"/>
                  <a:gd name="T18" fmla="*/ 0 w 667"/>
                  <a:gd name="T19" fmla="*/ 0 h 2442"/>
                  <a:gd name="T20" fmla="*/ 0 w 667"/>
                  <a:gd name="T21" fmla="*/ 0 h 2442"/>
                  <a:gd name="T22" fmla="*/ 0 w 667"/>
                  <a:gd name="T23" fmla="*/ 0 h 2442"/>
                  <a:gd name="T24" fmla="*/ 0 w 667"/>
                  <a:gd name="T25" fmla="*/ 0 h 2442"/>
                  <a:gd name="T26" fmla="*/ 0 w 667"/>
                  <a:gd name="T27" fmla="*/ 0 h 2442"/>
                  <a:gd name="T28" fmla="*/ 0 w 667"/>
                  <a:gd name="T29" fmla="*/ 0 h 2442"/>
                  <a:gd name="T30" fmla="*/ 0 w 667"/>
                  <a:gd name="T31" fmla="*/ 0 h 2442"/>
                  <a:gd name="T32" fmla="*/ 0 w 667"/>
                  <a:gd name="T33" fmla="*/ 0 h 2442"/>
                  <a:gd name="T34" fmla="*/ 0 w 667"/>
                  <a:gd name="T35" fmla="*/ 0 h 2442"/>
                  <a:gd name="T36" fmla="*/ 0 w 667"/>
                  <a:gd name="T37" fmla="*/ 0 h 2442"/>
                  <a:gd name="T38" fmla="*/ 0 w 667"/>
                  <a:gd name="T39" fmla="*/ 0 h 2442"/>
                  <a:gd name="T40" fmla="*/ 0 w 667"/>
                  <a:gd name="T41" fmla="*/ 0 h 2442"/>
                  <a:gd name="T42" fmla="*/ 0 w 667"/>
                  <a:gd name="T43" fmla="*/ 0 h 2442"/>
                  <a:gd name="T44" fmla="*/ 0 w 667"/>
                  <a:gd name="T45" fmla="*/ 0 h 2442"/>
                  <a:gd name="T46" fmla="*/ 0 w 667"/>
                  <a:gd name="T47" fmla="*/ 0 h 2442"/>
                  <a:gd name="T48" fmla="*/ 0 w 667"/>
                  <a:gd name="T49" fmla="*/ 0 h 2442"/>
                  <a:gd name="T50" fmla="*/ 0 w 667"/>
                  <a:gd name="T51" fmla="*/ 0 h 2442"/>
                  <a:gd name="T52" fmla="*/ 0 w 667"/>
                  <a:gd name="T53" fmla="*/ 0 h 2442"/>
                  <a:gd name="T54" fmla="*/ 0 w 667"/>
                  <a:gd name="T55" fmla="*/ 0 h 2442"/>
                  <a:gd name="T56" fmla="*/ 0 w 667"/>
                  <a:gd name="T57" fmla="*/ 0 h 2442"/>
                  <a:gd name="T58" fmla="*/ 0 w 667"/>
                  <a:gd name="T59" fmla="*/ 0 h 2442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667"/>
                  <a:gd name="T91" fmla="*/ 0 h 2442"/>
                  <a:gd name="T92" fmla="*/ 667 w 667"/>
                  <a:gd name="T93" fmla="*/ 2442 h 2442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667" h="2442">
                    <a:moveTo>
                      <a:pt x="208" y="0"/>
                    </a:moveTo>
                    <a:lnTo>
                      <a:pt x="208" y="88"/>
                    </a:lnTo>
                    <a:lnTo>
                      <a:pt x="618" y="326"/>
                    </a:lnTo>
                    <a:lnTo>
                      <a:pt x="272" y="194"/>
                    </a:lnTo>
                    <a:lnTo>
                      <a:pt x="208" y="440"/>
                    </a:lnTo>
                    <a:lnTo>
                      <a:pt x="272" y="625"/>
                    </a:lnTo>
                    <a:lnTo>
                      <a:pt x="272" y="794"/>
                    </a:lnTo>
                    <a:lnTo>
                      <a:pt x="208" y="1190"/>
                    </a:lnTo>
                    <a:lnTo>
                      <a:pt x="153" y="1543"/>
                    </a:lnTo>
                    <a:lnTo>
                      <a:pt x="185" y="1734"/>
                    </a:lnTo>
                    <a:lnTo>
                      <a:pt x="314" y="1996"/>
                    </a:lnTo>
                    <a:lnTo>
                      <a:pt x="512" y="2218"/>
                    </a:lnTo>
                    <a:lnTo>
                      <a:pt x="667" y="2257"/>
                    </a:lnTo>
                    <a:lnTo>
                      <a:pt x="470" y="2242"/>
                    </a:lnTo>
                    <a:lnTo>
                      <a:pt x="404" y="2273"/>
                    </a:lnTo>
                    <a:lnTo>
                      <a:pt x="404" y="2442"/>
                    </a:lnTo>
                    <a:lnTo>
                      <a:pt x="272" y="2321"/>
                    </a:lnTo>
                    <a:lnTo>
                      <a:pt x="0" y="2400"/>
                    </a:lnTo>
                    <a:lnTo>
                      <a:pt x="245" y="2297"/>
                    </a:lnTo>
                    <a:lnTo>
                      <a:pt x="185" y="2089"/>
                    </a:lnTo>
                    <a:lnTo>
                      <a:pt x="129" y="1801"/>
                    </a:lnTo>
                    <a:lnTo>
                      <a:pt x="116" y="1501"/>
                    </a:lnTo>
                    <a:lnTo>
                      <a:pt x="143" y="1200"/>
                    </a:lnTo>
                    <a:lnTo>
                      <a:pt x="208" y="911"/>
                    </a:lnTo>
                    <a:lnTo>
                      <a:pt x="233" y="756"/>
                    </a:lnTo>
                    <a:lnTo>
                      <a:pt x="233" y="598"/>
                    </a:lnTo>
                    <a:lnTo>
                      <a:pt x="185" y="494"/>
                    </a:lnTo>
                    <a:lnTo>
                      <a:pt x="51" y="440"/>
                    </a:lnTo>
                    <a:lnTo>
                      <a:pt x="185" y="130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371" name="Freeform 571"/>
            <p:cNvSpPr>
              <a:spLocks/>
            </p:cNvSpPr>
            <p:nvPr/>
          </p:nvSpPr>
          <p:spPr bwMode="auto">
            <a:xfrm>
              <a:off x="3384" y="1753"/>
              <a:ext cx="136" cy="305"/>
            </a:xfrm>
            <a:custGeom>
              <a:avLst/>
              <a:gdLst>
                <a:gd name="T0" fmla="*/ 0 w 1088"/>
                <a:gd name="T1" fmla="*/ 0 h 2442"/>
                <a:gd name="T2" fmla="*/ 0 w 1088"/>
                <a:gd name="T3" fmla="*/ 0 h 2442"/>
                <a:gd name="T4" fmla="*/ 0 w 1088"/>
                <a:gd name="T5" fmla="*/ 0 h 2442"/>
                <a:gd name="T6" fmla="*/ 0 w 1088"/>
                <a:gd name="T7" fmla="*/ 0 h 2442"/>
                <a:gd name="T8" fmla="*/ 0 w 1088"/>
                <a:gd name="T9" fmla="*/ 0 h 2442"/>
                <a:gd name="T10" fmla="*/ 0 w 1088"/>
                <a:gd name="T11" fmla="*/ 0 h 2442"/>
                <a:gd name="T12" fmla="*/ 0 w 1088"/>
                <a:gd name="T13" fmla="*/ 0 h 2442"/>
                <a:gd name="T14" fmla="*/ 0 w 1088"/>
                <a:gd name="T15" fmla="*/ 0 h 2442"/>
                <a:gd name="T16" fmla="*/ 0 w 1088"/>
                <a:gd name="T17" fmla="*/ 0 h 2442"/>
                <a:gd name="T18" fmla="*/ 0 w 1088"/>
                <a:gd name="T19" fmla="*/ 0 h 2442"/>
                <a:gd name="T20" fmla="*/ 0 w 1088"/>
                <a:gd name="T21" fmla="*/ 0 h 2442"/>
                <a:gd name="T22" fmla="*/ 0 w 1088"/>
                <a:gd name="T23" fmla="*/ 0 h 2442"/>
                <a:gd name="T24" fmla="*/ 0 w 1088"/>
                <a:gd name="T25" fmla="*/ 0 h 2442"/>
                <a:gd name="T26" fmla="*/ 0 w 1088"/>
                <a:gd name="T27" fmla="*/ 0 h 2442"/>
                <a:gd name="T28" fmla="*/ 0 w 1088"/>
                <a:gd name="T29" fmla="*/ 0 h 2442"/>
                <a:gd name="T30" fmla="*/ 0 w 1088"/>
                <a:gd name="T31" fmla="*/ 0 h 2442"/>
                <a:gd name="T32" fmla="*/ 0 w 1088"/>
                <a:gd name="T33" fmla="*/ 0 h 2442"/>
                <a:gd name="T34" fmla="*/ 0 w 1088"/>
                <a:gd name="T35" fmla="*/ 0 h 2442"/>
                <a:gd name="T36" fmla="*/ 0 w 1088"/>
                <a:gd name="T37" fmla="*/ 0 h 2442"/>
                <a:gd name="T38" fmla="*/ 0 w 1088"/>
                <a:gd name="T39" fmla="*/ 0 h 2442"/>
                <a:gd name="T40" fmla="*/ 0 w 1088"/>
                <a:gd name="T41" fmla="*/ 0 h 2442"/>
                <a:gd name="T42" fmla="*/ 0 w 1088"/>
                <a:gd name="T43" fmla="*/ 0 h 2442"/>
                <a:gd name="T44" fmla="*/ 0 w 1088"/>
                <a:gd name="T45" fmla="*/ 0 h 2442"/>
                <a:gd name="T46" fmla="*/ 0 w 1088"/>
                <a:gd name="T47" fmla="*/ 0 h 2442"/>
                <a:gd name="T48" fmla="*/ 0 w 1088"/>
                <a:gd name="T49" fmla="*/ 0 h 2442"/>
                <a:gd name="T50" fmla="*/ 0 w 1088"/>
                <a:gd name="T51" fmla="*/ 0 h 2442"/>
                <a:gd name="T52" fmla="*/ 0 w 1088"/>
                <a:gd name="T53" fmla="*/ 0 h 2442"/>
                <a:gd name="T54" fmla="*/ 0 w 1088"/>
                <a:gd name="T55" fmla="*/ 0 h 2442"/>
                <a:gd name="T56" fmla="*/ 0 w 1088"/>
                <a:gd name="T57" fmla="*/ 0 h 2442"/>
                <a:gd name="T58" fmla="*/ 0 w 1088"/>
                <a:gd name="T59" fmla="*/ 0 h 2442"/>
                <a:gd name="T60" fmla="*/ 0 w 1088"/>
                <a:gd name="T61" fmla="*/ 0 h 2442"/>
                <a:gd name="T62" fmla="*/ 0 w 1088"/>
                <a:gd name="T63" fmla="*/ 0 h 2442"/>
                <a:gd name="T64" fmla="*/ 0 w 1088"/>
                <a:gd name="T65" fmla="*/ 0 h 244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088"/>
                <a:gd name="T100" fmla="*/ 0 h 2442"/>
                <a:gd name="T101" fmla="*/ 1088 w 1088"/>
                <a:gd name="T102" fmla="*/ 2442 h 244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088" h="2442">
                  <a:moveTo>
                    <a:pt x="1035" y="0"/>
                  </a:moveTo>
                  <a:lnTo>
                    <a:pt x="958" y="116"/>
                  </a:lnTo>
                  <a:lnTo>
                    <a:pt x="943" y="238"/>
                  </a:lnTo>
                  <a:lnTo>
                    <a:pt x="943" y="455"/>
                  </a:lnTo>
                  <a:lnTo>
                    <a:pt x="931" y="784"/>
                  </a:lnTo>
                  <a:lnTo>
                    <a:pt x="866" y="1292"/>
                  </a:lnTo>
                  <a:lnTo>
                    <a:pt x="838" y="1672"/>
                  </a:lnTo>
                  <a:lnTo>
                    <a:pt x="853" y="1894"/>
                  </a:lnTo>
                  <a:lnTo>
                    <a:pt x="890" y="2074"/>
                  </a:lnTo>
                  <a:lnTo>
                    <a:pt x="943" y="2207"/>
                  </a:lnTo>
                  <a:lnTo>
                    <a:pt x="1023" y="2338"/>
                  </a:lnTo>
                  <a:lnTo>
                    <a:pt x="1088" y="2378"/>
                  </a:lnTo>
                  <a:lnTo>
                    <a:pt x="980" y="2442"/>
                  </a:lnTo>
                  <a:lnTo>
                    <a:pt x="866" y="2442"/>
                  </a:lnTo>
                  <a:lnTo>
                    <a:pt x="866" y="2232"/>
                  </a:lnTo>
                  <a:lnTo>
                    <a:pt x="798" y="2052"/>
                  </a:lnTo>
                  <a:lnTo>
                    <a:pt x="576" y="1424"/>
                  </a:lnTo>
                  <a:lnTo>
                    <a:pt x="156" y="1488"/>
                  </a:lnTo>
                  <a:lnTo>
                    <a:pt x="75" y="1474"/>
                  </a:lnTo>
                  <a:lnTo>
                    <a:pt x="391" y="1345"/>
                  </a:lnTo>
                  <a:lnTo>
                    <a:pt x="341" y="1228"/>
                  </a:lnTo>
                  <a:lnTo>
                    <a:pt x="0" y="1228"/>
                  </a:lnTo>
                  <a:lnTo>
                    <a:pt x="260" y="1110"/>
                  </a:lnTo>
                  <a:lnTo>
                    <a:pt x="456" y="1096"/>
                  </a:lnTo>
                  <a:lnTo>
                    <a:pt x="417" y="849"/>
                  </a:lnTo>
                  <a:lnTo>
                    <a:pt x="798" y="1905"/>
                  </a:lnTo>
                  <a:lnTo>
                    <a:pt x="798" y="1608"/>
                  </a:lnTo>
                  <a:lnTo>
                    <a:pt x="838" y="1257"/>
                  </a:lnTo>
                  <a:lnTo>
                    <a:pt x="890" y="863"/>
                  </a:lnTo>
                  <a:lnTo>
                    <a:pt x="919" y="575"/>
                  </a:lnTo>
                  <a:lnTo>
                    <a:pt x="919" y="169"/>
                  </a:lnTo>
                  <a:lnTo>
                    <a:pt x="972" y="53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72" name="Freeform 572"/>
            <p:cNvSpPr>
              <a:spLocks/>
            </p:cNvSpPr>
            <p:nvPr/>
          </p:nvSpPr>
          <p:spPr bwMode="auto">
            <a:xfrm>
              <a:off x="3566" y="1797"/>
              <a:ext cx="181" cy="263"/>
            </a:xfrm>
            <a:custGeom>
              <a:avLst/>
              <a:gdLst>
                <a:gd name="T0" fmla="*/ 0 w 1444"/>
                <a:gd name="T1" fmla="*/ 0 h 2100"/>
                <a:gd name="T2" fmla="*/ 0 w 1444"/>
                <a:gd name="T3" fmla="*/ 0 h 2100"/>
                <a:gd name="T4" fmla="*/ 0 w 1444"/>
                <a:gd name="T5" fmla="*/ 0 h 2100"/>
                <a:gd name="T6" fmla="*/ 0 w 1444"/>
                <a:gd name="T7" fmla="*/ 0 h 2100"/>
                <a:gd name="T8" fmla="*/ 0 w 1444"/>
                <a:gd name="T9" fmla="*/ 0 h 2100"/>
                <a:gd name="T10" fmla="*/ 0 w 1444"/>
                <a:gd name="T11" fmla="*/ 0 h 2100"/>
                <a:gd name="T12" fmla="*/ 0 w 1444"/>
                <a:gd name="T13" fmla="*/ 0 h 2100"/>
                <a:gd name="T14" fmla="*/ 0 w 1444"/>
                <a:gd name="T15" fmla="*/ 0 h 2100"/>
                <a:gd name="T16" fmla="*/ 0 w 1444"/>
                <a:gd name="T17" fmla="*/ 0 h 2100"/>
                <a:gd name="T18" fmla="*/ 0 w 1444"/>
                <a:gd name="T19" fmla="*/ 0 h 2100"/>
                <a:gd name="T20" fmla="*/ 0 w 1444"/>
                <a:gd name="T21" fmla="*/ 0 h 2100"/>
                <a:gd name="T22" fmla="*/ 0 w 1444"/>
                <a:gd name="T23" fmla="*/ 0 h 2100"/>
                <a:gd name="T24" fmla="*/ 0 w 1444"/>
                <a:gd name="T25" fmla="*/ 0 h 2100"/>
                <a:gd name="T26" fmla="*/ 0 w 1444"/>
                <a:gd name="T27" fmla="*/ 0 h 2100"/>
                <a:gd name="T28" fmla="*/ 0 w 1444"/>
                <a:gd name="T29" fmla="*/ 0 h 2100"/>
                <a:gd name="T30" fmla="*/ 0 w 1444"/>
                <a:gd name="T31" fmla="*/ 0 h 2100"/>
                <a:gd name="T32" fmla="*/ 0 w 1444"/>
                <a:gd name="T33" fmla="*/ 0 h 2100"/>
                <a:gd name="T34" fmla="*/ 0 w 1444"/>
                <a:gd name="T35" fmla="*/ 0 h 2100"/>
                <a:gd name="T36" fmla="*/ 0 w 1444"/>
                <a:gd name="T37" fmla="*/ 0 h 2100"/>
                <a:gd name="T38" fmla="*/ 0 w 1444"/>
                <a:gd name="T39" fmla="*/ 0 h 2100"/>
                <a:gd name="T40" fmla="*/ 0 w 1444"/>
                <a:gd name="T41" fmla="*/ 0 h 2100"/>
                <a:gd name="T42" fmla="*/ 0 w 1444"/>
                <a:gd name="T43" fmla="*/ 0 h 2100"/>
                <a:gd name="T44" fmla="*/ 0 w 1444"/>
                <a:gd name="T45" fmla="*/ 0 h 2100"/>
                <a:gd name="T46" fmla="*/ 0 w 1444"/>
                <a:gd name="T47" fmla="*/ 0 h 2100"/>
                <a:gd name="T48" fmla="*/ 0 w 1444"/>
                <a:gd name="T49" fmla="*/ 0 h 2100"/>
                <a:gd name="T50" fmla="*/ 0 w 1444"/>
                <a:gd name="T51" fmla="*/ 0 h 2100"/>
                <a:gd name="T52" fmla="*/ 0 w 1444"/>
                <a:gd name="T53" fmla="*/ 0 h 2100"/>
                <a:gd name="T54" fmla="*/ 0 w 1444"/>
                <a:gd name="T55" fmla="*/ 0 h 2100"/>
                <a:gd name="T56" fmla="*/ 0 w 1444"/>
                <a:gd name="T57" fmla="*/ 0 h 2100"/>
                <a:gd name="T58" fmla="*/ 0 w 1444"/>
                <a:gd name="T59" fmla="*/ 0 h 2100"/>
                <a:gd name="T60" fmla="*/ 0 w 1444"/>
                <a:gd name="T61" fmla="*/ 0 h 210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444"/>
                <a:gd name="T94" fmla="*/ 0 h 2100"/>
                <a:gd name="T95" fmla="*/ 1444 w 1444"/>
                <a:gd name="T96" fmla="*/ 2100 h 2100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444" h="2100">
                  <a:moveTo>
                    <a:pt x="198" y="1931"/>
                  </a:moveTo>
                  <a:lnTo>
                    <a:pt x="407" y="1995"/>
                  </a:lnTo>
                  <a:lnTo>
                    <a:pt x="589" y="2100"/>
                  </a:lnTo>
                  <a:lnTo>
                    <a:pt x="446" y="1931"/>
                  </a:lnTo>
                  <a:lnTo>
                    <a:pt x="343" y="1841"/>
                  </a:lnTo>
                  <a:lnTo>
                    <a:pt x="248" y="1826"/>
                  </a:lnTo>
                  <a:lnTo>
                    <a:pt x="211" y="1812"/>
                  </a:lnTo>
                  <a:lnTo>
                    <a:pt x="211" y="1632"/>
                  </a:lnTo>
                  <a:lnTo>
                    <a:pt x="264" y="1593"/>
                  </a:lnTo>
                  <a:lnTo>
                    <a:pt x="499" y="1498"/>
                  </a:lnTo>
                  <a:lnTo>
                    <a:pt x="776" y="1318"/>
                  </a:lnTo>
                  <a:lnTo>
                    <a:pt x="1025" y="1070"/>
                  </a:lnTo>
                  <a:lnTo>
                    <a:pt x="1444" y="495"/>
                  </a:lnTo>
                  <a:lnTo>
                    <a:pt x="1444" y="403"/>
                  </a:lnTo>
                  <a:lnTo>
                    <a:pt x="1092" y="834"/>
                  </a:lnTo>
                  <a:lnTo>
                    <a:pt x="710" y="1217"/>
                  </a:lnTo>
                  <a:lnTo>
                    <a:pt x="369" y="1448"/>
                  </a:lnTo>
                  <a:lnTo>
                    <a:pt x="578" y="1081"/>
                  </a:lnTo>
                  <a:lnTo>
                    <a:pt x="684" y="732"/>
                  </a:lnTo>
                  <a:lnTo>
                    <a:pt x="710" y="495"/>
                  </a:lnTo>
                  <a:lnTo>
                    <a:pt x="879" y="140"/>
                  </a:lnTo>
                  <a:lnTo>
                    <a:pt x="1117" y="0"/>
                  </a:lnTo>
                  <a:lnTo>
                    <a:pt x="855" y="127"/>
                  </a:lnTo>
                  <a:lnTo>
                    <a:pt x="644" y="442"/>
                  </a:lnTo>
                  <a:lnTo>
                    <a:pt x="644" y="769"/>
                  </a:lnTo>
                  <a:lnTo>
                    <a:pt x="525" y="1081"/>
                  </a:lnTo>
                  <a:lnTo>
                    <a:pt x="356" y="1371"/>
                  </a:lnTo>
                  <a:lnTo>
                    <a:pt x="184" y="1604"/>
                  </a:lnTo>
                  <a:lnTo>
                    <a:pt x="184" y="1826"/>
                  </a:lnTo>
                  <a:lnTo>
                    <a:pt x="0" y="1905"/>
                  </a:lnTo>
                  <a:lnTo>
                    <a:pt x="198" y="19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73" name="Freeform 573"/>
            <p:cNvSpPr>
              <a:spLocks/>
            </p:cNvSpPr>
            <p:nvPr/>
          </p:nvSpPr>
          <p:spPr bwMode="auto">
            <a:xfrm>
              <a:off x="3561" y="2070"/>
              <a:ext cx="102" cy="96"/>
            </a:xfrm>
            <a:custGeom>
              <a:avLst/>
              <a:gdLst>
                <a:gd name="T0" fmla="*/ 0 w 818"/>
                <a:gd name="T1" fmla="*/ 0 h 773"/>
                <a:gd name="T2" fmla="*/ 0 w 818"/>
                <a:gd name="T3" fmla="*/ 0 h 773"/>
                <a:gd name="T4" fmla="*/ 0 w 818"/>
                <a:gd name="T5" fmla="*/ 0 h 773"/>
                <a:gd name="T6" fmla="*/ 0 w 818"/>
                <a:gd name="T7" fmla="*/ 0 h 773"/>
                <a:gd name="T8" fmla="*/ 0 w 818"/>
                <a:gd name="T9" fmla="*/ 0 h 773"/>
                <a:gd name="T10" fmla="*/ 0 w 818"/>
                <a:gd name="T11" fmla="*/ 0 h 773"/>
                <a:gd name="T12" fmla="*/ 0 w 818"/>
                <a:gd name="T13" fmla="*/ 0 h 773"/>
                <a:gd name="T14" fmla="*/ 0 w 818"/>
                <a:gd name="T15" fmla="*/ 0 h 773"/>
                <a:gd name="T16" fmla="*/ 0 w 818"/>
                <a:gd name="T17" fmla="*/ 0 h 773"/>
                <a:gd name="T18" fmla="*/ 0 w 818"/>
                <a:gd name="T19" fmla="*/ 0 h 773"/>
                <a:gd name="T20" fmla="*/ 0 w 818"/>
                <a:gd name="T21" fmla="*/ 0 h 773"/>
                <a:gd name="T22" fmla="*/ 0 w 818"/>
                <a:gd name="T23" fmla="*/ 0 h 773"/>
                <a:gd name="T24" fmla="*/ 0 w 818"/>
                <a:gd name="T25" fmla="*/ 0 h 773"/>
                <a:gd name="T26" fmla="*/ 0 w 818"/>
                <a:gd name="T27" fmla="*/ 0 h 773"/>
                <a:gd name="T28" fmla="*/ 0 w 818"/>
                <a:gd name="T29" fmla="*/ 0 h 773"/>
                <a:gd name="T30" fmla="*/ 0 w 818"/>
                <a:gd name="T31" fmla="*/ 0 h 773"/>
                <a:gd name="T32" fmla="*/ 0 w 818"/>
                <a:gd name="T33" fmla="*/ 0 h 773"/>
                <a:gd name="T34" fmla="*/ 0 w 818"/>
                <a:gd name="T35" fmla="*/ 0 h 773"/>
                <a:gd name="T36" fmla="*/ 0 w 818"/>
                <a:gd name="T37" fmla="*/ 0 h 77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18"/>
                <a:gd name="T58" fmla="*/ 0 h 773"/>
                <a:gd name="T59" fmla="*/ 818 w 818"/>
                <a:gd name="T60" fmla="*/ 773 h 773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18" h="773">
                  <a:moveTo>
                    <a:pt x="671" y="0"/>
                  </a:moveTo>
                  <a:lnTo>
                    <a:pt x="776" y="184"/>
                  </a:lnTo>
                  <a:lnTo>
                    <a:pt x="818" y="419"/>
                  </a:lnTo>
                  <a:lnTo>
                    <a:pt x="818" y="564"/>
                  </a:lnTo>
                  <a:lnTo>
                    <a:pt x="739" y="758"/>
                  </a:lnTo>
                  <a:lnTo>
                    <a:pt x="606" y="773"/>
                  </a:lnTo>
                  <a:lnTo>
                    <a:pt x="369" y="654"/>
                  </a:lnTo>
                  <a:lnTo>
                    <a:pt x="226" y="498"/>
                  </a:lnTo>
                  <a:lnTo>
                    <a:pt x="0" y="14"/>
                  </a:lnTo>
                  <a:lnTo>
                    <a:pt x="161" y="290"/>
                  </a:lnTo>
                  <a:lnTo>
                    <a:pt x="435" y="512"/>
                  </a:lnTo>
                  <a:lnTo>
                    <a:pt x="739" y="588"/>
                  </a:lnTo>
                  <a:lnTo>
                    <a:pt x="752" y="474"/>
                  </a:lnTo>
                  <a:lnTo>
                    <a:pt x="712" y="327"/>
                  </a:lnTo>
                  <a:lnTo>
                    <a:pt x="620" y="235"/>
                  </a:lnTo>
                  <a:lnTo>
                    <a:pt x="477" y="184"/>
                  </a:lnTo>
                  <a:lnTo>
                    <a:pt x="620" y="147"/>
                  </a:lnTo>
                  <a:lnTo>
                    <a:pt x="671" y="65"/>
                  </a:lnTo>
                  <a:lnTo>
                    <a:pt x="67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74" name="Freeform 574"/>
            <p:cNvSpPr>
              <a:spLocks/>
            </p:cNvSpPr>
            <p:nvPr/>
          </p:nvSpPr>
          <p:spPr bwMode="auto">
            <a:xfrm>
              <a:off x="3351" y="2093"/>
              <a:ext cx="264" cy="76"/>
            </a:xfrm>
            <a:custGeom>
              <a:avLst/>
              <a:gdLst>
                <a:gd name="T0" fmla="*/ 0 w 2111"/>
                <a:gd name="T1" fmla="*/ 0 h 613"/>
                <a:gd name="T2" fmla="*/ 0 w 2111"/>
                <a:gd name="T3" fmla="*/ 0 h 613"/>
                <a:gd name="T4" fmla="*/ 0 w 2111"/>
                <a:gd name="T5" fmla="*/ 0 h 613"/>
                <a:gd name="T6" fmla="*/ 0 w 2111"/>
                <a:gd name="T7" fmla="*/ 0 h 613"/>
                <a:gd name="T8" fmla="*/ 0 w 2111"/>
                <a:gd name="T9" fmla="*/ 0 h 613"/>
                <a:gd name="T10" fmla="*/ 0 w 2111"/>
                <a:gd name="T11" fmla="*/ 0 h 613"/>
                <a:gd name="T12" fmla="*/ 0 w 2111"/>
                <a:gd name="T13" fmla="*/ 0 h 613"/>
                <a:gd name="T14" fmla="*/ 0 w 2111"/>
                <a:gd name="T15" fmla="*/ 0 h 613"/>
                <a:gd name="T16" fmla="*/ 0 w 2111"/>
                <a:gd name="T17" fmla="*/ 0 h 613"/>
                <a:gd name="T18" fmla="*/ 0 w 2111"/>
                <a:gd name="T19" fmla="*/ 0 h 613"/>
                <a:gd name="T20" fmla="*/ 0 w 2111"/>
                <a:gd name="T21" fmla="*/ 0 h 613"/>
                <a:gd name="T22" fmla="*/ 0 w 2111"/>
                <a:gd name="T23" fmla="*/ 0 h 613"/>
                <a:gd name="T24" fmla="*/ 0 w 2111"/>
                <a:gd name="T25" fmla="*/ 0 h 613"/>
                <a:gd name="T26" fmla="*/ 0 w 2111"/>
                <a:gd name="T27" fmla="*/ 0 h 613"/>
                <a:gd name="T28" fmla="*/ 0 w 2111"/>
                <a:gd name="T29" fmla="*/ 0 h 613"/>
                <a:gd name="T30" fmla="*/ 0 w 2111"/>
                <a:gd name="T31" fmla="*/ 0 h 613"/>
                <a:gd name="T32" fmla="*/ 0 w 2111"/>
                <a:gd name="T33" fmla="*/ 0 h 613"/>
                <a:gd name="T34" fmla="*/ 0 w 2111"/>
                <a:gd name="T35" fmla="*/ 0 h 613"/>
                <a:gd name="T36" fmla="*/ 0 w 2111"/>
                <a:gd name="T37" fmla="*/ 0 h 613"/>
                <a:gd name="T38" fmla="*/ 0 w 2111"/>
                <a:gd name="T39" fmla="*/ 0 h 613"/>
                <a:gd name="T40" fmla="*/ 0 w 2111"/>
                <a:gd name="T41" fmla="*/ 0 h 613"/>
                <a:gd name="T42" fmla="*/ 0 w 2111"/>
                <a:gd name="T43" fmla="*/ 0 h 613"/>
                <a:gd name="T44" fmla="*/ 0 w 2111"/>
                <a:gd name="T45" fmla="*/ 0 h 613"/>
                <a:gd name="T46" fmla="*/ 0 w 2111"/>
                <a:gd name="T47" fmla="*/ 0 h 613"/>
                <a:gd name="T48" fmla="*/ 0 w 2111"/>
                <a:gd name="T49" fmla="*/ 0 h 613"/>
                <a:gd name="T50" fmla="*/ 0 w 2111"/>
                <a:gd name="T51" fmla="*/ 0 h 61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111"/>
                <a:gd name="T79" fmla="*/ 0 h 613"/>
                <a:gd name="T80" fmla="*/ 2111 w 2111"/>
                <a:gd name="T81" fmla="*/ 613 h 613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111" h="613">
                  <a:moveTo>
                    <a:pt x="2111" y="613"/>
                  </a:moveTo>
                  <a:lnTo>
                    <a:pt x="1718" y="602"/>
                  </a:lnTo>
                  <a:lnTo>
                    <a:pt x="1194" y="549"/>
                  </a:lnTo>
                  <a:lnTo>
                    <a:pt x="593" y="380"/>
                  </a:lnTo>
                  <a:lnTo>
                    <a:pt x="103" y="301"/>
                  </a:lnTo>
                  <a:lnTo>
                    <a:pt x="26" y="235"/>
                  </a:lnTo>
                  <a:lnTo>
                    <a:pt x="0" y="90"/>
                  </a:lnTo>
                  <a:lnTo>
                    <a:pt x="353" y="143"/>
                  </a:lnTo>
                  <a:lnTo>
                    <a:pt x="364" y="0"/>
                  </a:lnTo>
                  <a:lnTo>
                    <a:pt x="406" y="143"/>
                  </a:lnTo>
                  <a:lnTo>
                    <a:pt x="643" y="143"/>
                  </a:lnTo>
                  <a:lnTo>
                    <a:pt x="419" y="249"/>
                  </a:lnTo>
                  <a:lnTo>
                    <a:pt x="445" y="328"/>
                  </a:lnTo>
                  <a:lnTo>
                    <a:pt x="929" y="290"/>
                  </a:lnTo>
                  <a:lnTo>
                    <a:pt x="1243" y="301"/>
                  </a:lnTo>
                  <a:lnTo>
                    <a:pt x="1586" y="362"/>
                  </a:lnTo>
                  <a:lnTo>
                    <a:pt x="1773" y="433"/>
                  </a:lnTo>
                  <a:lnTo>
                    <a:pt x="1625" y="249"/>
                  </a:lnTo>
                  <a:lnTo>
                    <a:pt x="1494" y="169"/>
                  </a:lnTo>
                  <a:lnTo>
                    <a:pt x="1221" y="106"/>
                  </a:lnTo>
                  <a:lnTo>
                    <a:pt x="1549" y="106"/>
                  </a:lnTo>
                  <a:lnTo>
                    <a:pt x="1747" y="235"/>
                  </a:lnTo>
                  <a:lnTo>
                    <a:pt x="1821" y="393"/>
                  </a:lnTo>
                  <a:lnTo>
                    <a:pt x="1929" y="496"/>
                  </a:lnTo>
                  <a:lnTo>
                    <a:pt x="2019" y="574"/>
                  </a:lnTo>
                  <a:lnTo>
                    <a:pt x="2111" y="6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75" name="Freeform 575"/>
            <p:cNvSpPr>
              <a:spLocks/>
            </p:cNvSpPr>
            <p:nvPr/>
          </p:nvSpPr>
          <p:spPr bwMode="auto">
            <a:xfrm>
              <a:off x="3351" y="1948"/>
              <a:ext cx="114" cy="91"/>
            </a:xfrm>
            <a:custGeom>
              <a:avLst/>
              <a:gdLst>
                <a:gd name="T0" fmla="*/ 0 w 905"/>
                <a:gd name="T1" fmla="*/ 0 h 731"/>
                <a:gd name="T2" fmla="*/ 0 w 905"/>
                <a:gd name="T3" fmla="*/ 0 h 731"/>
                <a:gd name="T4" fmla="*/ 0 w 905"/>
                <a:gd name="T5" fmla="*/ 0 h 731"/>
                <a:gd name="T6" fmla="*/ 0 w 905"/>
                <a:gd name="T7" fmla="*/ 0 h 731"/>
                <a:gd name="T8" fmla="*/ 0 w 905"/>
                <a:gd name="T9" fmla="*/ 0 h 731"/>
                <a:gd name="T10" fmla="*/ 0 w 905"/>
                <a:gd name="T11" fmla="*/ 0 h 731"/>
                <a:gd name="T12" fmla="*/ 0 w 905"/>
                <a:gd name="T13" fmla="*/ 0 h 731"/>
                <a:gd name="T14" fmla="*/ 0 w 905"/>
                <a:gd name="T15" fmla="*/ 0 h 731"/>
                <a:gd name="T16" fmla="*/ 0 w 905"/>
                <a:gd name="T17" fmla="*/ 0 h 731"/>
                <a:gd name="T18" fmla="*/ 0 w 905"/>
                <a:gd name="T19" fmla="*/ 0 h 731"/>
                <a:gd name="T20" fmla="*/ 0 w 905"/>
                <a:gd name="T21" fmla="*/ 0 h 731"/>
                <a:gd name="T22" fmla="*/ 0 w 905"/>
                <a:gd name="T23" fmla="*/ 0 h 731"/>
                <a:gd name="T24" fmla="*/ 0 w 905"/>
                <a:gd name="T25" fmla="*/ 0 h 731"/>
                <a:gd name="T26" fmla="*/ 0 w 905"/>
                <a:gd name="T27" fmla="*/ 0 h 731"/>
                <a:gd name="T28" fmla="*/ 0 w 905"/>
                <a:gd name="T29" fmla="*/ 0 h 731"/>
                <a:gd name="T30" fmla="*/ 0 w 905"/>
                <a:gd name="T31" fmla="*/ 0 h 731"/>
                <a:gd name="T32" fmla="*/ 0 w 905"/>
                <a:gd name="T33" fmla="*/ 0 h 731"/>
                <a:gd name="T34" fmla="*/ 0 w 905"/>
                <a:gd name="T35" fmla="*/ 0 h 731"/>
                <a:gd name="T36" fmla="*/ 0 w 905"/>
                <a:gd name="T37" fmla="*/ 0 h 731"/>
                <a:gd name="T38" fmla="*/ 0 w 905"/>
                <a:gd name="T39" fmla="*/ 0 h 731"/>
                <a:gd name="T40" fmla="*/ 0 w 905"/>
                <a:gd name="T41" fmla="*/ 0 h 731"/>
                <a:gd name="T42" fmla="*/ 0 w 905"/>
                <a:gd name="T43" fmla="*/ 0 h 731"/>
                <a:gd name="T44" fmla="*/ 0 w 905"/>
                <a:gd name="T45" fmla="*/ 0 h 731"/>
                <a:gd name="T46" fmla="*/ 0 w 905"/>
                <a:gd name="T47" fmla="*/ 0 h 731"/>
                <a:gd name="T48" fmla="*/ 0 w 905"/>
                <a:gd name="T49" fmla="*/ 0 h 731"/>
                <a:gd name="T50" fmla="*/ 0 w 905"/>
                <a:gd name="T51" fmla="*/ 0 h 731"/>
                <a:gd name="T52" fmla="*/ 0 w 905"/>
                <a:gd name="T53" fmla="*/ 0 h 731"/>
                <a:gd name="T54" fmla="*/ 0 w 905"/>
                <a:gd name="T55" fmla="*/ 0 h 731"/>
                <a:gd name="T56" fmla="*/ 0 w 905"/>
                <a:gd name="T57" fmla="*/ 0 h 731"/>
                <a:gd name="T58" fmla="*/ 0 w 905"/>
                <a:gd name="T59" fmla="*/ 0 h 731"/>
                <a:gd name="T60" fmla="*/ 0 w 905"/>
                <a:gd name="T61" fmla="*/ 0 h 731"/>
                <a:gd name="T62" fmla="*/ 0 w 905"/>
                <a:gd name="T63" fmla="*/ 0 h 731"/>
                <a:gd name="T64" fmla="*/ 0 w 905"/>
                <a:gd name="T65" fmla="*/ 0 h 73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905"/>
                <a:gd name="T100" fmla="*/ 0 h 731"/>
                <a:gd name="T101" fmla="*/ 905 w 905"/>
                <a:gd name="T102" fmla="*/ 731 h 73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905" h="731">
                  <a:moveTo>
                    <a:pt x="168" y="731"/>
                  </a:moveTo>
                  <a:lnTo>
                    <a:pt x="301" y="612"/>
                  </a:lnTo>
                  <a:lnTo>
                    <a:pt x="301" y="563"/>
                  </a:lnTo>
                  <a:lnTo>
                    <a:pt x="263" y="512"/>
                  </a:lnTo>
                  <a:lnTo>
                    <a:pt x="143" y="457"/>
                  </a:lnTo>
                  <a:lnTo>
                    <a:pt x="26" y="417"/>
                  </a:lnTo>
                  <a:lnTo>
                    <a:pt x="0" y="393"/>
                  </a:lnTo>
                  <a:lnTo>
                    <a:pt x="0" y="340"/>
                  </a:lnTo>
                  <a:lnTo>
                    <a:pt x="26" y="312"/>
                  </a:lnTo>
                  <a:lnTo>
                    <a:pt x="103" y="275"/>
                  </a:lnTo>
                  <a:lnTo>
                    <a:pt x="118" y="312"/>
                  </a:lnTo>
                  <a:lnTo>
                    <a:pt x="158" y="351"/>
                  </a:lnTo>
                  <a:lnTo>
                    <a:pt x="301" y="379"/>
                  </a:lnTo>
                  <a:lnTo>
                    <a:pt x="285" y="287"/>
                  </a:lnTo>
                  <a:lnTo>
                    <a:pt x="221" y="208"/>
                  </a:lnTo>
                  <a:lnTo>
                    <a:pt x="143" y="129"/>
                  </a:lnTo>
                  <a:lnTo>
                    <a:pt x="13" y="54"/>
                  </a:lnTo>
                  <a:lnTo>
                    <a:pt x="90" y="39"/>
                  </a:lnTo>
                  <a:lnTo>
                    <a:pt x="237" y="79"/>
                  </a:lnTo>
                  <a:lnTo>
                    <a:pt x="364" y="158"/>
                  </a:lnTo>
                  <a:lnTo>
                    <a:pt x="472" y="298"/>
                  </a:lnTo>
                  <a:lnTo>
                    <a:pt x="617" y="235"/>
                  </a:lnTo>
                  <a:lnTo>
                    <a:pt x="461" y="158"/>
                  </a:lnTo>
                  <a:lnTo>
                    <a:pt x="433" y="118"/>
                  </a:lnTo>
                  <a:lnTo>
                    <a:pt x="461" y="79"/>
                  </a:lnTo>
                  <a:lnTo>
                    <a:pt x="562" y="39"/>
                  </a:lnTo>
                  <a:lnTo>
                    <a:pt x="747" y="0"/>
                  </a:lnTo>
                  <a:lnTo>
                    <a:pt x="905" y="0"/>
                  </a:lnTo>
                  <a:lnTo>
                    <a:pt x="823" y="158"/>
                  </a:lnTo>
                  <a:lnTo>
                    <a:pt x="643" y="362"/>
                  </a:lnTo>
                  <a:lnTo>
                    <a:pt x="445" y="549"/>
                  </a:lnTo>
                  <a:lnTo>
                    <a:pt x="301" y="667"/>
                  </a:lnTo>
                  <a:lnTo>
                    <a:pt x="168" y="7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76" name="Freeform 576"/>
            <p:cNvSpPr>
              <a:spLocks/>
            </p:cNvSpPr>
            <p:nvPr/>
          </p:nvSpPr>
          <p:spPr bwMode="auto">
            <a:xfrm>
              <a:off x="3410" y="1753"/>
              <a:ext cx="20" cy="97"/>
            </a:xfrm>
            <a:custGeom>
              <a:avLst/>
              <a:gdLst>
                <a:gd name="T0" fmla="*/ 0 w 157"/>
                <a:gd name="T1" fmla="*/ 0 h 771"/>
                <a:gd name="T2" fmla="*/ 0 w 157"/>
                <a:gd name="T3" fmla="*/ 0 h 771"/>
                <a:gd name="T4" fmla="*/ 0 w 157"/>
                <a:gd name="T5" fmla="*/ 0 h 771"/>
                <a:gd name="T6" fmla="*/ 0 w 157"/>
                <a:gd name="T7" fmla="*/ 0 h 771"/>
                <a:gd name="T8" fmla="*/ 0 w 157"/>
                <a:gd name="T9" fmla="*/ 0 h 771"/>
                <a:gd name="T10" fmla="*/ 0 w 157"/>
                <a:gd name="T11" fmla="*/ 0 h 771"/>
                <a:gd name="T12" fmla="*/ 0 w 157"/>
                <a:gd name="T13" fmla="*/ 0 h 771"/>
                <a:gd name="T14" fmla="*/ 0 w 157"/>
                <a:gd name="T15" fmla="*/ 0 h 77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7"/>
                <a:gd name="T25" fmla="*/ 0 h 771"/>
                <a:gd name="T26" fmla="*/ 157 w 157"/>
                <a:gd name="T27" fmla="*/ 771 h 77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7" h="771">
                  <a:moveTo>
                    <a:pt x="65" y="116"/>
                  </a:moveTo>
                  <a:lnTo>
                    <a:pt x="90" y="378"/>
                  </a:lnTo>
                  <a:lnTo>
                    <a:pt x="132" y="626"/>
                  </a:lnTo>
                  <a:lnTo>
                    <a:pt x="157" y="771"/>
                  </a:lnTo>
                  <a:lnTo>
                    <a:pt x="24" y="354"/>
                  </a:lnTo>
                  <a:lnTo>
                    <a:pt x="0" y="222"/>
                  </a:lnTo>
                  <a:lnTo>
                    <a:pt x="51" y="0"/>
                  </a:lnTo>
                  <a:lnTo>
                    <a:pt x="65" y="1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77" name="Text Box 577"/>
          <p:cNvSpPr txBox="1">
            <a:spLocks noChangeArrowheads="1"/>
          </p:cNvSpPr>
          <p:nvPr/>
        </p:nvSpPr>
        <p:spPr bwMode="auto">
          <a:xfrm>
            <a:off x="8156497" y="6519645"/>
            <a:ext cx="19208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1800">
                <a:solidFill>
                  <a:srgbClr val="000000"/>
                </a:solidFill>
              </a:rPr>
              <a:t>time de avaliação</a:t>
            </a:r>
          </a:p>
        </p:txBody>
      </p:sp>
      <p:sp>
        <p:nvSpPr>
          <p:cNvPr id="578" name="AutoShape 578"/>
          <p:cNvSpPr>
            <a:spLocks noChangeArrowheads="1"/>
          </p:cNvSpPr>
          <p:nvPr/>
        </p:nvSpPr>
        <p:spPr bwMode="auto">
          <a:xfrm>
            <a:off x="6962697" y="5529045"/>
            <a:ext cx="404812" cy="188912"/>
          </a:xfrm>
          <a:prstGeom prst="rightArrow">
            <a:avLst>
              <a:gd name="adj1" fmla="val 50000"/>
              <a:gd name="adj2" fmla="val 53572"/>
            </a:avLst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0" rIns="7200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579" name="AutoShape 579"/>
          <p:cNvSpPr>
            <a:spLocks noChangeArrowheads="1"/>
          </p:cNvSpPr>
          <p:nvPr/>
        </p:nvSpPr>
        <p:spPr bwMode="auto">
          <a:xfrm>
            <a:off x="7953297" y="5529045"/>
            <a:ext cx="404812" cy="188912"/>
          </a:xfrm>
          <a:prstGeom prst="rightArrow">
            <a:avLst>
              <a:gd name="adj1" fmla="val 50000"/>
              <a:gd name="adj2" fmla="val 53572"/>
            </a:avLst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0" rIns="7200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580" name="Text Box 580"/>
          <p:cNvSpPr txBox="1">
            <a:spLocks noChangeArrowheads="1"/>
          </p:cNvSpPr>
          <p:nvPr/>
        </p:nvSpPr>
        <p:spPr bwMode="auto">
          <a:xfrm>
            <a:off x="6429297" y="2709645"/>
            <a:ext cx="722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rgbClr val="000000"/>
                </a:solidFill>
              </a:rPr>
              <a:t>Fase</a:t>
            </a:r>
          </a:p>
        </p:txBody>
      </p:sp>
      <p:sp>
        <p:nvSpPr>
          <p:cNvPr id="581" name="Text Box 581"/>
          <p:cNvSpPr txBox="1">
            <a:spLocks noChangeArrowheads="1"/>
          </p:cNvSpPr>
          <p:nvPr/>
        </p:nvSpPr>
        <p:spPr bwMode="auto">
          <a:xfrm>
            <a:off x="4067097" y="2862045"/>
            <a:ext cx="939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1800">
                <a:solidFill>
                  <a:srgbClr val="000000"/>
                </a:solidFill>
              </a:rPr>
              <a:t>gate anterior</a:t>
            </a:r>
          </a:p>
        </p:txBody>
      </p:sp>
      <p:sp>
        <p:nvSpPr>
          <p:cNvPr id="582" name="Text Box 582"/>
          <p:cNvSpPr txBox="1">
            <a:spLocks noChangeArrowheads="1"/>
          </p:cNvSpPr>
          <p:nvPr/>
        </p:nvSpPr>
        <p:spPr bwMode="auto">
          <a:xfrm>
            <a:off x="8375572" y="2962057"/>
            <a:ext cx="812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1800">
                <a:solidFill>
                  <a:srgbClr val="000000"/>
                </a:solidFill>
              </a:rPr>
              <a:t>gate atual</a:t>
            </a:r>
          </a:p>
        </p:txBody>
      </p:sp>
      <p:grpSp>
        <p:nvGrpSpPr>
          <p:cNvPr id="583" name="Group 583"/>
          <p:cNvGrpSpPr>
            <a:grpSpLocks/>
          </p:cNvGrpSpPr>
          <p:nvPr/>
        </p:nvGrpSpPr>
        <p:grpSpPr bwMode="auto">
          <a:xfrm>
            <a:off x="5614909" y="4001870"/>
            <a:ext cx="519113" cy="600075"/>
            <a:chOff x="4800" y="1776"/>
            <a:chExt cx="432" cy="579"/>
          </a:xfrm>
        </p:grpSpPr>
        <p:sp>
          <p:nvSpPr>
            <p:cNvPr id="584" name="AutoShape 584"/>
            <p:cNvSpPr>
              <a:spLocks noChangeArrowheads="1"/>
            </p:cNvSpPr>
            <p:nvPr/>
          </p:nvSpPr>
          <p:spPr bwMode="auto">
            <a:xfrm>
              <a:off x="4800" y="1776"/>
              <a:ext cx="432" cy="579"/>
            </a:xfrm>
            <a:prstGeom prst="foldedCorner">
              <a:avLst>
                <a:gd name="adj" fmla="val 12500"/>
              </a:avLst>
            </a:prstGeom>
            <a:solidFill>
              <a:srgbClr val="FFFF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585" name="Line 585"/>
            <p:cNvSpPr>
              <a:spLocks noChangeShapeType="1"/>
            </p:cNvSpPr>
            <p:nvPr/>
          </p:nvSpPr>
          <p:spPr bwMode="auto">
            <a:xfrm>
              <a:off x="4848" y="1872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86" name="Line 586"/>
            <p:cNvSpPr>
              <a:spLocks noChangeShapeType="1"/>
            </p:cNvSpPr>
            <p:nvPr/>
          </p:nvSpPr>
          <p:spPr bwMode="auto">
            <a:xfrm>
              <a:off x="4848" y="1920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87" name="Line 587"/>
            <p:cNvSpPr>
              <a:spLocks noChangeShapeType="1"/>
            </p:cNvSpPr>
            <p:nvPr/>
          </p:nvSpPr>
          <p:spPr bwMode="auto">
            <a:xfrm>
              <a:off x="4848" y="1968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88" name="Line 588"/>
            <p:cNvSpPr>
              <a:spLocks noChangeShapeType="1"/>
            </p:cNvSpPr>
            <p:nvPr/>
          </p:nvSpPr>
          <p:spPr bwMode="auto">
            <a:xfrm>
              <a:off x="4848" y="2016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89" name="Line 589"/>
            <p:cNvSpPr>
              <a:spLocks noChangeShapeType="1"/>
            </p:cNvSpPr>
            <p:nvPr/>
          </p:nvSpPr>
          <p:spPr bwMode="auto">
            <a:xfrm>
              <a:off x="4848" y="2064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90" name="Line 590"/>
            <p:cNvSpPr>
              <a:spLocks noChangeShapeType="1"/>
            </p:cNvSpPr>
            <p:nvPr/>
          </p:nvSpPr>
          <p:spPr bwMode="auto">
            <a:xfrm>
              <a:off x="4848" y="2112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91" name="Line 591"/>
            <p:cNvSpPr>
              <a:spLocks noChangeShapeType="1"/>
            </p:cNvSpPr>
            <p:nvPr/>
          </p:nvSpPr>
          <p:spPr bwMode="auto">
            <a:xfrm>
              <a:off x="4848" y="2160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92" name="Line 592"/>
            <p:cNvSpPr>
              <a:spLocks noChangeShapeType="1"/>
            </p:cNvSpPr>
            <p:nvPr/>
          </p:nvSpPr>
          <p:spPr bwMode="auto">
            <a:xfrm>
              <a:off x="4848" y="2208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93" name="Line 593"/>
            <p:cNvSpPr>
              <a:spLocks noChangeShapeType="1"/>
            </p:cNvSpPr>
            <p:nvPr/>
          </p:nvSpPr>
          <p:spPr bwMode="auto">
            <a:xfrm>
              <a:off x="4848" y="2256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594" name="AutoShape 594"/>
          <p:cNvSpPr>
            <a:spLocks noChangeArrowheads="1"/>
          </p:cNvSpPr>
          <p:nvPr/>
        </p:nvSpPr>
        <p:spPr bwMode="auto">
          <a:xfrm>
            <a:off x="5176759" y="4206657"/>
            <a:ext cx="404813" cy="188913"/>
          </a:xfrm>
          <a:prstGeom prst="rightArrow">
            <a:avLst>
              <a:gd name="adj1" fmla="val 50000"/>
              <a:gd name="adj2" fmla="val 53571"/>
            </a:avLst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0" rIns="7200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595" name="AutoShape 595"/>
          <p:cNvSpPr>
            <a:spLocks noChangeArrowheads="1"/>
          </p:cNvSpPr>
          <p:nvPr/>
        </p:nvSpPr>
        <p:spPr bwMode="auto">
          <a:xfrm>
            <a:off x="6167359" y="4206657"/>
            <a:ext cx="404813" cy="188913"/>
          </a:xfrm>
          <a:prstGeom prst="rightArrow">
            <a:avLst>
              <a:gd name="adj1" fmla="val 50000"/>
              <a:gd name="adj2" fmla="val 53571"/>
            </a:avLst>
          </a:prstGeom>
          <a:solidFill>
            <a:srgbClr val="FFFF00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0" rIns="7200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grpSp>
        <p:nvGrpSpPr>
          <p:cNvPr id="596" name="Group 596"/>
          <p:cNvGrpSpPr>
            <a:grpSpLocks/>
          </p:cNvGrpSpPr>
          <p:nvPr/>
        </p:nvGrpSpPr>
        <p:grpSpPr bwMode="auto">
          <a:xfrm>
            <a:off x="9897984" y="5187732"/>
            <a:ext cx="471488" cy="852488"/>
            <a:chOff x="3483" y="2688"/>
            <a:chExt cx="480" cy="960"/>
          </a:xfrm>
        </p:grpSpPr>
        <p:sp>
          <p:nvSpPr>
            <p:cNvPr id="597" name="Arc 597"/>
            <p:cNvSpPr>
              <a:spLocks/>
            </p:cNvSpPr>
            <p:nvPr/>
          </p:nvSpPr>
          <p:spPr bwMode="auto">
            <a:xfrm>
              <a:off x="3505" y="2875"/>
              <a:ext cx="64" cy="201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21600" y="43200"/>
                  </a:moveTo>
                  <a:cubicBezTo>
                    <a:pt x="9670" y="43200"/>
                    <a:pt x="0" y="33529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</a:path>
                <a:path w="21600" h="43200" stroke="0" extrusionOk="0">
                  <a:moveTo>
                    <a:pt x="21600" y="43200"/>
                  </a:moveTo>
                  <a:cubicBezTo>
                    <a:pt x="9670" y="43200"/>
                    <a:pt x="0" y="33529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F404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98" name="Freeform 598"/>
            <p:cNvSpPr>
              <a:spLocks/>
            </p:cNvSpPr>
            <p:nvPr/>
          </p:nvSpPr>
          <p:spPr bwMode="auto">
            <a:xfrm>
              <a:off x="3483" y="2865"/>
              <a:ext cx="90" cy="223"/>
            </a:xfrm>
            <a:custGeom>
              <a:avLst/>
              <a:gdLst>
                <a:gd name="T0" fmla="*/ 1 w 243"/>
                <a:gd name="T1" fmla="*/ 0 h 556"/>
                <a:gd name="T2" fmla="*/ 0 w 243"/>
                <a:gd name="T3" fmla="*/ 0 h 556"/>
                <a:gd name="T4" fmla="*/ 0 w 243"/>
                <a:gd name="T5" fmla="*/ 0 h 556"/>
                <a:gd name="T6" fmla="*/ 0 w 243"/>
                <a:gd name="T7" fmla="*/ 0 h 556"/>
                <a:gd name="T8" fmla="*/ 0 w 243"/>
                <a:gd name="T9" fmla="*/ 0 h 556"/>
                <a:gd name="T10" fmla="*/ 0 w 243"/>
                <a:gd name="T11" fmla="*/ 0 h 556"/>
                <a:gd name="T12" fmla="*/ 0 w 243"/>
                <a:gd name="T13" fmla="*/ 0 h 556"/>
                <a:gd name="T14" fmla="*/ 0 w 243"/>
                <a:gd name="T15" fmla="*/ 0 h 556"/>
                <a:gd name="T16" fmla="*/ 1 w 243"/>
                <a:gd name="T17" fmla="*/ 1 h 556"/>
                <a:gd name="T18" fmla="*/ 1 w 243"/>
                <a:gd name="T19" fmla="*/ 1 h 556"/>
                <a:gd name="T20" fmla="*/ 1 w 243"/>
                <a:gd name="T21" fmla="*/ 1 h 556"/>
                <a:gd name="T22" fmla="*/ 1 w 243"/>
                <a:gd name="T23" fmla="*/ 1 h 556"/>
                <a:gd name="T24" fmla="*/ 1 w 243"/>
                <a:gd name="T25" fmla="*/ 1 h 556"/>
                <a:gd name="T26" fmla="*/ 1 w 243"/>
                <a:gd name="T27" fmla="*/ 2 h 556"/>
                <a:gd name="T28" fmla="*/ 1 w 243"/>
                <a:gd name="T29" fmla="*/ 2 h 556"/>
                <a:gd name="T30" fmla="*/ 1 w 243"/>
                <a:gd name="T31" fmla="*/ 4 h 556"/>
                <a:gd name="T32" fmla="*/ 1 w 243"/>
                <a:gd name="T33" fmla="*/ 4 h 556"/>
                <a:gd name="T34" fmla="*/ 1 w 243"/>
                <a:gd name="T35" fmla="*/ 5 h 556"/>
                <a:gd name="T36" fmla="*/ 1 w 243"/>
                <a:gd name="T37" fmla="*/ 5 h 556"/>
                <a:gd name="T38" fmla="*/ 1 w 243"/>
                <a:gd name="T39" fmla="*/ 6 h 556"/>
                <a:gd name="T40" fmla="*/ 1 w 243"/>
                <a:gd name="T41" fmla="*/ 6 h 556"/>
                <a:gd name="T42" fmla="*/ 1 w 243"/>
                <a:gd name="T43" fmla="*/ 0 h 55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43"/>
                <a:gd name="T67" fmla="*/ 0 h 556"/>
                <a:gd name="T68" fmla="*/ 243 w 243"/>
                <a:gd name="T69" fmla="*/ 556 h 55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43" h="556">
                  <a:moveTo>
                    <a:pt x="240" y="0"/>
                  </a:moveTo>
                  <a:lnTo>
                    <a:pt x="0" y="0"/>
                  </a:lnTo>
                  <a:lnTo>
                    <a:pt x="28" y="7"/>
                  </a:lnTo>
                  <a:lnTo>
                    <a:pt x="42" y="14"/>
                  </a:lnTo>
                  <a:lnTo>
                    <a:pt x="54" y="22"/>
                  </a:lnTo>
                  <a:lnTo>
                    <a:pt x="69" y="31"/>
                  </a:lnTo>
                  <a:lnTo>
                    <a:pt x="81" y="42"/>
                  </a:lnTo>
                  <a:lnTo>
                    <a:pt x="90" y="53"/>
                  </a:lnTo>
                  <a:lnTo>
                    <a:pt x="101" y="65"/>
                  </a:lnTo>
                  <a:lnTo>
                    <a:pt x="107" y="76"/>
                  </a:lnTo>
                  <a:lnTo>
                    <a:pt x="114" y="90"/>
                  </a:lnTo>
                  <a:lnTo>
                    <a:pt x="121" y="105"/>
                  </a:lnTo>
                  <a:lnTo>
                    <a:pt x="129" y="121"/>
                  </a:lnTo>
                  <a:lnTo>
                    <a:pt x="133" y="136"/>
                  </a:lnTo>
                  <a:lnTo>
                    <a:pt x="139" y="150"/>
                  </a:lnTo>
                  <a:lnTo>
                    <a:pt x="179" y="333"/>
                  </a:lnTo>
                  <a:lnTo>
                    <a:pt x="194" y="409"/>
                  </a:lnTo>
                  <a:lnTo>
                    <a:pt x="203" y="459"/>
                  </a:lnTo>
                  <a:lnTo>
                    <a:pt x="215" y="510"/>
                  </a:lnTo>
                  <a:lnTo>
                    <a:pt x="233" y="556"/>
                  </a:lnTo>
                  <a:lnTo>
                    <a:pt x="243" y="55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FF8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99" name="Arc 599"/>
            <p:cNvSpPr>
              <a:spLocks/>
            </p:cNvSpPr>
            <p:nvPr/>
          </p:nvSpPr>
          <p:spPr bwMode="auto">
            <a:xfrm>
              <a:off x="3879" y="2877"/>
              <a:ext cx="66" cy="201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404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00" name="Freeform 600"/>
            <p:cNvSpPr>
              <a:spLocks/>
            </p:cNvSpPr>
            <p:nvPr/>
          </p:nvSpPr>
          <p:spPr bwMode="auto">
            <a:xfrm>
              <a:off x="3875" y="2867"/>
              <a:ext cx="88" cy="223"/>
            </a:xfrm>
            <a:custGeom>
              <a:avLst/>
              <a:gdLst>
                <a:gd name="T0" fmla="*/ 0 w 243"/>
                <a:gd name="T1" fmla="*/ 0 h 556"/>
                <a:gd name="T2" fmla="*/ 1 w 243"/>
                <a:gd name="T3" fmla="*/ 0 h 556"/>
                <a:gd name="T4" fmla="*/ 1 w 243"/>
                <a:gd name="T5" fmla="*/ 0 h 556"/>
                <a:gd name="T6" fmla="*/ 1 w 243"/>
                <a:gd name="T7" fmla="*/ 0 h 556"/>
                <a:gd name="T8" fmla="*/ 1 w 243"/>
                <a:gd name="T9" fmla="*/ 0 h 556"/>
                <a:gd name="T10" fmla="*/ 1 w 243"/>
                <a:gd name="T11" fmla="*/ 0 h 556"/>
                <a:gd name="T12" fmla="*/ 1 w 243"/>
                <a:gd name="T13" fmla="*/ 0 h 556"/>
                <a:gd name="T14" fmla="*/ 1 w 243"/>
                <a:gd name="T15" fmla="*/ 0 h 556"/>
                <a:gd name="T16" fmla="*/ 1 w 243"/>
                <a:gd name="T17" fmla="*/ 1 h 556"/>
                <a:gd name="T18" fmla="*/ 1 w 243"/>
                <a:gd name="T19" fmla="*/ 1 h 556"/>
                <a:gd name="T20" fmla="*/ 1 w 243"/>
                <a:gd name="T21" fmla="*/ 1 h 556"/>
                <a:gd name="T22" fmla="*/ 1 w 243"/>
                <a:gd name="T23" fmla="*/ 1 h 556"/>
                <a:gd name="T24" fmla="*/ 1 w 243"/>
                <a:gd name="T25" fmla="*/ 1 h 556"/>
                <a:gd name="T26" fmla="*/ 1 w 243"/>
                <a:gd name="T27" fmla="*/ 2 h 556"/>
                <a:gd name="T28" fmla="*/ 1 w 243"/>
                <a:gd name="T29" fmla="*/ 2 h 556"/>
                <a:gd name="T30" fmla="*/ 0 w 243"/>
                <a:gd name="T31" fmla="*/ 4 h 556"/>
                <a:gd name="T32" fmla="*/ 0 w 243"/>
                <a:gd name="T33" fmla="*/ 4 h 556"/>
                <a:gd name="T34" fmla="*/ 0 w 243"/>
                <a:gd name="T35" fmla="*/ 5 h 556"/>
                <a:gd name="T36" fmla="*/ 0 w 243"/>
                <a:gd name="T37" fmla="*/ 5 h 556"/>
                <a:gd name="T38" fmla="*/ 0 w 243"/>
                <a:gd name="T39" fmla="*/ 6 h 556"/>
                <a:gd name="T40" fmla="*/ 0 w 243"/>
                <a:gd name="T41" fmla="*/ 6 h 556"/>
                <a:gd name="T42" fmla="*/ 0 w 243"/>
                <a:gd name="T43" fmla="*/ 0 h 55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43"/>
                <a:gd name="T67" fmla="*/ 0 h 556"/>
                <a:gd name="T68" fmla="*/ 243 w 243"/>
                <a:gd name="T69" fmla="*/ 556 h 55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43" h="556">
                  <a:moveTo>
                    <a:pt x="3" y="0"/>
                  </a:moveTo>
                  <a:lnTo>
                    <a:pt x="243" y="0"/>
                  </a:lnTo>
                  <a:lnTo>
                    <a:pt x="216" y="7"/>
                  </a:lnTo>
                  <a:lnTo>
                    <a:pt x="201" y="14"/>
                  </a:lnTo>
                  <a:lnTo>
                    <a:pt x="189" y="21"/>
                  </a:lnTo>
                  <a:lnTo>
                    <a:pt x="175" y="31"/>
                  </a:lnTo>
                  <a:lnTo>
                    <a:pt x="163" y="42"/>
                  </a:lnTo>
                  <a:lnTo>
                    <a:pt x="153" y="53"/>
                  </a:lnTo>
                  <a:lnTo>
                    <a:pt x="142" y="65"/>
                  </a:lnTo>
                  <a:lnTo>
                    <a:pt x="136" y="75"/>
                  </a:lnTo>
                  <a:lnTo>
                    <a:pt x="129" y="90"/>
                  </a:lnTo>
                  <a:lnTo>
                    <a:pt x="122" y="104"/>
                  </a:lnTo>
                  <a:lnTo>
                    <a:pt x="115" y="121"/>
                  </a:lnTo>
                  <a:lnTo>
                    <a:pt x="110" y="135"/>
                  </a:lnTo>
                  <a:lnTo>
                    <a:pt x="104" y="150"/>
                  </a:lnTo>
                  <a:lnTo>
                    <a:pt x="64" y="333"/>
                  </a:lnTo>
                  <a:lnTo>
                    <a:pt x="50" y="408"/>
                  </a:lnTo>
                  <a:lnTo>
                    <a:pt x="40" y="459"/>
                  </a:lnTo>
                  <a:lnTo>
                    <a:pt x="28" y="509"/>
                  </a:lnTo>
                  <a:lnTo>
                    <a:pt x="10" y="556"/>
                  </a:lnTo>
                  <a:lnTo>
                    <a:pt x="0" y="556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F8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01" name="Arc 601"/>
            <p:cNvSpPr>
              <a:spLocks/>
            </p:cNvSpPr>
            <p:nvPr/>
          </p:nvSpPr>
          <p:spPr bwMode="auto">
            <a:xfrm>
              <a:off x="3505" y="3399"/>
              <a:ext cx="64" cy="201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21600" y="43200"/>
                  </a:moveTo>
                  <a:cubicBezTo>
                    <a:pt x="9670" y="43200"/>
                    <a:pt x="0" y="33529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</a:path>
                <a:path w="21600" h="43200" stroke="0" extrusionOk="0">
                  <a:moveTo>
                    <a:pt x="21600" y="43200"/>
                  </a:moveTo>
                  <a:cubicBezTo>
                    <a:pt x="9670" y="43200"/>
                    <a:pt x="0" y="33529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66FF66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02" name="Freeform 602"/>
            <p:cNvSpPr>
              <a:spLocks/>
            </p:cNvSpPr>
            <p:nvPr/>
          </p:nvSpPr>
          <p:spPr bwMode="auto">
            <a:xfrm>
              <a:off x="3483" y="3389"/>
              <a:ext cx="90" cy="223"/>
            </a:xfrm>
            <a:custGeom>
              <a:avLst/>
              <a:gdLst>
                <a:gd name="T0" fmla="*/ 1 w 243"/>
                <a:gd name="T1" fmla="*/ 0 h 555"/>
                <a:gd name="T2" fmla="*/ 0 w 243"/>
                <a:gd name="T3" fmla="*/ 0 h 555"/>
                <a:gd name="T4" fmla="*/ 0 w 243"/>
                <a:gd name="T5" fmla="*/ 0 h 555"/>
                <a:gd name="T6" fmla="*/ 0 w 243"/>
                <a:gd name="T7" fmla="*/ 0 h 555"/>
                <a:gd name="T8" fmla="*/ 0 w 243"/>
                <a:gd name="T9" fmla="*/ 0 h 555"/>
                <a:gd name="T10" fmla="*/ 0 w 243"/>
                <a:gd name="T11" fmla="*/ 0 h 555"/>
                <a:gd name="T12" fmla="*/ 0 w 243"/>
                <a:gd name="T13" fmla="*/ 0 h 555"/>
                <a:gd name="T14" fmla="*/ 0 w 243"/>
                <a:gd name="T15" fmla="*/ 0 h 555"/>
                <a:gd name="T16" fmla="*/ 1 w 243"/>
                <a:gd name="T17" fmla="*/ 1 h 555"/>
                <a:gd name="T18" fmla="*/ 1 w 243"/>
                <a:gd name="T19" fmla="*/ 1 h 555"/>
                <a:gd name="T20" fmla="*/ 1 w 243"/>
                <a:gd name="T21" fmla="*/ 1 h 555"/>
                <a:gd name="T22" fmla="*/ 1 w 243"/>
                <a:gd name="T23" fmla="*/ 1 h 555"/>
                <a:gd name="T24" fmla="*/ 1 w 243"/>
                <a:gd name="T25" fmla="*/ 1 h 555"/>
                <a:gd name="T26" fmla="*/ 1 w 243"/>
                <a:gd name="T27" fmla="*/ 2 h 555"/>
                <a:gd name="T28" fmla="*/ 1 w 243"/>
                <a:gd name="T29" fmla="*/ 2 h 555"/>
                <a:gd name="T30" fmla="*/ 1 w 243"/>
                <a:gd name="T31" fmla="*/ 4 h 555"/>
                <a:gd name="T32" fmla="*/ 1 w 243"/>
                <a:gd name="T33" fmla="*/ 4 h 555"/>
                <a:gd name="T34" fmla="*/ 1 w 243"/>
                <a:gd name="T35" fmla="*/ 5 h 555"/>
                <a:gd name="T36" fmla="*/ 1 w 243"/>
                <a:gd name="T37" fmla="*/ 5 h 555"/>
                <a:gd name="T38" fmla="*/ 1 w 243"/>
                <a:gd name="T39" fmla="*/ 6 h 555"/>
                <a:gd name="T40" fmla="*/ 1 w 243"/>
                <a:gd name="T41" fmla="*/ 6 h 555"/>
                <a:gd name="T42" fmla="*/ 1 w 243"/>
                <a:gd name="T43" fmla="*/ 0 h 55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43"/>
                <a:gd name="T67" fmla="*/ 0 h 555"/>
                <a:gd name="T68" fmla="*/ 243 w 243"/>
                <a:gd name="T69" fmla="*/ 555 h 555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43" h="555">
                  <a:moveTo>
                    <a:pt x="240" y="0"/>
                  </a:moveTo>
                  <a:lnTo>
                    <a:pt x="0" y="0"/>
                  </a:lnTo>
                  <a:lnTo>
                    <a:pt x="28" y="7"/>
                  </a:lnTo>
                  <a:lnTo>
                    <a:pt x="42" y="15"/>
                  </a:lnTo>
                  <a:lnTo>
                    <a:pt x="54" y="22"/>
                  </a:lnTo>
                  <a:lnTo>
                    <a:pt x="69" y="31"/>
                  </a:lnTo>
                  <a:lnTo>
                    <a:pt x="81" y="42"/>
                  </a:lnTo>
                  <a:lnTo>
                    <a:pt x="90" y="53"/>
                  </a:lnTo>
                  <a:lnTo>
                    <a:pt x="101" y="64"/>
                  </a:lnTo>
                  <a:lnTo>
                    <a:pt x="107" y="75"/>
                  </a:lnTo>
                  <a:lnTo>
                    <a:pt x="114" y="89"/>
                  </a:lnTo>
                  <a:lnTo>
                    <a:pt x="121" y="104"/>
                  </a:lnTo>
                  <a:lnTo>
                    <a:pt x="129" y="120"/>
                  </a:lnTo>
                  <a:lnTo>
                    <a:pt x="133" y="135"/>
                  </a:lnTo>
                  <a:lnTo>
                    <a:pt x="139" y="149"/>
                  </a:lnTo>
                  <a:lnTo>
                    <a:pt x="179" y="333"/>
                  </a:lnTo>
                  <a:lnTo>
                    <a:pt x="194" y="409"/>
                  </a:lnTo>
                  <a:lnTo>
                    <a:pt x="203" y="458"/>
                  </a:lnTo>
                  <a:lnTo>
                    <a:pt x="215" y="509"/>
                  </a:lnTo>
                  <a:lnTo>
                    <a:pt x="233" y="555"/>
                  </a:lnTo>
                  <a:lnTo>
                    <a:pt x="243" y="555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FF8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03" name="Arc 603"/>
            <p:cNvSpPr>
              <a:spLocks/>
            </p:cNvSpPr>
            <p:nvPr/>
          </p:nvSpPr>
          <p:spPr bwMode="auto">
            <a:xfrm>
              <a:off x="3879" y="3401"/>
              <a:ext cx="66" cy="199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66FF66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04" name="Freeform 604"/>
            <p:cNvSpPr>
              <a:spLocks/>
            </p:cNvSpPr>
            <p:nvPr/>
          </p:nvSpPr>
          <p:spPr bwMode="auto">
            <a:xfrm>
              <a:off x="3875" y="3391"/>
              <a:ext cx="88" cy="223"/>
            </a:xfrm>
            <a:custGeom>
              <a:avLst/>
              <a:gdLst>
                <a:gd name="T0" fmla="*/ 0 w 243"/>
                <a:gd name="T1" fmla="*/ 0 h 555"/>
                <a:gd name="T2" fmla="*/ 1 w 243"/>
                <a:gd name="T3" fmla="*/ 0 h 555"/>
                <a:gd name="T4" fmla="*/ 1 w 243"/>
                <a:gd name="T5" fmla="*/ 0 h 555"/>
                <a:gd name="T6" fmla="*/ 1 w 243"/>
                <a:gd name="T7" fmla="*/ 0 h 555"/>
                <a:gd name="T8" fmla="*/ 1 w 243"/>
                <a:gd name="T9" fmla="*/ 0 h 555"/>
                <a:gd name="T10" fmla="*/ 1 w 243"/>
                <a:gd name="T11" fmla="*/ 0 h 555"/>
                <a:gd name="T12" fmla="*/ 1 w 243"/>
                <a:gd name="T13" fmla="*/ 0 h 555"/>
                <a:gd name="T14" fmla="*/ 1 w 243"/>
                <a:gd name="T15" fmla="*/ 0 h 555"/>
                <a:gd name="T16" fmla="*/ 1 w 243"/>
                <a:gd name="T17" fmla="*/ 1 h 555"/>
                <a:gd name="T18" fmla="*/ 1 w 243"/>
                <a:gd name="T19" fmla="*/ 1 h 555"/>
                <a:gd name="T20" fmla="*/ 1 w 243"/>
                <a:gd name="T21" fmla="*/ 1 h 555"/>
                <a:gd name="T22" fmla="*/ 1 w 243"/>
                <a:gd name="T23" fmla="*/ 1 h 555"/>
                <a:gd name="T24" fmla="*/ 1 w 243"/>
                <a:gd name="T25" fmla="*/ 1 h 555"/>
                <a:gd name="T26" fmla="*/ 1 w 243"/>
                <a:gd name="T27" fmla="*/ 2 h 555"/>
                <a:gd name="T28" fmla="*/ 1 w 243"/>
                <a:gd name="T29" fmla="*/ 2 h 555"/>
                <a:gd name="T30" fmla="*/ 0 w 243"/>
                <a:gd name="T31" fmla="*/ 4 h 555"/>
                <a:gd name="T32" fmla="*/ 0 w 243"/>
                <a:gd name="T33" fmla="*/ 4 h 555"/>
                <a:gd name="T34" fmla="*/ 0 w 243"/>
                <a:gd name="T35" fmla="*/ 5 h 555"/>
                <a:gd name="T36" fmla="*/ 0 w 243"/>
                <a:gd name="T37" fmla="*/ 5 h 555"/>
                <a:gd name="T38" fmla="*/ 0 w 243"/>
                <a:gd name="T39" fmla="*/ 6 h 555"/>
                <a:gd name="T40" fmla="*/ 0 w 243"/>
                <a:gd name="T41" fmla="*/ 6 h 555"/>
                <a:gd name="T42" fmla="*/ 0 w 243"/>
                <a:gd name="T43" fmla="*/ 0 h 55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43"/>
                <a:gd name="T67" fmla="*/ 0 h 555"/>
                <a:gd name="T68" fmla="*/ 243 w 243"/>
                <a:gd name="T69" fmla="*/ 555 h 555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43" h="555">
                  <a:moveTo>
                    <a:pt x="3" y="0"/>
                  </a:moveTo>
                  <a:lnTo>
                    <a:pt x="243" y="0"/>
                  </a:lnTo>
                  <a:lnTo>
                    <a:pt x="216" y="7"/>
                  </a:lnTo>
                  <a:lnTo>
                    <a:pt x="201" y="14"/>
                  </a:lnTo>
                  <a:lnTo>
                    <a:pt x="189" y="21"/>
                  </a:lnTo>
                  <a:lnTo>
                    <a:pt x="175" y="31"/>
                  </a:lnTo>
                  <a:lnTo>
                    <a:pt x="163" y="42"/>
                  </a:lnTo>
                  <a:lnTo>
                    <a:pt x="153" y="53"/>
                  </a:lnTo>
                  <a:lnTo>
                    <a:pt x="142" y="64"/>
                  </a:lnTo>
                  <a:lnTo>
                    <a:pt x="136" y="74"/>
                  </a:lnTo>
                  <a:lnTo>
                    <a:pt x="129" y="89"/>
                  </a:lnTo>
                  <a:lnTo>
                    <a:pt x="122" y="103"/>
                  </a:lnTo>
                  <a:lnTo>
                    <a:pt x="115" y="120"/>
                  </a:lnTo>
                  <a:lnTo>
                    <a:pt x="110" y="134"/>
                  </a:lnTo>
                  <a:lnTo>
                    <a:pt x="104" y="149"/>
                  </a:lnTo>
                  <a:lnTo>
                    <a:pt x="64" y="333"/>
                  </a:lnTo>
                  <a:lnTo>
                    <a:pt x="50" y="408"/>
                  </a:lnTo>
                  <a:lnTo>
                    <a:pt x="40" y="458"/>
                  </a:lnTo>
                  <a:lnTo>
                    <a:pt x="28" y="508"/>
                  </a:lnTo>
                  <a:lnTo>
                    <a:pt x="10" y="555"/>
                  </a:lnTo>
                  <a:lnTo>
                    <a:pt x="0" y="555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F8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05" name="Arc 605"/>
            <p:cNvSpPr>
              <a:spLocks/>
            </p:cNvSpPr>
            <p:nvPr/>
          </p:nvSpPr>
          <p:spPr bwMode="auto">
            <a:xfrm>
              <a:off x="3505" y="3136"/>
              <a:ext cx="64" cy="201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21600" y="43200"/>
                  </a:moveTo>
                  <a:cubicBezTo>
                    <a:pt x="9670" y="43200"/>
                    <a:pt x="0" y="33529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</a:path>
                <a:path w="21600" h="43200" stroke="0" extrusionOk="0">
                  <a:moveTo>
                    <a:pt x="21600" y="43200"/>
                  </a:moveTo>
                  <a:cubicBezTo>
                    <a:pt x="9670" y="43200"/>
                    <a:pt x="0" y="33529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FFF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06" name="Freeform 606"/>
            <p:cNvSpPr>
              <a:spLocks/>
            </p:cNvSpPr>
            <p:nvPr/>
          </p:nvSpPr>
          <p:spPr bwMode="auto">
            <a:xfrm>
              <a:off x="3483" y="3126"/>
              <a:ext cx="90" cy="225"/>
            </a:xfrm>
            <a:custGeom>
              <a:avLst/>
              <a:gdLst>
                <a:gd name="T0" fmla="*/ 1 w 243"/>
                <a:gd name="T1" fmla="*/ 0 h 557"/>
                <a:gd name="T2" fmla="*/ 0 w 243"/>
                <a:gd name="T3" fmla="*/ 0 h 557"/>
                <a:gd name="T4" fmla="*/ 0 w 243"/>
                <a:gd name="T5" fmla="*/ 0 h 557"/>
                <a:gd name="T6" fmla="*/ 0 w 243"/>
                <a:gd name="T7" fmla="*/ 0 h 557"/>
                <a:gd name="T8" fmla="*/ 0 w 243"/>
                <a:gd name="T9" fmla="*/ 0 h 557"/>
                <a:gd name="T10" fmla="*/ 0 w 243"/>
                <a:gd name="T11" fmla="*/ 0 h 557"/>
                <a:gd name="T12" fmla="*/ 0 w 243"/>
                <a:gd name="T13" fmla="*/ 0 h 557"/>
                <a:gd name="T14" fmla="*/ 0 w 243"/>
                <a:gd name="T15" fmla="*/ 0 h 557"/>
                <a:gd name="T16" fmla="*/ 1 w 243"/>
                <a:gd name="T17" fmla="*/ 1 h 557"/>
                <a:gd name="T18" fmla="*/ 1 w 243"/>
                <a:gd name="T19" fmla="*/ 1 h 557"/>
                <a:gd name="T20" fmla="*/ 1 w 243"/>
                <a:gd name="T21" fmla="*/ 1 h 557"/>
                <a:gd name="T22" fmla="*/ 1 w 243"/>
                <a:gd name="T23" fmla="*/ 1 h 557"/>
                <a:gd name="T24" fmla="*/ 1 w 243"/>
                <a:gd name="T25" fmla="*/ 1 h 557"/>
                <a:gd name="T26" fmla="*/ 1 w 243"/>
                <a:gd name="T27" fmla="*/ 2 h 557"/>
                <a:gd name="T28" fmla="*/ 1 w 243"/>
                <a:gd name="T29" fmla="*/ 2 h 557"/>
                <a:gd name="T30" fmla="*/ 1 w 243"/>
                <a:gd name="T31" fmla="*/ 4 h 557"/>
                <a:gd name="T32" fmla="*/ 1 w 243"/>
                <a:gd name="T33" fmla="*/ 4 h 557"/>
                <a:gd name="T34" fmla="*/ 1 w 243"/>
                <a:gd name="T35" fmla="*/ 5 h 557"/>
                <a:gd name="T36" fmla="*/ 1 w 243"/>
                <a:gd name="T37" fmla="*/ 6 h 557"/>
                <a:gd name="T38" fmla="*/ 1 w 243"/>
                <a:gd name="T39" fmla="*/ 6 h 557"/>
                <a:gd name="T40" fmla="*/ 1 w 243"/>
                <a:gd name="T41" fmla="*/ 6 h 557"/>
                <a:gd name="T42" fmla="*/ 1 w 243"/>
                <a:gd name="T43" fmla="*/ 0 h 55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43"/>
                <a:gd name="T67" fmla="*/ 0 h 557"/>
                <a:gd name="T68" fmla="*/ 243 w 243"/>
                <a:gd name="T69" fmla="*/ 557 h 557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43" h="557">
                  <a:moveTo>
                    <a:pt x="240" y="0"/>
                  </a:moveTo>
                  <a:lnTo>
                    <a:pt x="0" y="0"/>
                  </a:lnTo>
                  <a:lnTo>
                    <a:pt x="28" y="7"/>
                  </a:lnTo>
                  <a:lnTo>
                    <a:pt x="42" y="15"/>
                  </a:lnTo>
                  <a:lnTo>
                    <a:pt x="54" y="22"/>
                  </a:lnTo>
                  <a:lnTo>
                    <a:pt x="69" y="31"/>
                  </a:lnTo>
                  <a:lnTo>
                    <a:pt x="81" y="42"/>
                  </a:lnTo>
                  <a:lnTo>
                    <a:pt x="90" y="53"/>
                  </a:lnTo>
                  <a:lnTo>
                    <a:pt x="101" y="65"/>
                  </a:lnTo>
                  <a:lnTo>
                    <a:pt x="107" y="76"/>
                  </a:lnTo>
                  <a:lnTo>
                    <a:pt x="114" y="90"/>
                  </a:lnTo>
                  <a:lnTo>
                    <a:pt x="121" y="105"/>
                  </a:lnTo>
                  <a:lnTo>
                    <a:pt x="129" y="122"/>
                  </a:lnTo>
                  <a:lnTo>
                    <a:pt x="133" y="136"/>
                  </a:lnTo>
                  <a:lnTo>
                    <a:pt x="139" y="150"/>
                  </a:lnTo>
                  <a:lnTo>
                    <a:pt x="179" y="333"/>
                  </a:lnTo>
                  <a:lnTo>
                    <a:pt x="194" y="409"/>
                  </a:lnTo>
                  <a:lnTo>
                    <a:pt x="203" y="459"/>
                  </a:lnTo>
                  <a:lnTo>
                    <a:pt x="215" y="510"/>
                  </a:lnTo>
                  <a:lnTo>
                    <a:pt x="233" y="557"/>
                  </a:lnTo>
                  <a:lnTo>
                    <a:pt x="243" y="557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FF8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07" name="Arc 607"/>
            <p:cNvSpPr>
              <a:spLocks/>
            </p:cNvSpPr>
            <p:nvPr/>
          </p:nvSpPr>
          <p:spPr bwMode="auto">
            <a:xfrm>
              <a:off x="3879" y="3138"/>
              <a:ext cx="66" cy="201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FF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08" name="Freeform 608"/>
            <p:cNvSpPr>
              <a:spLocks/>
            </p:cNvSpPr>
            <p:nvPr/>
          </p:nvSpPr>
          <p:spPr bwMode="auto">
            <a:xfrm>
              <a:off x="3875" y="3128"/>
              <a:ext cx="88" cy="223"/>
            </a:xfrm>
            <a:custGeom>
              <a:avLst/>
              <a:gdLst>
                <a:gd name="T0" fmla="*/ 0 w 243"/>
                <a:gd name="T1" fmla="*/ 0 h 556"/>
                <a:gd name="T2" fmla="*/ 1 w 243"/>
                <a:gd name="T3" fmla="*/ 0 h 556"/>
                <a:gd name="T4" fmla="*/ 1 w 243"/>
                <a:gd name="T5" fmla="*/ 0 h 556"/>
                <a:gd name="T6" fmla="*/ 1 w 243"/>
                <a:gd name="T7" fmla="*/ 0 h 556"/>
                <a:gd name="T8" fmla="*/ 1 w 243"/>
                <a:gd name="T9" fmla="*/ 0 h 556"/>
                <a:gd name="T10" fmla="*/ 1 w 243"/>
                <a:gd name="T11" fmla="*/ 0 h 556"/>
                <a:gd name="T12" fmla="*/ 1 w 243"/>
                <a:gd name="T13" fmla="*/ 0 h 556"/>
                <a:gd name="T14" fmla="*/ 1 w 243"/>
                <a:gd name="T15" fmla="*/ 0 h 556"/>
                <a:gd name="T16" fmla="*/ 1 w 243"/>
                <a:gd name="T17" fmla="*/ 1 h 556"/>
                <a:gd name="T18" fmla="*/ 1 w 243"/>
                <a:gd name="T19" fmla="*/ 1 h 556"/>
                <a:gd name="T20" fmla="*/ 1 w 243"/>
                <a:gd name="T21" fmla="*/ 1 h 556"/>
                <a:gd name="T22" fmla="*/ 1 w 243"/>
                <a:gd name="T23" fmla="*/ 1 h 556"/>
                <a:gd name="T24" fmla="*/ 1 w 243"/>
                <a:gd name="T25" fmla="*/ 1 h 556"/>
                <a:gd name="T26" fmla="*/ 1 w 243"/>
                <a:gd name="T27" fmla="*/ 2 h 556"/>
                <a:gd name="T28" fmla="*/ 1 w 243"/>
                <a:gd name="T29" fmla="*/ 2 h 556"/>
                <a:gd name="T30" fmla="*/ 0 w 243"/>
                <a:gd name="T31" fmla="*/ 4 h 556"/>
                <a:gd name="T32" fmla="*/ 0 w 243"/>
                <a:gd name="T33" fmla="*/ 4 h 556"/>
                <a:gd name="T34" fmla="*/ 0 w 243"/>
                <a:gd name="T35" fmla="*/ 5 h 556"/>
                <a:gd name="T36" fmla="*/ 0 w 243"/>
                <a:gd name="T37" fmla="*/ 5 h 556"/>
                <a:gd name="T38" fmla="*/ 0 w 243"/>
                <a:gd name="T39" fmla="*/ 6 h 556"/>
                <a:gd name="T40" fmla="*/ 0 w 243"/>
                <a:gd name="T41" fmla="*/ 6 h 556"/>
                <a:gd name="T42" fmla="*/ 0 w 243"/>
                <a:gd name="T43" fmla="*/ 0 h 55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43"/>
                <a:gd name="T67" fmla="*/ 0 h 556"/>
                <a:gd name="T68" fmla="*/ 243 w 243"/>
                <a:gd name="T69" fmla="*/ 556 h 55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43" h="556">
                  <a:moveTo>
                    <a:pt x="3" y="0"/>
                  </a:moveTo>
                  <a:lnTo>
                    <a:pt x="243" y="0"/>
                  </a:lnTo>
                  <a:lnTo>
                    <a:pt x="216" y="7"/>
                  </a:lnTo>
                  <a:lnTo>
                    <a:pt x="201" y="14"/>
                  </a:lnTo>
                  <a:lnTo>
                    <a:pt x="189" y="21"/>
                  </a:lnTo>
                  <a:lnTo>
                    <a:pt x="175" y="31"/>
                  </a:lnTo>
                  <a:lnTo>
                    <a:pt x="163" y="42"/>
                  </a:lnTo>
                  <a:lnTo>
                    <a:pt x="153" y="53"/>
                  </a:lnTo>
                  <a:lnTo>
                    <a:pt x="142" y="65"/>
                  </a:lnTo>
                  <a:lnTo>
                    <a:pt x="136" y="76"/>
                  </a:lnTo>
                  <a:lnTo>
                    <a:pt x="129" y="90"/>
                  </a:lnTo>
                  <a:lnTo>
                    <a:pt x="122" y="104"/>
                  </a:lnTo>
                  <a:lnTo>
                    <a:pt x="115" y="121"/>
                  </a:lnTo>
                  <a:lnTo>
                    <a:pt x="110" y="136"/>
                  </a:lnTo>
                  <a:lnTo>
                    <a:pt x="104" y="150"/>
                  </a:lnTo>
                  <a:lnTo>
                    <a:pt x="64" y="333"/>
                  </a:lnTo>
                  <a:lnTo>
                    <a:pt x="50" y="408"/>
                  </a:lnTo>
                  <a:lnTo>
                    <a:pt x="40" y="459"/>
                  </a:lnTo>
                  <a:lnTo>
                    <a:pt x="28" y="509"/>
                  </a:lnTo>
                  <a:lnTo>
                    <a:pt x="10" y="556"/>
                  </a:lnTo>
                  <a:lnTo>
                    <a:pt x="0" y="556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F80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09" name="Freeform 609"/>
            <p:cNvSpPr>
              <a:spLocks/>
            </p:cNvSpPr>
            <p:nvPr/>
          </p:nvSpPr>
          <p:spPr bwMode="auto">
            <a:xfrm>
              <a:off x="3631" y="2688"/>
              <a:ext cx="184" cy="153"/>
            </a:xfrm>
            <a:custGeom>
              <a:avLst/>
              <a:gdLst>
                <a:gd name="T0" fmla="*/ 1 w 500"/>
                <a:gd name="T1" fmla="*/ 4 h 377"/>
                <a:gd name="T2" fmla="*/ 1 w 500"/>
                <a:gd name="T3" fmla="*/ 3 h 377"/>
                <a:gd name="T4" fmla="*/ 0 w 500"/>
                <a:gd name="T5" fmla="*/ 3 h 377"/>
                <a:gd name="T6" fmla="*/ 0 w 500"/>
                <a:gd name="T7" fmla="*/ 3 h 377"/>
                <a:gd name="T8" fmla="*/ 0 w 500"/>
                <a:gd name="T9" fmla="*/ 3 h 377"/>
                <a:gd name="T10" fmla="*/ 0 w 500"/>
                <a:gd name="T11" fmla="*/ 3 h 377"/>
                <a:gd name="T12" fmla="*/ 0 w 500"/>
                <a:gd name="T13" fmla="*/ 3 h 377"/>
                <a:gd name="T14" fmla="*/ 0 w 500"/>
                <a:gd name="T15" fmla="*/ 3 h 377"/>
                <a:gd name="T16" fmla="*/ 0 w 500"/>
                <a:gd name="T17" fmla="*/ 3 h 377"/>
                <a:gd name="T18" fmla="*/ 0 w 500"/>
                <a:gd name="T19" fmla="*/ 3 h 377"/>
                <a:gd name="T20" fmla="*/ 0 w 500"/>
                <a:gd name="T21" fmla="*/ 2 h 377"/>
                <a:gd name="T22" fmla="*/ 0 w 500"/>
                <a:gd name="T23" fmla="*/ 2 h 377"/>
                <a:gd name="T24" fmla="*/ 0 w 500"/>
                <a:gd name="T25" fmla="*/ 2 h 377"/>
                <a:gd name="T26" fmla="*/ 0 w 500"/>
                <a:gd name="T27" fmla="*/ 2 h 377"/>
                <a:gd name="T28" fmla="*/ 0 w 500"/>
                <a:gd name="T29" fmla="*/ 2 h 377"/>
                <a:gd name="T30" fmla="*/ 0 w 500"/>
                <a:gd name="T31" fmla="*/ 2 h 377"/>
                <a:gd name="T32" fmla="*/ 0 w 500"/>
                <a:gd name="T33" fmla="*/ 2 h 377"/>
                <a:gd name="T34" fmla="*/ 0 w 500"/>
                <a:gd name="T35" fmla="*/ 2 h 377"/>
                <a:gd name="T36" fmla="*/ 0 w 500"/>
                <a:gd name="T37" fmla="*/ 2 h 377"/>
                <a:gd name="T38" fmla="*/ 0 w 500"/>
                <a:gd name="T39" fmla="*/ 2 h 377"/>
                <a:gd name="T40" fmla="*/ 1 w 500"/>
                <a:gd name="T41" fmla="*/ 2 h 377"/>
                <a:gd name="T42" fmla="*/ 1 w 500"/>
                <a:gd name="T43" fmla="*/ 1 h 377"/>
                <a:gd name="T44" fmla="*/ 1 w 500"/>
                <a:gd name="T45" fmla="*/ 1 h 377"/>
                <a:gd name="T46" fmla="*/ 1 w 500"/>
                <a:gd name="T47" fmla="*/ 1 h 377"/>
                <a:gd name="T48" fmla="*/ 1 w 500"/>
                <a:gd name="T49" fmla="*/ 0 h 377"/>
                <a:gd name="T50" fmla="*/ 1 w 500"/>
                <a:gd name="T51" fmla="*/ 0 h 377"/>
                <a:gd name="T52" fmla="*/ 1 w 500"/>
                <a:gd name="T53" fmla="*/ 0 h 377"/>
                <a:gd name="T54" fmla="*/ 1 w 500"/>
                <a:gd name="T55" fmla="*/ 0 h 377"/>
                <a:gd name="T56" fmla="*/ 1 w 500"/>
                <a:gd name="T57" fmla="*/ 0 h 377"/>
                <a:gd name="T58" fmla="*/ 1 w 500"/>
                <a:gd name="T59" fmla="*/ 0 h 377"/>
                <a:gd name="T60" fmla="*/ 1 w 500"/>
                <a:gd name="T61" fmla="*/ 0 h 377"/>
                <a:gd name="T62" fmla="*/ 2 w 500"/>
                <a:gd name="T63" fmla="*/ 0 h 377"/>
                <a:gd name="T64" fmla="*/ 2 w 500"/>
                <a:gd name="T65" fmla="*/ 0 h 377"/>
                <a:gd name="T66" fmla="*/ 2 w 500"/>
                <a:gd name="T67" fmla="*/ 0 h 377"/>
                <a:gd name="T68" fmla="*/ 2 w 500"/>
                <a:gd name="T69" fmla="*/ 0 h 377"/>
                <a:gd name="T70" fmla="*/ 2 w 500"/>
                <a:gd name="T71" fmla="*/ 0 h 377"/>
                <a:gd name="T72" fmla="*/ 2 w 500"/>
                <a:gd name="T73" fmla="*/ 0 h 377"/>
                <a:gd name="T74" fmla="*/ 2 w 500"/>
                <a:gd name="T75" fmla="*/ 0 h 377"/>
                <a:gd name="T76" fmla="*/ 2 w 500"/>
                <a:gd name="T77" fmla="*/ 1 h 377"/>
                <a:gd name="T78" fmla="*/ 2 w 500"/>
                <a:gd name="T79" fmla="*/ 1 h 377"/>
                <a:gd name="T80" fmla="*/ 2 w 500"/>
                <a:gd name="T81" fmla="*/ 1 h 377"/>
                <a:gd name="T82" fmla="*/ 2 w 500"/>
                <a:gd name="T83" fmla="*/ 2 h 377"/>
                <a:gd name="T84" fmla="*/ 3 w 500"/>
                <a:gd name="T85" fmla="*/ 2 h 377"/>
                <a:gd name="T86" fmla="*/ 3 w 500"/>
                <a:gd name="T87" fmla="*/ 2 h 377"/>
                <a:gd name="T88" fmla="*/ 3 w 500"/>
                <a:gd name="T89" fmla="*/ 2 h 377"/>
                <a:gd name="T90" fmla="*/ 3 w 500"/>
                <a:gd name="T91" fmla="*/ 2 h 377"/>
                <a:gd name="T92" fmla="*/ 3 w 500"/>
                <a:gd name="T93" fmla="*/ 2 h 377"/>
                <a:gd name="T94" fmla="*/ 3 w 500"/>
                <a:gd name="T95" fmla="*/ 2 h 377"/>
                <a:gd name="T96" fmla="*/ 3 w 500"/>
                <a:gd name="T97" fmla="*/ 2 h 377"/>
                <a:gd name="T98" fmla="*/ 3 w 500"/>
                <a:gd name="T99" fmla="*/ 2 h 377"/>
                <a:gd name="T100" fmla="*/ 3 w 500"/>
                <a:gd name="T101" fmla="*/ 2 h 377"/>
                <a:gd name="T102" fmla="*/ 3 w 500"/>
                <a:gd name="T103" fmla="*/ 2 h 377"/>
                <a:gd name="T104" fmla="*/ 3 w 500"/>
                <a:gd name="T105" fmla="*/ 3 h 377"/>
                <a:gd name="T106" fmla="*/ 3 w 500"/>
                <a:gd name="T107" fmla="*/ 3 h 377"/>
                <a:gd name="T108" fmla="*/ 3 w 500"/>
                <a:gd name="T109" fmla="*/ 3 h 377"/>
                <a:gd name="T110" fmla="*/ 3 w 500"/>
                <a:gd name="T111" fmla="*/ 3 h 377"/>
                <a:gd name="T112" fmla="*/ 3 w 500"/>
                <a:gd name="T113" fmla="*/ 3 h 377"/>
                <a:gd name="T114" fmla="*/ 3 w 500"/>
                <a:gd name="T115" fmla="*/ 3 h 377"/>
                <a:gd name="T116" fmla="*/ 2 w 500"/>
                <a:gd name="T117" fmla="*/ 3 h 377"/>
                <a:gd name="T118" fmla="*/ 2 w 500"/>
                <a:gd name="T119" fmla="*/ 4 h 377"/>
                <a:gd name="T120" fmla="*/ 1 w 500"/>
                <a:gd name="T121" fmla="*/ 4 h 37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500"/>
                <a:gd name="T184" fmla="*/ 0 h 377"/>
                <a:gd name="T185" fmla="*/ 500 w 500"/>
                <a:gd name="T186" fmla="*/ 377 h 377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500" h="377">
                  <a:moveTo>
                    <a:pt x="160" y="375"/>
                  </a:moveTo>
                  <a:lnTo>
                    <a:pt x="160" y="292"/>
                  </a:lnTo>
                  <a:lnTo>
                    <a:pt x="61" y="292"/>
                  </a:lnTo>
                  <a:lnTo>
                    <a:pt x="50" y="289"/>
                  </a:lnTo>
                  <a:lnTo>
                    <a:pt x="41" y="286"/>
                  </a:lnTo>
                  <a:lnTo>
                    <a:pt x="31" y="280"/>
                  </a:lnTo>
                  <a:lnTo>
                    <a:pt x="21" y="273"/>
                  </a:lnTo>
                  <a:lnTo>
                    <a:pt x="13" y="265"/>
                  </a:lnTo>
                  <a:lnTo>
                    <a:pt x="7" y="255"/>
                  </a:lnTo>
                  <a:lnTo>
                    <a:pt x="3" y="248"/>
                  </a:lnTo>
                  <a:lnTo>
                    <a:pt x="0" y="237"/>
                  </a:lnTo>
                  <a:lnTo>
                    <a:pt x="0" y="226"/>
                  </a:lnTo>
                  <a:lnTo>
                    <a:pt x="0" y="216"/>
                  </a:lnTo>
                  <a:lnTo>
                    <a:pt x="3" y="204"/>
                  </a:lnTo>
                  <a:lnTo>
                    <a:pt x="10" y="191"/>
                  </a:lnTo>
                  <a:lnTo>
                    <a:pt x="19" y="181"/>
                  </a:lnTo>
                  <a:lnTo>
                    <a:pt x="29" y="171"/>
                  </a:lnTo>
                  <a:lnTo>
                    <a:pt x="41" y="163"/>
                  </a:lnTo>
                  <a:lnTo>
                    <a:pt x="49" y="157"/>
                  </a:lnTo>
                  <a:lnTo>
                    <a:pt x="60" y="153"/>
                  </a:lnTo>
                  <a:lnTo>
                    <a:pt x="162" y="153"/>
                  </a:lnTo>
                  <a:lnTo>
                    <a:pt x="162" y="80"/>
                  </a:lnTo>
                  <a:lnTo>
                    <a:pt x="166" y="70"/>
                  </a:lnTo>
                  <a:lnTo>
                    <a:pt x="172" y="58"/>
                  </a:lnTo>
                  <a:lnTo>
                    <a:pt x="178" y="47"/>
                  </a:lnTo>
                  <a:lnTo>
                    <a:pt x="187" y="35"/>
                  </a:lnTo>
                  <a:lnTo>
                    <a:pt x="198" y="24"/>
                  </a:lnTo>
                  <a:lnTo>
                    <a:pt x="209" y="16"/>
                  </a:lnTo>
                  <a:lnTo>
                    <a:pt x="218" y="10"/>
                  </a:lnTo>
                  <a:lnTo>
                    <a:pt x="232" y="4"/>
                  </a:lnTo>
                  <a:lnTo>
                    <a:pt x="246" y="0"/>
                  </a:lnTo>
                  <a:lnTo>
                    <a:pt x="261" y="0"/>
                  </a:lnTo>
                  <a:lnTo>
                    <a:pt x="276" y="3"/>
                  </a:lnTo>
                  <a:lnTo>
                    <a:pt x="289" y="9"/>
                  </a:lnTo>
                  <a:lnTo>
                    <a:pt x="300" y="15"/>
                  </a:lnTo>
                  <a:lnTo>
                    <a:pt x="312" y="24"/>
                  </a:lnTo>
                  <a:lnTo>
                    <a:pt x="325" y="36"/>
                  </a:lnTo>
                  <a:lnTo>
                    <a:pt x="335" y="47"/>
                  </a:lnTo>
                  <a:lnTo>
                    <a:pt x="340" y="58"/>
                  </a:lnTo>
                  <a:lnTo>
                    <a:pt x="345" y="70"/>
                  </a:lnTo>
                  <a:lnTo>
                    <a:pt x="347" y="85"/>
                  </a:lnTo>
                  <a:lnTo>
                    <a:pt x="347" y="152"/>
                  </a:lnTo>
                  <a:lnTo>
                    <a:pt x="443" y="152"/>
                  </a:lnTo>
                  <a:lnTo>
                    <a:pt x="454" y="157"/>
                  </a:lnTo>
                  <a:lnTo>
                    <a:pt x="464" y="163"/>
                  </a:lnTo>
                  <a:lnTo>
                    <a:pt x="473" y="170"/>
                  </a:lnTo>
                  <a:lnTo>
                    <a:pt x="483" y="179"/>
                  </a:lnTo>
                  <a:lnTo>
                    <a:pt x="490" y="189"/>
                  </a:lnTo>
                  <a:lnTo>
                    <a:pt x="496" y="200"/>
                  </a:lnTo>
                  <a:lnTo>
                    <a:pt x="498" y="212"/>
                  </a:lnTo>
                  <a:lnTo>
                    <a:pt x="500" y="223"/>
                  </a:lnTo>
                  <a:lnTo>
                    <a:pt x="500" y="236"/>
                  </a:lnTo>
                  <a:lnTo>
                    <a:pt x="496" y="247"/>
                  </a:lnTo>
                  <a:lnTo>
                    <a:pt x="490" y="259"/>
                  </a:lnTo>
                  <a:lnTo>
                    <a:pt x="483" y="268"/>
                  </a:lnTo>
                  <a:lnTo>
                    <a:pt x="474" y="278"/>
                  </a:lnTo>
                  <a:lnTo>
                    <a:pt x="464" y="284"/>
                  </a:lnTo>
                  <a:lnTo>
                    <a:pt x="442" y="292"/>
                  </a:lnTo>
                  <a:lnTo>
                    <a:pt x="347" y="292"/>
                  </a:lnTo>
                  <a:lnTo>
                    <a:pt x="347" y="377"/>
                  </a:lnTo>
                  <a:lnTo>
                    <a:pt x="160" y="375"/>
                  </a:lnTo>
                  <a:close/>
                </a:path>
              </a:pathLst>
            </a:custGeom>
            <a:solidFill>
              <a:srgbClr val="E07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0" name="Oval 610"/>
            <p:cNvSpPr>
              <a:spLocks noChangeArrowheads="1"/>
            </p:cNvSpPr>
            <p:nvPr/>
          </p:nvSpPr>
          <p:spPr bwMode="auto">
            <a:xfrm>
              <a:off x="3699" y="2752"/>
              <a:ext cx="51" cy="57"/>
            </a:xfrm>
            <a:prstGeom prst="ellipse">
              <a:avLst/>
            </a:prstGeom>
            <a:solidFill>
              <a:srgbClr val="FFA04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11" name="Rectangle 611"/>
            <p:cNvSpPr>
              <a:spLocks noChangeArrowheads="1"/>
            </p:cNvSpPr>
            <p:nvPr/>
          </p:nvSpPr>
          <p:spPr bwMode="auto">
            <a:xfrm>
              <a:off x="3567" y="2829"/>
              <a:ext cx="314" cy="819"/>
            </a:xfrm>
            <a:prstGeom prst="rect">
              <a:avLst/>
            </a:prstGeom>
            <a:solidFill>
              <a:srgbClr val="FF8000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12" name="Freeform 612"/>
            <p:cNvSpPr>
              <a:spLocks/>
            </p:cNvSpPr>
            <p:nvPr/>
          </p:nvSpPr>
          <p:spPr bwMode="auto">
            <a:xfrm>
              <a:off x="3615" y="2851"/>
              <a:ext cx="218" cy="215"/>
            </a:xfrm>
            <a:custGeom>
              <a:avLst/>
              <a:gdLst>
                <a:gd name="T0" fmla="*/ 0 w 595"/>
                <a:gd name="T1" fmla="*/ 2 h 538"/>
                <a:gd name="T2" fmla="*/ 0 w 595"/>
                <a:gd name="T3" fmla="*/ 2 h 538"/>
                <a:gd name="T4" fmla="*/ 0 w 595"/>
                <a:gd name="T5" fmla="*/ 2 h 538"/>
                <a:gd name="T6" fmla="*/ 0 w 595"/>
                <a:gd name="T7" fmla="*/ 2 h 538"/>
                <a:gd name="T8" fmla="*/ 0 w 595"/>
                <a:gd name="T9" fmla="*/ 1 h 538"/>
                <a:gd name="T10" fmla="*/ 0 w 595"/>
                <a:gd name="T11" fmla="*/ 1 h 538"/>
                <a:gd name="T12" fmla="*/ 0 w 595"/>
                <a:gd name="T13" fmla="*/ 1 h 538"/>
                <a:gd name="T14" fmla="*/ 0 w 595"/>
                <a:gd name="T15" fmla="*/ 1 h 538"/>
                <a:gd name="T16" fmla="*/ 0 w 595"/>
                <a:gd name="T17" fmla="*/ 1 h 538"/>
                <a:gd name="T18" fmla="*/ 0 w 595"/>
                <a:gd name="T19" fmla="*/ 1 h 538"/>
                <a:gd name="T20" fmla="*/ 1 w 595"/>
                <a:gd name="T21" fmla="*/ 0 h 538"/>
                <a:gd name="T22" fmla="*/ 1 w 595"/>
                <a:gd name="T23" fmla="*/ 0 h 538"/>
                <a:gd name="T24" fmla="*/ 1 w 595"/>
                <a:gd name="T25" fmla="*/ 0 h 538"/>
                <a:gd name="T26" fmla="*/ 1 w 595"/>
                <a:gd name="T27" fmla="*/ 0 h 538"/>
                <a:gd name="T28" fmla="*/ 1 w 595"/>
                <a:gd name="T29" fmla="*/ 0 h 538"/>
                <a:gd name="T30" fmla="*/ 1 w 595"/>
                <a:gd name="T31" fmla="*/ 0 h 538"/>
                <a:gd name="T32" fmla="*/ 2 w 595"/>
                <a:gd name="T33" fmla="*/ 0 h 538"/>
                <a:gd name="T34" fmla="*/ 2 w 595"/>
                <a:gd name="T35" fmla="*/ 0 h 538"/>
                <a:gd name="T36" fmla="*/ 2 w 595"/>
                <a:gd name="T37" fmla="*/ 0 h 538"/>
                <a:gd name="T38" fmla="*/ 2 w 595"/>
                <a:gd name="T39" fmla="*/ 0 h 538"/>
                <a:gd name="T40" fmla="*/ 3 w 595"/>
                <a:gd name="T41" fmla="*/ 0 h 538"/>
                <a:gd name="T42" fmla="*/ 3 w 595"/>
                <a:gd name="T43" fmla="*/ 0 h 538"/>
                <a:gd name="T44" fmla="*/ 3 w 595"/>
                <a:gd name="T45" fmla="*/ 0 h 538"/>
                <a:gd name="T46" fmla="*/ 3 w 595"/>
                <a:gd name="T47" fmla="*/ 0 h 538"/>
                <a:gd name="T48" fmla="*/ 3 w 595"/>
                <a:gd name="T49" fmla="*/ 0 h 538"/>
                <a:gd name="T50" fmla="*/ 3 w 595"/>
                <a:gd name="T51" fmla="*/ 0 h 538"/>
                <a:gd name="T52" fmla="*/ 3 w 595"/>
                <a:gd name="T53" fmla="*/ 0 h 538"/>
                <a:gd name="T54" fmla="*/ 3 w 595"/>
                <a:gd name="T55" fmla="*/ 1 h 538"/>
                <a:gd name="T56" fmla="*/ 3 w 595"/>
                <a:gd name="T57" fmla="*/ 1 h 538"/>
                <a:gd name="T58" fmla="*/ 4 w 595"/>
                <a:gd name="T59" fmla="*/ 1 h 538"/>
                <a:gd name="T60" fmla="*/ 4 w 595"/>
                <a:gd name="T61" fmla="*/ 1 h 538"/>
                <a:gd name="T62" fmla="*/ 4 w 595"/>
                <a:gd name="T63" fmla="*/ 1 h 538"/>
                <a:gd name="T64" fmla="*/ 4 w 595"/>
                <a:gd name="T65" fmla="*/ 1 h 538"/>
                <a:gd name="T66" fmla="*/ 4 w 595"/>
                <a:gd name="T67" fmla="*/ 1 h 538"/>
                <a:gd name="T68" fmla="*/ 4 w 595"/>
                <a:gd name="T69" fmla="*/ 1 h 538"/>
                <a:gd name="T70" fmla="*/ 4 w 595"/>
                <a:gd name="T71" fmla="*/ 2 h 538"/>
                <a:gd name="T72" fmla="*/ 4 w 595"/>
                <a:gd name="T73" fmla="*/ 2 h 538"/>
                <a:gd name="T74" fmla="*/ 4 w 595"/>
                <a:gd name="T75" fmla="*/ 2 h 538"/>
                <a:gd name="T76" fmla="*/ 4 w 595"/>
                <a:gd name="T77" fmla="*/ 6 h 538"/>
                <a:gd name="T78" fmla="*/ 0 w 595"/>
                <a:gd name="T79" fmla="*/ 6 h 538"/>
                <a:gd name="T80" fmla="*/ 0 w 595"/>
                <a:gd name="T81" fmla="*/ 2 h 53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595"/>
                <a:gd name="T124" fmla="*/ 0 h 538"/>
                <a:gd name="T125" fmla="*/ 595 w 595"/>
                <a:gd name="T126" fmla="*/ 538 h 53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595" h="538">
                  <a:moveTo>
                    <a:pt x="0" y="185"/>
                  </a:moveTo>
                  <a:lnTo>
                    <a:pt x="1" y="168"/>
                  </a:lnTo>
                  <a:lnTo>
                    <a:pt x="6" y="150"/>
                  </a:lnTo>
                  <a:lnTo>
                    <a:pt x="13" y="134"/>
                  </a:lnTo>
                  <a:lnTo>
                    <a:pt x="23" y="119"/>
                  </a:lnTo>
                  <a:lnTo>
                    <a:pt x="31" y="107"/>
                  </a:lnTo>
                  <a:lnTo>
                    <a:pt x="41" y="95"/>
                  </a:lnTo>
                  <a:lnTo>
                    <a:pt x="53" y="81"/>
                  </a:lnTo>
                  <a:lnTo>
                    <a:pt x="68" y="68"/>
                  </a:lnTo>
                  <a:lnTo>
                    <a:pt x="88" y="56"/>
                  </a:lnTo>
                  <a:lnTo>
                    <a:pt x="112" y="43"/>
                  </a:lnTo>
                  <a:lnTo>
                    <a:pt x="134" y="32"/>
                  </a:lnTo>
                  <a:lnTo>
                    <a:pt x="162" y="22"/>
                  </a:lnTo>
                  <a:lnTo>
                    <a:pt x="187" y="14"/>
                  </a:lnTo>
                  <a:lnTo>
                    <a:pt x="217" y="8"/>
                  </a:lnTo>
                  <a:lnTo>
                    <a:pt x="244" y="3"/>
                  </a:lnTo>
                  <a:lnTo>
                    <a:pt x="265" y="2"/>
                  </a:lnTo>
                  <a:lnTo>
                    <a:pt x="291" y="0"/>
                  </a:lnTo>
                  <a:lnTo>
                    <a:pt x="317" y="0"/>
                  </a:lnTo>
                  <a:lnTo>
                    <a:pt x="338" y="2"/>
                  </a:lnTo>
                  <a:lnTo>
                    <a:pt x="359" y="4"/>
                  </a:lnTo>
                  <a:lnTo>
                    <a:pt x="383" y="9"/>
                  </a:lnTo>
                  <a:lnTo>
                    <a:pt x="405" y="14"/>
                  </a:lnTo>
                  <a:lnTo>
                    <a:pt x="428" y="21"/>
                  </a:lnTo>
                  <a:lnTo>
                    <a:pt x="448" y="28"/>
                  </a:lnTo>
                  <a:lnTo>
                    <a:pt x="470" y="38"/>
                  </a:lnTo>
                  <a:lnTo>
                    <a:pt x="485" y="45"/>
                  </a:lnTo>
                  <a:lnTo>
                    <a:pt x="499" y="54"/>
                  </a:lnTo>
                  <a:lnTo>
                    <a:pt x="512" y="62"/>
                  </a:lnTo>
                  <a:lnTo>
                    <a:pt x="526" y="72"/>
                  </a:lnTo>
                  <a:lnTo>
                    <a:pt x="539" y="83"/>
                  </a:lnTo>
                  <a:lnTo>
                    <a:pt x="553" y="97"/>
                  </a:lnTo>
                  <a:lnTo>
                    <a:pt x="564" y="110"/>
                  </a:lnTo>
                  <a:lnTo>
                    <a:pt x="572" y="122"/>
                  </a:lnTo>
                  <a:lnTo>
                    <a:pt x="579" y="133"/>
                  </a:lnTo>
                  <a:lnTo>
                    <a:pt x="585" y="145"/>
                  </a:lnTo>
                  <a:lnTo>
                    <a:pt x="590" y="157"/>
                  </a:lnTo>
                  <a:lnTo>
                    <a:pt x="595" y="173"/>
                  </a:lnTo>
                  <a:lnTo>
                    <a:pt x="595" y="538"/>
                  </a:lnTo>
                  <a:lnTo>
                    <a:pt x="1" y="536"/>
                  </a:lnTo>
                  <a:lnTo>
                    <a:pt x="0" y="185"/>
                  </a:lnTo>
                  <a:close/>
                </a:path>
              </a:pathLst>
            </a:custGeom>
            <a:solidFill>
              <a:srgbClr val="FFA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3" name="Freeform 613"/>
            <p:cNvSpPr>
              <a:spLocks/>
            </p:cNvSpPr>
            <p:nvPr/>
          </p:nvSpPr>
          <p:spPr bwMode="auto">
            <a:xfrm>
              <a:off x="3615" y="2861"/>
              <a:ext cx="218" cy="217"/>
            </a:xfrm>
            <a:custGeom>
              <a:avLst/>
              <a:gdLst>
                <a:gd name="T0" fmla="*/ 0 w 595"/>
                <a:gd name="T1" fmla="*/ 2 h 539"/>
                <a:gd name="T2" fmla="*/ 0 w 595"/>
                <a:gd name="T3" fmla="*/ 2 h 539"/>
                <a:gd name="T4" fmla="*/ 0 w 595"/>
                <a:gd name="T5" fmla="*/ 2 h 539"/>
                <a:gd name="T6" fmla="*/ 0 w 595"/>
                <a:gd name="T7" fmla="*/ 2 h 539"/>
                <a:gd name="T8" fmla="*/ 0 w 595"/>
                <a:gd name="T9" fmla="*/ 1 h 539"/>
                <a:gd name="T10" fmla="*/ 0 w 595"/>
                <a:gd name="T11" fmla="*/ 1 h 539"/>
                <a:gd name="T12" fmla="*/ 0 w 595"/>
                <a:gd name="T13" fmla="*/ 1 h 539"/>
                <a:gd name="T14" fmla="*/ 0 w 595"/>
                <a:gd name="T15" fmla="*/ 1 h 539"/>
                <a:gd name="T16" fmla="*/ 0 w 595"/>
                <a:gd name="T17" fmla="*/ 1 h 539"/>
                <a:gd name="T18" fmla="*/ 0 w 595"/>
                <a:gd name="T19" fmla="*/ 1 h 539"/>
                <a:gd name="T20" fmla="*/ 1 w 595"/>
                <a:gd name="T21" fmla="*/ 0 h 539"/>
                <a:gd name="T22" fmla="*/ 1 w 595"/>
                <a:gd name="T23" fmla="*/ 0 h 539"/>
                <a:gd name="T24" fmla="*/ 1 w 595"/>
                <a:gd name="T25" fmla="*/ 0 h 539"/>
                <a:gd name="T26" fmla="*/ 1 w 595"/>
                <a:gd name="T27" fmla="*/ 0 h 539"/>
                <a:gd name="T28" fmla="*/ 1 w 595"/>
                <a:gd name="T29" fmla="*/ 0 h 539"/>
                <a:gd name="T30" fmla="*/ 1 w 595"/>
                <a:gd name="T31" fmla="*/ 0 h 539"/>
                <a:gd name="T32" fmla="*/ 2 w 595"/>
                <a:gd name="T33" fmla="*/ 0 h 539"/>
                <a:gd name="T34" fmla="*/ 2 w 595"/>
                <a:gd name="T35" fmla="*/ 0 h 539"/>
                <a:gd name="T36" fmla="*/ 2 w 595"/>
                <a:gd name="T37" fmla="*/ 0 h 539"/>
                <a:gd name="T38" fmla="*/ 2 w 595"/>
                <a:gd name="T39" fmla="*/ 0 h 539"/>
                <a:gd name="T40" fmla="*/ 3 w 595"/>
                <a:gd name="T41" fmla="*/ 0 h 539"/>
                <a:gd name="T42" fmla="*/ 3 w 595"/>
                <a:gd name="T43" fmla="*/ 0 h 539"/>
                <a:gd name="T44" fmla="*/ 3 w 595"/>
                <a:gd name="T45" fmla="*/ 0 h 539"/>
                <a:gd name="T46" fmla="*/ 3 w 595"/>
                <a:gd name="T47" fmla="*/ 0 h 539"/>
                <a:gd name="T48" fmla="*/ 3 w 595"/>
                <a:gd name="T49" fmla="*/ 0 h 539"/>
                <a:gd name="T50" fmla="*/ 3 w 595"/>
                <a:gd name="T51" fmla="*/ 0 h 539"/>
                <a:gd name="T52" fmla="*/ 3 w 595"/>
                <a:gd name="T53" fmla="*/ 0 h 539"/>
                <a:gd name="T54" fmla="*/ 3 w 595"/>
                <a:gd name="T55" fmla="*/ 1 h 539"/>
                <a:gd name="T56" fmla="*/ 3 w 595"/>
                <a:gd name="T57" fmla="*/ 1 h 539"/>
                <a:gd name="T58" fmla="*/ 4 w 595"/>
                <a:gd name="T59" fmla="*/ 1 h 539"/>
                <a:gd name="T60" fmla="*/ 4 w 595"/>
                <a:gd name="T61" fmla="*/ 1 h 539"/>
                <a:gd name="T62" fmla="*/ 4 w 595"/>
                <a:gd name="T63" fmla="*/ 1 h 539"/>
                <a:gd name="T64" fmla="*/ 4 w 595"/>
                <a:gd name="T65" fmla="*/ 1 h 539"/>
                <a:gd name="T66" fmla="*/ 4 w 595"/>
                <a:gd name="T67" fmla="*/ 1 h 539"/>
                <a:gd name="T68" fmla="*/ 4 w 595"/>
                <a:gd name="T69" fmla="*/ 2 h 539"/>
                <a:gd name="T70" fmla="*/ 4 w 595"/>
                <a:gd name="T71" fmla="*/ 2 h 539"/>
                <a:gd name="T72" fmla="*/ 4 w 595"/>
                <a:gd name="T73" fmla="*/ 2 h 539"/>
                <a:gd name="T74" fmla="*/ 4 w 595"/>
                <a:gd name="T75" fmla="*/ 2 h 539"/>
                <a:gd name="T76" fmla="*/ 4 w 595"/>
                <a:gd name="T77" fmla="*/ 6 h 539"/>
                <a:gd name="T78" fmla="*/ 0 w 595"/>
                <a:gd name="T79" fmla="*/ 6 h 539"/>
                <a:gd name="T80" fmla="*/ 0 w 595"/>
                <a:gd name="T81" fmla="*/ 2 h 539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595"/>
                <a:gd name="T124" fmla="*/ 0 h 539"/>
                <a:gd name="T125" fmla="*/ 595 w 595"/>
                <a:gd name="T126" fmla="*/ 539 h 539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595" h="539">
                  <a:moveTo>
                    <a:pt x="0" y="184"/>
                  </a:moveTo>
                  <a:lnTo>
                    <a:pt x="1" y="169"/>
                  </a:lnTo>
                  <a:lnTo>
                    <a:pt x="6" y="151"/>
                  </a:lnTo>
                  <a:lnTo>
                    <a:pt x="13" y="135"/>
                  </a:lnTo>
                  <a:lnTo>
                    <a:pt x="23" y="119"/>
                  </a:lnTo>
                  <a:lnTo>
                    <a:pt x="31" y="107"/>
                  </a:lnTo>
                  <a:lnTo>
                    <a:pt x="41" y="95"/>
                  </a:lnTo>
                  <a:lnTo>
                    <a:pt x="53" y="82"/>
                  </a:lnTo>
                  <a:lnTo>
                    <a:pt x="68" y="69"/>
                  </a:lnTo>
                  <a:lnTo>
                    <a:pt x="88" y="57"/>
                  </a:lnTo>
                  <a:lnTo>
                    <a:pt x="112" y="44"/>
                  </a:lnTo>
                  <a:lnTo>
                    <a:pt x="134" y="33"/>
                  </a:lnTo>
                  <a:lnTo>
                    <a:pt x="162" y="23"/>
                  </a:lnTo>
                  <a:lnTo>
                    <a:pt x="187" y="15"/>
                  </a:lnTo>
                  <a:lnTo>
                    <a:pt x="217" y="9"/>
                  </a:lnTo>
                  <a:lnTo>
                    <a:pt x="244" y="4"/>
                  </a:lnTo>
                  <a:lnTo>
                    <a:pt x="265" y="3"/>
                  </a:lnTo>
                  <a:lnTo>
                    <a:pt x="291" y="0"/>
                  </a:lnTo>
                  <a:lnTo>
                    <a:pt x="317" y="0"/>
                  </a:lnTo>
                  <a:lnTo>
                    <a:pt x="338" y="3"/>
                  </a:lnTo>
                  <a:lnTo>
                    <a:pt x="359" y="5"/>
                  </a:lnTo>
                  <a:lnTo>
                    <a:pt x="383" y="10"/>
                  </a:lnTo>
                  <a:lnTo>
                    <a:pt x="405" y="15"/>
                  </a:lnTo>
                  <a:lnTo>
                    <a:pt x="428" y="22"/>
                  </a:lnTo>
                  <a:lnTo>
                    <a:pt x="448" y="29"/>
                  </a:lnTo>
                  <a:lnTo>
                    <a:pt x="470" y="39"/>
                  </a:lnTo>
                  <a:lnTo>
                    <a:pt x="485" y="46"/>
                  </a:lnTo>
                  <a:lnTo>
                    <a:pt x="499" y="55"/>
                  </a:lnTo>
                  <a:lnTo>
                    <a:pt x="512" y="63"/>
                  </a:lnTo>
                  <a:lnTo>
                    <a:pt x="526" y="73"/>
                  </a:lnTo>
                  <a:lnTo>
                    <a:pt x="539" y="83"/>
                  </a:lnTo>
                  <a:lnTo>
                    <a:pt x="553" y="98"/>
                  </a:lnTo>
                  <a:lnTo>
                    <a:pt x="564" y="111"/>
                  </a:lnTo>
                  <a:lnTo>
                    <a:pt x="572" y="123"/>
                  </a:lnTo>
                  <a:lnTo>
                    <a:pt x="579" y="134"/>
                  </a:lnTo>
                  <a:lnTo>
                    <a:pt x="585" y="146"/>
                  </a:lnTo>
                  <a:lnTo>
                    <a:pt x="590" y="158"/>
                  </a:lnTo>
                  <a:lnTo>
                    <a:pt x="595" y="172"/>
                  </a:lnTo>
                  <a:lnTo>
                    <a:pt x="595" y="539"/>
                  </a:lnTo>
                  <a:lnTo>
                    <a:pt x="1" y="536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E07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4" name="Oval 614"/>
            <p:cNvSpPr>
              <a:spLocks noChangeArrowheads="1"/>
            </p:cNvSpPr>
            <p:nvPr/>
          </p:nvSpPr>
          <p:spPr bwMode="auto">
            <a:xfrm>
              <a:off x="3630" y="2871"/>
              <a:ext cx="185" cy="203"/>
            </a:xfrm>
            <a:prstGeom prst="ellipse">
              <a:avLst/>
            </a:prstGeom>
            <a:solidFill>
              <a:srgbClr val="FF404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grpSp>
          <p:nvGrpSpPr>
            <p:cNvPr id="615" name="Group 615"/>
            <p:cNvGrpSpPr>
              <a:grpSpLocks/>
            </p:cNvGrpSpPr>
            <p:nvPr/>
          </p:nvGrpSpPr>
          <p:grpSpPr bwMode="auto">
            <a:xfrm>
              <a:off x="3734" y="2891"/>
              <a:ext cx="33" cy="32"/>
              <a:chOff x="3019" y="1781"/>
              <a:chExt cx="18" cy="16"/>
            </a:xfrm>
          </p:grpSpPr>
          <p:sp>
            <p:nvSpPr>
              <p:cNvPr id="628" name="Oval 616"/>
              <p:cNvSpPr>
                <a:spLocks noChangeArrowheads="1"/>
              </p:cNvSpPr>
              <p:nvPr/>
            </p:nvSpPr>
            <p:spPr bwMode="auto">
              <a:xfrm>
                <a:off x="3019" y="1781"/>
                <a:ext cx="11" cy="11"/>
              </a:xfrm>
              <a:prstGeom prst="ellipse">
                <a:avLst/>
              </a:prstGeom>
              <a:solidFill>
                <a:srgbClr val="FF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629" name="Oval 617"/>
              <p:cNvSpPr>
                <a:spLocks noChangeArrowheads="1"/>
              </p:cNvSpPr>
              <p:nvPr/>
            </p:nvSpPr>
            <p:spPr bwMode="auto">
              <a:xfrm>
                <a:off x="3028" y="1788"/>
                <a:ext cx="9" cy="9"/>
              </a:xfrm>
              <a:prstGeom prst="ellipse">
                <a:avLst/>
              </a:prstGeom>
              <a:solidFill>
                <a:srgbClr val="FF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  <p:sp>
          <p:nvSpPr>
            <p:cNvPr id="616" name="Freeform 618"/>
            <p:cNvSpPr>
              <a:spLocks/>
            </p:cNvSpPr>
            <p:nvPr/>
          </p:nvSpPr>
          <p:spPr bwMode="auto">
            <a:xfrm>
              <a:off x="3608" y="3124"/>
              <a:ext cx="218" cy="215"/>
            </a:xfrm>
            <a:custGeom>
              <a:avLst/>
              <a:gdLst>
                <a:gd name="T0" fmla="*/ 0 w 595"/>
                <a:gd name="T1" fmla="*/ 2 h 538"/>
                <a:gd name="T2" fmla="*/ 0 w 595"/>
                <a:gd name="T3" fmla="*/ 2 h 538"/>
                <a:gd name="T4" fmla="*/ 0 w 595"/>
                <a:gd name="T5" fmla="*/ 2 h 538"/>
                <a:gd name="T6" fmla="*/ 0 w 595"/>
                <a:gd name="T7" fmla="*/ 2 h 538"/>
                <a:gd name="T8" fmla="*/ 0 w 595"/>
                <a:gd name="T9" fmla="*/ 1 h 538"/>
                <a:gd name="T10" fmla="*/ 0 w 595"/>
                <a:gd name="T11" fmla="*/ 1 h 538"/>
                <a:gd name="T12" fmla="*/ 0 w 595"/>
                <a:gd name="T13" fmla="*/ 1 h 538"/>
                <a:gd name="T14" fmla="*/ 0 w 595"/>
                <a:gd name="T15" fmla="*/ 1 h 538"/>
                <a:gd name="T16" fmla="*/ 0 w 595"/>
                <a:gd name="T17" fmla="*/ 1 h 538"/>
                <a:gd name="T18" fmla="*/ 0 w 595"/>
                <a:gd name="T19" fmla="*/ 1 h 538"/>
                <a:gd name="T20" fmla="*/ 1 w 595"/>
                <a:gd name="T21" fmla="*/ 0 h 538"/>
                <a:gd name="T22" fmla="*/ 1 w 595"/>
                <a:gd name="T23" fmla="*/ 0 h 538"/>
                <a:gd name="T24" fmla="*/ 1 w 595"/>
                <a:gd name="T25" fmla="*/ 0 h 538"/>
                <a:gd name="T26" fmla="*/ 1 w 595"/>
                <a:gd name="T27" fmla="*/ 0 h 538"/>
                <a:gd name="T28" fmla="*/ 1 w 595"/>
                <a:gd name="T29" fmla="*/ 0 h 538"/>
                <a:gd name="T30" fmla="*/ 1 w 595"/>
                <a:gd name="T31" fmla="*/ 0 h 538"/>
                <a:gd name="T32" fmla="*/ 2 w 595"/>
                <a:gd name="T33" fmla="*/ 0 h 538"/>
                <a:gd name="T34" fmla="*/ 2 w 595"/>
                <a:gd name="T35" fmla="*/ 0 h 538"/>
                <a:gd name="T36" fmla="*/ 2 w 595"/>
                <a:gd name="T37" fmla="*/ 0 h 538"/>
                <a:gd name="T38" fmla="*/ 2 w 595"/>
                <a:gd name="T39" fmla="*/ 0 h 538"/>
                <a:gd name="T40" fmla="*/ 3 w 595"/>
                <a:gd name="T41" fmla="*/ 0 h 538"/>
                <a:gd name="T42" fmla="*/ 3 w 595"/>
                <a:gd name="T43" fmla="*/ 0 h 538"/>
                <a:gd name="T44" fmla="*/ 3 w 595"/>
                <a:gd name="T45" fmla="*/ 0 h 538"/>
                <a:gd name="T46" fmla="*/ 3 w 595"/>
                <a:gd name="T47" fmla="*/ 0 h 538"/>
                <a:gd name="T48" fmla="*/ 3 w 595"/>
                <a:gd name="T49" fmla="*/ 0 h 538"/>
                <a:gd name="T50" fmla="*/ 3 w 595"/>
                <a:gd name="T51" fmla="*/ 0 h 538"/>
                <a:gd name="T52" fmla="*/ 3 w 595"/>
                <a:gd name="T53" fmla="*/ 0 h 538"/>
                <a:gd name="T54" fmla="*/ 3 w 595"/>
                <a:gd name="T55" fmla="*/ 1 h 538"/>
                <a:gd name="T56" fmla="*/ 3 w 595"/>
                <a:gd name="T57" fmla="*/ 1 h 538"/>
                <a:gd name="T58" fmla="*/ 4 w 595"/>
                <a:gd name="T59" fmla="*/ 1 h 538"/>
                <a:gd name="T60" fmla="*/ 4 w 595"/>
                <a:gd name="T61" fmla="*/ 1 h 538"/>
                <a:gd name="T62" fmla="*/ 4 w 595"/>
                <a:gd name="T63" fmla="*/ 1 h 538"/>
                <a:gd name="T64" fmla="*/ 4 w 595"/>
                <a:gd name="T65" fmla="*/ 1 h 538"/>
                <a:gd name="T66" fmla="*/ 4 w 595"/>
                <a:gd name="T67" fmla="*/ 1 h 538"/>
                <a:gd name="T68" fmla="*/ 4 w 595"/>
                <a:gd name="T69" fmla="*/ 1 h 538"/>
                <a:gd name="T70" fmla="*/ 4 w 595"/>
                <a:gd name="T71" fmla="*/ 2 h 538"/>
                <a:gd name="T72" fmla="*/ 4 w 595"/>
                <a:gd name="T73" fmla="*/ 2 h 538"/>
                <a:gd name="T74" fmla="*/ 4 w 595"/>
                <a:gd name="T75" fmla="*/ 2 h 538"/>
                <a:gd name="T76" fmla="*/ 4 w 595"/>
                <a:gd name="T77" fmla="*/ 6 h 538"/>
                <a:gd name="T78" fmla="*/ 0 w 595"/>
                <a:gd name="T79" fmla="*/ 6 h 538"/>
                <a:gd name="T80" fmla="*/ 0 w 595"/>
                <a:gd name="T81" fmla="*/ 2 h 53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595"/>
                <a:gd name="T124" fmla="*/ 0 h 538"/>
                <a:gd name="T125" fmla="*/ 595 w 595"/>
                <a:gd name="T126" fmla="*/ 538 h 53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595" h="538">
                  <a:moveTo>
                    <a:pt x="0" y="185"/>
                  </a:moveTo>
                  <a:lnTo>
                    <a:pt x="1" y="168"/>
                  </a:lnTo>
                  <a:lnTo>
                    <a:pt x="6" y="150"/>
                  </a:lnTo>
                  <a:lnTo>
                    <a:pt x="13" y="135"/>
                  </a:lnTo>
                  <a:lnTo>
                    <a:pt x="23" y="119"/>
                  </a:lnTo>
                  <a:lnTo>
                    <a:pt x="31" y="107"/>
                  </a:lnTo>
                  <a:lnTo>
                    <a:pt x="41" y="95"/>
                  </a:lnTo>
                  <a:lnTo>
                    <a:pt x="53" y="82"/>
                  </a:lnTo>
                  <a:lnTo>
                    <a:pt x="69" y="69"/>
                  </a:lnTo>
                  <a:lnTo>
                    <a:pt x="88" y="57"/>
                  </a:lnTo>
                  <a:lnTo>
                    <a:pt x="112" y="43"/>
                  </a:lnTo>
                  <a:lnTo>
                    <a:pt x="135" y="32"/>
                  </a:lnTo>
                  <a:lnTo>
                    <a:pt x="162" y="23"/>
                  </a:lnTo>
                  <a:lnTo>
                    <a:pt x="189" y="14"/>
                  </a:lnTo>
                  <a:lnTo>
                    <a:pt x="218" y="8"/>
                  </a:lnTo>
                  <a:lnTo>
                    <a:pt x="244" y="4"/>
                  </a:lnTo>
                  <a:lnTo>
                    <a:pt x="266" y="2"/>
                  </a:lnTo>
                  <a:lnTo>
                    <a:pt x="291" y="0"/>
                  </a:lnTo>
                  <a:lnTo>
                    <a:pt x="317" y="0"/>
                  </a:lnTo>
                  <a:lnTo>
                    <a:pt x="338" y="2"/>
                  </a:lnTo>
                  <a:lnTo>
                    <a:pt x="360" y="5"/>
                  </a:lnTo>
                  <a:lnTo>
                    <a:pt x="384" y="10"/>
                  </a:lnTo>
                  <a:lnTo>
                    <a:pt x="405" y="14"/>
                  </a:lnTo>
                  <a:lnTo>
                    <a:pt x="428" y="22"/>
                  </a:lnTo>
                  <a:lnTo>
                    <a:pt x="449" y="29"/>
                  </a:lnTo>
                  <a:lnTo>
                    <a:pt x="470" y="38"/>
                  </a:lnTo>
                  <a:lnTo>
                    <a:pt x="486" y="46"/>
                  </a:lnTo>
                  <a:lnTo>
                    <a:pt x="499" y="54"/>
                  </a:lnTo>
                  <a:lnTo>
                    <a:pt x="512" y="63"/>
                  </a:lnTo>
                  <a:lnTo>
                    <a:pt x="527" y="72"/>
                  </a:lnTo>
                  <a:lnTo>
                    <a:pt x="540" y="83"/>
                  </a:lnTo>
                  <a:lnTo>
                    <a:pt x="553" y="97"/>
                  </a:lnTo>
                  <a:lnTo>
                    <a:pt x="564" y="111"/>
                  </a:lnTo>
                  <a:lnTo>
                    <a:pt x="572" y="123"/>
                  </a:lnTo>
                  <a:lnTo>
                    <a:pt x="580" y="133"/>
                  </a:lnTo>
                  <a:lnTo>
                    <a:pt x="586" y="145"/>
                  </a:lnTo>
                  <a:lnTo>
                    <a:pt x="590" y="157"/>
                  </a:lnTo>
                  <a:lnTo>
                    <a:pt x="595" y="173"/>
                  </a:lnTo>
                  <a:lnTo>
                    <a:pt x="595" y="538"/>
                  </a:lnTo>
                  <a:lnTo>
                    <a:pt x="1" y="536"/>
                  </a:lnTo>
                  <a:lnTo>
                    <a:pt x="0" y="185"/>
                  </a:lnTo>
                  <a:close/>
                </a:path>
              </a:pathLst>
            </a:custGeom>
            <a:solidFill>
              <a:srgbClr val="FFA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7" name="Freeform 619"/>
            <p:cNvSpPr>
              <a:spLocks/>
            </p:cNvSpPr>
            <p:nvPr/>
          </p:nvSpPr>
          <p:spPr bwMode="auto">
            <a:xfrm>
              <a:off x="3609" y="3132"/>
              <a:ext cx="218" cy="217"/>
            </a:xfrm>
            <a:custGeom>
              <a:avLst/>
              <a:gdLst>
                <a:gd name="T0" fmla="*/ 0 w 595"/>
                <a:gd name="T1" fmla="*/ 2 h 538"/>
                <a:gd name="T2" fmla="*/ 0 w 595"/>
                <a:gd name="T3" fmla="*/ 2 h 538"/>
                <a:gd name="T4" fmla="*/ 0 w 595"/>
                <a:gd name="T5" fmla="*/ 2 h 538"/>
                <a:gd name="T6" fmla="*/ 0 w 595"/>
                <a:gd name="T7" fmla="*/ 2 h 538"/>
                <a:gd name="T8" fmla="*/ 0 w 595"/>
                <a:gd name="T9" fmla="*/ 1 h 538"/>
                <a:gd name="T10" fmla="*/ 0 w 595"/>
                <a:gd name="T11" fmla="*/ 1 h 538"/>
                <a:gd name="T12" fmla="*/ 0 w 595"/>
                <a:gd name="T13" fmla="*/ 1 h 538"/>
                <a:gd name="T14" fmla="*/ 0 w 595"/>
                <a:gd name="T15" fmla="*/ 1 h 538"/>
                <a:gd name="T16" fmla="*/ 0 w 595"/>
                <a:gd name="T17" fmla="*/ 1 h 538"/>
                <a:gd name="T18" fmla="*/ 0 w 595"/>
                <a:gd name="T19" fmla="*/ 1 h 538"/>
                <a:gd name="T20" fmla="*/ 1 w 595"/>
                <a:gd name="T21" fmla="*/ 0 h 538"/>
                <a:gd name="T22" fmla="*/ 1 w 595"/>
                <a:gd name="T23" fmla="*/ 0 h 538"/>
                <a:gd name="T24" fmla="*/ 1 w 595"/>
                <a:gd name="T25" fmla="*/ 0 h 538"/>
                <a:gd name="T26" fmla="*/ 1 w 595"/>
                <a:gd name="T27" fmla="*/ 0 h 538"/>
                <a:gd name="T28" fmla="*/ 1 w 595"/>
                <a:gd name="T29" fmla="*/ 0 h 538"/>
                <a:gd name="T30" fmla="*/ 1 w 595"/>
                <a:gd name="T31" fmla="*/ 0 h 538"/>
                <a:gd name="T32" fmla="*/ 2 w 595"/>
                <a:gd name="T33" fmla="*/ 0 h 538"/>
                <a:gd name="T34" fmla="*/ 2 w 595"/>
                <a:gd name="T35" fmla="*/ 0 h 538"/>
                <a:gd name="T36" fmla="*/ 2 w 595"/>
                <a:gd name="T37" fmla="*/ 0 h 538"/>
                <a:gd name="T38" fmla="*/ 2 w 595"/>
                <a:gd name="T39" fmla="*/ 0 h 538"/>
                <a:gd name="T40" fmla="*/ 3 w 595"/>
                <a:gd name="T41" fmla="*/ 0 h 538"/>
                <a:gd name="T42" fmla="*/ 3 w 595"/>
                <a:gd name="T43" fmla="*/ 0 h 538"/>
                <a:gd name="T44" fmla="*/ 3 w 595"/>
                <a:gd name="T45" fmla="*/ 0 h 538"/>
                <a:gd name="T46" fmla="*/ 3 w 595"/>
                <a:gd name="T47" fmla="*/ 0 h 538"/>
                <a:gd name="T48" fmla="*/ 3 w 595"/>
                <a:gd name="T49" fmla="*/ 0 h 538"/>
                <a:gd name="T50" fmla="*/ 3 w 595"/>
                <a:gd name="T51" fmla="*/ 0 h 538"/>
                <a:gd name="T52" fmla="*/ 3 w 595"/>
                <a:gd name="T53" fmla="*/ 0 h 538"/>
                <a:gd name="T54" fmla="*/ 3 w 595"/>
                <a:gd name="T55" fmla="*/ 1 h 538"/>
                <a:gd name="T56" fmla="*/ 3 w 595"/>
                <a:gd name="T57" fmla="*/ 1 h 538"/>
                <a:gd name="T58" fmla="*/ 4 w 595"/>
                <a:gd name="T59" fmla="*/ 1 h 538"/>
                <a:gd name="T60" fmla="*/ 4 w 595"/>
                <a:gd name="T61" fmla="*/ 1 h 538"/>
                <a:gd name="T62" fmla="*/ 4 w 595"/>
                <a:gd name="T63" fmla="*/ 1 h 538"/>
                <a:gd name="T64" fmla="*/ 4 w 595"/>
                <a:gd name="T65" fmla="*/ 1 h 538"/>
                <a:gd name="T66" fmla="*/ 4 w 595"/>
                <a:gd name="T67" fmla="*/ 1 h 538"/>
                <a:gd name="T68" fmla="*/ 4 w 595"/>
                <a:gd name="T69" fmla="*/ 2 h 538"/>
                <a:gd name="T70" fmla="*/ 4 w 595"/>
                <a:gd name="T71" fmla="*/ 2 h 538"/>
                <a:gd name="T72" fmla="*/ 4 w 595"/>
                <a:gd name="T73" fmla="*/ 2 h 538"/>
                <a:gd name="T74" fmla="*/ 4 w 595"/>
                <a:gd name="T75" fmla="*/ 2 h 538"/>
                <a:gd name="T76" fmla="*/ 4 w 595"/>
                <a:gd name="T77" fmla="*/ 6 h 538"/>
                <a:gd name="T78" fmla="*/ 0 w 595"/>
                <a:gd name="T79" fmla="*/ 6 h 538"/>
                <a:gd name="T80" fmla="*/ 0 w 595"/>
                <a:gd name="T81" fmla="*/ 2 h 53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595"/>
                <a:gd name="T124" fmla="*/ 0 h 538"/>
                <a:gd name="T125" fmla="*/ 595 w 595"/>
                <a:gd name="T126" fmla="*/ 538 h 53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595" h="538">
                  <a:moveTo>
                    <a:pt x="0" y="185"/>
                  </a:moveTo>
                  <a:lnTo>
                    <a:pt x="2" y="168"/>
                  </a:lnTo>
                  <a:lnTo>
                    <a:pt x="6" y="150"/>
                  </a:lnTo>
                  <a:lnTo>
                    <a:pt x="14" y="134"/>
                  </a:lnTo>
                  <a:lnTo>
                    <a:pt x="23" y="119"/>
                  </a:lnTo>
                  <a:lnTo>
                    <a:pt x="32" y="107"/>
                  </a:lnTo>
                  <a:lnTo>
                    <a:pt x="41" y="95"/>
                  </a:lnTo>
                  <a:lnTo>
                    <a:pt x="53" y="82"/>
                  </a:lnTo>
                  <a:lnTo>
                    <a:pt x="69" y="68"/>
                  </a:lnTo>
                  <a:lnTo>
                    <a:pt x="88" y="56"/>
                  </a:lnTo>
                  <a:lnTo>
                    <a:pt x="112" y="43"/>
                  </a:lnTo>
                  <a:lnTo>
                    <a:pt x="135" y="32"/>
                  </a:lnTo>
                  <a:lnTo>
                    <a:pt x="163" y="23"/>
                  </a:lnTo>
                  <a:lnTo>
                    <a:pt x="189" y="14"/>
                  </a:lnTo>
                  <a:lnTo>
                    <a:pt x="218" y="8"/>
                  </a:lnTo>
                  <a:lnTo>
                    <a:pt x="244" y="3"/>
                  </a:lnTo>
                  <a:lnTo>
                    <a:pt x="266" y="2"/>
                  </a:lnTo>
                  <a:lnTo>
                    <a:pt x="291" y="0"/>
                  </a:lnTo>
                  <a:lnTo>
                    <a:pt x="318" y="0"/>
                  </a:lnTo>
                  <a:lnTo>
                    <a:pt x="338" y="2"/>
                  </a:lnTo>
                  <a:lnTo>
                    <a:pt x="360" y="5"/>
                  </a:lnTo>
                  <a:lnTo>
                    <a:pt x="384" y="9"/>
                  </a:lnTo>
                  <a:lnTo>
                    <a:pt x="405" y="14"/>
                  </a:lnTo>
                  <a:lnTo>
                    <a:pt x="428" y="21"/>
                  </a:lnTo>
                  <a:lnTo>
                    <a:pt x="449" y="29"/>
                  </a:lnTo>
                  <a:lnTo>
                    <a:pt x="470" y="38"/>
                  </a:lnTo>
                  <a:lnTo>
                    <a:pt x="486" y="46"/>
                  </a:lnTo>
                  <a:lnTo>
                    <a:pt x="499" y="54"/>
                  </a:lnTo>
                  <a:lnTo>
                    <a:pt x="512" y="62"/>
                  </a:lnTo>
                  <a:lnTo>
                    <a:pt x="527" y="72"/>
                  </a:lnTo>
                  <a:lnTo>
                    <a:pt x="540" y="83"/>
                  </a:lnTo>
                  <a:lnTo>
                    <a:pt x="553" y="97"/>
                  </a:lnTo>
                  <a:lnTo>
                    <a:pt x="564" y="110"/>
                  </a:lnTo>
                  <a:lnTo>
                    <a:pt x="573" y="122"/>
                  </a:lnTo>
                  <a:lnTo>
                    <a:pt x="580" y="133"/>
                  </a:lnTo>
                  <a:lnTo>
                    <a:pt x="586" y="145"/>
                  </a:lnTo>
                  <a:lnTo>
                    <a:pt x="591" y="157"/>
                  </a:lnTo>
                  <a:lnTo>
                    <a:pt x="595" y="173"/>
                  </a:lnTo>
                  <a:lnTo>
                    <a:pt x="595" y="538"/>
                  </a:lnTo>
                  <a:lnTo>
                    <a:pt x="2" y="536"/>
                  </a:lnTo>
                  <a:lnTo>
                    <a:pt x="0" y="185"/>
                  </a:lnTo>
                  <a:close/>
                </a:path>
              </a:pathLst>
            </a:custGeom>
            <a:solidFill>
              <a:srgbClr val="E07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8" name="Oval 620"/>
            <p:cNvSpPr>
              <a:spLocks noChangeArrowheads="1"/>
            </p:cNvSpPr>
            <p:nvPr/>
          </p:nvSpPr>
          <p:spPr bwMode="auto">
            <a:xfrm>
              <a:off x="3624" y="3142"/>
              <a:ext cx="185" cy="205"/>
            </a:xfrm>
            <a:prstGeom prst="ellipse">
              <a:avLst/>
            </a:prstGeom>
            <a:solidFill>
              <a:srgbClr val="FFFF00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grpSp>
          <p:nvGrpSpPr>
            <p:cNvPr id="619" name="Group 621"/>
            <p:cNvGrpSpPr>
              <a:grpSpLocks/>
            </p:cNvGrpSpPr>
            <p:nvPr/>
          </p:nvGrpSpPr>
          <p:grpSpPr bwMode="auto">
            <a:xfrm>
              <a:off x="3728" y="3162"/>
              <a:ext cx="33" cy="32"/>
              <a:chOff x="3016" y="1916"/>
              <a:chExt cx="18" cy="16"/>
            </a:xfrm>
          </p:grpSpPr>
          <p:sp>
            <p:nvSpPr>
              <p:cNvPr id="626" name="Oval 622"/>
              <p:cNvSpPr>
                <a:spLocks noChangeArrowheads="1"/>
              </p:cNvSpPr>
              <p:nvPr/>
            </p:nvSpPr>
            <p:spPr bwMode="auto">
              <a:xfrm>
                <a:off x="3016" y="1916"/>
                <a:ext cx="12" cy="12"/>
              </a:xfrm>
              <a:prstGeom prst="ellipse">
                <a:avLst/>
              </a:prstGeom>
              <a:solidFill>
                <a:srgbClr val="FFFF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627" name="Oval 623"/>
              <p:cNvSpPr>
                <a:spLocks noChangeArrowheads="1"/>
              </p:cNvSpPr>
              <p:nvPr/>
            </p:nvSpPr>
            <p:spPr bwMode="auto">
              <a:xfrm>
                <a:off x="3025" y="1923"/>
                <a:ext cx="9" cy="9"/>
              </a:xfrm>
              <a:prstGeom prst="ellipse">
                <a:avLst/>
              </a:prstGeom>
              <a:solidFill>
                <a:srgbClr val="FFFF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  <p:sp>
          <p:nvSpPr>
            <p:cNvPr id="620" name="Freeform 624"/>
            <p:cNvSpPr>
              <a:spLocks/>
            </p:cNvSpPr>
            <p:nvPr/>
          </p:nvSpPr>
          <p:spPr bwMode="auto">
            <a:xfrm>
              <a:off x="3613" y="3383"/>
              <a:ext cx="218" cy="215"/>
            </a:xfrm>
            <a:custGeom>
              <a:avLst/>
              <a:gdLst>
                <a:gd name="T0" fmla="*/ 0 w 595"/>
                <a:gd name="T1" fmla="*/ 2 h 537"/>
                <a:gd name="T2" fmla="*/ 0 w 595"/>
                <a:gd name="T3" fmla="*/ 2 h 537"/>
                <a:gd name="T4" fmla="*/ 0 w 595"/>
                <a:gd name="T5" fmla="*/ 2 h 537"/>
                <a:gd name="T6" fmla="*/ 0 w 595"/>
                <a:gd name="T7" fmla="*/ 2 h 537"/>
                <a:gd name="T8" fmla="*/ 0 w 595"/>
                <a:gd name="T9" fmla="*/ 1 h 537"/>
                <a:gd name="T10" fmla="*/ 0 w 595"/>
                <a:gd name="T11" fmla="*/ 1 h 537"/>
                <a:gd name="T12" fmla="*/ 0 w 595"/>
                <a:gd name="T13" fmla="*/ 1 h 537"/>
                <a:gd name="T14" fmla="*/ 0 w 595"/>
                <a:gd name="T15" fmla="*/ 1 h 537"/>
                <a:gd name="T16" fmla="*/ 0 w 595"/>
                <a:gd name="T17" fmla="*/ 1 h 537"/>
                <a:gd name="T18" fmla="*/ 0 w 595"/>
                <a:gd name="T19" fmla="*/ 1 h 537"/>
                <a:gd name="T20" fmla="*/ 1 w 595"/>
                <a:gd name="T21" fmla="*/ 0 h 537"/>
                <a:gd name="T22" fmla="*/ 1 w 595"/>
                <a:gd name="T23" fmla="*/ 0 h 537"/>
                <a:gd name="T24" fmla="*/ 1 w 595"/>
                <a:gd name="T25" fmla="*/ 0 h 537"/>
                <a:gd name="T26" fmla="*/ 1 w 595"/>
                <a:gd name="T27" fmla="*/ 0 h 537"/>
                <a:gd name="T28" fmla="*/ 1 w 595"/>
                <a:gd name="T29" fmla="*/ 0 h 537"/>
                <a:gd name="T30" fmla="*/ 1 w 595"/>
                <a:gd name="T31" fmla="*/ 0 h 537"/>
                <a:gd name="T32" fmla="*/ 2 w 595"/>
                <a:gd name="T33" fmla="*/ 0 h 537"/>
                <a:gd name="T34" fmla="*/ 2 w 595"/>
                <a:gd name="T35" fmla="*/ 0 h 537"/>
                <a:gd name="T36" fmla="*/ 2 w 595"/>
                <a:gd name="T37" fmla="*/ 0 h 537"/>
                <a:gd name="T38" fmla="*/ 2 w 595"/>
                <a:gd name="T39" fmla="*/ 0 h 537"/>
                <a:gd name="T40" fmla="*/ 3 w 595"/>
                <a:gd name="T41" fmla="*/ 0 h 537"/>
                <a:gd name="T42" fmla="*/ 3 w 595"/>
                <a:gd name="T43" fmla="*/ 0 h 537"/>
                <a:gd name="T44" fmla="*/ 3 w 595"/>
                <a:gd name="T45" fmla="*/ 0 h 537"/>
                <a:gd name="T46" fmla="*/ 3 w 595"/>
                <a:gd name="T47" fmla="*/ 0 h 537"/>
                <a:gd name="T48" fmla="*/ 3 w 595"/>
                <a:gd name="T49" fmla="*/ 0 h 537"/>
                <a:gd name="T50" fmla="*/ 3 w 595"/>
                <a:gd name="T51" fmla="*/ 0 h 537"/>
                <a:gd name="T52" fmla="*/ 3 w 595"/>
                <a:gd name="T53" fmla="*/ 0 h 537"/>
                <a:gd name="T54" fmla="*/ 3 w 595"/>
                <a:gd name="T55" fmla="*/ 1 h 537"/>
                <a:gd name="T56" fmla="*/ 3 w 595"/>
                <a:gd name="T57" fmla="*/ 1 h 537"/>
                <a:gd name="T58" fmla="*/ 4 w 595"/>
                <a:gd name="T59" fmla="*/ 1 h 537"/>
                <a:gd name="T60" fmla="*/ 4 w 595"/>
                <a:gd name="T61" fmla="*/ 1 h 537"/>
                <a:gd name="T62" fmla="*/ 4 w 595"/>
                <a:gd name="T63" fmla="*/ 1 h 537"/>
                <a:gd name="T64" fmla="*/ 4 w 595"/>
                <a:gd name="T65" fmla="*/ 1 h 537"/>
                <a:gd name="T66" fmla="*/ 4 w 595"/>
                <a:gd name="T67" fmla="*/ 1 h 537"/>
                <a:gd name="T68" fmla="*/ 4 w 595"/>
                <a:gd name="T69" fmla="*/ 1 h 537"/>
                <a:gd name="T70" fmla="*/ 4 w 595"/>
                <a:gd name="T71" fmla="*/ 2 h 537"/>
                <a:gd name="T72" fmla="*/ 4 w 595"/>
                <a:gd name="T73" fmla="*/ 2 h 537"/>
                <a:gd name="T74" fmla="*/ 4 w 595"/>
                <a:gd name="T75" fmla="*/ 2 h 537"/>
                <a:gd name="T76" fmla="*/ 4 w 595"/>
                <a:gd name="T77" fmla="*/ 6 h 537"/>
                <a:gd name="T78" fmla="*/ 0 w 595"/>
                <a:gd name="T79" fmla="*/ 6 h 537"/>
                <a:gd name="T80" fmla="*/ 0 w 595"/>
                <a:gd name="T81" fmla="*/ 2 h 53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595"/>
                <a:gd name="T124" fmla="*/ 0 h 537"/>
                <a:gd name="T125" fmla="*/ 595 w 595"/>
                <a:gd name="T126" fmla="*/ 537 h 537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595" h="537">
                  <a:moveTo>
                    <a:pt x="0" y="184"/>
                  </a:moveTo>
                  <a:lnTo>
                    <a:pt x="1" y="167"/>
                  </a:lnTo>
                  <a:lnTo>
                    <a:pt x="6" y="149"/>
                  </a:lnTo>
                  <a:lnTo>
                    <a:pt x="13" y="134"/>
                  </a:lnTo>
                  <a:lnTo>
                    <a:pt x="22" y="118"/>
                  </a:lnTo>
                  <a:lnTo>
                    <a:pt x="31" y="106"/>
                  </a:lnTo>
                  <a:lnTo>
                    <a:pt x="40" y="94"/>
                  </a:lnTo>
                  <a:lnTo>
                    <a:pt x="52" y="81"/>
                  </a:lnTo>
                  <a:lnTo>
                    <a:pt x="68" y="69"/>
                  </a:lnTo>
                  <a:lnTo>
                    <a:pt x="87" y="57"/>
                  </a:lnTo>
                  <a:lnTo>
                    <a:pt x="111" y="43"/>
                  </a:lnTo>
                  <a:lnTo>
                    <a:pt x="134" y="33"/>
                  </a:lnTo>
                  <a:lnTo>
                    <a:pt x="162" y="23"/>
                  </a:lnTo>
                  <a:lnTo>
                    <a:pt x="188" y="15"/>
                  </a:lnTo>
                  <a:lnTo>
                    <a:pt x="217" y="9"/>
                  </a:lnTo>
                  <a:lnTo>
                    <a:pt x="244" y="4"/>
                  </a:lnTo>
                  <a:lnTo>
                    <a:pt x="265" y="3"/>
                  </a:lnTo>
                  <a:lnTo>
                    <a:pt x="290" y="0"/>
                  </a:lnTo>
                  <a:lnTo>
                    <a:pt x="317" y="0"/>
                  </a:lnTo>
                  <a:lnTo>
                    <a:pt x="337" y="3"/>
                  </a:lnTo>
                  <a:lnTo>
                    <a:pt x="359" y="5"/>
                  </a:lnTo>
                  <a:lnTo>
                    <a:pt x="383" y="10"/>
                  </a:lnTo>
                  <a:lnTo>
                    <a:pt x="405" y="15"/>
                  </a:lnTo>
                  <a:lnTo>
                    <a:pt x="427" y="22"/>
                  </a:lnTo>
                  <a:lnTo>
                    <a:pt x="448" y="29"/>
                  </a:lnTo>
                  <a:lnTo>
                    <a:pt x="470" y="39"/>
                  </a:lnTo>
                  <a:lnTo>
                    <a:pt x="485" y="46"/>
                  </a:lnTo>
                  <a:lnTo>
                    <a:pt x="498" y="54"/>
                  </a:lnTo>
                  <a:lnTo>
                    <a:pt x="512" y="63"/>
                  </a:lnTo>
                  <a:lnTo>
                    <a:pt x="526" y="72"/>
                  </a:lnTo>
                  <a:lnTo>
                    <a:pt x="539" y="82"/>
                  </a:lnTo>
                  <a:lnTo>
                    <a:pt x="553" y="96"/>
                  </a:lnTo>
                  <a:lnTo>
                    <a:pt x="563" y="110"/>
                  </a:lnTo>
                  <a:lnTo>
                    <a:pt x="572" y="122"/>
                  </a:lnTo>
                  <a:lnTo>
                    <a:pt x="579" y="132"/>
                  </a:lnTo>
                  <a:lnTo>
                    <a:pt x="585" y="144"/>
                  </a:lnTo>
                  <a:lnTo>
                    <a:pt x="590" y="156"/>
                  </a:lnTo>
                  <a:lnTo>
                    <a:pt x="595" y="172"/>
                  </a:lnTo>
                  <a:lnTo>
                    <a:pt x="595" y="537"/>
                  </a:lnTo>
                  <a:lnTo>
                    <a:pt x="1" y="535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FFA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1" name="Freeform 625"/>
            <p:cNvSpPr>
              <a:spLocks/>
            </p:cNvSpPr>
            <p:nvPr/>
          </p:nvSpPr>
          <p:spPr bwMode="auto">
            <a:xfrm>
              <a:off x="3615" y="3389"/>
              <a:ext cx="218" cy="217"/>
            </a:xfrm>
            <a:custGeom>
              <a:avLst/>
              <a:gdLst>
                <a:gd name="T0" fmla="*/ 0 w 595"/>
                <a:gd name="T1" fmla="*/ 2 h 538"/>
                <a:gd name="T2" fmla="*/ 0 w 595"/>
                <a:gd name="T3" fmla="*/ 2 h 538"/>
                <a:gd name="T4" fmla="*/ 0 w 595"/>
                <a:gd name="T5" fmla="*/ 2 h 538"/>
                <a:gd name="T6" fmla="*/ 0 w 595"/>
                <a:gd name="T7" fmla="*/ 2 h 538"/>
                <a:gd name="T8" fmla="*/ 0 w 595"/>
                <a:gd name="T9" fmla="*/ 1 h 538"/>
                <a:gd name="T10" fmla="*/ 0 w 595"/>
                <a:gd name="T11" fmla="*/ 1 h 538"/>
                <a:gd name="T12" fmla="*/ 0 w 595"/>
                <a:gd name="T13" fmla="*/ 1 h 538"/>
                <a:gd name="T14" fmla="*/ 0 w 595"/>
                <a:gd name="T15" fmla="*/ 1 h 538"/>
                <a:gd name="T16" fmla="*/ 0 w 595"/>
                <a:gd name="T17" fmla="*/ 1 h 538"/>
                <a:gd name="T18" fmla="*/ 0 w 595"/>
                <a:gd name="T19" fmla="*/ 1 h 538"/>
                <a:gd name="T20" fmla="*/ 1 w 595"/>
                <a:gd name="T21" fmla="*/ 0 h 538"/>
                <a:gd name="T22" fmla="*/ 1 w 595"/>
                <a:gd name="T23" fmla="*/ 0 h 538"/>
                <a:gd name="T24" fmla="*/ 1 w 595"/>
                <a:gd name="T25" fmla="*/ 0 h 538"/>
                <a:gd name="T26" fmla="*/ 1 w 595"/>
                <a:gd name="T27" fmla="*/ 0 h 538"/>
                <a:gd name="T28" fmla="*/ 1 w 595"/>
                <a:gd name="T29" fmla="*/ 0 h 538"/>
                <a:gd name="T30" fmla="*/ 1 w 595"/>
                <a:gd name="T31" fmla="*/ 0 h 538"/>
                <a:gd name="T32" fmla="*/ 2 w 595"/>
                <a:gd name="T33" fmla="*/ 0 h 538"/>
                <a:gd name="T34" fmla="*/ 2 w 595"/>
                <a:gd name="T35" fmla="*/ 0 h 538"/>
                <a:gd name="T36" fmla="*/ 2 w 595"/>
                <a:gd name="T37" fmla="*/ 0 h 538"/>
                <a:gd name="T38" fmla="*/ 2 w 595"/>
                <a:gd name="T39" fmla="*/ 0 h 538"/>
                <a:gd name="T40" fmla="*/ 3 w 595"/>
                <a:gd name="T41" fmla="*/ 0 h 538"/>
                <a:gd name="T42" fmla="*/ 3 w 595"/>
                <a:gd name="T43" fmla="*/ 0 h 538"/>
                <a:gd name="T44" fmla="*/ 3 w 595"/>
                <a:gd name="T45" fmla="*/ 0 h 538"/>
                <a:gd name="T46" fmla="*/ 3 w 595"/>
                <a:gd name="T47" fmla="*/ 0 h 538"/>
                <a:gd name="T48" fmla="*/ 3 w 595"/>
                <a:gd name="T49" fmla="*/ 0 h 538"/>
                <a:gd name="T50" fmla="*/ 3 w 595"/>
                <a:gd name="T51" fmla="*/ 0 h 538"/>
                <a:gd name="T52" fmla="*/ 3 w 595"/>
                <a:gd name="T53" fmla="*/ 0 h 538"/>
                <a:gd name="T54" fmla="*/ 3 w 595"/>
                <a:gd name="T55" fmla="*/ 1 h 538"/>
                <a:gd name="T56" fmla="*/ 3 w 595"/>
                <a:gd name="T57" fmla="*/ 1 h 538"/>
                <a:gd name="T58" fmla="*/ 4 w 595"/>
                <a:gd name="T59" fmla="*/ 1 h 538"/>
                <a:gd name="T60" fmla="*/ 4 w 595"/>
                <a:gd name="T61" fmla="*/ 1 h 538"/>
                <a:gd name="T62" fmla="*/ 4 w 595"/>
                <a:gd name="T63" fmla="*/ 1 h 538"/>
                <a:gd name="T64" fmla="*/ 4 w 595"/>
                <a:gd name="T65" fmla="*/ 1 h 538"/>
                <a:gd name="T66" fmla="*/ 4 w 595"/>
                <a:gd name="T67" fmla="*/ 1 h 538"/>
                <a:gd name="T68" fmla="*/ 4 w 595"/>
                <a:gd name="T69" fmla="*/ 2 h 538"/>
                <a:gd name="T70" fmla="*/ 4 w 595"/>
                <a:gd name="T71" fmla="*/ 2 h 538"/>
                <a:gd name="T72" fmla="*/ 4 w 595"/>
                <a:gd name="T73" fmla="*/ 2 h 538"/>
                <a:gd name="T74" fmla="*/ 4 w 595"/>
                <a:gd name="T75" fmla="*/ 2 h 538"/>
                <a:gd name="T76" fmla="*/ 4 w 595"/>
                <a:gd name="T77" fmla="*/ 6 h 538"/>
                <a:gd name="T78" fmla="*/ 0 w 595"/>
                <a:gd name="T79" fmla="*/ 6 h 538"/>
                <a:gd name="T80" fmla="*/ 0 w 595"/>
                <a:gd name="T81" fmla="*/ 2 h 53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595"/>
                <a:gd name="T124" fmla="*/ 0 h 538"/>
                <a:gd name="T125" fmla="*/ 595 w 595"/>
                <a:gd name="T126" fmla="*/ 538 h 53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595" h="538">
                  <a:moveTo>
                    <a:pt x="0" y="184"/>
                  </a:moveTo>
                  <a:lnTo>
                    <a:pt x="1" y="167"/>
                  </a:lnTo>
                  <a:lnTo>
                    <a:pt x="6" y="149"/>
                  </a:lnTo>
                  <a:lnTo>
                    <a:pt x="13" y="134"/>
                  </a:lnTo>
                  <a:lnTo>
                    <a:pt x="23" y="118"/>
                  </a:lnTo>
                  <a:lnTo>
                    <a:pt x="31" y="106"/>
                  </a:lnTo>
                  <a:lnTo>
                    <a:pt x="41" y="94"/>
                  </a:lnTo>
                  <a:lnTo>
                    <a:pt x="53" y="81"/>
                  </a:lnTo>
                  <a:lnTo>
                    <a:pt x="68" y="68"/>
                  </a:lnTo>
                  <a:lnTo>
                    <a:pt x="88" y="56"/>
                  </a:lnTo>
                  <a:lnTo>
                    <a:pt x="112" y="44"/>
                  </a:lnTo>
                  <a:lnTo>
                    <a:pt x="134" y="33"/>
                  </a:lnTo>
                  <a:lnTo>
                    <a:pt x="162" y="23"/>
                  </a:lnTo>
                  <a:lnTo>
                    <a:pt x="187" y="15"/>
                  </a:lnTo>
                  <a:lnTo>
                    <a:pt x="217" y="9"/>
                  </a:lnTo>
                  <a:lnTo>
                    <a:pt x="244" y="4"/>
                  </a:lnTo>
                  <a:lnTo>
                    <a:pt x="265" y="3"/>
                  </a:lnTo>
                  <a:lnTo>
                    <a:pt x="291" y="0"/>
                  </a:lnTo>
                  <a:lnTo>
                    <a:pt x="317" y="0"/>
                  </a:lnTo>
                  <a:lnTo>
                    <a:pt x="338" y="3"/>
                  </a:lnTo>
                  <a:lnTo>
                    <a:pt x="359" y="5"/>
                  </a:lnTo>
                  <a:lnTo>
                    <a:pt x="383" y="10"/>
                  </a:lnTo>
                  <a:lnTo>
                    <a:pt x="405" y="15"/>
                  </a:lnTo>
                  <a:lnTo>
                    <a:pt x="428" y="22"/>
                  </a:lnTo>
                  <a:lnTo>
                    <a:pt x="448" y="29"/>
                  </a:lnTo>
                  <a:lnTo>
                    <a:pt x="470" y="39"/>
                  </a:lnTo>
                  <a:lnTo>
                    <a:pt x="485" y="46"/>
                  </a:lnTo>
                  <a:lnTo>
                    <a:pt x="499" y="55"/>
                  </a:lnTo>
                  <a:lnTo>
                    <a:pt x="512" y="62"/>
                  </a:lnTo>
                  <a:lnTo>
                    <a:pt x="526" y="71"/>
                  </a:lnTo>
                  <a:lnTo>
                    <a:pt x="539" y="82"/>
                  </a:lnTo>
                  <a:lnTo>
                    <a:pt x="553" y="97"/>
                  </a:lnTo>
                  <a:lnTo>
                    <a:pt x="564" y="110"/>
                  </a:lnTo>
                  <a:lnTo>
                    <a:pt x="572" y="122"/>
                  </a:lnTo>
                  <a:lnTo>
                    <a:pt x="579" y="133"/>
                  </a:lnTo>
                  <a:lnTo>
                    <a:pt x="585" y="145"/>
                  </a:lnTo>
                  <a:lnTo>
                    <a:pt x="590" y="157"/>
                  </a:lnTo>
                  <a:lnTo>
                    <a:pt x="595" y="172"/>
                  </a:lnTo>
                  <a:lnTo>
                    <a:pt x="595" y="538"/>
                  </a:lnTo>
                  <a:lnTo>
                    <a:pt x="1" y="535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E07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2" name="Oval 626"/>
            <p:cNvSpPr>
              <a:spLocks noChangeArrowheads="1"/>
            </p:cNvSpPr>
            <p:nvPr/>
          </p:nvSpPr>
          <p:spPr bwMode="auto">
            <a:xfrm>
              <a:off x="3630" y="3399"/>
              <a:ext cx="185" cy="203"/>
            </a:xfrm>
            <a:prstGeom prst="ellipse">
              <a:avLst/>
            </a:prstGeom>
            <a:solidFill>
              <a:srgbClr val="66FF66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grpSp>
          <p:nvGrpSpPr>
            <p:cNvPr id="623" name="Group 627"/>
            <p:cNvGrpSpPr>
              <a:grpSpLocks/>
            </p:cNvGrpSpPr>
            <p:nvPr/>
          </p:nvGrpSpPr>
          <p:grpSpPr bwMode="auto">
            <a:xfrm>
              <a:off x="3734" y="3419"/>
              <a:ext cx="33" cy="32"/>
              <a:chOff x="3019" y="2044"/>
              <a:chExt cx="18" cy="16"/>
            </a:xfrm>
          </p:grpSpPr>
          <p:sp>
            <p:nvSpPr>
              <p:cNvPr id="624" name="Oval 628"/>
              <p:cNvSpPr>
                <a:spLocks noChangeArrowheads="1"/>
              </p:cNvSpPr>
              <p:nvPr/>
            </p:nvSpPr>
            <p:spPr bwMode="auto">
              <a:xfrm>
                <a:off x="3019" y="2044"/>
                <a:ext cx="11" cy="11"/>
              </a:xfrm>
              <a:prstGeom prst="ellipse">
                <a:avLst/>
              </a:prstGeom>
              <a:solidFill>
                <a:srgbClr val="80FF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625" name="Oval 629"/>
              <p:cNvSpPr>
                <a:spLocks noChangeArrowheads="1"/>
              </p:cNvSpPr>
              <p:nvPr/>
            </p:nvSpPr>
            <p:spPr bwMode="auto">
              <a:xfrm>
                <a:off x="3028" y="2051"/>
                <a:ext cx="9" cy="9"/>
              </a:xfrm>
              <a:prstGeom prst="ellipse">
                <a:avLst/>
              </a:prstGeom>
              <a:solidFill>
                <a:srgbClr val="80FF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</p:grpSp>
      <p:grpSp>
        <p:nvGrpSpPr>
          <p:cNvPr id="630" name="Group 630"/>
          <p:cNvGrpSpPr>
            <a:grpSpLocks/>
          </p:cNvGrpSpPr>
          <p:nvPr/>
        </p:nvGrpSpPr>
        <p:grpSpPr bwMode="auto">
          <a:xfrm>
            <a:off x="1690609" y="1338045"/>
            <a:ext cx="3576638" cy="1274762"/>
            <a:chOff x="1296" y="384"/>
            <a:chExt cx="3312" cy="960"/>
          </a:xfrm>
        </p:grpSpPr>
        <p:sp>
          <p:nvSpPr>
            <p:cNvPr id="631" name="Rectangle 631"/>
            <p:cNvSpPr>
              <a:spLocks noChangeArrowheads="1"/>
            </p:cNvSpPr>
            <p:nvPr/>
          </p:nvSpPr>
          <p:spPr bwMode="auto">
            <a:xfrm>
              <a:off x="1296" y="384"/>
              <a:ext cx="3312" cy="960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0" rIns="7200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pic>
          <p:nvPicPr>
            <p:cNvPr id="632" name="Picture 63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6" y="384"/>
              <a:ext cx="3304" cy="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33" name="Text Box 633"/>
          <p:cNvSpPr txBox="1">
            <a:spLocks noChangeArrowheads="1"/>
          </p:cNvSpPr>
          <p:nvPr/>
        </p:nvSpPr>
        <p:spPr bwMode="auto">
          <a:xfrm>
            <a:off x="2057322" y="1057057"/>
            <a:ext cx="2527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2000">
                <a:solidFill>
                  <a:srgbClr val="000000"/>
                </a:solidFill>
              </a:rPr>
              <a:t>Modelo de referência</a:t>
            </a:r>
          </a:p>
        </p:txBody>
      </p:sp>
      <p:grpSp>
        <p:nvGrpSpPr>
          <p:cNvPr id="634" name="Group 634"/>
          <p:cNvGrpSpPr>
            <a:grpSpLocks/>
          </p:cNvGrpSpPr>
          <p:nvPr/>
        </p:nvGrpSpPr>
        <p:grpSpPr bwMode="auto">
          <a:xfrm>
            <a:off x="1590597" y="3504982"/>
            <a:ext cx="1544637" cy="1673225"/>
            <a:chOff x="224" y="2656"/>
            <a:chExt cx="973" cy="1054"/>
          </a:xfrm>
        </p:grpSpPr>
        <p:sp>
          <p:nvSpPr>
            <p:cNvPr id="635" name="Rectangle 635"/>
            <p:cNvSpPr>
              <a:spLocks noChangeArrowheads="1"/>
            </p:cNvSpPr>
            <p:nvPr/>
          </p:nvSpPr>
          <p:spPr bwMode="auto">
            <a:xfrm>
              <a:off x="224" y="2656"/>
              <a:ext cx="973" cy="105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2000" tIns="0" rIns="7200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grpSp>
          <p:nvGrpSpPr>
            <p:cNvPr id="636" name="Group 636"/>
            <p:cNvGrpSpPr>
              <a:grpSpLocks/>
            </p:cNvGrpSpPr>
            <p:nvPr/>
          </p:nvGrpSpPr>
          <p:grpSpPr bwMode="auto">
            <a:xfrm>
              <a:off x="303" y="2724"/>
              <a:ext cx="327" cy="378"/>
              <a:chOff x="4800" y="1776"/>
              <a:chExt cx="432" cy="579"/>
            </a:xfrm>
          </p:grpSpPr>
          <p:sp>
            <p:nvSpPr>
              <p:cNvPr id="670" name="AutoShape 637"/>
              <p:cNvSpPr>
                <a:spLocks noChangeArrowheads="1"/>
              </p:cNvSpPr>
              <p:nvPr/>
            </p:nvSpPr>
            <p:spPr bwMode="auto">
              <a:xfrm>
                <a:off x="4800" y="1776"/>
                <a:ext cx="432" cy="579"/>
              </a:xfrm>
              <a:prstGeom prst="foldedCorner">
                <a:avLst>
                  <a:gd name="adj" fmla="val 12500"/>
                </a:avLst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671" name="Line 638"/>
              <p:cNvSpPr>
                <a:spLocks noChangeShapeType="1"/>
              </p:cNvSpPr>
              <p:nvPr/>
            </p:nvSpPr>
            <p:spPr bwMode="auto">
              <a:xfrm>
                <a:off x="4848" y="1872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72" name="Line 639"/>
              <p:cNvSpPr>
                <a:spLocks noChangeShapeType="1"/>
              </p:cNvSpPr>
              <p:nvPr/>
            </p:nvSpPr>
            <p:spPr bwMode="auto">
              <a:xfrm>
                <a:off x="4848" y="1920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73" name="Line 640"/>
              <p:cNvSpPr>
                <a:spLocks noChangeShapeType="1"/>
              </p:cNvSpPr>
              <p:nvPr/>
            </p:nvSpPr>
            <p:spPr bwMode="auto">
              <a:xfrm>
                <a:off x="4848" y="1968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74" name="Line 641"/>
              <p:cNvSpPr>
                <a:spLocks noChangeShapeType="1"/>
              </p:cNvSpPr>
              <p:nvPr/>
            </p:nvSpPr>
            <p:spPr bwMode="auto">
              <a:xfrm>
                <a:off x="4848" y="2016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75" name="Line 642"/>
              <p:cNvSpPr>
                <a:spLocks noChangeShapeType="1"/>
              </p:cNvSpPr>
              <p:nvPr/>
            </p:nvSpPr>
            <p:spPr bwMode="auto">
              <a:xfrm>
                <a:off x="4848" y="2064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76" name="Line 643"/>
              <p:cNvSpPr>
                <a:spLocks noChangeShapeType="1"/>
              </p:cNvSpPr>
              <p:nvPr/>
            </p:nvSpPr>
            <p:spPr bwMode="auto">
              <a:xfrm>
                <a:off x="4848" y="2112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77" name="Line 644"/>
              <p:cNvSpPr>
                <a:spLocks noChangeShapeType="1"/>
              </p:cNvSpPr>
              <p:nvPr/>
            </p:nvSpPr>
            <p:spPr bwMode="auto">
              <a:xfrm>
                <a:off x="4848" y="2160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78" name="Line 645"/>
              <p:cNvSpPr>
                <a:spLocks noChangeShapeType="1"/>
              </p:cNvSpPr>
              <p:nvPr/>
            </p:nvSpPr>
            <p:spPr bwMode="auto">
              <a:xfrm>
                <a:off x="4848" y="2208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79" name="Line 646"/>
              <p:cNvSpPr>
                <a:spLocks noChangeShapeType="1"/>
              </p:cNvSpPr>
              <p:nvPr/>
            </p:nvSpPr>
            <p:spPr bwMode="auto">
              <a:xfrm>
                <a:off x="4848" y="2256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637" name="Group 647"/>
            <p:cNvGrpSpPr>
              <a:grpSpLocks/>
            </p:cNvGrpSpPr>
            <p:nvPr/>
          </p:nvGrpSpPr>
          <p:grpSpPr bwMode="auto">
            <a:xfrm>
              <a:off x="433" y="2887"/>
              <a:ext cx="327" cy="378"/>
              <a:chOff x="4800" y="1776"/>
              <a:chExt cx="432" cy="579"/>
            </a:xfrm>
          </p:grpSpPr>
          <p:sp>
            <p:nvSpPr>
              <p:cNvPr id="660" name="AutoShape 648"/>
              <p:cNvSpPr>
                <a:spLocks noChangeArrowheads="1"/>
              </p:cNvSpPr>
              <p:nvPr/>
            </p:nvSpPr>
            <p:spPr bwMode="auto">
              <a:xfrm>
                <a:off x="4800" y="1776"/>
                <a:ext cx="432" cy="579"/>
              </a:xfrm>
              <a:prstGeom prst="foldedCorner">
                <a:avLst>
                  <a:gd name="adj" fmla="val 12500"/>
                </a:avLst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661" name="Line 649"/>
              <p:cNvSpPr>
                <a:spLocks noChangeShapeType="1"/>
              </p:cNvSpPr>
              <p:nvPr/>
            </p:nvSpPr>
            <p:spPr bwMode="auto">
              <a:xfrm>
                <a:off x="4848" y="1872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62" name="Line 650"/>
              <p:cNvSpPr>
                <a:spLocks noChangeShapeType="1"/>
              </p:cNvSpPr>
              <p:nvPr/>
            </p:nvSpPr>
            <p:spPr bwMode="auto">
              <a:xfrm>
                <a:off x="4848" y="1920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63" name="Line 651"/>
              <p:cNvSpPr>
                <a:spLocks noChangeShapeType="1"/>
              </p:cNvSpPr>
              <p:nvPr/>
            </p:nvSpPr>
            <p:spPr bwMode="auto">
              <a:xfrm>
                <a:off x="4848" y="1968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64" name="Line 652"/>
              <p:cNvSpPr>
                <a:spLocks noChangeShapeType="1"/>
              </p:cNvSpPr>
              <p:nvPr/>
            </p:nvSpPr>
            <p:spPr bwMode="auto">
              <a:xfrm>
                <a:off x="4848" y="2016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65" name="Line 653"/>
              <p:cNvSpPr>
                <a:spLocks noChangeShapeType="1"/>
              </p:cNvSpPr>
              <p:nvPr/>
            </p:nvSpPr>
            <p:spPr bwMode="auto">
              <a:xfrm>
                <a:off x="4848" y="2064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66" name="Line 654"/>
              <p:cNvSpPr>
                <a:spLocks noChangeShapeType="1"/>
              </p:cNvSpPr>
              <p:nvPr/>
            </p:nvSpPr>
            <p:spPr bwMode="auto">
              <a:xfrm>
                <a:off x="4848" y="2112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67" name="Line 655"/>
              <p:cNvSpPr>
                <a:spLocks noChangeShapeType="1"/>
              </p:cNvSpPr>
              <p:nvPr/>
            </p:nvSpPr>
            <p:spPr bwMode="auto">
              <a:xfrm>
                <a:off x="4848" y="2160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68" name="Line 656"/>
              <p:cNvSpPr>
                <a:spLocks noChangeShapeType="1"/>
              </p:cNvSpPr>
              <p:nvPr/>
            </p:nvSpPr>
            <p:spPr bwMode="auto">
              <a:xfrm>
                <a:off x="4848" y="2208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69" name="Line 657"/>
              <p:cNvSpPr>
                <a:spLocks noChangeShapeType="1"/>
              </p:cNvSpPr>
              <p:nvPr/>
            </p:nvSpPr>
            <p:spPr bwMode="auto">
              <a:xfrm>
                <a:off x="4848" y="2256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638" name="Group 658"/>
            <p:cNvGrpSpPr>
              <a:grpSpLocks/>
            </p:cNvGrpSpPr>
            <p:nvPr/>
          </p:nvGrpSpPr>
          <p:grpSpPr bwMode="auto">
            <a:xfrm>
              <a:off x="563" y="3050"/>
              <a:ext cx="327" cy="378"/>
              <a:chOff x="4800" y="1776"/>
              <a:chExt cx="432" cy="579"/>
            </a:xfrm>
          </p:grpSpPr>
          <p:sp>
            <p:nvSpPr>
              <p:cNvPr id="650" name="AutoShape 659"/>
              <p:cNvSpPr>
                <a:spLocks noChangeArrowheads="1"/>
              </p:cNvSpPr>
              <p:nvPr/>
            </p:nvSpPr>
            <p:spPr bwMode="auto">
              <a:xfrm>
                <a:off x="4800" y="1776"/>
                <a:ext cx="432" cy="579"/>
              </a:xfrm>
              <a:prstGeom prst="foldedCorner">
                <a:avLst>
                  <a:gd name="adj" fmla="val 12500"/>
                </a:avLst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651" name="Line 660"/>
              <p:cNvSpPr>
                <a:spLocks noChangeShapeType="1"/>
              </p:cNvSpPr>
              <p:nvPr/>
            </p:nvSpPr>
            <p:spPr bwMode="auto">
              <a:xfrm>
                <a:off x="4848" y="1872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52" name="Line 661"/>
              <p:cNvSpPr>
                <a:spLocks noChangeShapeType="1"/>
              </p:cNvSpPr>
              <p:nvPr/>
            </p:nvSpPr>
            <p:spPr bwMode="auto">
              <a:xfrm>
                <a:off x="4848" y="1920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53" name="Line 662"/>
              <p:cNvSpPr>
                <a:spLocks noChangeShapeType="1"/>
              </p:cNvSpPr>
              <p:nvPr/>
            </p:nvSpPr>
            <p:spPr bwMode="auto">
              <a:xfrm>
                <a:off x="4848" y="1968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54" name="Line 663"/>
              <p:cNvSpPr>
                <a:spLocks noChangeShapeType="1"/>
              </p:cNvSpPr>
              <p:nvPr/>
            </p:nvSpPr>
            <p:spPr bwMode="auto">
              <a:xfrm>
                <a:off x="4848" y="2016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55" name="Line 664"/>
              <p:cNvSpPr>
                <a:spLocks noChangeShapeType="1"/>
              </p:cNvSpPr>
              <p:nvPr/>
            </p:nvSpPr>
            <p:spPr bwMode="auto">
              <a:xfrm>
                <a:off x="4848" y="2064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56" name="Line 665"/>
              <p:cNvSpPr>
                <a:spLocks noChangeShapeType="1"/>
              </p:cNvSpPr>
              <p:nvPr/>
            </p:nvSpPr>
            <p:spPr bwMode="auto">
              <a:xfrm>
                <a:off x="4848" y="2112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57" name="Line 666"/>
              <p:cNvSpPr>
                <a:spLocks noChangeShapeType="1"/>
              </p:cNvSpPr>
              <p:nvPr/>
            </p:nvSpPr>
            <p:spPr bwMode="auto">
              <a:xfrm>
                <a:off x="4848" y="2160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58" name="Line 667"/>
              <p:cNvSpPr>
                <a:spLocks noChangeShapeType="1"/>
              </p:cNvSpPr>
              <p:nvPr/>
            </p:nvSpPr>
            <p:spPr bwMode="auto">
              <a:xfrm>
                <a:off x="4848" y="2208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59" name="Line 668"/>
              <p:cNvSpPr>
                <a:spLocks noChangeShapeType="1"/>
              </p:cNvSpPr>
              <p:nvPr/>
            </p:nvSpPr>
            <p:spPr bwMode="auto">
              <a:xfrm>
                <a:off x="4848" y="2256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639" name="Group 669"/>
            <p:cNvGrpSpPr>
              <a:grpSpLocks/>
            </p:cNvGrpSpPr>
            <p:nvPr/>
          </p:nvGrpSpPr>
          <p:grpSpPr bwMode="auto">
            <a:xfrm>
              <a:off x="693" y="3213"/>
              <a:ext cx="327" cy="378"/>
              <a:chOff x="4800" y="1776"/>
              <a:chExt cx="432" cy="579"/>
            </a:xfrm>
          </p:grpSpPr>
          <p:sp>
            <p:nvSpPr>
              <p:cNvPr id="640" name="AutoShape 670"/>
              <p:cNvSpPr>
                <a:spLocks noChangeArrowheads="1"/>
              </p:cNvSpPr>
              <p:nvPr/>
            </p:nvSpPr>
            <p:spPr bwMode="auto">
              <a:xfrm>
                <a:off x="4800" y="1776"/>
                <a:ext cx="432" cy="579"/>
              </a:xfrm>
              <a:prstGeom prst="foldedCorner">
                <a:avLst>
                  <a:gd name="adj" fmla="val 12500"/>
                </a:avLst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641" name="Line 671"/>
              <p:cNvSpPr>
                <a:spLocks noChangeShapeType="1"/>
              </p:cNvSpPr>
              <p:nvPr/>
            </p:nvSpPr>
            <p:spPr bwMode="auto">
              <a:xfrm>
                <a:off x="4848" y="1872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42" name="Line 672"/>
              <p:cNvSpPr>
                <a:spLocks noChangeShapeType="1"/>
              </p:cNvSpPr>
              <p:nvPr/>
            </p:nvSpPr>
            <p:spPr bwMode="auto">
              <a:xfrm>
                <a:off x="4848" y="1920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43" name="Line 673"/>
              <p:cNvSpPr>
                <a:spLocks noChangeShapeType="1"/>
              </p:cNvSpPr>
              <p:nvPr/>
            </p:nvSpPr>
            <p:spPr bwMode="auto">
              <a:xfrm>
                <a:off x="4848" y="1968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44" name="Line 674"/>
              <p:cNvSpPr>
                <a:spLocks noChangeShapeType="1"/>
              </p:cNvSpPr>
              <p:nvPr/>
            </p:nvSpPr>
            <p:spPr bwMode="auto">
              <a:xfrm>
                <a:off x="4848" y="2016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45" name="Line 675"/>
              <p:cNvSpPr>
                <a:spLocks noChangeShapeType="1"/>
              </p:cNvSpPr>
              <p:nvPr/>
            </p:nvSpPr>
            <p:spPr bwMode="auto">
              <a:xfrm>
                <a:off x="4848" y="2064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46" name="Line 676"/>
              <p:cNvSpPr>
                <a:spLocks noChangeShapeType="1"/>
              </p:cNvSpPr>
              <p:nvPr/>
            </p:nvSpPr>
            <p:spPr bwMode="auto">
              <a:xfrm>
                <a:off x="4848" y="2112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47" name="Line 677"/>
              <p:cNvSpPr>
                <a:spLocks noChangeShapeType="1"/>
              </p:cNvSpPr>
              <p:nvPr/>
            </p:nvSpPr>
            <p:spPr bwMode="auto">
              <a:xfrm>
                <a:off x="4848" y="2160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48" name="Line 678"/>
              <p:cNvSpPr>
                <a:spLocks noChangeShapeType="1"/>
              </p:cNvSpPr>
              <p:nvPr/>
            </p:nvSpPr>
            <p:spPr bwMode="auto">
              <a:xfrm>
                <a:off x="4848" y="2208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49" name="Line 679"/>
              <p:cNvSpPr>
                <a:spLocks noChangeShapeType="1"/>
              </p:cNvSpPr>
              <p:nvPr/>
            </p:nvSpPr>
            <p:spPr bwMode="auto">
              <a:xfrm>
                <a:off x="4848" y="2256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</p:grpSp>
      <p:sp>
        <p:nvSpPr>
          <p:cNvPr id="680" name="AutoShape 680"/>
          <p:cNvSpPr>
            <a:spLocks noChangeArrowheads="1"/>
          </p:cNvSpPr>
          <p:nvPr/>
        </p:nvSpPr>
        <p:spPr bwMode="auto">
          <a:xfrm rot="5400000">
            <a:off x="3113009" y="4187607"/>
            <a:ext cx="485775" cy="225425"/>
          </a:xfrm>
          <a:prstGeom prst="triangle">
            <a:avLst>
              <a:gd name="adj" fmla="val 50000"/>
            </a:avLst>
          </a:prstGeom>
          <a:solidFill>
            <a:srgbClr val="66FF66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0" rIns="7200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681" name="AutoShape 681"/>
          <p:cNvSpPr>
            <a:spLocks noChangeArrowheads="1"/>
          </p:cNvSpPr>
          <p:nvPr/>
        </p:nvSpPr>
        <p:spPr bwMode="auto">
          <a:xfrm rot="5400000">
            <a:off x="5267247" y="1773020"/>
            <a:ext cx="485775" cy="225425"/>
          </a:xfrm>
          <a:prstGeom prst="triangle">
            <a:avLst>
              <a:gd name="adj" fmla="val 50000"/>
            </a:avLst>
          </a:prstGeom>
          <a:solidFill>
            <a:srgbClr val="66FF66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0" rIns="7200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682" name="Line 682"/>
          <p:cNvSpPr>
            <a:spLocks noChangeShapeType="1"/>
          </p:cNvSpPr>
          <p:nvPr/>
        </p:nvSpPr>
        <p:spPr bwMode="auto">
          <a:xfrm flipH="1">
            <a:off x="1628697" y="2181007"/>
            <a:ext cx="1187450" cy="13779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2000" tIns="0" rIns="72000" bIns="0" anchor="ctr">
            <a:spAutoFit/>
          </a:bodyPr>
          <a:lstStyle/>
          <a:p>
            <a:endParaRPr lang="pt-BR"/>
          </a:p>
        </p:txBody>
      </p:sp>
      <p:sp>
        <p:nvSpPr>
          <p:cNvPr id="683" name="Line 683"/>
          <p:cNvSpPr>
            <a:spLocks noChangeShapeType="1"/>
          </p:cNvSpPr>
          <p:nvPr/>
        </p:nvSpPr>
        <p:spPr bwMode="auto">
          <a:xfrm flipH="1">
            <a:off x="1889047" y="2217520"/>
            <a:ext cx="1187450" cy="13763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2000" tIns="0" rIns="72000" bIns="0" anchor="ctr">
            <a:spAutoFit/>
          </a:bodyPr>
          <a:lstStyle/>
          <a:p>
            <a:endParaRPr lang="pt-BR"/>
          </a:p>
        </p:txBody>
      </p:sp>
      <p:sp>
        <p:nvSpPr>
          <p:cNvPr id="684" name="Line 684"/>
          <p:cNvSpPr>
            <a:spLocks noChangeShapeType="1"/>
          </p:cNvSpPr>
          <p:nvPr/>
        </p:nvSpPr>
        <p:spPr bwMode="auto">
          <a:xfrm flipH="1">
            <a:off x="2138284" y="2193707"/>
            <a:ext cx="1223963" cy="1376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2000" tIns="0" rIns="72000" bIns="0" anchor="ctr">
            <a:spAutoFit/>
          </a:bodyPr>
          <a:lstStyle/>
          <a:p>
            <a:endParaRPr lang="pt-BR"/>
          </a:p>
        </p:txBody>
      </p:sp>
      <p:sp>
        <p:nvSpPr>
          <p:cNvPr id="685" name="Line 685"/>
          <p:cNvSpPr>
            <a:spLocks noChangeShapeType="1"/>
          </p:cNvSpPr>
          <p:nvPr/>
        </p:nvSpPr>
        <p:spPr bwMode="auto">
          <a:xfrm flipH="1">
            <a:off x="2374822" y="2181007"/>
            <a:ext cx="1176337" cy="15097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2000" tIns="0" rIns="72000" bIns="0" anchor="ctr">
            <a:spAutoFit/>
          </a:bodyPr>
          <a:lstStyle/>
          <a:p>
            <a:endParaRPr lang="pt-BR"/>
          </a:p>
        </p:txBody>
      </p:sp>
      <p:sp>
        <p:nvSpPr>
          <p:cNvPr id="686" name="Line 686"/>
          <p:cNvSpPr>
            <a:spLocks noChangeShapeType="1"/>
          </p:cNvSpPr>
          <p:nvPr/>
        </p:nvSpPr>
        <p:spPr bwMode="auto">
          <a:xfrm flipH="1">
            <a:off x="2566909" y="2193707"/>
            <a:ext cx="1222375" cy="15795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2000" tIns="0" rIns="72000" bIns="0" anchor="ctr">
            <a:spAutoFit/>
          </a:bodyPr>
          <a:lstStyle/>
          <a:p>
            <a:endParaRPr lang="pt-BR"/>
          </a:p>
        </p:txBody>
      </p:sp>
      <p:sp>
        <p:nvSpPr>
          <p:cNvPr id="687" name="Line 687"/>
          <p:cNvSpPr>
            <a:spLocks noChangeShapeType="1"/>
          </p:cNvSpPr>
          <p:nvPr/>
        </p:nvSpPr>
        <p:spPr bwMode="auto">
          <a:xfrm flipH="1">
            <a:off x="2814559" y="2193707"/>
            <a:ext cx="1223963" cy="1612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2000" tIns="0" rIns="72000" bIns="0" anchor="ctr">
            <a:spAutoFit/>
          </a:bodyPr>
          <a:lstStyle/>
          <a:p>
            <a:endParaRPr lang="pt-BR"/>
          </a:p>
        </p:txBody>
      </p:sp>
      <p:sp>
        <p:nvSpPr>
          <p:cNvPr id="688" name="Text Box 688"/>
          <p:cNvSpPr txBox="1">
            <a:spLocks noChangeArrowheads="1"/>
          </p:cNvSpPr>
          <p:nvPr/>
        </p:nvSpPr>
        <p:spPr bwMode="auto">
          <a:xfrm>
            <a:off x="1665209" y="5143282"/>
            <a:ext cx="20129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2000">
                <a:solidFill>
                  <a:srgbClr val="000000"/>
                </a:solidFill>
              </a:rPr>
              <a:t>“catálogo” de critérios</a:t>
            </a:r>
          </a:p>
        </p:txBody>
      </p:sp>
      <p:sp>
        <p:nvSpPr>
          <p:cNvPr id="689" name="Rectangle 2"/>
          <p:cNvSpPr txBox="1">
            <a:spLocks noChangeArrowheads="1"/>
          </p:cNvSpPr>
          <p:nvPr/>
        </p:nvSpPr>
        <p:spPr>
          <a:xfrm>
            <a:off x="4602377" y="350620"/>
            <a:ext cx="7388225" cy="706437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altLang="pt-BR" sz="2400" b="1">
                <a:solidFill>
                  <a:srgbClr val="002060"/>
                </a:solidFill>
              </a:rPr>
              <a:t> </a:t>
            </a:r>
            <a:r>
              <a:rPr lang="pt-BR" altLang="pt-BR" sz="2400" b="1" dirty="0">
                <a:solidFill>
                  <a:srgbClr val="002060"/>
                </a:solidFill>
              </a:rPr>
              <a:t>Processo da sistemática de </a:t>
            </a:r>
            <a:r>
              <a:rPr lang="pt-BR" altLang="pt-BR" sz="2400" b="1" dirty="0" err="1">
                <a:solidFill>
                  <a:srgbClr val="002060"/>
                </a:solidFill>
              </a:rPr>
              <a:t>gates</a:t>
            </a:r>
            <a:endParaRPr lang="pt-BR" altLang="pt-BR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753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354666" y="1557338"/>
            <a:ext cx="9067800" cy="4576762"/>
            <a:chOff x="0" y="573"/>
            <a:chExt cx="5712" cy="2883"/>
          </a:xfrm>
        </p:grpSpPr>
        <p:sp>
          <p:nvSpPr>
            <p:cNvPr id="3" name="Rectangle 6"/>
            <p:cNvSpPr>
              <a:spLocks noChangeArrowheads="1"/>
            </p:cNvSpPr>
            <p:nvPr/>
          </p:nvSpPr>
          <p:spPr bwMode="auto">
            <a:xfrm>
              <a:off x="498" y="3277"/>
              <a:ext cx="4968" cy="17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0" rIns="72000" bIns="0" anchor="ctr" anchorCtr="1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pt-BR" altLang="pt-BR" sz="1800" b="1" i="1">
                  <a:solidFill>
                    <a:srgbClr val="000000"/>
                  </a:solidFill>
                </a:rPr>
                <a:t>Melhoria do processo de desenvolvimento de produtos</a:t>
              </a:r>
            </a:p>
          </p:txBody>
        </p:sp>
        <p:sp>
          <p:nvSpPr>
            <p:cNvPr id="4" name="Rectangle 7"/>
            <p:cNvSpPr>
              <a:spLocks noChangeArrowheads="1"/>
            </p:cNvSpPr>
            <p:nvPr/>
          </p:nvSpPr>
          <p:spPr bwMode="auto">
            <a:xfrm>
              <a:off x="1474" y="3048"/>
              <a:ext cx="3838" cy="179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0" rIns="72000" bIns="0" anchor="ctr" anchorCtr="1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pt-BR" altLang="pt-BR" sz="1800" b="1" i="1">
                  <a:solidFill>
                    <a:srgbClr val="000000"/>
                  </a:solidFill>
                </a:rPr>
                <a:t>Gerenciamento de mudanças de engenharia</a:t>
              </a:r>
            </a:p>
          </p:txBody>
        </p:sp>
        <p:sp>
          <p:nvSpPr>
            <p:cNvPr id="5" name="Rectangle 8"/>
            <p:cNvSpPr>
              <a:spLocks noChangeArrowheads="1"/>
            </p:cNvSpPr>
            <p:nvPr/>
          </p:nvSpPr>
          <p:spPr bwMode="auto">
            <a:xfrm>
              <a:off x="0" y="3014"/>
              <a:ext cx="768" cy="3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lIns="72000" tIns="0" rIns="72000" bIns="0" anchor="ctr">
              <a:spAutoFit/>
            </a:bodyPr>
            <a:lstStyle/>
            <a:p>
              <a:pPr>
                <a:defRPr/>
              </a:pPr>
              <a:r>
                <a:rPr lang="pt-BR" sz="1800">
                  <a:solidFill>
                    <a:schemeClr val="accent2"/>
                  </a:solidFill>
                </a:rPr>
                <a:t>Processos</a:t>
              </a:r>
            </a:p>
            <a:p>
              <a:pPr>
                <a:defRPr/>
              </a:pPr>
              <a:r>
                <a:rPr lang="pt-BR" sz="1800">
                  <a:solidFill>
                    <a:schemeClr val="accent2"/>
                  </a:solidFill>
                </a:rPr>
                <a:t>de apoio</a:t>
              </a:r>
            </a:p>
          </p:txBody>
        </p:sp>
        <p:sp>
          <p:nvSpPr>
            <p:cNvPr id="6" name="AutoShape 9"/>
            <p:cNvSpPr>
              <a:spLocks noChangeArrowheads="1"/>
            </p:cNvSpPr>
            <p:nvPr/>
          </p:nvSpPr>
          <p:spPr bwMode="auto">
            <a:xfrm>
              <a:off x="835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7" name="AutoShape 10"/>
            <p:cNvSpPr>
              <a:spLocks noChangeArrowheads="1"/>
            </p:cNvSpPr>
            <p:nvPr/>
          </p:nvSpPr>
          <p:spPr bwMode="auto">
            <a:xfrm>
              <a:off x="2088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8" name="AutoShape 11"/>
            <p:cNvSpPr>
              <a:spLocks noChangeArrowheads="1"/>
            </p:cNvSpPr>
            <p:nvPr/>
          </p:nvSpPr>
          <p:spPr bwMode="auto">
            <a:xfrm>
              <a:off x="3342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9" name="AutoShape 12"/>
            <p:cNvSpPr>
              <a:spLocks noChangeArrowheads="1"/>
            </p:cNvSpPr>
            <p:nvPr/>
          </p:nvSpPr>
          <p:spPr bwMode="auto">
            <a:xfrm>
              <a:off x="4596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grpSp>
          <p:nvGrpSpPr>
            <p:cNvPr id="10" name="Group 13"/>
            <p:cNvGrpSpPr>
              <a:grpSpLocks/>
            </p:cNvGrpSpPr>
            <p:nvPr/>
          </p:nvGrpSpPr>
          <p:grpSpPr bwMode="auto">
            <a:xfrm>
              <a:off x="48" y="573"/>
              <a:ext cx="5664" cy="2262"/>
              <a:chOff x="48" y="573"/>
              <a:chExt cx="5664" cy="2262"/>
            </a:xfrm>
          </p:grpSpPr>
          <p:grpSp>
            <p:nvGrpSpPr>
              <p:cNvPr id="11" name="Group 14"/>
              <p:cNvGrpSpPr>
                <a:grpSpLocks/>
              </p:cNvGrpSpPr>
              <p:nvPr/>
            </p:nvGrpSpPr>
            <p:grpSpPr bwMode="auto">
              <a:xfrm>
                <a:off x="48" y="673"/>
                <a:ext cx="5664" cy="2162"/>
                <a:chOff x="48" y="673"/>
                <a:chExt cx="5664" cy="2162"/>
              </a:xfrm>
            </p:grpSpPr>
            <p:sp>
              <p:nvSpPr>
                <p:cNvPr id="13" name="Rectangle 15"/>
                <p:cNvSpPr>
                  <a:spLocks noChangeArrowheads="1"/>
                </p:cNvSpPr>
                <p:nvPr/>
              </p:nvSpPr>
              <p:spPr bwMode="auto">
                <a:xfrm>
                  <a:off x="48" y="673"/>
                  <a:ext cx="5664" cy="2162"/>
                </a:xfrm>
                <a:prstGeom prst="rect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72000" tIns="0" rIns="72000" bIns="0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14" name="Freeform 16"/>
                <p:cNvSpPr>
                  <a:spLocks/>
                </p:cNvSpPr>
                <p:nvPr/>
              </p:nvSpPr>
              <p:spPr bwMode="auto">
                <a:xfrm>
                  <a:off x="501" y="1460"/>
                  <a:ext cx="4593" cy="1046"/>
                </a:xfrm>
                <a:custGeom>
                  <a:avLst/>
                  <a:gdLst>
                    <a:gd name="T0" fmla="*/ 771 w 4593"/>
                    <a:gd name="T1" fmla="*/ 20 h 1046"/>
                    <a:gd name="T2" fmla="*/ 0 w 4593"/>
                    <a:gd name="T3" fmla="*/ 1046 h 1046"/>
                    <a:gd name="T4" fmla="*/ 4593 w 4593"/>
                    <a:gd name="T5" fmla="*/ 1016 h 1046"/>
                    <a:gd name="T6" fmla="*/ 3302 w 4593"/>
                    <a:gd name="T7" fmla="*/ 0 h 10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93"/>
                    <a:gd name="T13" fmla="*/ 0 h 1046"/>
                    <a:gd name="T14" fmla="*/ 4593 w 4593"/>
                    <a:gd name="T15" fmla="*/ 1046 h 10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93" h="1046">
                      <a:moveTo>
                        <a:pt x="771" y="20"/>
                      </a:moveTo>
                      <a:lnTo>
                        <a:pt x="0" y="1046"/>
                      </a:lnTo>
                      <a:lnTo>
                        <a:pt x="4593" y="1016"/>
                      </a:lnTo>
                      <a:lnTo>
                        <a:pt x="3302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99CCFF"/>
                    </a:gs>
                    <a:gs pos="100000">
                      <a:srgbClr val="FFCC99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72000" tIns="0" rIns="72000" bIns="0" anchor="ctr">
                  <a:spAutoFit/>
                </a:bodyPr>
                <a:lstStyle/>
                <a:p>
                  <a:endParaRPr lang="pt-BR"/>
                </a:p>
              </p:txBody>
            </p:sp>
            <p:grpSp>
              <p:nvGrpSpPr>
                <p:cNvPr id="15" name="Group 17"/>
                <p:cNvGrpSpPr>
                  <a:grpSpLocks/>
                </p:cNvGrpSpPr>
                <p:nvPr/>
              </p:nvGrpSpPr>
              <p:grpSpPr bwMode="auto">
                <a:xfrm>
                  <a:off x="1411" y="1058"/>
                  <a:ext cx="2612" cy="188"/>
                  <a:chOff x="1411" y="1058"/>
                  <a:chExt cx="2612" cy="188"/>
                </a:xfrm>
              </p:grpSpPr>
              <p:sp>
                <p:nvSpPr>
                  <p:cNvPr id="101" name="AutoShape 18"/>
                  <p:cNvSpPr>
                    <a:spLocks noChangeArrowheads="1"/>
                  </p:cNvSpPr>
                  <p:nvPr/>
                </p:nvSpPr>
                <p:spPr bwMode="auto">
                  <a:xfrm>
                    <a:off x="1411" y="1058"/>
                    <a:ext cx="2612" cy="188"/>
                  </a:xfrm>
                  <a:prstGeom prst="chevron">
                    <a:avLst>
                      <a:gd name="adj" fmla="val 43675"/>
                    </a:avLst>
                  </a:prstGeom>
                  <a:solidFill>
                    <a:srgbClr val="FFFF00"/>
                  </a:solidFill>
                  <a:ln w="11113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102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74" y="1066"/>
                    <a:ext cx="1189" cy="173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Desenvolvimento</a:t>
                    </a:r>
                    <a:r>
                      <a:rPr lang="pt-BR" altLang="pt-BR" sz="1800" i="1">
                        <a:solidFill>
                          <a:srgbClr val="000000"/>
                        </a:solidFill>
                      </a:rPr>
                      <a:t> </a:t>
                    </a:r>
                  </a:p>
                </p:txBody>
              </p:sp>
            </p:grpSp>
            <p:grpSp>
              <p:nvGrpSpPr>
                <p:cNvPr id="16" name="Group 20"/>
                <p:cNvGrpSpPr>
                  <a:grpSpLocks/>
                </p:cNvGrpSpPr>
                <p:nvPr/>
              </p:nvGrpSpPr>
              <p:grpSpPr bwMode="auto">
                <a:xfrm>
                  <a:off x="586" y="2385"/>
                  <a:ext cx="4435" cy="342"/>
                  <a:chOff x="586" y="2385"/>
                  <a:chExt cx="4435" cy="342"/>
                </a:xfrm>
              </p:grpSpPr>
              <p:grpSp>
                <p:nvGrpSpPr>
                  <p:cNvPr id="94" name="Group 21"/>
                  <p:cNvGrpSpPr>
                    <a:grpSpLocks/>
                  </p:cNvGrpSpPr>
                  <p:nvPr/>
                </p:nvGrpSpPr>
                <p:grpSpPr bwMode="auto">
                  <a:xfrm>
                    <a:off x="1406" y="2394"/>
                    <a:ext cx="3615" cy="333"/>
                    <a:chOff x="1014" y="2394"/>
                    <a:chExt cx="3615" cy="333"/>
                  </a:xfrm>
                </p:grpSpPr>
                <p:sp>
                  <p:nvSpPr>
                    <p:cNvPr id="96" name="AutoShape 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11" y="2394"/>
                      <a:ext cx="690" cy="333"/>
                    </a:xfrm>
                    <a:prstGeom prst="chevron">
                      <a:avLst>
                        <a:gd name="adj" fmla="val 19723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400"/>
                        <a:t>Projeto</a:t>
                      </a:r>
                    </a:p>
                    <a:p>
                      <a:pPr eaLnBrk="1" hangingPunct="1"/>
                      <a:r>
                        <a:rPr lang="pt-BR" altLang="pt-BR" sz="1400"/>
                        <a:t>Detalhado </a:t>
                      </a:r>
                    </a:p>
                  </p:txBody>
                </p:sp>
                <p:sp>
                  <p:nvSpPr>
                    <p:cNvPr id="97" name="AutoShape 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3" y="2394"/>
                      <a:ext cx="709" cy="333"/>
                    </a:xfrm>
                    <a:prstGeom prst="chevron">
                      <a:avLst>
                        <a:gd name="adj" fmla="val 19004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400"/>
                        <a:t>Projeto</a:t>
                      </a:r>
                    </a:p>
                    <a:p>
                      <a:pPr eaLnBrk="1" hangingPunct="1"/>
                      <a:r>
                        <a:rPr lang="pt-BR" altLang="pt-BR" sz="1400"/>
                        <a:t>Conceitual </a:t>
                      </a:r>
                    </a:p>
                  </p:txBody>
                </p:sp>
                <p:sp>
                  <p:nvSpPr>
                    <p:cNvPr id="98" name="AutoShape 2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14" y="2394"/>
                      <a:ext cx="856" cy="333"/>
                    </a:xfrm>
                    <a:prstGeom prst="chevron">
                      <a:avLst>
                        <a:gd name="adj" fmla="val 22064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400"/>
                        <a:t>Projeto</a:t>
                      </a:r>
                    </a:p>
                    <a:p>
                      <a:pPr eaLnBrk="1" hangingPunct="1"/>
                      <a:r>
                        <a:rPr lang="pt-BR" altLang="pt-BR" sz="1400"/>
                        <a:t>Informacional </a:t>
                      </a:r>
                    </a:p>
                  </p:txBody>
                </p:sp>
                <p:sp>
                  <p:nvSpPr>
                    <p:cNvPr id="99" name="AutoShape 2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64" y="2394"/>
                      <a:ext cx="765" cy="333"/>
                    </a:xfrm>
                    <a:prstGeom prst="chevron">
                      <a:avLst>
                        <a:gd name="adj" fmla="val 19782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400"/>
                        <a:t>Lançamento</a:t>
                      </a:r>
                    </a:p>
                    <a:p>
                      <a:pPr eaLnBrk="1" hangingPunct="1"/>
                      <a:r>
                        <a:rPr lang="pt-BR" altLang="pt-BR" sz="1400"/>
                        <a:t>do Produto</a:t>
                      </a:r>
                    </a:p>
                  </p:txBody>
                </p:sp>
                <p:sp>
                  <p:nvSpPr>
                    <p:cNvPr id="100" name="AutoShape 2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70" y="2394"/>
                      <a:ext cx="723" cy="333"/>
                    </a:xfrm>
                    <a:prstGeom prst="chevron">
                      <a:avLst>
                        <a:gd name="adj" fmla="val 16213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400"/>
                        <a:t>Preparação</a:t>
                      </a:r>
                    </a:p>
                    <a:p>
                      <a:pPr eaLnBrk="1" hangingPunct="1"/>
                      <a:r>
                        <a:rPr lang="pt-BR" altLang="pt-BR" sz="1400"/>
                        <a:t>Produção</a:t>
                      </a:r>
                    </a:p>
                  </p:txBody>
                </p:sp>
              </p:grpSp>
              <p:sp>
                <p:nvSpPr>
                  <p:cNvPr id="95" name="AutoShape 27"/>
                  <p:cNvSpPr>
                    <a:spLocks noChangeArrowheads="1"/>
                  </p:cNvSpPr>
                  <p:nvPr/>
                </p:nvSpPr>
                <p:spPr bwMode="auto">
                  <a:xfrm>
                    <a:off x="586" y="2385"/>
                    <a:ext cx="841" cy="333"/>
                  </a:xfrm>
                  <a:prstGeom prst="chevron">
                    <a:avLst>
                      <a:gd name="adj" fmla="val 24296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400"/>
                      <a:t>Planejamento</a:t>
                    </a:r>
                  </a:p>
                  <a:p>
                    <a:pPr eaLnBrk="1" hangingPunct="1"/>
                    <a:r>
                      <a:rPr lang="pt-BR" altLang="pt-BR" sz="1400"/>
                      <a:t>Projeto</a:t>
                    </a:r>
                  </a:p>
                </p:txBody>
              </p:sp>
            </p:grpSp>
            <p:grpSp>
              <p:nvGrpSpPr>
                <p:cNvPr id="17" name="Group 28"/>
                <p:cNvGrpSpPr>
                  <a:grpSpLocks/>
                </p:cNvGrpSpPr>
                <p:nvPr/>
              </p:nvGrpSpPr>
              <p:grpSpPr bwMode="auto">
                <a:xfrm>
                  <a:off x="4009" y="1059"/>
                  <a:ext cx="1671" cy="188"/>
                  <a:chOff x="4009" y="1059"/>
                  <a:chExt cx="1671" cy="188"/>
                </a:xfrm>
              </p:grpSpPr>
              <p:sp>
                <p:nvSpPr>
                  <p:cNvPr id="92" name="AutoShape 29"/>
                  <p:cNvSpPr>
                    <a:spLocks noChangeArrowheads="1"/>
                  </p:cNvSpPr>
                  <p:nvPr/>
                </p:nvSpPr>
                <p:spPr bwMode="auto">
                  <a:xfrm>
                    <a:off x="4009" y="1059"/>
                    <a:ext cx="1671" cy="188"/>
                  </a:xfrm>
                  <a:prstGeom prst="chevron">
                    <a:avLst>
                      <a:gd name="adj" fmla="val 39421"/>
                    </a:avLst>
                  </a:prstGeom>
                  <a:solidFill>
                    <a:srgbClr val="FFCC99"/>
                  </a:solidFill>
                  <a:ln w="11113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93" name="Text Box 3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82" y="1082"/>
                    <a:ext cx="324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Pós</a:t>
                    </a:r>
                  </a:p>
                </p:txBody>
              </p:sp>
            </p:grpSp>
            <p:sp>
              <p:nvSpPr>
                <p:cNvPr id="18" name="Rectangle 31"/>
                <p:cNvSpPr>
                  <a:spLocks noChangeArrowheads="1"/>
                </p:cNvSpPr>
                <p:nvPr/>
              </p:nvSpPr>
              <p:spPr bwMode="auto">
                <a:xfrm>
                  <a:off x="5180" y="1112"/>
                  <a:ext cx="164" cy="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2000" tIns="0" rIns="72000" bIns="0" anchor="ctr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cxnSp>
              <p:nvCxnSpPr>
                <p:cNvPr id="19" name="AutoShape 32"/>
                <p:cNvCxnSpPr>
                  <a:cxnSpLocks noChangeShapeType="1"/>
                </p:cNvCxnSpPr>
                <p:nvPr/>
              </p:nvCxnSpPr>
              <p:spPr bwMode="auto">
                <a:xfrm rot="-5400000" flipH="1" flipV="1">
                  <a:off x="2773" y="-973"/>
                  <a:ext cx="1" cy="4066"/>
                </a:xfrm>
                <a:prstGeom prst="bentConnector3">
                  <a:avLst>
                    <a:gd name="adj1" fmla="val -14400005"/>
                  </a:avLst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20" name="Group 33"/>
                <p:cNvGrpSpPr>
                  <a:grpSpLocks/>
                </p:cNvGrpSpPr>
                <p:nvPr/>
              </p:nvGrpSpPr>
              <p:grpSpPr bwMode="auto">
                <a:xfrm>
                  <a:off x="108" y="1059"/>
                  <a:ext cx="1338" cy="187"/>
                  <a:chOff x="108" y="1059"/>
                  <a:chExt cx="1338" cy="187"/>
                </a:xfrm>
              </p:grpSpPr>
              <p:sp>
                <p:nvSpPr>
                  <p:cNvPr id="90" name="AutoShape 34"/>
                  <p:cNvSpPr>
                    <a:spLocks noChangeArrowheads="1"/>
                  </p:cNvSpPr>
                  <p:nvPr/>
                </p:nvSpPr>
                <p:spPr bwMode="auto">
                  <a:xfrm>
                    <a:off x="108" y="1059"/>
                    <a:ext cx="1338" cy="187"/>
                  </a:xfrm>
                  <a:prstGeom prst="homePlate">
                    <a:avLst>
                      <a:gd name="adj" fmla="val 38194"/>
                    </a:avLst>
                  </a:prstGeom>
                  <a:solidFill>
                    <a:srgbClr val="99CCFF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72000" tIns="0" rIns="72000" bIns="0" anchor="ctr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91" name="Text Box 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30" y="1082"/>
                    <a:ext cx="2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Pré</a:t>
                    </a:r>
                  </a:p>
                </p:txBody>
              </p:sp>
            </p:grpSp>
            <p:sp>
              <p:nvSpPr>
                <p:cNvPr id="21" name="AutoShape 36"/>
                <p:cNvSpPr>
                  <a:spLocks noChangeArrowheads="1"/>
                </p:cNvSpPr>
                <p:nvPr/>
              </p:nvSpPr>
              <p:spPr bwMode="auto">
                <a:xfrm>
                  <a:off x="117" y="1292"/>
                  <a:ext cx="926" cy="496"/>
                </a:xfrm>
                <a:prstGeom prst="chevron">
                  <a:avLst>
                    <a:gd name="adj" fmla="val 16108"/>
                  </a:avLst>
                </a:prstGeom>
                <a:solidFill>
                  <a:srgbClr val="99CCFF"/>
                </a:solidFill>
                <a:ln w="1117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ctr" eaLnBrk="1" hangingPunct="1"/>
                  <a:r>
                    <a:rPr lang="pt-BR" altLang="pt-BR" sz="1200" b="1" dirty="0">
                      <a:solidFill>
                        <a:srgbClr val="C00000"/>
                      </a:solidFill>
                    </a:rPr>
                    <a:t>Planejamento</a:t>
                  </a:r>
                </a:p>
                <a:p>
                  <a:pPr algn="ctr" eaLnBrk="1" hangingPunct="1"/>
                  <a:r>
                    <a:rPr lang="pt-BR" altLang="pt-BR" sz="1200" b="1" dirty="0">
                      <a:solidFill>
                        <a:srgbClr val="C00000"/>
                      </a:solidFill>
                    </a:rPr>
                    <a:t>Estratégico dos Produtos</a:t>
                  </a:r>
                </a:p>
              </p:txBody>
            </p:sp>
            <p:grpSp>
              <p:nvGrpSpPr>
                <p:cNvPr id="22" name="Group 37"/>
                <p:cNvGrpSpPr>
                  <a:grpSpLocks/>
                </p:cNvGrpSpPr>
                <p:nvPr/>
              </p:nvGrpSpPr>
              <p:grpSpPr bwMode="auto">
                <a:xfrm>
                  <a:off x="3883" y="1280"/>
                  <a:ext cx="1809" cy="588"/>
                  <a:chOff x="3883" y="1280"/>
                  <a:chExt cx="1809" cy="588"/>
                </a:xfrm>
              </p:grpSpPr>
              <p:sp>
                <p:nvSpPr>
                  <p:cNvPr id="84" name="AutoShape 38"/>
                  <p:cNvSpPr>
                    <a:spLocks noChangeArrowheads="1"/>
                  </p:cNvSpPr>
                  <p:nvPr/>
                </p:nvSpPr>
                <p:spPr bwMode="auto">
                  <a:xfrm>
                    <a:off x="3883" y="1280"/>
                    <a:ext cx="792" cy="523"/>
                  </a:xfrm>
                  <a:prstGeom prst="chevron">
                    <a:avLst>
                      <a:gd name="adj" fmla="val 18221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85" name="AutoShape 39"/>
                  <p:cNvSpPr>
                    <a:spLocks noChangeArrowheads="1"/>
                  </p:cNvSpPr>
                  <p:nvPr/>
                </p:nvSpPr>
                <p:spPr bwMode="auto">
                  <a:xfrm>
                    <a:off x="4675" y="1280"/>
                    <a:ext cx="800" cy="523"/>
                  </a:xfrm>
                  <a:prstGeom prst="chevron">
                    <a:avLst>
                      <a:gd name="adj" fmla="val 1840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86" name="AutoShape 40"/>
                  <p:cNvSpPr>
                    <a:spLocks noChangeArrowheads="1"/>
                  </p:cNvSpPr>
                  <p:nvPr/>
                </p:nvSpPr>
                <p:spPr bwMode="auto">
                  <a:xfrm>
                    <a:off x="3937" y="1320"/>
                    <a:ext cx="799" cy="523"/>
                  </a:xfrm>
                  <a:prstGeom prst="chevron">
                    <a:avLst>
                      <a:gd name="adj" fmla="val 18382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87" name="AutoShape 41"/>
                  <p:cNvSpPr>
                    <a:spLocks noChangeArrowheads="1"/>
                  </p:cNvSpPr>
                  <p:nvPr/>
                </p:nvSpPr>
                <p:spPr bwMode="auto">
                  <a:xfrm>
                    <a:off x="4747" y="1320"/>
                    <a:ext cx="800" cy="523"/>
                  </a:xfrm>
                  <a:prstGeom prst="chevron">
                    <a:avLst>
                      <a:gd name="adj" fmla="val 1840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88" name="AutoShape 42"/>
                  <p:cNvSpPr>
                    <a:spLocks noChangeArrowheads="1"/>
                  </p:cNvSpPr>
                  <p:nvPr/>
                </p:nvSpPr>
                <p:spPr bwMode="auto">
                  <a:xfrm>
                    <a:off x="4847" y="1345"/>
                    <a:ext cx="845" cy="523"/>
                  </a:xfrm>
                  <a:prstGeom prst="chevron">
                    <a:avLst>
                      <a:gd name="adj" fmla="val 1494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144000" tIns="0" rIns="72000" bIns="0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400"/>
                      <a:t>Descontinuar</a:t>
                    </a:r>
                  </a:p>
                  <a:p>
                    <a:pPr eaLnBrk="1" hangingPunct="1"/>
                    <a:r>
                      <a:rPr lang="pt-BR" altLang="pt-BR" sz="1400"/>
                      <a:t>Produto</a:t>
                    </a:r>
                  </a:p>
                </p:txBody>
              </p:sp>
              <p:sp>
                <p:nvSpPr>
                  <p:cNvPr id="89" name="AutoShape 43"/>
                  <p:cNvSpPr>
                    <a:spLocks noChangeArrowheads="1"/>
                  </p:cNvSpPr>
                  <p:nvPr/>
                </p:nvSpPr>
                <p:spPr bwMode="auto">
                  <a:xfrm>
                    <a:off x="3999" y="1345"/>
                    <a:ext cx="882" cy="523"/>
                  </a:xfrm>
                  <a:prstGeom prst="chevron">
                    <a:avLst>
                      <a:gd name="adj" fmla="val 14530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400"/>
                      <a:t>Acompanhar</a:t>
                    </a:r>
                  </a:p>
                  <a:p>
                    <a:pPr eaLnBrk="1" hangingPunct="1"/>
                    <a:r>
                      <a:rPr lang="pt-BR" altLang="pt-BR" sz="1400"/>
                      <a:t>Produto/</a:t>
                    </a:r>
                  </a:p>
                  <a:p>
                    <a:pPr eaLnBrk="1" hangingPunct="1"/>
                    <a:r>
                      <a:rPr lang="pt-BR" altLang="pt-BR" sz="1400"/>
                      <a:t>Processo</a:t>
                    </a:r>
                    <a:endParaRPr lang="pt-BR" altLang="pt-BR" sz="1600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23" name="Group 44"/>
                <p:cNvGrpSpPr>
                  <a:grpSpLocks/>
                </p:cNvGrpSpPr>
                <p:nvPr/>
              </p:nvGrpSpPr>
              <p:grpSpPr bwMode="auto">
                <a:xfrm>
                  <a:off x="1520" y="1272"/>
                  <a:ext cx="2268" cy="257"/>
                  <a:chOff x="1520" y="1272"/>
                  <a:chExt cx="2268" cy="257"/>
                </a:xfrm>
              </p:grpSpPr>
              <p:sp>
                <p:nvSpPr>
                  <p:cNvPr id="79" name="AutoShape 45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520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80" name="AutoShape 46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974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81" name="AutoShape 47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429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82" name="AutoShape 48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883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83" name="AutoShape 49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338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</p:grpSp>
            <p:grpSp>
              <p:nvGrpSpPr>
                <p:cNvPr id="24" name="Group 50"/>
                <p:cNvGrpSpPr>
                  <a:grpSpLocks/>
                </p:cNvGrpSpPr>
                <p:nvPr/>
              </p:nvGrpSpPr>
              <p:grpSpPr bwMode="auto">
                <a:xfrm>
                  <a:off x="1616" y="1368"/>
                  <a:ext cx="2268" cy="257"/>
                  <a:chOff x="1616" y="1368"/>
                  <a:chExt cx="2268" cy="257"/>
                </a:xfrm>
              </p:grpSpPr>
              <p:sp>
                <p:nvSpPr>
                  <p:cNvPr id="74" name="AutoShape 51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616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5" name="AutoShape 52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070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6" name="AutoShape 53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525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7" name="AutoShape 54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979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8" name="AutoShape 55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434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</p:grpSp>
            <p:grpSp>
              <p:nvGrpSpPr>
                <p:cNvPr id="25" name="Group 56"/>
                <p:cNvGrpSpPr>
                  <a:grpSpLocks/>
                </p:cNvGrpSpPr>
                <p:nvPr/>
              </p:nvGrpSpPr>
              <p:grpSpPr bwMode="auto">
                <a:xfrm>
                  <a:off x="1712" y="1464"/>
                  <a:ext cx="2268" cy="257"/>
                  <a:chOff x="1712" y="1464"/>
                  <a:chExt cx="2268" cy="257"/>
                </a:xfrm>
              </p:grpSpPr>
              <p:sp>
                <p:nvSpPr>
                  <p:cNvPr id="69" name="AutoShape 57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712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0" name="AutoShape 58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66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1" name="AutoShape 59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621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2" name="AutoShape 60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075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3" name="AutoShape 61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530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</p:grpSp>
            <p:grpSp>
              <p:nvGrpSpPr>
                <p:cNvPr id="26" name="Group 62"/>
                <p:cNvGrpSpPr>
                  <a:grpSpLocks/>
                </p:cNvGrpSpPr>
                <p:nvPr/>
              </p:nvGrpSpPr>
              <p:grpSpPr bwMode="auto">
                <a:xfrm>
                  <a:off x="986" y="1298"/>
                  <a:ext cx="599" cy="423"/>
                  <a:chOff x="986" y="1298"/>
                  <a:chExt cx="599" cy="423"/>
                </a:xfrm>
              </p:grpSpPr>
              <p:sp>
                <p:nvSpPr>
                  <p:cNvPr id="66" name="AutoShape 63"/>
                  <p:cNvSpPr>
                    <a:spLocks noChangeArrowheads="1"/>
                  </p:cNvSpPr>
                  <p:nvPr/>
                </p:nvSpPr>
                <p:spPr bwMode="auto">
                  <a:xfrm>
                    <a:off x="986" y="1298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67" name="AutoShape 64"/>
                  <p:cNvSpPr>
                    <a:spLocks noChangeArrowheads="1"/>
                  </p:cNvSpPr>
                  <p:nvPr/>
                </p:nvSpPr>
                <p:spPr bwMode="auto">
                  <a:xfrm>
                    <a:off x="1082" y="1394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68" name="AutoShape 65"/>
                  <p:cNvSpPr>
                    <a:spLocks noChangeArrowheads="1"/>
                  </p:cNvSpPr>
                  <p:nvPr/>
                </p:nvSpPr>
                <p:spPr bwMode="auto">
                  <a:xfrm>
                    <a:off x="1178" y="1490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</p:grpSp>
            <p:grpSp>
              <p:nvGrpSpPr>
                <p:cNvPr id="27" name="Group 66"/>
                <p:cNvGrpSpPr>
                  <a:grpSpLocks/>
                </p:cNvGrpSpPr>
                <p:nvPr/>
              </p:nvGrpSpPr>
              <p:grpSpPr bwMode="auto">
                <a:xfrm>
                  <a:off x="176" y="1685"/>
                  <a:ext cx="3926" cy="489"/>
                  <a:chOff x="176" y="1685"/>
                  <a:chExt cx="3926" cy="489"/>
                </a:xfrm>
              </p:grpSpPr>
              <p:sp>
                <p:nvSpPr>
                  <p:cNvPr id="28" name="Text Box 6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6" y="1968"/>
                    <a:ext cx="618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600" u="sng">
                        <a:solidFill>
                          <a:srgbClr val="000000"/>
                        </a:solidFill>
                      </a:rPr>
                      <a:t>Gates &gt;&gt;</a:t>
                    </a:r>
                  </a:p>
                </p:txBody>
              </p:sp>
              <p:grpSp>
                <p:nvGrpSpPr>
                  <p:cNvPr id="29" name="Group 68"/>
                  <p:cNvGrpSpPr>
                    <a:grpSpLocks/>
                  </p:cNvGrpSpPr>
                  <p:nvPr/>
                </p:nvGrpSpPr>
                <p:grpSpPr bwMode="auto">
                  <a:xfrm>
                    <a:off x="2091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64" name="AutoShape 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  <p:sp>
                  <p:nvSpPr>
                    <p:cNvPr id="65" name="Line 7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30" name="AutoShape 71"/>
                  <p:cNvSpPr>
                    <a:spLocks noChangeArrowheads="1"/>
                  </p:cNvSpPr>
                  <p:nvPr/>
                </p:nvSpPr>
                <p:spPr bwMode="auto">
                  <a:xfrm>
                    <a:off x="761" y="1859"/>
                    <a:ext cx="3341" cy="315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72000" tIns="0" rIns="72000" bIns="0" anchor="ctr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grpSp>
                <p:nvGrpSpPr>
                  <p:cNvPr id="31" name="Group 72"/>
                  <p:cNvGrpSpPr>
                    <a:grpSpLocks/>
                  </p:cNvGrpSpPr>
                  <p:nvPr/>
                </p:nvGrpSpPr>
                <p:grpSpPr bwMode="auto">
                  <a:xfrm>
                    <a:off x="3918" y="1795"/>
                    <a:ext cx="117" cy="299"/>
                    <a:chOff x="2088" y="1486"/>
                    <a:chExt cx="117" cy="299"/>
                  </a:xfrm>
                </p:grpSpPr>
                <p:sp>
                  <p:nvSpPr>
                    <p:cNvPr id="62" name="AutoShape 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88" y="1614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  <p:sp>
                  <p:nvSpPr>
                    <p:cNvPr id="63" name="Line 7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46" y="1486"/>
                      <a:ext cx="0" cy="13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32" name="Group 75"/>
                  <p:cNvGrpSpPr>
                    <a:grpSpLocks/>
                  </p:cNvGrpSpPr>
                  <p:nvPr/>
                </p:nvGrpSpPr>
                <p:grpSpPr bwMode="auto">
                  <a:xfrm>
                    <a:off x="2991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60" name="AutoShape 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  <p:sp>
                  <p:nvSpPr>
                    <p:cNvPr id="61" name="Line 7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33" name="Group 78"/>
                  <p:cNvGrpSpPr>
                    <a:grpSpLocks/>
                  </p:cNvGrpSpPr>
                  <p:nvPr/>
                </p:nvGrpSpPr>
                <p:grpSpPr bwMode="auto">
                  <a:xfrm>
                    <a:off x="3442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58" name="AutoShape 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  <p:sp>
                  <p:nvSpPr>
                    <p:cNvPr id="59" name="Line 8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34" name="Group 81"/>
                  <p:cNvGrpSpPr>
                    <a:grpSpLocks/>
                  </p:cNvGrpSpPr>
                  <p:nvPr/>
                </p:nvGrpSpPr>
                <p:grpSpPr bwMode="auto">
                  <a:xfrm>
                    <a:off x="1526" y="1705"/>
                    <a:ext cx="117" cy="369"/>
                    <a:chOff x="1526" y="1705"/>
                    <a:chExt cx="117" cy="369"/>
                  </a:xfrm>
                </p:grpSpPr>
                <p:sp>
                  <p:nvSpPr>
                    <p:cNvPr id="56" name="Line 82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584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7" name="AutoShape 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26" y="190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35" name="Group 84"/>
                  <p:cNvGrpSpPr>
                    <a:grpSpLocks/>
                  </p:cNvGrpSpPr>
                  <p:nvPr/>
                </p:nvGrpSpPr>
                <p:grpSpPr bwMode="auto">
                  <a:xfrm>
                    <a:off x="2542" y="1705"/>
                    <a:ext cx="117" cy="369"/>
                    <a:chOff x="2542" y="1705"/>
                    <a:chExt cx="117" cy="369"/>
                  </a:xfrm>
                </p:grpSpPr>
                <p:sp>
                  <p:nvSpPr>
                    <p:cNvPr id="54" name="Line 8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60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5" name="AutoShape 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42" y="190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36" name="Group 87"/>
                  <p:cNvGrpSpPr>
                    <a:grpSpLocks/>
                  </p:cNvGrpSpPr>
                  <p:nvPr/>
                </p:nvGrpSpPr>
                <p:grpSpPr bwMode="auto">
                  <a:xfrm>
                    <a:off x="2266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52" name="Line 8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3" name="AutoShape 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37" name="Group 90"/>
                  <p:cNvGrpSpPr>
                    <a:grpSpLocks/>
                  </p:cNvGrpSpPr>
                  <p:nvPr/>
                </p:nvGrpSpPr>
                <p:grpSpPr bwMode="auto">
                  <a:xfrm>
                    <a:off x="2384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50" name="Line 9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1" name="AutoShape 9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38" name="Group 93"/>
                  <p:cNvGrpSpPr>
                    <a:grpSpLocks/>
                  </p:cNvGrpSpPr>
                  <p:nvPr/>
                </p:nvGrpSpPr>
                <p:grpSpPr bwMode="auto">
                  <a:xfrm>
                    <a:off x="2699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48" name="Line 9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49" name="AutoShape 9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39" name="Group 96"/>
                  <p:cNvGrpSpPr>
                    <a:grpSpLocks/>
                  </p:cNvGrpSpPr>
                  <p:nvPr/>
                </p:nvGrpSpPr>
                <p:grpSpPr bwMode="auto">
                  <a:xfrm>
                    <a:off x="2834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46" name="Line 9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47" name="AutoShape 9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40" name="Group 99"/>
                  <p:cNvGrpSpPr>
                    <a:grpSpLocks/>
                  </p:cNvGrpSpPr>
                  <p:nvPr/>
                </p:nvGrpSpPr>
                <p:grpSpPr bwMode="auto">
                  <a:xfrm>
                    <a:off x="1922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44" name="Line 10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45" name="AutoShape 1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41" name="Group 102"/>
                  <p:cNvGrpSpPr>
                    <a:grpSpLocks/>
                  </p:cNvGrpSpPr>
                  <p:nvPr/>
                </p:nvGrpSpPr>
                <p:grpSpPr bwMode="auto">
                  <a:xfrm>
                    <a:off x="3253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42" name="Line 10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43" name="AutoShape 10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</p:grpSp>
          </p:grpSp>
          <p:sp>
            <p:nvSpPr>
              <p:cNvPr id="12" name="Rectangle 105"/>
              <p:cNvSpPr>
                <a:spLocks noChangeArrowheads="1"/>
              </p:cNvSpPr>
              <p:nvPr/>
            </p:nvSpPr>
            <p:spPr bwMode="auto">
              <a:xfrm>
                <a:off x="945" y="573"/>
                <a:ext cx="3912" cy="202"/>
              </a:xfrm>
              <a:prstGeom prst="rect">
                <a:avLst/>
              </a:prstGeom>
              <a:solidFill>
                <a:srgbClr val="CCFFCC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277800" contourW="12700" prstMaterial="legacyMatte">
                <a:bevelT w="13500" h="13500" prst="angle"/>
                <a:bevelB w="13500" h="13500" prst="angle"/>
                <a:extrusionClr>
                  <a:srgbClr val="CCFFCC"/>
                </a:extrusionClr>
                <a:contourClr>
                  <a:srgbClr val="CCFFCC"/>
                </a:contourClr>
              </a:sp3d>
            </p:spPr>
            <p:txBody>
              <a:bodyPr lIns="72000" tIns="0" rIns="72000" bIns="0">
                <a:flatTx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pt-BR" altLang="pt-BR" sz="2000" b="1" i="1">
                    <a:solidFill>
                      <a:srgbClr val="000000"/>
                    </a:solidFill>
                  </a:rPr>
                  <a:t>Processo de Desenvolvimento de Produto</a:t>
                </a:r>
              </a:p>
              <a:p>
                <a:pPr eaLnBrk="1" hangingPunct="1"/>
                <a:endParaRPr lang="pt-BR" altLang="pt-BR" sz="160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03" name="Rectangle 4"/>
          <p:cNvSpPr txBox="1">
            <a:spLocks noChangeArrowheads="1"/>
          </p:cNvSpPr>
          <p:nvPr/>
        </p:nvSpPr>
        <p:spPr>
          <a:xfrm>
            <a:off x="4793191" y="289710"/>
            <a:ext cx="7086706" cy="1293028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altLang="pt-BR" sz="3200" b="1" dirty="0"/>
              <a:t>PLANEJAMENTO ESTRAT</a:t>
            </a:r>
            <a:r>
              <a:rPr lang="en-US" altLang="pt-BR" sz="3200" b="1" dirty="0"/>
              <a:t>ÉGICO DO PRODUTO</a:t>
            </a:r>
            <a:endParaRPr lang="pt-BR" altLang="pt-BR" sz="3200" b="1" dirty="0"/>
          </a:p>
        </p:txBody>
      </p:sp>
      <p:grpSp>
        <p:nvGrpSpPr>
          <p:cNvPr id="104" name="Group 104"/>
          <p:cNvGrpSpPr>
            <a:grpSpLocks/>
          </p:cNvGrpSpPr>
          <p:nvPr/>
        </p:nvGrpSpPr>
        <p:grpSpPr bwMode="auto">
          <a:xfrm rot="-5976873">
            <a:off x="2081213" y="1349376"/>
            <a:ext cx="1674813" cy="2862263"/>
            <a:chOff x="2181" y="1183"/>
            <a:chExt cx="1419" cy="1966"/>
          </a:xfrm>
        </p:grpSpPr>
        <p:grpSp>
          <p:nvGrpSpPr>
            <p:cNvPr id="105" name="Group 105"/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142" name="Group 106"/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148" name="Group 107"/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154" name="Freeform 108"/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55" name="Freeform 109"/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149" name="Group 110"/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150" name="Freeform 111"/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51" name="Freeform 112"/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52" name="Freeform 113"/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53" name="Freeform 114"/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143" name="Oval 115"/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grpSp>
            <p:nvGrpSpPr>
              <p:cNvPr id="144" name="Group 116"/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145" name="Oval 117"/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146" name="Oval 118"/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147" name="Oval 119"/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</p:grpSp>
        </p:grpSp>
        <p:grpSp>
          <p:nvGrpSpPr>
            <p:cNvPr id="106" name="Group 120"/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107" name="Freeform 121"/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8" name="Arc 122"/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4 w 42152"/>
                  <a:gd name="T1" fmla="*/ 105 h 27693"/>
                  <a:gd name="T2" fmla="*/ 170 w 42152"/>
                  <a:gd name="T3" fmla="*/ 57 h 27693"/>
                  <a:gd name="T4" fmla="*/ 87 w 42152"/>
                  <a:gd name="T5" fmla="*/ 82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9" name="Arc 123"/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1 w 42065"/>
                  <a:gd name="T1" fmla="*/ 100 h 24039"/>
                  <a:gd name="T2" fmla="*/ 172 w 42065"/>
                  <a:gd name="T3" fmla="*/ 61 h 24039"/>
                  <a:gd name="T4" fmla="*/ 88 w 42065"/>
                  <a:gd name="T5" fmla="*/ 9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0" name="Freeform 124"/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1" name="Arc 125"/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3 w 21600"/>
                  <a:gd name="T1" fmla="*/ 99 h 26092"/>
                  <a:gd name="T2" fmla="*/ 57 w 21600"/>
                  <a:gd name="T3" fmla="*/ 0 h 26092"/>
                  <a:gd name="T4" fmla="*/ 87 w 21600"/>
                  <a:gd name="T5" fmla="*/ 77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" name="Arc 126"/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3 w 42293"/>
                  <a:gd name="T1" fmla="*/ 103 h 27167"/>
                  <a:gd name="T2" fmla="*/ 171 w 42293"/>
                  <a:gd name="T3" fmla="*/ 58 h 27167"/>
                  <a:gd name="T4" fmla="*/ 87 w 42293"/>
                  <a:gd name="T5" fmla="*/ 82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13" name="Group 127"/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137" name="Group 128"/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139" name="Arc 129"/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2 w 42520"/>
                      <a:gd name="T1" fmla="*/ 100 h 26361"/>
                      <a:gd name="T2" fmla="*/ 172 w 42520"/>
                      <a:gd name="T3" fmla="*/ 62 h 26361"/>
                      <a:gd name="T4" fmla="*/ 87 w 42520"/>
                      <a:gd name="T5" fmla="*/ 82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40" name="Arc 130"/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2 w 21600"/>
                      <a:gd name="T1" fmla="*/ 90 h 23652"/>
                      <a:gd name="T2" fmla="*/ 45 w 21600"/>
                      <a:gd name="T3" fmla="*/ 0 h 23652"/>
                      <a:gd name="T4" fmla="*/ 88 w 21600"/>
                      <a:gd name="T5" fmla="*/ 72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41" name="Arc 131"/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2 w 42453"/>
                      <a:gd name="T1" fmla="*/ 101 h 26668"/>
                      <a:gd name="T2" fmla="*/ 172 w 42453"/>
                      <a:gd name="T3" fmla="*/ 60 h 26668"/>
                      <a:gd name="T4" fmla="*/ 88 w 42453"/>
                      <a:gd name="T5" fmla="*/ 82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38" name="Arc 132"/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2 w 42453"/>
                    <a:gd name="T1" fmla="*/ 101 h 26668"/>
                    <a:gd name="T2" fmla="*/ 172 w 42453"/>
                    <a:gd name="T3" fmla="*/ 60 h 26668"/>
                    <a:gd name="T4" fmla="*/ 88 w 42453"/>
                    <a:gd name="T5" fmla="*/ 82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14" name="Group 133"/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132" name="Group 134"/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134" name="Arc 135"/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2 w 42583"/>
                      <a:gd name="T1" fmla="*/ 99 h 26108"/>
                      <a:gd name="T2" fmla="*/ 173 w 42583"/>
                      <a:gd name="T3" fmla="*/ 62 h 26108"/>
                      <a:gd name="T4" fmla="*/ 88 w 42583"/>
                      <a:gd name="T5" fmla="*/ 82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35" name="Arc 136"/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2 w 21600"/>
                      <a:gd name="T1" fmla="*/ 89 h 23399"/>
                      <a:gd name="T2" fmla="*/ 45 w 21600"/>
                      <a:gd name="T3" fmla="*/ 0 h 23399"/>
                      <a:gd name="T4" fmla="*/ 88 w 21600"/>
                      <a:gd name="T5" fmla="*/ 72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36" name="Arc 137"/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2 w 42520"/>
                      <a:gd name="T1" fmla="*/ 100 h 26361"/>
                      <a:gd name="T2" fmla="*/ 172 w 42520"/>
                      <a:gd name="T3" fmla="*/ 62 h 26361"/>
                      <a:gd name="T4" fmla="*/ 87 w 42520"/>
                      <a:gd name="T5" fmla="*/ 82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33" name="Arc 138"/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2 w 42520"/>
                    <a:gd name="T1" fmla="*/ 100 h 26361"/>
                    <a:gd name="T2" fmla="*/ 172 w 42520"/>
                    <a:gd name="T3" fmla="*/ 62 h 26361"/>
                    <a:gd name="T4" fmla="*/ 87 w 42520"/>
                    <a:gd name="T5" fmla="*/ 82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15" name="Group 139"/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130" name="Arc 140"/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2 w 42657"/>
                    <a:gd name="T1" fmla="*/ 98 h 25854"/>
                    <a:gd name="T2" fmla="*/ 173 w 42657"/>
                    <a:gd name="T3" fmla="*/ 64 h 25854"/>
                    <a:gd name="T4" fmla="*/ 88 w 42657"/>
                    <a:gd name="T5" fmla="*/ 82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1" name="Arc 141"/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2 w 21600"/>
                    <a:gd name="T1" fmla="*/ 88 h 23145"/>
                    <a:gd name="T2" fmla="*/ 45 w 21600"/>
                    <a:gd name="T3" fmla="*/ 0 h 23145"/>
                    <a:gd name="T4" fmla="*/ 88 w 21600"/>
                    <a:gd name="T5" fmla="*/ 72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16" name="Group 142"/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128" name="Arc 143"/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2 w 42583"/>
                    <a:gd name="T1" fmla="*/ 99 h 26108"/>
                    <a:gd name="T2" fmla="*/ 173 w 42583"/>
                    <a:gd name="T3" fmla="*/ 62 h 26108"/>
                    <a:gd name="T4" fmla="*/ 88 w 42583"/>
                    <a:gd name="T5" fmla="*/ 82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9" name="Arc 144"/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2 w 42583"/>
                    <a:gd name="T1" fmla="*/ 99 h 26108"/>
                    <a:gd name="T2" fmla="*/ 173 w 42583"/>
                    <a:gd name="T3" fmla="*/ 62 h 26108"/>
                    <a:gd name="T4" fmla="*/ 88 w 42583"/>
                    <a:gd name="T5" fmla="*/ 82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17" name="Group 145"/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126" name="Line 146"/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7" name="Line 147"/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18" name="Group 148"/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121" name="Group 149"/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124" name="Arc 150"/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2 w 42713"/>
                      <a:gd name="T1" fmla="*/ 97 h 25597"/>
                      <a:gd name="T2" fmla="*/ 173 w 42713"/>
                      <a:gd name="T3" fmla="*/ 65 h 25597"/>
                      <a:gd name="T4" fmla="*/ 87 w 42713"/>
                      <a:gd name="T5" fmla="*/ 82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25" name="Arc 151"/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2 w 21600"/>
                      <a:gd name="T1" fmla="*/ 87 h 22888"/>
                      <a:gd name="T2" fmla="*/ 45 w 21600"/>
                      <a:gd name="T3" fmla="*/ 0 h 22888"/>
                      <a:gd name="T4" fmla="*/ 88 w 21600"/>
                      <a:gd name="T5" fmla="*/ 72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22" name="Arc 152"/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2 w 42657"/>
                    <a:gd name="T1" fmla="*/ 98 h 25854"/>
                    <a:gd name="T2" fmla="*/ 173 w 42657"/>
                    <a:gd name="T3" fmla="*/ 64 h 25854"/>
                    <a:gd name="T4" fmla="*/ 88 w 42657"/>
                    <a:gd name="T5" fmla="*/ 82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" name="Arc 153"/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2 w 42453"/>
                    <a:gd name="T1" fmla="*/ 101 h 26668"/>
                    <a:gd name="T2" fmla="*/ 172 w 42453"/>
                    <a:gd name="T3" fmla="*/ 60 h 26668"/>
                    <a:gd name="T4" fmla="*/ 88 w 42453"/>
                    <a:gd name="T5" fmla="*/ 82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119" name="Freeform 154"/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0" name="Oval 155"/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91729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3688080" y="138342"/>
            <a:ext cx="8503920" cy="963383"/>
          </a:xfrm>
        </p:spPr>
        <p:txBody>
          <a:bodyPr/>
          <a:lstStyle/>
          <a:p>
            <a:r>
              <a:rPr lang="pt-BR" altLang="pt-BR" dirty="0"/>
              <a:t>Objetivos do capítulo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1514" y="1101725"/>
            <a:ext cx="11080219" cy="575627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altLang="pt-BR" sz="2400" dirty="0">
                <a:solidFill>
                  <a:srgbClr val="002060"/>
                </a:solidFill>
              </a:rPr>
              <a:t>Entender a relação entre o </a:t>
            </a:r>
            <a:r>
              <a:rPr lang="pt-BR" altLang="pt-BR" sz="2400" b="1" u="sng" dirty="0">
                <a:solidFill>
                  <a:srgbClr val="002060"/>
                </a:solidFill>
              </a:rPr>
              <a:t>Processo de Planejamento Estratégico da empresa</a:t>
            </a:r>
            <a:r>
              <a:rPr lang="pt-BR" altLang="pt-BR" sz="2400" b="1" dirty="0">
                <a:solidFill>
                  <a:srgbClr val="002060"/>
                </a:solidFill>
              </a:rPr>
              <a:t> </a:t>
            </a:r>
            <a:r>
              <a:rPr lang="pt-BR" altLang="pt-BR" sz="2400" dirty="0">
                <a:solidFill>
                  <a:srgbClr val="002060"/>
                </a:solidFill>
              </a:rPr>
              <a:t>e o </a:t>
            </a:r>
            <a:r>
              <a:rPr lang="pt-BR" altLang="pt-BR" sz="2400" b="1" u="sng" dirty="0">
                <a:solidFill>
                  <a:srgbClr val="002060"/>
                </a:solidFill>
              </a:rPr>
              <a:t>Plano Estratégico de Produtos</a:t>
            </a:r>
            <a:r>
              <a:rPr lang="pt-BR" altLang="pt-BR" sz="2400" u="sng" dirty="0">
                <a:solidFill>
                  <a:srgbClr val="002060"/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r>
              <a:rPr lang="pt-BR" altLang="pt-BR" sz="2400" dirty="0">
                <a:solidFill>
                  <a:srgbClr val="FF0000"/>
                </a:solidFill>
              </a:rPr>
              <a:t>Compreender o significado e a importância do </a:t>
            </a:r>
            <a:r>
              <a:rPr lang="pt-BR" altLang="pt-BR" sz="2400" b="1" u="sng" dirty="0">
                <a:solidFill>
                  <a:srgbClr val="FF0000"/>
                </a:solidFill>
              </a:rPr>
              <a:t>Planejamento Estratégico de Produtos </a:t>
            </a:r>
            <a:r>
              <a:rPr lang="pt-BR" altLang="pt-BR" sz="2400" dirty="0">
                <a:solidFill>
                  <a:srgbClr val="FF0000"/>
                </a:solidFill>
              </a:rPr>
              <a:t>e o </a:t>
            </a:r>
            <a:r>
              <a:rPr lang="pt-BR" altLang="pt-BR" sz="2400" b="1" u="sng" dirty="0">
                <a:solidFill>
                  <a:srgbClr val="FF0000"/>
                </a:solidFill>
              </a:rPr>
              <a:t>Portfólio de Produtos</a:t>
            </a:r>
            <a:r>
              <a:rPr lang="pt-BR" altLang="pt-BR" sz="2400" b="1" dirty="0">
                <a:solidFill>
                  <a:srgbClr val="002060"/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r>
              <a:rPr lang="pt-BR" altLang="pt-BR" sz="2400" dirty="0">
                <a:solidFill>
                  <a:srgbClr val="002060"/>
                </a:solidFill>
              </a:rPr>
              <a:t>Identificar a diferença entre </a:t>
            </a:r>
            <a:r>
              <a:rPr lang="pt-BR" altLang="pt-BR" sz="2400" b="1" dirty="0">
                <a:solidFill>
                  <a:srgbClr val="002060"/>
                </a:solidFill>
              </a:rPr>
              <a:t>produto</a:t>
            </a:r>
            <a:r>
              <a:rPr lang="pt-BR" altLang="pt-BR" sz="2400" dirty="0">
                <a:solidFill>
                  <a:srgbClr val="002060"/>
                </a:solidFill>
              </a:rPr>
              <a:t> e </a:t>
            </a:r>
            <a:r>
              <a:rPr lang="pt-BR" altLang="pt-BR" sz="2400" b="1" dirty="0">
                <a:solidFill>
                  <a:srgbClr val="002060"/>
                </a:solidFill>
              </a:rPr>
              <a:t>tecnologia.</a:t>
            </a:r>
          </a:p>
          <a:p>
            <a:pPr>
              <a:lnSpc>
                <a:spcPct val="90000"/>
              </a:lnSpc>
            </a:pPr>
            <a:r>
              <a:rPr lang="pt-BR" altLang="pt-BR" sz="2400" dirty="0">
                <a:solidFill>
                  <a:srgbClr val="002060"/>
                </a:solidFill>
              </a:rPr>
              <a:t>Conhecer as diferentes </a:t>
            </a:r>
            <a:r>
              <a:rPr lang="pt-BR" altLang="pt-BR" sz="2400" b="1" dirty="0">
                <a:solidFill>
                  <a:srgbClr val="002060"/>
                </a:solidFill>
              </a:rPr>
              <a:t>fontes de dados </a:t>
            </a:r>
            <a:r>
              <a:rPr lang="pt-BR" altLang="pt-BR" sz="2400" dirty="0">
                <a:solidFill>
                  <a:srgbClr val="002060"/>
                </a:solidFill>
              </a:rPr>
              <a:t>sobre o mercado e tendências tecnológicas.</a:t>
            </a:r>
          </a:p>
          <a:p>
            <a:pPr>
              <a:lnSpc>
                <a:spcPct val="90000"/>
              </a:lnSpc>
            </a:pPr>
            <a:r>
              <a:rPr lang="pt-BR" altLang="pt-BR" sz="2400" dirty="0">
                <a:solidFill>
                  <a:srgbClr val="002060"/>
                </a:solidFill>
              </a:rPr>
              <a:t>Entender os principais </a:t>
            </a:r>
            <a:r>
              <a:rPr lang="pt-BR" altLang="pt-BR" sz="2400" b="1" dirty="0">
                <a:solidFill>
                  <a:srgbClr val="002060"/>
                </a:solidFill>
              </a:rPr>
              <a:t>cuidados na coleta de informações </a:t>
            </a:r>
            <a:r>
              <a:rPr lang="pt-BR" altLang="pt-BR" sz="2400" dirty="0">
                <a:solidFill>
                  <a:srgbClr val="002060"/>
                </a:solidFill>
              </a:rPr>
              <a:t>sobre mercado e tendências tecnológicas.</a:t>
            </a:r>
          </a:p>
          <a:p>
            <a:pPr>
              <a:lnSpc>
                <a:spcPct val="90000"/>
              </a:lnSpc>
            </a:pPr>
            <a:r>
              <a:rPr lang="pt-BR" altLang="pt-BR" sz="2400" dirty="0">
                <a:solidFill>
                  <a:srgbClr val="002060"/>
                </a:solidFill>
              </a:rPr>
              <a:t>Descrever quais os objetivos e as metas da gestão de portfóli</a:t>
            </a:r>
            <a:r>
              <a:rPr lang="pt-BR" altLang="pt-BR" sz="2400" dirty="0"/>
              <a:t>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4999" y="125415"/>
            <a:ext cx="10057151" cy="733980"/>
          </a:xfrm>
        </p:spPr>
        <p:txBody>
          <a:bodyPr>
            <a:normAutofit/>
          </a:bodyPr>
          <a:lstStyle/>
          <a:p>
            <a:r>
              <a:rPr lang="en-US" altLang="pt-BR" sz="2800" dirty="0" err="1"/>
              <a:t>Elementos</a:t>
            </a:r>
            <a:r>
              <a:rPr lang="en-US" altLang="pt-BR" sz="2800" dirty="0"/>
              <a:t> da </a:t>
            </a:r>
            <a:r>
              <a:rPr lang="en-US" altLang="pt-BR" sz="2800" dirty="0" err="1"/>
              <a:t>Estratégia</a:t>
            </a:r>
            <a:r>
              <a:rPr lang="en-US" altLang="pt-BR" sz="2800" dirty="0"/>
              <a:t> de </a:t>
            </a:r>
            <a:r>
              <a:rPr lang="en-US" altLang="pt-BR" sz="2800" dirty="0" err="1"/>
              <a:t>Produto</a:t>
            </a:r>
            <a:r>
              <a:rPr lang="en-US" altLang="pt-BR" sz="2800" dirty="0"/>
              <a:t> </a:t>
            </a:r>
          </a:p>
        </p:txBody>
      </p:sp>
      <p:grpSp>
        <p:nvGrpSpPr>
          <p:cNvPr id="62467" name="Group 3"/>
          <p:cNvGrpSpPr>
            <a:grpSpLocks/>
          </p:cNvGrpSpPr>
          <p:nvPr/>
        </p:nvGrpSpPr>
        <p:grpSpPr bwMode="auto">
          <a:xfrm>
            <a:off x="2133600" y="2360613"/>
            <a:ext cx="685800" cy="2667000"/>
            <a:chOff x="384" y="1487"/>
            <a:chExt cx="432" cy="1680"/>
          </a:xfrm>
        </p:grpSpPr>
        <p:sp>
          <p:nvSpPr>
            <p:cNvPr id="62738" name="Oval 4"/>
            <p:cNvSpPr>
              <a:spLocks noChangeArrowheads="1"/>
            </p:cNvSpPr>
            <p:nvPr/>
          </p:nvSpPr>
          <p:spPr bwMode="auto">
            <a:xfrm>
              <a:off x="528" y="1487"/>
              <a:ext cx="144" cy="144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39" name="Oval 5"/>
            <p:cNvSpPr>
              <a:spLocks noChangeArrowheads="1"/>
            </p:cNvSpPr>
            <p:nvPr/>
          </p:nvSpPr>
          <p:spPr bwMode="auto">
            <a:xfrm>
              <a:off x="528" y="1860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40" name="Oval 6"/>
            <p:cNvSpPr>
              <a:spLocks noChangeArrowheads="1"/>
            </p:cNvSpPr>
            <p:nvPr/>
          </p:nvSpPr>
          <p:spPr bwMode="auto">
            <a:xfrm>
              <a:off x="672" y="2255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41" name="Oval 7"/>
            <p:cNvSpPr>
              <a:spLocks noChangeArrowheads="1"/>
            </p:cNvSpPr>
            <p:nvPr/>
          </p:nvSpPr>
          <p:spPr bwMode="auto">
            <a:xfrm>
              <a:off x="672" y="2639"/>
              <a:ext cx="144" cy="1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42" name="Oval 8"/>
            <p:cNvSpPr>
              <a:spLocks noChangeArrowheads="1"/>
            </p:cNvSpPr>
            <p:nvPr/>
          </p:nvSpPr>
          <p:spPr bwMode="auto">
            <a:xfrm>
              <a:off x="384" y="2351"/>
              <a:ext cx="144" cy="144"/>
            </a:xfrm>
            <a:prstGeom prst="ellipse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43" name="Oval 9"/>
            <p:cNvSpPr>
              <a:spLocks noChangeArrowheads="1"/>
            </p:cNvSpPr>
            <p:nvPr/>
          </p:nvSpPr>
          <p:spPr bwMode="auto">
            <a:xfrm>
              <a:off x="528" y="3023"/>
              <a:ext cx="144" cy="144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grpSp>
        <p:nvGrpSpPr>
          <p:cNvPr id="62468" name="Group 10"/>
          <p:cNvGrpSpPr>
            <a:grpSpLocks/>
          </p:cNvGrpSpPr>
          <p:nvPr/>
        </p:nvGrpSpPr>
        <p:grpSpPr bwMode="auto">
          <a:xfrm>
            <a:off x="3048000" y="2970213"/>
            <a:ext cx="762000" cy="1828800"/>
            <a:chOff x="960" y="1871"/>
            <a:chExt cx="480" cy="1152"/>
          </a:xfrm>
        </p:grpSpPr>
        <p:sp>
          <p:nvSpPr>
            <p:cNvPr id="62731" name="Oval 11"/>
            <p:cNvSpPr>
              <a:spLocks noChangeArrowheads="1"/>
            </p:cNvSpPr>
            <p:nvPr/>
          </p:nvSpPr>
          <p:spPr bwMode="auto">
            <a:xfrm>
              <a:off x="960" y="1871"/>
              <a:ext cx="144" cy="144"/>
            </a:xfrm>
            <a:prstGeom prst="ellipse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32" name="Oval 12"/>
            <p:cNvSpPr>
              <a:spLocks noChangeArrowheads="1"/>
            </p:cNvSpPr>
            <p:nvPr/>
          </p:nvSpPr>
          <p:spPr bwMode="auto">
            <a:xfrm>
              <a:off x="1296" y="2015"/>
              <a:ext cx="144" cy="144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33" name="Oval 13"/>
            <p:cNvSpPr>
              <a:spLocks noChangeArrowheads="1"/>
            </p:cNvSpPr>
            <p:nvPr/>
          </p:nvSpPr>
          <p:spPr bwMode="auto">
            <a:xfrm>
              <a:off x="960" y="2159"/>
              <a:ext cx="144" cy="144"/>
            </a:xfrm>
            <a:prstGeom prst="ellipse">
              <a:avLst/>
            </a:prstGeom>
            <a:solidFill>
              <a:srgbClr val="E0FA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34" name="Oval 14"/>
            <p:cNvSpPr>
              <a:spLocks noChangeArrowheads="1"/>
            </p:cNvSpPr>
            <p:nvPr/>
          </p:nvSpPr>
          <p:spPr bwMode="auto">
            <a:xfrm>
              <a:off x="1296" y="2399"/>
              <a:ext cx="144" cy="14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35" name="Oval 15"/>
            <p:cNvSpPr>
              <a:spLocks noChangeArrowheads="1"/>
            </p:cNvSpPr>
            <p:nvPr/>
          </p:nvSpPr>
          <p:spPr bwMode="auto">
            <a:xfrm>
              <a:off x="960" y="2495"/>
              <a:ext cx="144" cy="144"/>
            </a:xfrm>
            <a:prstGeom prst="ellipse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36" name="Oval 16"/>
            <p:cNvSpPr>
              <a:spLocks noChangeArrowheads="1"/>
            </p:cNvSpPr>
            <p:nvPr/>
          </p:nvSpPr>
          <p:spPr bwMode="auto">
            <a:xfrm>
              <a:off x="960" y="2879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37" name="Oval 17"/>
            <p:cNvSpPr>
              <a:spLocks noChangeArrowheads="1"/>
            </p:cNvSpPr>
            <p:nvPr/>
          </p:nvSpPr>
          <p:spPr bwMode="auto">
            <a:xfrm>
              <a:off x="1296" y="2735"/>
              <a:ext cx="144" cy="144"/>
            </a:xfrm>
            <a:prstGeom prst="ellipse">
              <a:avLst/>
            </a:prstGeom>
            <a:solidFill>
              <a:srgbClr val="FFB1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grpSp>
        <p:nvGrpSpPr>
          <p:cNvPr id="62469" name="Group 18"/>
          <p:cNvGrpSpPr>
            <a:grpSpLocks/>
          </p:cNvGrpSpPr>
          <p:nvPr/>
        </p:nvGrpSpPr>
        <p:grpSpPr bwMode="auto">
          <a:xfrm>
            <a:off x="4098926" y="3351213"/>
            <a:ext cx="1082675" cy="990600"/>
            <a:chOff x="1622" y="2111"/>
            <a:chExt cx="682" cy="624"/>
          </a:xfrm>
        </p:grpSpPr>
        <p:sp>
          <p:nvSpPr>
            <p:cNvPr id="62726" name="Oval 19"/>
            <p:cNvSpPr>
              <a:spLocks noChangeArrowheads="1"/>
            </p:cNvSpPr>
            <p:nvPr/>
          </p:nvSpPr>
          <p:spPr bwMode="auto">
            <a:xfrm>
              <a:off x="1938" y="2111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27" name="Oval 20"/>
            <p:cNvSpPr>
              <a:spLocks noChangeArrowheads="1"/>
            </p:cNvSpPr>
            <p:nvPr/>
          </p:nvSpPr>
          <p:spPr bwMode="auto">
            <a:xfrm>
              <a:off x="1622" y="2255"/>
              <a:ext cx="144" cy="144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28" name="Oval 21"/>
            <p:cNvSpPr>
              <a:spLocks noChangeArrowheads="1"/>
            </p:cNvSpPr>
            <p:nvPr/>
          </p:nvSpPr>
          <p:spPr bwMode="auto">
            <a:xfrm>
              <a:off x="2160" y="2495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29" name="Oval 22"/>
            <p:cNvSpPr>
              <a:spLocks noChangeArrowheads="1"/>
            </p:cNvSpPr>
            <p:nvPr/>
          </p:nvSpPr>
          <p:spPr bwMode="auto">
            <a:xfrm>
              <a:off x="1666" y="2591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30" name="Oval 23"/>
            <p:cNvSpPr>
              <a:spLocks noChangeArrowheads="1"/>
            </p:cNvSpPr>
            <p:nvPr/>
          </p:nvSpPr>
          <p:spPr bwMode="auto">
            <a:xfrm>
              <a:off x="2160" y="2495"/>
              <a:ext cx="144" cy="144"/>
            </a:xfrm>
            <a:prstGeom prst="ellipse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grpSp>
        <p:nvGrpSpPr>
          <p:cNvPr id="62470" name="Group 24"/>
          <p:cNvGrpSpPr>
            <a:grpSpLocks/>
          </p:cNvGrpSpPr>
          <p:nvPr/>
        </p:nvGrpSpPr>
        <p:grpSpPr bwMode="auto">
          <a:xfrm>
            <a:off x="6629400" y="3579813"/>
            <a:ext cx="1371600" cy="506412"/>
            <a:chOff x="3216" y="2255"/>
            <a:chExt cx="864" cy="319"/>
          </a:xfrm>
        </p:grpSpPr>
        <p:sp>
          <p:nvSpPr>
            <p:cNvPr id="62722" name="Oval 25"/>
            <p:cNvSpPr>
              <a:spLocks noChangeArrowheads="1"/>
            </p:cNvSpPr>
            <p:nvPr/>
          </p:nvSpPr>
          <p:spPr bwMode="auto">
            <a:xfrm>
              <a:off x="3216" y="2255"/>
              <a:ext cx="144" cy="144"/>
            </a:xfrm>
            <a:prstGeom prst="ellipse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23" name="Oval 26"/>
            <p:cNvSpPr>
              <a:spLocks noChangeArrowheads="1"/>
            </p:cNvSpPr>
            <p:nvPr/>
          </p:nvSpPr>
          <p:spPr bwMode="auto">
            <a:xfrm>
              <a:off x="3936" y="2255"/>
              <a:ext cx="144" cy="144"/>
            </a:xfrm>
            <a:prstGeom prst="ellipse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24" name="Oval 27"/>
            <p:cNvSpPr>
              <a:spLocks noChangeArrowheads="1"/>
            </p:cNvSpPr>
            <p:nvPr/>
          </p:nvSpPr>
          <p:spPr bwMode="auto">
            <a:xfrm>
              <a:off x="3755" y="2430"/>
              <a:ext cx="144" cy="144"/>
            </a:xfrm>
            <a:prstGeom prst="ellipse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25" name="Oval 28"/>
            <p:cNvSpPr>
              <a:spLocks noChangeArrowheads="1"/>
            </p:cNvSpPr>
            <p:nvPr/>
          </p:nvSpPr>
          <p:spPr bwMode="auto">
            <a:xfrm>
              <a:off x="3504" y="2255"/>
              <a:ext cx="144" cy="144"/>
            </a:xfrm>
            <a:prstGeom prst="ellipse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grpSp>
        <p:nvGrpSpPr>
          <p:cNvPr id="62471" name="Group 29"/>
          <p:cNvGrpSpPr>
            <a:grpSpLocks/>
          </p:cNvGrpSpPr>
          <p:nvPr/>
        </p:nvGrpSpPr>
        <p:grpSpPr bwMode="auto">
          <a:xfrm>
            <a:off x="5410200" y="3427413"/>
            <a:ext cx="990600" cy="609600"/>
            <a:chOff x="2448" y="2159"/>
            <a:chExt cx="624" cy="384"/>
          </a:xfrm>
        </p:grpSpPr>
        <p:sp>
          <p:nvSpPr>
            <p:cNvPr id="62719" name="Oval 30"/>
            <p:cNvSpPr>
              <a:spLocks noChangeArrowheads="1"/>
            </p:cNvSpPr>
            <p:nvPr/>
          </p:nvSpPr>
          <p:spPr bwMode="auto">
            <a:xfrm>
              <a:off x="2688" y="2255"/>
              <a:ext cx="144" cy="144"/>
            </a:xfrm>
            <a:prstGeom prst="ellipse">
              <a:avLst/>
            </a:prstGeom>
            <a:solidFill>
              <a:srgbClr val="CC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20" name="Oval 31"/>
            <p:cNvSpPr>
              <a:spLocks noChangeArrowheads="1"/>
            </p:cNvSpPr>
            <p:nvPr/>
          </p:nvSpPr>
          <p:spPr bwMode="auto">
            <a:xfrm>
              <a:off x="2928" y="2399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21" name="Oval 32"/>
            <p:cNvSpPr>
              <a:spLocks noChangeArrowheads="1"/>
            </p:cNvSpPr>
            <p:nvPr/>
          </p:nvSpPr>
          <p:spPr bwMode="auto">
            <a:xfrm>
              <a:off x="2448" y="2159"/>
              <a:ext cx="144" cy="144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grpSp>
        <p:nvGrpSpPr>
          <p:cNvPr id="62472" name="Group 33"/>
          <p:cNvGrpSpPr>
            <a:grpSpLocks/>
          </p:cNvGrpSpPr>
          <p:nvPr/>
        </p:nvGrpSpPr>
        <p:grpSpPr bwMode="auto">
          <a:xfrm>
            <a:off x="2514600" y="1674813"/>
            <a:ext cx="8008938" cy="4038600"/>
            <a:chOff x="624" y="1055"/>
            <a:chExt cx="5045" cy="2544"/>
          </a:xfrm>
        </p:grpSpPr>
        <p:sp>
          <p:nvSpPr>
            <p:cNvPr id="62544" name="Freeform 34"/>
            <p:cNvSpPr>
              <a:spLocks/>
            </p:cNvSpPr>
            <p:nvPr/>
          </p:nvSpPr>
          <p:spPr bwMode="auto">
            <a:xfrm>
              <a:off x="624" y="1055"/>
              <a:ext cx="3696" cy="960"/>
            </a:xfrm>
            <a:custGeom>
              <a:avLst/>
              <a:gdLst>
                <a:gd name="T0" fmla="*/ 0 w 4560"/>
                <a:gd name="T1" fmla="*/ 0 h 1056"/>
                <a:gd name="T2" fmla="*/ 389 w 4560"/>
                <a:gd name="T3" fmla="*/ 480 h 1056"/>
                <a:gd name="T4" fmla="*/ 1634 w 4560"/>
                <a:gd name="T5" fmla="*/ 873 h 1056"/>
                <a:gd name="T6" fmla="*/ 3696 w 4560"/>
                <a:gd name="T7" fmla="*/ 960 h 10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60"/>
                <a:gd name="T13" fmla="*/ 0 h 1056"/>
                <a:gd name="T14" fmla="*/ 4560 w 4560"/>
                <a:gd name="T15" fmla="*/ 1056 h 10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60" h="1056">
                  <a:moveTo>
                    <a:pt x="0" y="0"/>
                  </a:moveTo>
                  <a:cubicBezTo>
                    <a:pt x="72" y="184"/>
                    <a:pt x="144" y="368"/>
                    <a:pt x="480" y="528"/>
                  </a:cubicBezTo>
                  <a:cubicBezTo>
                    <a:pt x="816" y="688"/>
                    <a:pt x="1336" y="872"/>
                    <a:pt x="2016" y="960"/>
                  </a:cubicBezTo>
                  <a:cubicBezTo>
                    <a:pt x="2696" y="1048"/>
                    <a:pt x="4120" y="1040"/>
                    <a:pt x="4560" y="1056"/>
                  </a:cubicBezTo>
                </a:path>
              </a:pathLst>
            </a:custGeom>
            <a:noFill/>
            <a:ln w="19050" cap="flat" cmpd="sng">
              <a:solidFill>
                <a:schemeClr val="folHlink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2545" name="Freeform 35"/>
            <p:cNvSpPr>
              <a:spLocks/>
            </p:cNvSpPr>
            <p:nvPr/>
          </p:nvSpPr>
          <p:spPr bwMode="auto">
            <a:xfrm flipV="1">
              <a:off x="624" y="2735"/>
              <a:ext cx="3696" cy="864"/>
            </a:xfrm>
            <a:custGeom>
              <a:avLst/>
              <a:gdLst>
                <a:gd name="T0" fmla="*/ 0 w 4560"/>
                <a:gd name="T1" fmla="*/ 0 h 1056"/>
                <a:gd name="T2" fmla="*/ 389 w 4560"/>
                <a:gd name="T3" fmla="*/ 432 h 1056"/>
                <a:gd name="T4" fmla="*/ 1634 w 4560"/>
                <a:gd name="T5" fmla="*/ 785 h 1056"/>
                <a:gd name="T6" fmla="*/ 3696 w 4560"/>
                <a:gd name="T7" fmla="*/ 864 h 10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60"/>
                <a:gd name="T13" fmla="*/ 0 h 1056"/>
                <a:gd name="T14" fmla="*/ 4560 w 4560"/>
                <a:gd name="T15" fmla="*/ 1056 h 10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60" h="1056">
                  <a:moveTo>
                    <a:pt x="0" y="0"/>
                  </a:moveTo>
                  <a:cubicBezTo>
                    <a:pt x="72" y="184"/>
                    <a:pt x="144" y="368"/>
                    <a:pt x="480" y="528"/>
                  </a:cubicBezTo>
                  <a:cubicBezTo>
                    <a:pt x="816" y="688"/>
                    <a:pt x="1336" y="872"/>
                    <a:pt x="2016" y="960"/>
                  </a:cubicBezTo>
                  <a:cubicBezTo>
                    <a:pt x="2696" y="1048"/>
                    <a:pt x="4120" y="1040"/>
                    <a:pt x="4560" y="1056"/>
                  </a:cubicBezTo>
                </a:path>
              </a:pathLst>
            </a:custGeom>
            <a:noFill/>
            <a:ln w="19050" cap="flat" cmpd="sng">
              <a:solidFill>
                <a:schemeClr val="folHlink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62546" name="Group 36"/>
            <p:cNvGrpSpPr>
              <a:grpSpLocks/>
            </p:cNvGrpSpPr>
            <p:nvPr/>
          </p:nvGrpSpPr>
          <p:grpSpPr bwMode="auto">
            <a:xfrm>
              <a:off x="4341" y="1993"/>
              <a:ext cx="1328" cy="1030"/>
              <a:chOff x="4341" y="1993"/>
              <a:chExt cx="1328" cy="1030"/>
            </a:xfrm>
          </p:grpSpPr>
          <p:grpSp>
            <p:nvGrpSpPr>
              <p:cNvPr id="62547" name="Group 37"/>
              <p:cNvGrpSpPr>
                <a:grpSpLocks/>
              </p:cNvGrpSpPr>
              <p:nvPr/>
            </p:nvGrpSpPr>
            <p:grpSpPr bwMode="auto">
              <a:xfrm>
                <a:off x="4341" y="1993"/>
                <a:ext cx="1328" cy="742"/>
                <a:chOff x="4125" y="2064"/>
                <a:chExt cx="1503" cy="742"/>
              </a:xfrm>
            </p:grpSpPr>
            <p:sp>
              <p:nvSpPr>
                <p:cNvPr id="62549" name="AutoShape 38"/>
                <p:cNvSpPr>
                  <a:spLocks noChangeArrowheads="1"/>
                </p:cNvSpPr>
                <p:nvPr/>
              </p:nvSpPr>
              <p:spPr bwMode="auto">
                <a:xfrm>
                  <a:off x="4181" y="2231"/>
                  <a:ext cx="52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114FFB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62550" name="AutoShape 39"/>
                <p:cNvSpPr>
                  <a:spLocks noChangeArrowheads="1"/>
                </p:cNvSpPr>
                <p:nvPr/>
              </p:nvSpPr>
              <p:spPr bwMode="auto">
                <a:xfrm>
                  <a:off x="4176" y="2366"/>
                  <a:ext cx="53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00FF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62551" name="AutoShape 40"/>
                <p:cNvSpPr>
                  <a:spLocks noChangeArrowheads="1"/>
                </p:cNvSpPr>
                <p:nvPr/>
              </p:nvSpPr>
              <p:spPr bwMode="auto">
                <a:xfrm>
                  <a:off x="4176" y="2526"/>
                  <a:ext cx="53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FF505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62552" name="AutoShape 41"/>
                <p:cNvSpPr>
                  <a:spLocks noChangeArrowheads="1"/>
                </p:cNvSpPr>
                <p:nvPr/>
              </p:nvSpPr>
              <p:spPr bwMode="auto">
                <a:xfrm>
                  <a:off x="4171" y="2666"/>
                  <a:ext cx="54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CC00CC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grpSp>
              <p:nvGrpSpPr>
                <p:cNvPr id="62553" name="Group 42"/>
                <p:cNvGrpSpPr>
                  <a:grpSpLocks/>
                </p:cNvGrpSpPr>
                <p:nvPr/>
              </p:nvGrpSpPr>
              <p:grpSpPr bwMode="auto">
                <a:xfrm>
                  <a:off x="4125" y="2064"/>
                  <a:ext cx="1503" cy="742"/>
                  <a:chOff x="3633" y="834"/>
                  <a:chExt cx="1208" cy="596"/>
                </a:xfrm>
              </p:grpSpPr>
              <p:sp>
                <p:nvSpPr>
                  <p:cNvPr id="62554" name="Freeform 43"/>
                  <p:cNvSpPr>
                    <a:spLocks/>
                  </p:cNvSpPr>
                  <p:nvPr/>
                </p:nvSpPr>
                <p:spPr bwMode="auto">
                  <a:xfrm>
                    <a:off x="3960" y="843"/>
                    <a:ext cx="71" cy="79"/>
                  </a:xfrm>
                  <a:custGeom>
                    <a:avLst/>
                    <a:gdLst>
                      <a:gd name="T0" fmla="*/ 0 w 266"/>
                      <a:gd name="T1" fmla="*/ 0 h 284"/>
                      <a:gd name="T2" fmla="*/ 21 w 266"/>
                      <a:gd name="T3" fmla="*/ 19 h 284"/>
                      <a:gd name="T4" fmla="*/ 41 w 266"/>
                      <a:gd name="T5" fmla="*/ 40 h 284"/>
                      <a:gd name="T6" fmla="*/ 71 w 266"/>
                      <a:gd name="T7" fmla="*/ 79 h 28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66"/>
                      <a:gd name="T13" fmla="*/ 0 h 284"/>
                      <a:gd name="T14" fmla="*/ 266 w 266"/>
                      <a:gd name="T15" fmla="*/ 284 h 28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66" h="284">
                        <a:moveTo>
                          <a:pt x="0" y="0"/>
                        </a:moveTo>
                        <a:lnTo>
                          <a:pt x="80" y="67"/>
                        </a:lnTo>
                        <a:lnTo>
                          <a:pt x="155" y="143"/>
                        </a:lnTo>
                        <a:lnTo>
                          <a:pt x="266" y="284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55" name="Freeform 44"/>
                  <p:cNvSpPr>
                    <a:spLocks/>
                  </p:cNvSpPr>
                  <p:nvPr/>
                </p:nvSpPr>
                <p:spPr bwMode="auto">
                  <a:xfrm>
                    <a:off x="3979" y="849"/>
                    <a:ext cx="73" cy="73"/>
                  </a:xfrm>
                  <a:custGeom>
                    <a:avLst/>
                    <a:gdLst>
                      <a:gd name="T0" fmla="*/ 0 w 279"/>
                      <a:gd name="T1" fmla="*/ 0 h 265"/>
                      <a:gd name="T2" fmla="*/ 21 w 279"/>
                      <a:gd name="T3" fmla="*/ 16 h 265"/>
                      <a:gd name="T4" fmla="*/ 39 w 279"/>
                      <a:gd name="T5" fmla="*/ 34 h 265"/>
                      <a:gd name="T6" fmla="*/ 73 w 279"/>
                      <a:gd name="T7" fmla="*/ 73 h 26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79"/>
                      <a:gd name="T13" fmla="*/ 0 h 265"/>
                      <a:gd name="T14" fmla="*/ 279 w 279"/>
                      <a:gd name="T15" fmla="*/ 265 h 265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79" h="265">
                        <a:moveTo>
                          <a:pt x="0" y="0"/>
                        </a:moveTo>
                        <a:lnTo>
                          <a:pt x="79" y="57"/>
                        </a:lnTo>
                        <a:lnTo>
                          <a:pt x="150" y="124"/>
                        </a:lnTo>
                        <a:lnTo>
                          <a:pt x="279" y="265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56" name="Freeform 45"/>
                  <p:cNvSpPr>
                    <a:spLocks/>
                  </p:cNvSpPr>
                  <p:nvPr/>
                </p:nvSpPr>
                <p:spPr bwMode="auto">
                  <a:xfrm>
                    <a:off x="4015" y="863"/>
                    <a:ext cx="60" cy="58"/>
                  </a:xfrm>
                  <a:custGeom>
                    <a:avLst/>
                    <a:gdLst>
                      <a:gd name="T0" fmla="*/ 0 w 231"/>
                      <a:gd name="T1" fmla="*/ 0 h 207"/>
                      <a:gd name="T2" fmla="*/ 21 w 231"/>
                      <a:gd name="T3" fmla="*/ 16 h 207"/>
                      <a:gd name="T4" fmla="*/ 39 w 231"/>
                      <a:gd name="T5" fmla="*/ 34 h 207"/>
                      <a:gd name="T6" fmla="*/ 60 w 231"/>
                      <a:gd name="T7" fmla="*/ 58 h 20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31"/>
                      <a:gd name="T13" fmla="*/ 0 h 207"/>
                      <a:gd name="T14" fmla="*/ 231 w 231"/>
                      <a:gd name="T15" fmla="*/ 207 h 20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31" h="207">
                        <a:moveTo>
                          <a:pt x="0" y="0"/>
                        </a:moveTo>
                        <a:lnTo>
                          <a:pt x="79" y="56"/>
                        </a:lnTo>
                        <a:lnTo>
                          <a:pt x="150" y="123"/>
                        </a:lnTo>
                        <a:lnTo>
                          <a:pt x="231" y="20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57" name="Freeform 46"/>
                  <p:cNvSpPr>
                    <a:spLocks/>
                  </p:cNvSpPr>
                  <p:nvPr/>
                </p:nvSpPr>
                <p:spPr bwMode="auto">
                  <a:xfrm>
                    <a:off x="4585" y="871"/>
                    <a:ext cx="114" cy="79"/>
                  </a:xfrm>
                  <a:custGeom>
                    <a:avLst/>
                    <a:gdLst>
                      <a:gd name="T0" fmla="*/ 0 w 436"/>
                      <a:gd name="T1" fmla="*/ 0 h 289"/>
                      <a:gd name="T2" fmla="*/ 37 w 436"/>
                      <a:gd name="T3" fmla="*/ 22 h 289"/>
                      <a:gd name="T4" fmla="*/ 76 w 436"/>
                      <a:gd name="T5" fmla="*/ 49 h 289"/>
                      <a:gd name="T6" fmla="*/ 114 w 436"/>
                      <a:gd name="T7" fmla="*/ 79 h 289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436"/>
                      <a:gd name="T13" fmla="*/ 0 h 289"/>
                      <a:gd name="T14" fmla="*/ 436 w 436"/>
                      <a:gd name="T15" fmla="*/ 289 h 289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436" h="289">
                        <a:moveTo>
                          <a:pt x="0" y="0"/>
                        </a:moveTo>
                        <a:lnTo>
                          <a:pt x="143" y="81"/>
                        </a:lnTo>
                        <a:lnTo>
                          <a:pt x="290" y="180"/>
                        </a:lnTo>
                        <a:lnTo>
                          <a:pt x="436" y="289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58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4184" y="916"/>
                    <a:ext cx="504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59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4184" y="944"/>
                    <a:ext cx="543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60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4159" y="980"/>
                    <a:ext cx="576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61" name="Freeform 50"/>
                  <p:cNvSpPr>
                    <a:spLocks/>
                  </p:cNvSpPr>
                  <p:nvPr/>
                </p:nvSpPr>
                <p:spPr bwMode="auto">
                  <a:xfrm>
                    <a:off x="4052" y="1095"/>
                    <a:ext cx="57" cy="335"/>
                  </a:xfrm>
                  <a:custGeom>
                    <a:avLst/>
                    <a:gdLst>
                      <a:gd name="T0" fmla="*/ 57 w 213"/>
                      <a:gd name="T1" fmla="*/ 0 h 1198"/>
                      <a:gd name="T2" fmla="*/ 57 w 213"/>
                      <a:gd name="T3" fmla="*/ 33 h 1198"/>
                      <a:gd name="T4" fmla="*/ 55 w 213"/>
                      <a:gd name="T5" fmla="*/ 70 h 1198"/>
                      <a:gd name="T6" fmla="*/ 49 w 213"/>
                      <a:gd name="T7" fmla="*/ 106 h 1198"/>
                      <a:gd name="T8" fmla="*/ 43 w 213"/>
                      <a:gd name="T9" fmla="*/ 148 h 1198"/>
                      <a:gd name="T10" fmla="*/ 37 w 213"/>
                      <a:gd name="T11" fmla="*/ 182 h 1198"/>
                      <a:gd name="T12" fmla="*/ 31 w 213"/>
                      <a:gd name="T13" fmla="*/ 222 h 1198"/>
                      <a:gd name="T14" fmla="*/ 25 w 213"/>
                      <a:gd name="T15" fmla="*/ 255 h 1198"/>
                      <a:gd name="T16" fmla="*/ 16 w 213"/>
                      <a:gd name="T17" fmla="*/ 285 h 1198"/>
                      <a:gd name="T18" fmla="*/ 9 w 213"/>
                      <a:gd name="T19" fmla="*/ 308 h 1198"/>
                      <a:gd name="T20" fmla="*/ 0 w 213"/>
                      <a:gd name="T21" fmla="*/ 335 h 119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13"/>
                      <a:gd name="T34" fmla="*/ 0 h 1198"/>
                      <a:gd name="T35" fmla="*/ 213 w 213"/>
                      <a:gd name="T36" fmla="*/ 1198 h 1198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13" h="1198">
                        <a:moveTo>
                          <a:pt x="213" y="0"/>
                        </a:moveTo>
                        <a:lnTo>
                          <a:pt x="213" y="117"/>
                        </a:lnTo>
                        <a:lnTo>
                          <a:pt x="204" y="249"/>
                        </a:lnTo>
                        <a:lnTo>
                          <a:pt x="182" y="379"/>
                        </a:lnTo>
                        <a:lnTo>
                          <a:pt x="160" y="528"/>
                        </a:lnTo>
                        <a:lnTo>
                          <a:pt x="138" y="652"/>
                        </a:lnTo>
                        <a:lnTo>
                          <a:pt x="115" y="794"/>
                        </a:lnTo>
                        <a:lnTo>
                          <a:pt x="93" y="913"/>
                        </a:lnTo>
                        <a:lnTo>
                          <a:pt x="61" y="1020"/>
                        </a:lnTo>
                        <a:lnTo>
                          <a:pt x="35" y="1102"/>
                        </a:lnTo>
                        <a:lnTo>
                          <a:pt x="0" y="1198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62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4137" y="1018"/>
                    <a:ext cx="640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63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4122" y="1056"/>
                    <a:ext cx="690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64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3633" y="1165"/>
                    <a:ext cx="1205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65" name="Freeform 54"/>
                  <p:cNvSpPr>
                    <a:spLocks/>
                  </p:cNvSpPr>
                  <p:nvPr/>
                </p:nvSpPr>
                <p:spPr bwMode="auto">
                  <a:xfrm>
                    <a:off x="3701" y="843"/>
                    <a:ext cx="156" cy="581"/>
                  </a:xfrm>
                  <a:custGeom>
                    <a:avLst/>
                    <a:gdLst>
                      <a:gd name="T0" fmla="*/ 156 w 599"/>
                      <a:gd name="T1" fmla="*/ 0 h 2082"/>
                      <a:gd name="T2" fmla="*/ 141 w 599"/>
                      <a:gd name="T3" fmla="*/ 9 h 2082"/>
                      <a:gd name="T4" fmla="*/ 111 w 599"/>
                      <a:gd name="T5" fmla="*/ 36 h 2082"/>
                      <a:gd name="T6" fmla="*/ 83 w 599"/>
                      <a:gd name="T7" fmla="*/ 68 h 2082"/>
                      <a:gd name="T8" fmla="*/ 64 w 599"/>
                      <a:gd name="T9" fmla="*/ 101 h 2082"/>
                      <a:gd name="T10" fmla="*/ 45 w 599"/>
                      <a:gd name="T11" fmla="*/ 140 h 2082"/>
                      <a:gd name="T12" fmla="*/ 26 w 599"/>
                      <a:gd name="T13" fmla="*/ 178 h 2082"/>
                      <a:gd name="T14" fmla="*/ 14 w 599"/>
                      <a:gd name="T15" fmla="*/ 213 h 2082"/>
                      <a:gd name="T16" fmla="*/ 2 w 599"/>
                      <a:gd name="T17" fmla="*/ 253 h 2082"/>
                      <a:gd name="T18" fmla="*/ 0 w 599"/>
                      <a:gd name="T19" fmla="*/ 286 h 2082"/>
                      <a:gd name="T20" fmla="*/ 0 w 599"/>
                      <a:gd name="T21" fmla="*/ 323 h 2082"/>
                      <a:gd name="T22" fmla="*/ 0 w 599"/>
                      <a:gd name="T23" fmla="*/ 359 h 2082"/>
                      <a:gd name="T24" fmla="*/ 1 w 599"/>
                      <a:gd name="T25" fmla="*/ 399 h 2082"/>
                      <a:gd name="T26" fmla="*/ 0 w 599"/>
                      <a:gd name="T27" fmla="*/ 437 h 2082"/>
                      <a:gd name="T28" fmla="*/ 0 w 599"/>
                      <a:gd name="T29" fmla="*/ 477 h 2082"/>
                      <a:gd name="T30" fmla="*/ 1 w 599"/>
                      <a:gd name="T31" fmla="*/ 560 h 2082"/>
                      <a:gd name="T32" fmla="*/ 2 w 599"/>
                      <a:gd name="T33" fmla="*/ 581 h 2082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599"/>
                      <a:gd name="T52" fmla="*/ 0 h 2082"/>
                      <a:gd name="T53" fmla="*/ 599 w 599"/>
                      <a:gd name="T54" fmla="*/ 2082 h 2082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599" h="2082">
                        <a:moveTo>
                          <a:pt x="599" y="0"/>
                        </a:moveTo>
                        <a:lnTo>
                          <a:pt x="541" y="33"/>
                        </a:lnTo>
                        <a:lnTo>
                          <a:pt x="426" y="128"/>
                        </a:lnTo>
                        <a:lnTo>
                          <a:pt x="319" y="245"/>
                        </a:lnTo>
                        <a:lnTo>
                          <a:pt x="244" y="363"/>
                        </a:lnTo>
                        <a:lnTo>
                          <a:pt x="172" y="501"/>
                        </a:lnTo>
                        <a:lnTo>
                          <a:pt x="101" y="639"/>
                        </a:lnTo>
                        <a:lnTo>
                          <a:pt x="53" y="765"/>
                        </a:lnTo>
                        <a:lnTo>
                          <a:pt x="8" y="908"/>
                        </a:lnTo>
                        <a:lnTo>
                          <a:pt x="0" y="1025"/>
                        </a:lnTo>
                        <a:lnTo>
                          <a:pt x="0" y="1157"/>
                        </a:lnTo>
                        <a:lnTo>
                          <a:pt x="0" y="1285"/>
                        </a:lnTo>
                        <a:lnTo>
                          <a:pt x="4" y="1430"/>
                        </a:lnTo>
                        <a:lnTo>
                          <a:pt x="0" y="1567"/>
                        </a:lnTo>
                        <a:lnTo>
                          <a:pt x="0" y="1708"/>
                        </a:lnTo>
                        <a:lnTo>
                          <a:pt x="4" y="2008"/>
                        </a:lnTo>
                        <a:lnTo>
                          <a:pt x="8" y="208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66" name="Freeform 55"/>
                  <p:cNvSpPr>
                    <a:spLocks/>
                  </p:cNvSpPr>
                  <p:nvPr/>
                </p:nvSpPr>
                <p:spPr bwMode="auto">
                  <a:xfrm>
                    <a:off x="3705" y="841"/>
                    <a:ext cx="159" cy="588"/>
                  </a:xfrm>
                  <a:custGeom>
                    <a:avLst/>
                    <a:gdLst>
                      <a:gd name="T0" fmla="*/ 159 w 609"/>
                      <a:gd name="T1" fmla="*/ 0 h 2105"/>
                      <a:gd name="T2" fmla="*/ 143 w 609"/>
                      <a:gd name="T3" fmla="*/ 13 h 2105"/>
                      <a:gd name="T4" fmla="*/ 124 w 609"/>
                      <a:gd name="T5" fmla="*/ 37 h 2105"/>
                      <a:gd name="T6" fmla="*/ 102 w 609"/>
                      <a:gd name="T7" fmla="*/ 68 h 2105"/>
                      <a:gd name="T8" fmla="*/ 84 w 609"/>
                      <a:gd name="T9" fmla="*/ 103 h 2105"/>
                      <a:gd name="T10" fmla="*/ 68 w 609"/>
                      <a:gd name="T11" fmla="*/ 137 h 2105"/>
                      <a:gd name="T12" fmla="*/ 52 w 609"/>
                      <a:gd name="T13" fmla="*/ 174 h 2105"/>
                      <a:gd name="T14" fmla="*/ 39 w 609"/>
                      <a:gd name="T15" fmla="*/ 215 h 2105"/>
                      <a:gd name="T16" fmla="*/ 31 w 609"/>
                      <a:gd name="T17" fmla="*/ 251 h 2105"/>
                      <a:gd name="T18" fmla="*/ 29 w 609"/>
                      <a:gd name="T19" fmla="*/ 287 h 2105"/>
                      <a:gd name="T20" fmla="*/ 27 w 609"/>
                      <a:gd name="T21" fmla="*/ 322 h 2105"/>
                      <a:gd name="T22" fmla="*/ 25 w 609"/>
                      <a:gd name="T23" fmla="*/ 358 h 2105"/>
                      <a:gd name="T24" fmla="*/ 25 w 609"/>
                      <a:gd name="T25" fmla="*/ 395 h 2105"/>
                      <a:gd name="T26" fmla="*/ 22 w 609"/>
                      <a:gd name="T27" fmla="*/ 434 h 2105"/>
                      <a:gd name="T28" fmla="*/ 17 w 609"/>
                      <a:gd name="T29" fmla="*/ 478 h 2105"/>
                      <a:gd name="T30" fmla="*/ 15 w 609"/>
                      <a:gd name="T31" fmla="*/ 508 h 2105"/>
                      <a:gd name="T32" fmla="*/ 11 w 609"/>
                      <a:gd name="T33" fmla="*/ 540 h 2105"/>
                      <a:gd name="T34" fmla="*/ 0 w 609"/>
                      <a:gd name="T35" fmla="*/ 588 h 2105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609"/>
                      <a:gd name="T55" fmla="*/ 0 h 2105"/>
                      <a:gd name="T56" fmla="*/ 609 w 609"/>
                      <a:gd name="T57" fmla="*/ 2105 h 2105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609" h="2105">
                        <a:moveTo>
                          <a:pt x="609" y="0"/>
                        </a:moveTo>
                        <a:lnTo>
                          <a:pt x="546" y="48"/>
                        </a:lnTo>
                        <a:lnTo>
                          <a:pt x="476" y="132"/>
                        </a:lnTo>
                        <a:lnTo>
                          <a:pt x="391" y="245"/>
                        </a:lnTo>
                        <a:lnTo>
                          <a:pt x="320" y="367"/>
                        </a:lnTo>
                        <a:lnTo>
                          <a:pt x="262" y="490"/>
                        </a:lnTo>
                        <a:lnTo>
                          <a:pt x="199" y="624"/>
                        </a:lnTo>
                        <a:lnTo>
                          <a:pt x="151" y="769"/>
                        </a:lnTo>
                        <a:lnTo>
                          <a:pt x="120" y="897"/>
                        </a:lnTo>
                        <a:lnTo>
                          <a:pt x="112" y="1029"/>
                        </a:lnTo>
                        <a:lnTo>
                          <a:pt x="102" y="1151"/>
                        </a:lnTo>
                        <a:lnTo>
                          <a:pt x="94" y="1283"/>
                        </a:lnTo>
                        <a:lnTo>
                          <a:pt x="94" y="1415"/>
                        </a:lnTo>
                        <a:lnTo>
                          <a:pt x="84" y="1552"/>
                        </a:lnTo>
                        <a:lnTo>
                          <a:pt x="66" y="1712"/>
                        </a:lnTo>
                        <a:lnTo>
                          <a:pt x="58" y="1819"/>
                        </a:lnTo>
                        <a:lnTo>
                          <a:pt x="44" y="1934"/>
                        </a:lnTo>
                        <a:lnTo>
                          <a:pt x="0" y="2105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67" name="Freeform 56"/>
                  <p:cNvSpPr>
                    <a:spLocks/>
                  </p:cNvSpPr>
                  <p:nvPr/>
                </p:nvSpPr>
                <p:spPr bwMode="auto">
                  <a:xfrm>
                    <a:off x="3711" y="839"/>
                    <a:ext cx="167" cy="587"/>
                  </a:xfrm>
                  <a:custGeom>
                    <a:avLst/>
                    <a:gdLst>
                      <a:gd name="T0" fmla="*/ 167 w 637"/>
                      <a:gd name="T1" fmla="*/ 0 h 2101"/>
                      <a:gd name="T2" fmla="*/ 153 w 637"/>
                      <a:gd name="T3" fmla="*/ 14 h 2101"/>
                      <a:gd name="T4" fmla="*/ 140 w 637"/>
                      <a:gd name="T5" fmla="*/ 34 h 2101"/>
                      <a:gd name="T6" fmla="*/ 120 w 637"/>
                      <a:gd name="T7" fmla="*/ 67 h 2101"/>
                      <a:gd name="T8" fmla="*/ 99 w 637"/>
                      <a:gd name="T9" fmla="*/ 107 h 2101"/>
                      <a:gd name="T10" fmla="*/ 89 w 637"/>
                      <a:gd name="T11" fmla="*/ 141 h 2101"/>
                      <a:gd name="T12" fmla="*/ 77 w 637"/>
                      <a:gd name="T13" fmla="*/ 179 h 2101"/>
                      <a:gd name="T14" fmla="*/ 68 w 637"/>
                      <a:gd name="T15" fmla="*/ 212 h 2101"/>
                      <a:gd name="T16" fmla="*/ 62 w 637"/>
                      <a:gd name="T17" fmla="*/ 254 h 2101"/>
                      <a:gd name="T18" fmla="*/ 60 w 637"/>
                      <a:gd name="T19" fmla="*/ 290 h 2101"/>
                      <a:gd name="T20" fmla="*/ 56 w 637"/>
                      <a:gd name="T21" fmla="*/ 327 h 2101"/>
                      <a:gd name="T22" fmla="*/ 51 w 637"/>
                      <a:gd name="T23" fmla="*/ 364 h 2101"/>
                      <a:gd name="T24" fmla="*/ 45 w 637"/>
                      <a:gd name="T25" fmla="*/ 405 h 2101"/>
                      <a:gd name="T26" fmla="*/ 41 w 637"/>
                      <a:gd name="T27" fmla="*/ 440 h 2101"/>
                      <a:gd name="T28" fmla="*/ 35 w 637"/>
                      <a:gd name="T29" fmla="*/ 478 h 2101"/>
                      <a:gd name="T30" fmla="*/ 29 w 637"/>
                      <a:gd name="T31" fmla="*/ 512 h 2101"/>
                      <a:gd name="T32" fmla="*/ 24 w 637"/>
                      <a:gd name="T33" fmla="*/ 540 h 2101"/>
                      <a:gd name="T34" fmla="*/ 13 w 637"/>
                      <a:gd name="T35" fmla="*/ 566 h 2101"/>
                      <a:gd name="T36" fmla="*/ 0 w 637"/>
                      <a:gd name="T37" fmla="*/ 587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37"/>
                      <a:gd name="T58" fmla="*/ 0 h 2101"/>
                      <a:gd name="T59" fmla="*/ 637 w 637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37" h="2101">
                        <a:moveTo>
                          <a:pt x="637" y="0"/>
                        </a:moveTo>
                        <a:lnTo>
                          <a:pt x="583" y="51"/>
                        </a:lnTo>
                        <a:lnTo>
                          <a:pt x="534" y="122"/>
                        </a:lnTo>
                        <a:lnTo>
                          <a:pt x="458" y="240"/>
                        </a:lnTo>
                        <a:lnTo>
                          <a:pt x="378" y="382"/>
                        </a:lnTo>
                        <a:lnTo>
                          <a:pt x="338" y="504"/>
                        </a:lnTo>
                        <a:lnTo>
                          <a:pt x="294" y="642"/>
                        </a:lnTo>
                        <a:lnTo>
                          <a:pt x="258" y="759"/>
                        </a:lnTo>
                        <a:lnTo>
                          <a:pt x="236" y="910"/>
                        </a:lnTo>
                        <a:lnTo>
                          <a:pt x="227" y="1038"/>
                        </a:lnTo>
                        <a:lnTo>
                          <a:pt x="213" y="1170"/>
                        </a:lnTo>
                        <a:lnTo>
                          <a:pt x="195" y="1302"/>
                        </a:lnTo>
                        <a:lnTo>
                          <a:pt x="173" y="1448"/>
                        </a:lnTo>
                        <a:lnTo>
                          <a:pt x="155" y="1575"/>
                        </a:lnTo>
                        <a:lnTo>
                          <a:pt x="133" y="1711"/>
                        </a:lnTo>
                        <a:lnTo>
                          <a:pt x="111" y="1834"/>
                        </a:lnTo>
                        <a:lnTo>
                          <a:pt x="90" y="1934"/>
                        </a:lnTo>
                        <a:lnTo>
                          <a:pt x="48" y="2026"/>
                        </a:lnTo>
                        <a:lnTo>
                          <a:pt x="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68" name="Freeform 57"/>
                  <p:cNvSpPr>
                    <a:spLocks/>
                  </p:cNvSpPr>
                  <p:nvPr/>
                </p:nvSpPr>
                <p:spPr bwMode="auto">
                  <a:xfrm>
                    <a:off x="3713" y="839"/>
                    <a:ext cx="174" cy="589"/>
                  </a:xfrm>
                  <a:custGeom>
                    <a:avLst/>
                    <a:gdLst>
                      <a:gd name="T0" fmla="*/ 174 w 662"/>
                      <a:gd name="T1" fmla="*/ 0 h 2110"/>
                      <a:gd name="T2" fmla="*/ 161 w 662"/>
                      <a:gd name="T3" fmla="*/ 20 h 2110"/>
                      <a:gd name="T4" fmla="*/ 150 w 662"/>
                      <a:gd name="T5" fmla="*/ 40 h 2110"/>
                      <a:gd name="T6" fmla="*/ 134 w 662"/>
                      <a:gd name="T7" fmla="*/ 70 h 2110"/>
                      <a:gd name="T8" fmla="*/ 120 w 662"/>
                      <a:gd name="T9" fmla="*/ 105 h 2110"/>
                      <a:gd name="T10" fmla="*/ 114 w 662"/>
                      <a:gd name="T11" fmla="*/ 139 h 2110"/>
                      <a:gd name="T12" fmla="*/ 104 w 662"/>
                      <a:gd name="T13" fmla="*/ 179 h 2110"/>
                      <a:gd name="T14" fmla="*/ 95 w 662"/>
                      <a:gd name="T15" fmla="*/ 217 h 2110"/>
                      <a:gd name="T16" fmla="*/ 91 w 662"/>
                      <a:gd name="T17" fmla="*/ 257 h 2110"/>
                      <a:gd name="T18" fmla="*/ 90 w 662"/>
                      <a:gd name="T19" fmla="*/ 289 h 2110"/>
                      <a:gd name="T20" fmla="*/ 86 w 662"/>
                      <a:gd name="T21" fmla="*/ 325 h 2110"/>
                      <a:gd name="T22" fmla="*/ 83 w 662"/>
                      <a:gd name="T23" fmla="*/ 363 h 2110"/>
                      <a:gd name="T24" fmla="*/ 76 w 662"/>
                      <a:gd name="T25" fmla="*/ 401 h 2110"/>
                      <a:gd name="T26" fmla="*/ 65 w 662"/>
                      <a:gd name="T27" fmla="*/ 440 h 2110"/>
                      <a:gd name="T28" fmla="*/ 58 w 662"/>
                      <a:gd name="T29" fmla="*/ 476 h 2110"/>
                      <a:gd name="T30" fmla="*/ 47 w 662"/>
                      <a:gd name="T31" fmla="*/ 510 h 2110"/>
                      <a:gd name="T32" fmla="*/ 35 w 662"/>
                      <a:gd name="T33" fmla="*/ 540 h 2110"/>
                      <a:gd name="T34" fmla="*/ 19 w 662"/>
                      <a:gd name="T35" fmla="*/ 567 h 2110"/>
                      <a:gd name="T36" fmla="*/ 0 w 662"/>
                      <a:gd name="T37" fmla="*/ 589 h 2110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62"/>
                      <a:gd name="T58" fmla="*/ 0 h 2110"/>
                      <a:gd name="T59" fmla="*/ 662 w 662"/>
                      <a:gd name="T60" fmla="*/ 2110 h 2110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62" h="2110">
                        <a:moveTo>
                          <a:pt x="662" y="0"/>
                        </a:moveTo>
                        <a:lnTo>
                          <a:pt x="614" y="70"/>
                        </a:lnTo>
                        <a:lnTo>
                          <a:pt x="569" y="145"/>
                        </a:lnTo>
                        <a:lnTo>
                          <a:pt x="511" y="250"/>
                        </a:lnTo>
                        <a:lnTo>
                          <a:pt x="458" y="376"/>
                        </a:lnTo>
                        <a:lnTo>
                          <a:pt x="432" y="499"/>
                        </a:lnTo>
                        <a:lnTo>
                          <a:pt x="396" y="642"/>
                        </a:lnTo>
                        <a:lnTo>
                          <a:pt x="360" y="778"/>
                        </a:lnTo>
                        <a:lnTo>
                          <a:pt x="347" y="921"/>
                        </a:lnTo>
                        <a:lnTo>
                          <a:pt x="342" y="1034"/>
                        </a:lnTo>
                        <a:lnTo>
                          <a:pt x="329" y="1166"/>
                        </a:lnTo>
                        <a:lnTo>
                          <a:pt x="316" y="1302"/>
                        </a:lnTo>
                        <a:lnTo>
                          <a:pt x="289" y="1435"/>
                        </a:lnTo>
                        <a:lnTo>
                          <a:pt x="249" y="1575"/>
                        </a:lnTo>
                        <a:lnTo>
                          <a:pt x="222" y="1706"/>
                        </a:lnTo>
                        <a:lnTo>
                          <a:pt x="178" y="1828"/>
                        </a:lnTo>
                        <a:lnTo>
                          <a:pt x="134" y="1934"/>
                        </a:lnTo>
                        <a:lnTo>
                          <a:pt x="71" y="2030"/>
                        </a:lnTo>
                        <a:lnTo>
                          <a:pt x="0" y="2110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69" name="Freeform 58"/>
                  <p:cNvSpPr>
                    <a:spLocks/>
                  </p:cNvSpPr>
                  <p:nvPr/>
                </p:nvSpPr>
                <p:spPr bwMode="auto">
                  <a:xfrm>
                    <a:off x="3722" y="837"/>
                    <a:ext cx="173" cy="589"/>
                  </a:xfrm>
                  <a:custGeom>
                    <a:avLst/>
                    <a:gdLst>
                      <a:gd name="T0" fmla="*/ 173 w 662"/>
                      <a:gd name="T1" fmla="*/ 0 h 2111"/>
                      <a:gd name="T2" fmla="*/ 163 w 662"/>
                      <a:gd name="T3" fmla="*/ 18 h 2111"/>
                      <a:gd name="T4" fmla="*/ 152 w 662"/>
                      <a:gd name="T5" fmla="*/ 45 h 2111"/>
                      <a:gd name="T6" fmla="*/ 143 w 662"/>
                      <a:gd name="T7" fmla="*/ 75 h 2111"/>
                      <a:gd name="T8" fmla="*/ 137 w 662"/>
                      <a:gd name="T9" fmla="*/ 106 h 2111"/>
                      <a:gd name="T10" fmla="*/ 130 w 662"/>
                      <a:gd name="T11" fmla="*/ 140 h 2111"/>
                      <a:gd name="T12" fmla="*/ 125 w 662"/>
                      <a:gd name="T13" fmla="*/ 181 h 2111"/>
                      <a:gd name="T14" fmla="*/ 119 w 662"/>
                      <a:gd name="T15" fmla="*/ 219 h 2111"/>
                      <a:gd name="T16" fmla="*/ 117 w 662"/>
                      <a:gd name="T17" fmla="*/ 256 h 2111"/>
                      <a:gd name="T18" fmla="*/ 115 w 662"/>
                      <a:gd name="T19" fmla="*/ 291 h 2111"/>
                      <a:gd name="T20" fmla="*/ 110 w 662"/>
                      <a:gd name="T21" fmla="*/ 325 h 2111"/>
                      <a:gd name="T22" fmla="*/ 102 w 662"/>
                      <a:gd name="T23" fmla="*/ 364 h 2111"/>
                      <a:gd name="T24" fmla="*/ 95 w 662"/>
                      <a:gd name="T25" fmla="*/ 398 h 2111"/>
                      <a:gd name="T26" fmla="*/ 83 w 662"/>
                      <a:gd name="T27" fmla="*/ 441 h 2111"/>
                      <a:gd name="T28" fmla="*/ 72 w 662"/>
                      <a:gd name="T29" fmla="*/ 480 h 2111"/>
                      <a:gd name="T30" fmla="*/ 56 w 662"/>
                      <a:gd name="T31" fmla="*/ 513 h 2111"/>
                      <a:gd name="T32" fmla="*/ 42 w 662"/>
                      <a:gd name="T33" fmla="*/ 540 h 2111"/>
                      <a:gd name="T34" fmla="*/ 20 w 662"/>
                      <a:gd name="T35" fmla="*/ 568 h 2111"/>
                      <a:gd name="T36" fmla="*/ 0 w 662"/>
                      <a:gd name="T37" fmla="*/ 589 h 211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62"/>
                      <a:gd name="T58" fmla="*/ 0 h 2111"/>
                      <a:gd name="T59" fmla="*/ 662 w 662"/>
                      <a:gd name="T60" fmla="*/ 2111 h 211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62" h="2111">
                        <a:moveTo>
                          <a:pt x="662" y="0"/>
                        </a:moveTo>
                        <a:lnTo>
                          <a:pt x="622" y="66"/>
                        </a:lnTo>
                        <a:lnTo>
                          <a:pt x="583" y="161"/>
                        </a:lnTo>
                        <a:lnTo>
                          <a:pt x="547" y="268"/>
                        </a:lnTo>
                        <a:lnTo>
                          <a:pt x="525" y="381"/>
                        </a:lnTo>
                        <a:lnTo>
                          <a:pt x="498" y="501"/>
                        </a:lnTo>
                        <a:lnTo>
                          <a:pt x="480" y="647"/>
                        </a:lnTo>
                        <a:lnTo>
                          <a:pt x="454" y="784"/>
                        </a:lnTo>
                        <a:lnTo>
                          <a:pt x="448" y="916"/>
                        </a:lnTo>
                        <a:lnTo>
                          <a:pt x="440" y="1044"/>
                        </a:lnTo>
                        <a:lnTo>
                          <a:pt x="422" y="1166"/>
                        </a:lnTo>
                        <a:lnTo>
                          <a:pt x="391" y="1304"/>
                        </a:lnTo>
                        <a:lnTo>
                          <a:pt x="365" y="1426"/>
                        </a:lnTo>
                        <a:lnTo>
                          <a:pt x="319" y="1581"/>
                        </a:lnTo>
                        <a:lnTo>
                          <a:pt x="275" y="1720"/>
                        </a:lnTo>
                        <a:lnTo>
                          <a:pt x="214" y="1839"/>
                        </a:lnTo>
                        <a:lnTo>
                          <a:pt x="160" y="1935"/>
                        </a:lnTo>
                        <a:lnTo>
                          <a:pt x="75" y="2035"/>
                        </a:lnTo>
                        <a:lnTo>
                          <a:pt x="0" y="211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70" name="Freeform 59"/>
                  <p:cNvSpPr>
                    <a:spLocks/>
                  </p:cNvSpPr>
                  <p:nvPr/>
                </p:nvSpPr>
                <p:spPr bwMode="auto">
                  <a:xfrm>
                    <a:off x="3736" y="839"/>
                    <a:ext cx="165" cy="587"/>
                  </a:xfrm>
                  <a:custGeom>
                    <a:avLst/>
                    <a:gdLst>
                      <a:gd name="T0" fmla="*/ 165 w 626"/>
                      <a:gd name="T1" fmla="*/ 0 h 2101"/>
                      <a:gd name="T2" fmla="*/ 162 w 626"/>
                      <a:gd name="T3" fmla="*/ 17 h 2101"/>
                      <a:gd name="T4" fmla="*/ 157 w 626"/>
                      <a:gd name="T5" fmla="*/ 43 h 2101"/>
                      <a:gd name="T6" fmla="*/ 150 w 626"/>
                      <a:gd name="T7" fmla="*/ 76 h 2101"/>
                      <a:gd name="T8" fmla="*/ 145 w 626"/>
                      <a:gd name="T9" fmla="*/ 105 h 2101"/>
                      <a:gd name="T10" fmla="*/ 140 w 626"/>
                      <a:gd name="T11" fmla="*/ 134 h 2101"/>
                      <a:gd name="T12" fmla="*/ 138 w 626"/>
                      <a:gd name="T13" fmla="*/ 180 h 2101"/>
                      <a:gd name="T14" fmla="*/ 136 w 626"/>
                      <a:gd name="T15" fmla="*/ 216 h 2101"/>
                      <a:gd name="T16" fmla="*/ 135 w 626"/>
                      <a:gd name="T17" fmla="*/ 252 h 2101"/>
                      <a:gd name="T18" fmla="*/ 131 w 626"/>
                      <a:gd name="T19" fmla="*/ 290 h 2101"/>
                      <a:gd name="T20" fmla="*/ 127 w 626"/>
                      <a:gd name="T21" fmla="*/ 324 h 2101"/>
                      <a:gd name="T22" fmla="*/ 122 w 626"/>
                      <a:gd name="T23" fmla="*/ 364 h 2101"/>
                      <a:gd name="T24" fmla="*/ 110 w 626"/>
                      <a:gd name="T25" fmla="*/ 405 h 2101"/>
                      <a:gd name="T26" fmla="*/ 96 w 626"/>
                      <a:gd name="T27" fmla="*/ 443 h 2101"/>
                      <a:gd name="T28" fmla="*/ 78 w 626"/>
                      <a:gd name="T29" fmla="*/ 483 h 2101"/>
                      <a:gd name="T30" fmla="*/ 62 w 626"/>
                      <a:gd name="T31" fmla="*/ 514 h 2101"/>
                      <a:gd name="T32" fmla="*/ 41 w 626"/>
                      <a:gd name="T33" fmla="*/ 540 h 2101"/>
                      <a:gd name="T34" fmla="*/ 25 w 626"/>
                      <a:gd name="T35" fmla="*/ 561 h 2101"/>
                      <a:gd name="T36" fmla="*/ 0 w 626"/>
                      <a:gd name="T37" fmla="*/ 587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26"/>
                      <a:gd name="T58" fmla="*/ 0 h 2101"/>
                      <a:gd name="T59" fmla="*/ 626 w 626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26" h="2101">
                        <a:moveTo>
                          <a:pt x="626" y="0"/>
                        </a:moveTo>
                        <a:lnTo>
                          <a:pt x="614" y="61"/>
                        </a:lnTo>
                        <a:lnTo>
                          <a:pt x="596" y="155"/>
                        </a:lnTo>
                        <a:lnTo>
                          <a:pt x="569" y="273"/>
                        </a:lnTo>
                        <a:lnTo>
                          <a:pt x="551" y="376"/>
                        </a:lnTo>
                        <a:lnTo>
                          <a:pt x="533" y="481"/>
                        </a:lnTo>
                        <a:lnTo>
                          <a:pt x="525" y="646"/>
                        </a:lnTo>
                        <a:lnTo>
                          <a:pt x="515" y="774"/>
                        </a:lnTo>
                        <a:lnTo>
                          <a:pt x="511" y="902"/>
                        </a:lnTo>
                        <a:lnTo>
                          <a:pt x="498" y="1038"/>
                        </a:lnTo>
                        <a:lnTo>
                          <a:pt x="480" y="1160"/>
                        </a:lnTo>
                        <a:lnTo>
                          <a:pt x="462" y="1302"/>
                        </a:lnTo>
                        <a:lnTo>
                          <a:pt x="418" y="1448"/>
                        </a:lnTo>
                        <a:lnTo>
                          <a:pt x="365" y="1586"/>
                        </a:lnTo>
                        <a:lnTo>
                          <a:pt x="297" y="1729"/>
                        </a:lnTo>
                        <a:lnTo>
                          <a:pt x="236" y="1838"/>
                        </a:lnTo>
                        <a:lnTo>
                          <a:pt x="156" y="1934"/>
                        </a:lnTo>
                        <a:lnTo>
                          <a:pt x="93" y="2007"/>
                        </a:lnTo>
                        <a:lnTo>
                          <a:pt x="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71" name="Line 6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06" y="839"/>
                    <a:ext cx="1" cy="328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72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3636" y="1093"/>
                    <a:ext cx="1197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73" name="Line 62"/>
                  <p:cNvSpPr>
                    <a:spLocks noChangeShapeType="1"/>
                  </p:cNvSpPr>
                  <p:nvPr/>
                </p:nvSpPr>
                <p:spPr bwMode="auto">
                  <a:xfrm>
                    <a:off x="3633" y="1129"/>
                    <a:ext cx="1208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74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3639" y="1203"/>
                    <a:ext cx="26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75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3913" y="1203"/>
                    <a:ext cx="255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76" name="Line 65"/>
                  <p:cNvSpPr>
                    <a:spLocks noChangeShapeType="1"/>
                  </p:cNvSpPr>
                  <p:nvPr/>
                </p:nvSpPr>
                <p:spPr bwMode="auto">
                  <a:xfrm>
                    <a:off x="3718" y="944"/>
                    <a:ext cx="327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77" name="Line 66"/>
                  <p:cNvSpPr>
                    <a:spLocks noChangeShapeType="1"/>
                  </p:cNvSpPr>
                  <p:nvPr/>
                </p:nvSpPr>
                <p:spPr bwMode="auto">
                  <a:xfrm>
                    <a:off x="3693" y="980"/>
                    <a:ext cx="375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78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3666" y="1018"/>
                    <a:ext cx="416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79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1056"/>
                    <a:ext cx="451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80" name="Line 69"/>
                  <p:cNvSpPr>
                    <a:spLocks noChangeShapeType="1"/>
                  </p:cNvSpPr>
                  <p:nvPr/>
                </p:nvSpPr>
                <p:spPr bwMode="auto">
                  <a:xfrm>
                    <a:off x="3642" y="1240"/>
                    <a:ext cx="244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81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3646" y="1281"/>
                    <a:ext cx="22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82" name="Line 71"/>
                  <p:cNvSpPr>
                    <a:spLocks noChangeShapeType="1"/>
                  </p:cNvSpPr>
                  <p:nvPr/>
                </p:nvSpPr>
                <p:spPr bwMode="auto">
                  <a:xfrm>
                    <a:off x="3651" y="1319"/>
                    <a:ext cx="199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83" name="Line 72"/>
                  <p:cNvSpPr>
                    <a:spLocks noChangeShapeType="1"/>
                  </p:cNvSpPr>
                  <p:nvPr/>
                </p:nvSpPr>
                <p:spPr bwMode="auto">
                  <a:xfrm>
                    <a:off x="3919" y="1240"/>
                    <a:ext cx="242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84" name="Line 73"/>
                  <p:cNvSpPr>
                    <a:spLocks noChangeShapeType="1"/>
                  </p:cNvSpPr>
                  <p:nvPr/>
                </p:nvSpPr>
                <p:spPr bwMode="auto">
                  <a:xfrm>
                    <a:off x="3929" y="1281"/>
                    <a:ext cx="216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85" name="Line 74"/>
                  <p:cNvSpPr>
                    <a:spLocks noChangeShapeType="1"/>
                  </p:cNvSpPr>
                  <p:nvPr/>
                </p:nvSpPr>
                <p:spPr bwMode="auto">
                  <a:xfrm>
                    <a:off x="3941" y="1319"/>
                    <a:ext cx="19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86" name="Line 75"/>
                  <p:cNvSpPr>
                    <a:spLocks noChangeShapeType="1"/>
                  </p:cNvSpPr>
                  <p:nvPr/>
                </p:nvSpPr>
                <p:spPr bwMode="auto">
                  <a:xfrm>
                    <a:off x="3787" y="880"/>
                    <a:ext cx="259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87" name="Line 76"/>
                  <p:cNvSpPr>
                    <a:spLocks noChangeShapeType="1"/>
                  </p:cNvSpPr>
                  <p:nvPr/>
                </p:nvSpPr>
                <p:spPr bwMode="auto">
                  <a:xfrm>
                    <a:off x="3748" y="916"/>
                    <a:ext cx="333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88" name="Line 77"/>
                  <p:cNvSpPr>
                    <a:spLocks noChangeShapeType="1"/>
                  </p:cNvSpPr>
                  <p:nvPr/>
                </p:nvSpPr>
                <p:spPr bwMode="auto">
                  <a:xfrm>
                    <a:off x="3822" y="855"/>
                    <a:ext cx="18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89" name="Freeform 78"/>
                  <p:cNvSpPr>
                    <a:spLocks/>
                  </p:cNvSpPr>
                  <p:nvPr/>
                </p:nvSpPr>
                <p:spPr bwMode="auto">
                  <a:xfrm>
                    <a:off x="4635" y="889"/>
                    <a:ext cx="94" cy="64"/>
                  </a:xfrm>
                  <a:custGeom>
                    <a:avLst/>
                    <a:gdLst>
                      <a:gd name="T0" fmla="*/ 0 w 360"/>
                      <a:gd name="T1" fmla="*/ 0 h 226"/>
                      <a:gd name="T2" fmla="*/ 43 w 360"/>
                      <a:gd name="T3" fmla="*/ 28 h 226"/>
                      <a:gd name="T4" fmla="*/ 94 w 360"/>
                      <a:gd name="T5" fmla="*/ 64 h 226"/>
                      <a:gd name="T6" fmla="*/ 0 60000 65536"/>
                      <a:gd name="T7" fmla="*/ 0 60000 65536"/>
                      <a:gd name="T8" fmla="*/ 0 60000 65536"/>
                      <a:gd name="T9" fmla="*/ 0 w 360"/>
                      <a:gd name="T10" fmla="*/ 0 h 226"/>
                      <a:gd name="T11" fmla="*/ 360 w 360"/>
                      <a:gd name="T12" fmla="*/ 226 h 22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60" h="226">
                        <a:moveTo>
                          <a:pt x="0" y="0"/>
                        </a:moveTo>
                        <a:lnTo>
                          <a:pt x="164" y="98"/>
                        </a:lnTo>
                        <a:lnTo>
                          <a:pt x="360" y="22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90" name="Line 79"/>
                  <p:cNvSpPr>
                    <a:spLocks noChangeShapeType="1"/>
                  </p:cNvSpPr>
                  <p:nvPr/>
                </p:nvSpPr>
                <p:spPr bwMode="auto">
                  <a:xfrm>
                    <a:off x="4215" y="880"/>
                    <a:ext cx="395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91" name="Freeform 80"/>
                  <p:cNvSpPr>
                    <a:spLocks/>
                  </p:cNvSpPr>
                  <p:nvPr/>
                </p:nvSpPr>
                <p:spPr bwMode="auto">
                  <a:xfrm>
                    <a:off x="4199" y="849"/>
                    <a:ext cx="66" cy="74"/>
                  </a:xfrm>
                  <a:custGeom>
                    <a:avLst/>
                    <a:gdLst>
                      <a:gd name="T0" fmla="*/ 66 w 253"/>
                      <a:gd name="T1" fmla="*/ 0 h 264"/>
                      <a:gd name="T2" fmla="*/ 37 w 253"/>
                      <a:gd name="T3" fmla="*/ 28 h 264"/>
                      <a:gd name="T4" fmla="*/ 16 w 253"/>
                      <a:gd name="T5" fmla="*/ 53 h 264"/>
                      <a:gd name="T6" fmla="*/ 0 w 253"/>
                      <a:gd name="T7" fmla="*/ 74 h 26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53"/>
                      <a:gd name="T13" fmla="*/ 0 h 264"/>
                      <a:gd name="T14" fmla="*/ 253 w 253"/>
                      <a:gd name="T15" fmla="*/ 264 h 26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53" h="264">
                        <a:moveTo>
                          <a:pt x="253" y="0"/>
                        </a:moveTo>
                        <a:lnTo>
                          <a:pt x="142" y="100"/>
                        </a:lnTo>
                        <a:lnTo>
                          <a:pt x="62" y="189"/>
                        </a:lnTo>
                        <a:lnTo>
                          <a:pt x="0" y="264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92" name="Freeform 81"/>
                  <p:cNvSpPr>
                    <a:spLocks/>
                  </p:cNvSpPr>
                  <p:nvPr/>
                </p:nvSpPr>
                <p:spPr bwMode="auto">
                  <a:xfrm>
                    <a:off x="4506" y="849"/>
                    <a:ext cx="232" cy="574"/>
                  </a:xfrm>
                  <a:custGeom>
                    <a:avLst/>
                    <a:gdLst>
                      <a:gd name="T0" fmla="*/ 0 w 890"/>
                      <a:gd name="T1" fmla="*/ 0 h 2059"/>
                      <a:gd name="T2" fmla="*/ 37 w 890"/>
                      <a:gd name="T3" fmla="*/ 25 h 2059"/>
                      <a:gd name="T4" fmla="*/ 60 w 890"/>
                      <a:gd name="T5" fmla="*/ 45 h 2059"/>
                      <a:gd name="T6" fmla="*/ 79 w 890"/>
                      <a:gd name="T7" fmla="*/ 63 h 2059"/>
                      <a:gd name="T8" fmla="*/ 107 w 890"/>
                      <a:gd name="T9" fmla="*/ 88 h 2059"/>
                      <a:gd name="T10" fmla="*/ 148 w 890"/>
                      <a:gd name="T11" fmla="*/ 130 h 2059"/>
                      <a:gd name="T12" fmla="*/ 184 w 890"/>
                      <a:gd name="T13" fmla="*/ 170 h 2059"/>
                      <a:gd name="T14" fmla="*/ 212 w 890"/>
                      <a:gd name="T15" fmla="*/ 208 h 2059"/>
                      <a:gd name="T16" fmla="*/ 229 w 890"/>
                      <a:gd name="T17" fmla="*/ 244 h 2059"/>
                      <a:gd name="T18" fmla="*/ 231 w 890"/>
                      <a:gd name="T19" fmla="*/ 275 h 2059"/>
                      <a:gd name="T20" fmla="*/ 232 w 890"/>
                      <a:gd name="T21" fmla="*/ 315 h 2059"/>
                      <a:gd name="T22" fmla="*/ 232 w 890"/>
                      <a:gd name="T23" fmla="*/ 352 h 2059"/>
                      <a:gd name="T24" fmla="*/ 230 w 890"/>
                      <a:gd name="T25" fmla="*/ 392 h 2059"/>
                      <a:gd name="T26" fmla="*/ 226 w 890"/>
                      <a:gd name="T27" fmla="*/ 429 h 2059"/>
                      <a:gd name="T28" fmla="*/ 224 w 890"/>
                      <a:gd name="T29" fmla="*/ 469 h 2059"/>
                      <a:gd name="T30" fmla="*/ 221 w 890"/>
                      <a:gd name="T31" fmla="*/ 499 h 2059"/>
                      <a:gd name="T32" fmla="*/ 217 w 890"/>
                      <a:gd name="T33" fmla="*/ 541 h 2059"/>
                      <a:gd name="T34" fmla="*/ 209 w 890"/>
                      <a:gd name="T35" fmla="*/ 574 h 2059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890"/>
                      <a:gd name="T55" fmla="*/ 0 h 2059"/>
                      <a:gd name="T56" fmla="*/ 890 w 890"/>
                      <a:gd name="T57" fmla="*/ 2059 h 2059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890" h="2059">
                        <a:moveTo>
                          <a:pt x="0" y="0"/>
                        </a:moveTo>
                        <a:lnTo>
                          <a:pt x="142" y="90"/>
                        </a:lnTo>
                        <a:lnTo>
                          <a:pt x="232" y="162"/>
                        </a:lnTo>
                        <a:lnTo>
                          <a:pt x="303" y="227"/>
                        </a:lnTo>
                        <a:lnTo>
                          <a:pt x="410" y="317"/>
                        </a:lnTo>
                        <a:lnTo>
                          <a:pt x="566" y="468"/>
                        </a:lnTo>
                        <a:lnTo>
                          <a:pt x="707" y="610"/>
                        </a:lnTo>
                        <a:lnTo>
                          <a:pt x="814" y="747"/>
                        </a:lnTo>
                        <a:lnTo>
                          <a:pt x="877" y="875"/>
                        </a:lnTo>
                        <a:lnTo>
                          <a:pt x="886" y="988"/>
                        </a:lnTo>
                        <a:lnTo>
                          <a:pt x="890" y="1129"/>
                        </a:lnTo>
                        <a:lnTo>
                          <a:pt x="890" y="1261"/>
                        </a:lnTo>
                        <a:lnTo>
                          <a:pt x="882" y="1407"/>
                        </a:lnTo>
                        <a:lnTo>
                          <a:pt x="868" y="1540"/>
                        </a:lnTo>
                        <a:lnTo>
                          <a:pt x="860" y="1683"/>
                        </a:lnTo>
                        <a:lnTo>
                          <a:pt x="846" y="1789"/>
                        </a:lnTo>
                        <a:lnTo>
                          <a:pt x="832" y="1940"/>
                        </a:lnTo>
                        <a:lnTo>
                          <a:pt x="801" y="2059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93" name="Freeform 82"/>
                  <p:cNvSpPr>
                    <a:spLocks/>
                  </p:cNvSpPr>
                  <p:nvPr/>
                </p:nvSpPr>
                <p:spPr bwMode="auto">
                  <a:xfrm>
                    <a:off x="4529" y="854"/>
                    <a:ext cx="244" cy="567"/>
                  </a:xfrm>
                  <a:custGeom>
                    <a:avLst/>
                    <a:gdLst>
                      <a:gd name="T0" fmla="*/ 0 w 930"/>
                      <a:gd name="T1" fmla="*/ 0 h 2036"/>
                      <a:gd name="T2" fmla="*/ 35 w 930"/>
                      <a:gd name="T3" fmla="*/ 23 h 2036"/>
                      <a:gd name="T4" fmla="*/ 59 w 930"/>
                      <a:gd name="T5" fmla="*/ 44 h 2036"/>
                      <a:gd name="T6" fmla="*/ 79 w 930"/>
                      <a:gd name="T7" fmla="*/ 62 h 2036"/>
                      <a:gd name="T8" fmla="*/ 109 w 930"/>
                      <a:gd name="T9" fmla="*/ 88 h 2036"/>
                      <a:gd name="T10" fmla="*/ 148 w 930"/>
                      <a:gd name="T11" fmla="*/ 124 h 2036"/>
                      <a:gd name="T12" fmla="*/ 188 w 930"/>
                      <a:gd name="T13" fmla="*/ 162 h 2036"/>
                      <a:gd name="T14" fmla="*/ 222 w 930"/>
                      <a:gd name="T15" fmla="*/ 201 h 2036"/>
                      <a:gd name="T16" fmla="*/ 239 w 930"/>
                      <a:gd name="T17" fmla="*/ 241 h 2036"/>
                      <a:gd name="T18" fmla="*/ 243 w 930"/>
                      <a:gd name="T19" fmla="*/ 277 h 2036"/>
                      <a:gd name="T20" fmla="*/ 244 w 930"/>
                      <a:gd name="T21" fmla="*/ 312 h 2036"/>
                      <a:gd name="T22" fmla="*/ 243 w 930"/>
                      <a:gd name="T23" fmla="*/ 350 h 2036"/>
                      <a:gd name="T24" fmla="*/ 236 w 930"/>
                      <a:gd name="T25" fmla="*/ 387 h 2036"/>
                      <a:gd name="T26" fmla="*/ 231 w 930"/>
                      <a:gd name="T27" fmla="*/ 422 h 2036"/>
                      <a:gd name="T28" fmla="*/ 224 w 930"/>
                      <a:gd name="T29" fmla="*/ 461 h 2036"/>
                      <a:gd name="T30" fmla="*/ 219 w 930"/>
                      <a:gd name="T31" fmla="*/ 497 h 2036"/>
                      <a:gd name="T32" fmla="*/ 210 w 930"/>
                      <a:gd name="T33" fmla="*/ 526 h 2036"/>
                      <a:gd name="T34" fmla="*/ 195 w 930"/>
                      <a:gd name="T35" fmla="*/ 567 h 20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930"/>
                      <a:gd name="T55" fmla="*/ 0 h 2036"/>
                      <a:gd name="T56" fmla="*/ 930 w 930"/>
                      <a:gd name="T57" fmla="*/ 2036 h 20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930" h="2036">
                        <a:moveTo>
                          <a:pt x="0" y="0"/>
                        </a:moveTo>
                        <a:lnTo>
                          <a:pt x="135" y="82"/>
                        </a:lnTo>
                        <a:lnTo>
                          <a:pt x="224" y="157"/>
                        </a:lnTo>
                        <a:lnTo>
                          <a:pt x="303" y="222"/>
                        </a:lnTo>
                        <a:lnTo>
                          <a:pt x="414" y="317"/>
                        </a:lnTo>
                        <a:lnTo>
                          <a:pt x="565" y="445"/>
                        </a:lnTo>
                        <a:lnTo>
                          <a:pt x="718" y="583"/>
                        </a:lnTo>
                        <a:lnTo>
                          <a:pt x="846" y="723"/>
                        </a:lnTo>
                        <a:lnTo>
                          <a:pt x="912" y="866"/>
                        </a:lnTo>
                        <a:lnTo>
                          <a:pt x="926" y="996"/>
                        </a:lnTo>
                        <a:lnTo>
                          <a:pt x="930" y="1120"/>
                        </a:lnTo>
                        <a:lnTo>
                          <a:pt x="926" y="1256"/>
                        </a:lnTo>
                        <a:lnTo>
                          <a:pt x="900" y="1388"/>
                        </a:lnTo>
                        <a:lnTo>
                          <a:pt x="882" y="1516"/>
                        </a:lnTo>
                        <a:lnTo>
                          <a:pt x="855" y="1656"/>
                        </a:lnTo>
                        <a:lnTo>
                          <a:pt x="833" y="1785"/>
                        </a:lnTo>
                        <a:lnTo>
                          <a:pt x="801" y="1888"/>
                        </a:lnTo>
                        <a:lnTo>
                          <a:pt x="744" y="203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94" name="Freeform 83"/>
                  <p:cNvSpPr>
                    <a:spLocks/>
                  </p:cNvSpPr>
                  <p:nvPr/>
                </p:nvSpPr>
                <p:spPr bwMode="auto">
                  <a:xfrm>
                    <a:off x="4559" y="862"/>
                    <a:ext cx="249" cy="554"/>
                  </a:xfrm>
                  <a:custGeom>
                    <a:avLst/>
                    <a:gdLst>
                      <a:gd name="T0" fmla="*/ 0 w 952"/>
                      <a:gd name="T1" fmla="*/ 0 h 1986"/>
                      <a:gd name="T2" fmla="*/ 31 w 952"/>
                      <a:gd name="T3" fmla="*/ 22 h 1986"/>
                      <a:gd name="T4" fmla="*/ 69 w 952"/>
                      <a:gd name="T5" fmla="*/ 51 h 1986"/>
                      <a:gd name="T6" fmla="*/ 102 w 952"/>
                      <a:gd name="T7" fmla="*/ 79 h 1986"/>
                      <a:gd name="T8" fmla="*/ 145 w 952"/>
                      <a:gd name="T9" fmla="*/ 117 h 1986"/>
                      <a:gd name="T10" fmla="*/ 187 w 952"/>
                      <a:gd name="T11" fmla="*/ 157 h 1986"/>
                      <a:gd name="T12" fmla="*/ 221 w 952"/>
                      <a:gd name="T13" fmla="*/ 192 h 1986"/>
                      <a:gd name="T14" fmla="*/ 243 w 952"/>
                      <a:gd name="T15" fmla="*/ 232 h 1986"/>
                      <a:gd name="T16" fmla="*/ 245 w 952"/>
                      <a:gd name="T17" fmla="*/ 266 h 1986"/>
                      <a:gd name="T18" fmla="*/ 249 w 952"/>
                      <a:gd name="T19" fmla="*/ 304 h 1986"/>
                      <a:gd name="T20" fmla="*/ 244 w 952"/>
                      <a:gd name="T21" fmla="*/ 340 h 1986"/>
                      <a:gd name="T22" fmla="*/ 235 w 952"/>
                      <a:gd name="T23" fmla="*/ 378 h 1986"/>
                      <a:gd name="T24" fmla="*/ 227 w 952"/>
                      <a:gd name="T25" fmla="*/ 417 h 1986"/>
                      <a:gd name="T26" fmla="*/ 217 w 952"/>
                      <a:gd name="T27" fmla="*/ 456 h 1986"/>
                      <a:gd name="T28" fmla="*/ 208 w 952"/>
                      <a:gd name="T29" fmla="*/ 492 h 1986"/>
                      <a:gd name="T30" fmla="*/ 194 w 952"/>
                      <a:gd name="T31" fmla="*/ 521 h 1986"/>
                      <a:gd name="T32" fmla="*/ 177 w 952"/>
                      <a:gd name="T33" fmla="*/ 554 h 198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952"/>
                      <a:gd name="T52" fmla="*/ 0 h 1986"/>
                      <a:gd name="T53" fmla="*/ 952 w 952"/>
                      <a:gd name="T54" fmla="*/ 1986 h 198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952" h="1986">
                        <a:moveTo>
                          <a:pt x="0" y="0"/>
                        </a:moveTo>
                        <a:lnTo>
                          <a:pt x="120" y="80"/>
                        </a:lnTo>
                        <a:lnTo>
                          <a:pt x="262" y="183"/>
                        </a:lnTo>
                        <a:lnTo>
                          <a:pt x="391" y="283"/>
                        </a:lnTo>
                        <a:lnTo>
                          <a:pt x="556" y="419"/>
                        </a:lnTo>
                        <a:lnTo>
                          <a:pt x="716" y="562"/>
                        </a:lnTo>
                        <a:lnTo>
                          <a:pt x="845" y="690"/>
                        </a:lnTo>
                        <a:lnTo>
                          <a:pt x="929" y="830"/>
                        </a:lnTo>
                        <a:lnTo>
                          <a:pt x="938" y="954"/>
                        </a:lnTo>
                        <a:lnTo>
                          <a:pt x="952" y="1090"/>
                        </a:lnTo>
                        <a:lnTo>
                          <a:pt x="934" y="1218"/>
                        </a:lnTo>
                        <a:lnTo>
                          <a:pt x="899" y="1355"/>
                        </a:lnTo>
                        <a:lnTo>
                          <a:pt x="867" y="1495"/>
                        </a:lnTo>
                        <a:lnTo>
                          <a:pt x="831" y="1633"/>
                        </a:lnTo>
                        <a:lnTo>
                          <a:pt x="796" y="1763"/>
                        </a:lnTo>
                        <a:lnTo>
                          <a:pt x="742" y="1869"/>
                        </a:lnTo>
                        <a:lnTo>
                          <a:pt x="676" y="198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95" name="Freeform 84"/>
                  <p:cNvSpPr>
                    <a:spLocks/>
                  </p:cNvSpPr>
                  <p:nvPr/>
                </p:nvSpPr>
                <p:spPr bwMode="auto">
                  <a:xfrm>
                    <a:off x="4313" y="839"/>
                    <a:ext cx="28" cy="586"/>
                  </a:xfrm>
                  <a:custGeom>
                    <a:avLst/>
                    <a:gdLst>
                      <a:gd name="T0" fmla="*/ 24 w 107"/>
                      <a:gd name="T1" fmla="*/ 0 h 2101"/>
                      <a:gd name="T2" fmla="*/ 25 w 107"/>
                      <a:gd name="T3" fmla="*/ 17 h 2101"/>
                      <a:gd name="T4" fmla="*/ 26 w 107"/>
                      <a:gd name="T5" fmla="*/ 45 h 2101"/>
                      <a:gd name="T6" fmla="*/ 26 w 107"/>
                      <a:gd name="T7" fmla="*/ 78 h 2101"/>
                      <a:gd name="T8" fmla="*/ 27 w 107"/>
                      <a:gd name="T9" fmla="*/ 109 h 2101"/>
                      <a:gd name="T10" fmla="*/ 28 w 107"/>
                      <a:gd name="T11" fmla="*/ 142 h 2101"/>
                      <a:gd name="T12" fmla="*/ 28 w 107"/>
                      <a:gd name="T13" fmla="*/ 177 h 2101"/>
                      <a:gd name="T14" fmla="*/ 28 w 107"/>
                      <a:gd name="T15" fmla="*/ 219 h 2101"/>
                      <a:gd name="T16" fmla="*/ 28 w 107"/>
                      <a:gd name="T17" fmla="*/ 260 h 2101"/>
                      <a:gd name="T18" fmla="*/ 27 w 107"/>
                      <a:gd name="T19" fmla="*/ 289 h 2101"/>
                      <a:gd name="T20" fmla="*/ 26 w 107"/>
                      <a:gd name="T21" fmla="*/ 327 h 2101"/>
                      <a:gd name="T22" fmla="*/ 21 w 107"/>
                      <a:gd name="T23" fmla="*/ 362 h 2101"/>
                      <a:gd name="T24" fmla="*/ 20 w 107"/>
                      <a:gd name="T25" fmla="*/ 402 h 2101"/>
                      <a:gd name="T26" fmla="*/ 17 w 107"/>
                      <a:gd name="T27" fmla="*/ 442 h 2101"/>
                      <a:gd name="T28" fmla="*/ 13 w 107"/>
                      <a:gd name="T29" fmla="*/ 479 h 2101"/>
                      <a:gd name="T30" fmla="*/ 12 w 107"/>
                      <a:gd name="T31" fmla="*/ 513 h 2101"/>
                      <a:gd name="T32" fmla="*/ 7 w 107"/>
                      <a:gd name="T33" fmla="*/ 553 h 2101"/>
                      <a:gd name="T34" fmla="*/ 0 w 107"/>
                      <a:gd name="T35" fmla="*/ 586 h 210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7"/>
                      <a:gd name="T55" fmla="*/ 0 h 2101"/>
                      <a:gd name="T56" fmla="*/ 107 w 107"/>
                      <a:gd name="T57" fmla="*/ 2101 h 210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7" h="2101">
                        <a:moveTo>
                          <a:pt x="90" y="0"/>
                        </a:moveTo>
                        <a:lnTo>
                          <a:pt x="95" y="62"/>
                        </a:lnTo>
                        <a:lnTo>
                          <a:pt x="99" y="161"/>
                        </a:lnTo>
                        <a:lnTo>
                          <a:pt x="99" y="279"/>
                        </a:lnTo>
                        <a:lnTo>
                          <a:pt x="103" y="392"/>
                        </a:lnTo>
                        <a:lnTo>
                          <a:pt x="107" y="510"/>
                        </a:lnTo>
                        <a:lnTo>
                          <a:pt x="107" y="635"/>
                        </a:lnTo>
                        <a:lnTo>
                          <a:pt x="107" y="784"/>
                        </a:lnTo>
                        <a:lnTo>
                          <a:pt x="107" y="931"/>
                        </a:lnTo>
                        <a:lnTo>
                          <a:pt x="103" y="1035"/>
                        </a:lnTo>
                        <a:lnTo>
                          <a:pt x="99" y="1172"/>
                        </a:lnTo>
                        <a:lnTo>
                          <a:pt x="81" y="1298"/>
                        </a:lnTo>
                        <a:lnTo>
                          <a:pt x="77" y="1441"/>
                        </a:lnTo>
                        <a:lnTo>
                          <a:pt x="64" y="1586"/>
                        </a:lnTo>
                        <a:lnTo>
                          <a:pt x="50" y="1716"/>
                        </a:lnTo>
                        <a:lnTo>
                          <a:pt x="46" y="1841"/>
                        </a:lnTo>
                        <a:lnTo>
                          <a:pt x="28" y="1982"/>
                        </a:lnTo>
                        <a:lnTo>
                          <a:pt x="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96" name="Freeform 85"/>
                  <p:cNvSpPr>
                    <a:spLocks/>
                  </p:cNvSpPr>
                  <p:nvPr/>
                </p:nvSpPr>
                <p:spPr bwMode="auto">
                  <a:xfrm>
                    <a:off x="4324" y="836"/>
                    <a:ext cx="54" cy="588"/>
                  </a:xfrm>
                  <a:custGeom>
                    <a:avLst/>
                    <a:gdLst>
                      <a:gd name="T0" fmla="*/ 19 w 204"/>
                      <a:gd name="T1" fmla="*/ 0 h 2106"/>
                      <a:gd name="T2" fmla="*/ 24 w 204"/>
                      <a:gd name="T3" fmla="*/ 16 h 2106"/>
                      <a:gd name="T4" fmla="*/ 29 w 204"/>
                      <a:gd name="T5" fmla="*/ 44 h 2106"/>
                      <a:gd name="T6" fmla="*/ 36 w 204"/>
                      <a:gd name="T7" fmla="*/ 76 h 2106"/>
                      <a:gd name="T8" fmla="*/ 40 w 204"/>
                      <a:gd name="T9" fmla="*/ 106 h 2106"/>
                      <a:gd name="T10" fmla="*/ 44 w 204"/>
                      <a:gd name="T11" fmla="*/ 141 h 2106"/>
                      <a:gd name="T12" fmla="*/ 49 w 204"/>
                      <a:gd name="T13" fmla="*/ 178 h 2106"/>
                      <a:gd name="T14" fmla="*/ 53 w 204"/>
                      <a:gd name="T15" fmla="*/ 220 h 2106"/>
                      <a:gd name="T16" fmla="*/ 54 w 204"/>
                      <a:gd name="T17" fmla="*/ 257 h 2106"/>
                      <a:gd name="T18" fmla="*/ 53 w 204"/>
                      <a:gd name="T19" fmla="*/ 295 h 2106"/>
                      <a:gd name="T20" fmla="*/ 48 w 204"/>
                      <a:gd name="T21" fmla="*/ 332 h 2106"/>
                      <a:gd name="T22" fmla="*/ 44 w 204"/>
                      <a:gd name="T23" fmla="*/ 369 h 2106"/>
                      <a:gd name="T24" fmla="*/ 40 w 204"/>
                      <a:gd name="T25" fmla="*/ 406 h 2106"/>
                      <a:gd name="T26" fmla="*/ 33 w 204"/>
                      <a:gd name="T27" fmla="*/ 445 h 2106"/>
                      <a:gd name="T28" fmla="*/ 26 w 204"/>
                      <a:gd name="T29" fmla="*/ 483 h 2106"/>
                      <a:gd name="T30" fmla="*/ 19 w 204"/>
                      <a:gd name="T31" fmla="*/ 518 h 2106"/>
                      <a:gd name="T32" fmla="*/ 10 w 204"/>
                      <a:gd name="T33" fmla="*/ 555 h 2106"/>
                      <a:gd name="T34" fmla="*/ 0 w 204"/>
                      <a:gd name="T35" fmla="*/ 588 h 210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204"/>
                      <a:gd name="T55" fmla="*/ 0 h 2106"/>
                      <a:gd name="T56" fmla="*/ 204 w 204"/>
                      <a:gd name="T57" fmla="*/ 2106 h 210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204" h="2106">
                        <a:moveTo>
                          <a:pt x="71" y="0"/>
                        </a:moveTo>
                        <a:lnTo>
                          <a:pt x="89" y="57"/>
                        </a:lnTo>
                        <a:lnTo>
                          <a:pt x="111" y="156"/>
                        </a:lnTo>
                        <a:lnTo>
                          <a:pt x="137" y="273"/>
                        </a:lnTo>
                        <a:lnTo>
                          <a:pt x="150" y="378"/>
                        </a:lnTo>
                        <a:lnTo>
                          <a:pt x="168" y="504"/>
                        </a:lnTo>
                        <a:lnTo>
                          <a:pt x="186" y="638"/>
                        </a:lnTo>
                        <a:lnTo>
                          <a:pt x="200" y="789"/>
                        </a:lnTo>
                        <a:lnTo>
                          <a:pt x="204" y="921"/>
                        </a:lnTo>
                        <a:lnTo>
                          <a:pt x="200" y="1057"/>
                        </a:lnTo>
                        <a:lnTo>
                          <a:pt x="182" y="1190"/>
                        </a:lnTo>
                        <a:lnTo>
                          <a:pt x="168" y="1322"/>
                        </a:lnTo>
                        <a:lnTo>
                          <a:pt x="150" y="1454"/>
                        </a:lnTo>
                        <a:lnTo>
                          <a:pt x="123" y="1595"/>
                        </a:lnTo>
                        <a:lnTo>
                          <a:pt x="97" y="1730"/>
                        </a:lnTo>
                        <a:lnTo>
                          <a:pt x="71" y="1855"/>
                        </a:lnTo>
                        <a:lnTo>
                          <a:pt x="39" y="1987"/>
                        </a:lnTo>
                        <a:lnTo>
                          <a:pt x="0" y="210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97" name="Freeform 86"/>
                  <p:cNvSpPr>
                    <a:spLocks/>
                  </p:cNvSpPr>
                  <p:nvPr/>
                </p:nvSpPr>
                <p:spPr bwMode="auto">
                  <a:xfrm>
                    <a:off x="4331" y="835"/>
                    <a:ext cx="74" cy="589"/>
                  </a:xfrm>
                  <a:custGeom>
                    <a:avLst/>
                    <a:gdLst>
                      <a:gd name="T0" fmla="*/ 18 w 285"/>
                      <a:gd name="T1" fmla="*/ 0 h 2110"/>
                      <a:gd name="T2" fmla="*/ 27 w 285"/>
                      <a:gd name="T3" fmla="*/ 20 h 2110"/>
                      <a:gd name="T4" fmla="*/ 37 w 285"/>
                      <a:gd name="T5" fmla="*/ 44 h 2110"/>
                      <a:gd name="T6" fmla="*/ 48 w 285"/>
                      <a:gd name="T7" fmla="*/ 76 h 2110"/>
                      <a:gd name="T8" fmla="*/ 58 w 285"/>
                      <a:gd name="T9" fmla="*/ 111 h 2110"/>
                      <a:gd name="T10" fmla="*/ 63 w 285"/>
                      <a:gd name="T11" fmla="*/ 145 h 2110"/>
                      <a:gd name="T12" fmla="*/ 68 w 285"/>
                      <a:gd name="T13" fmla="*/ 179 h 2110"/>
                      <a:gd name="T14" fmla="*/ 72 w 285"/>
                      <a:gd name="T15" fmla="*/ 223 h 2110"/>
                      <a:gd name="T16" fmla="*/ 74 w 285"/>
                      <a:gd name="T17" fmla="*/ 260 h 2110"/>
                      <a:gd name="T18" fmla="*/ 74 w 285"/>
                      <a:gd name="T19" fmla="*/ 298 h 2110"/>
                      <a:gd name="T20" fmla="*/ 71 w 285"/>
                      <a:gd name="T21" fmla="*/ 332 h 2110"/>
                      <a:gd name="T22" fmla="*/ 67 w 285"/>
                      <a:gd name="T23" fmla="*/ 368 h 2110"/>
                      <a:gd name="T24" fmla="*/ 60 w 285"/>
                      <a:gd name="T25" fmla="*/ 405 h 2110"/>
                      <a:gd name="T26" fmla="*/ 51 w 285"/>
                      <a:gd name="T27" fmla="*/ 445 h 2110"/>
                      <a:gd name="T28" fmla="*/ 41 w 285"/>
                      <a:gd name="T29" fmla="*/ 485 h 2110"/>
                      <a:gd name="T30" fmla="*/ 31 w 285"/>
                      <a:gd name="T31" fmla="*/ 518 h 2110"/>
                      <a:gd name="T32" fmla="*/ 18 w 285"/>
                      <a:gd name="T33" fmla="*/ 554 h 2110"/>
                      <a:gd name="T34" fmla="*/ 0 w 285"/>
                      <a:gd name="T35" fmla="*/ 589 h 2110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285"/>
                      <a:gd name="T55" fmla="*/ 0 h 2110"/>
                      <a:gd name="T56" fmla="*/ 285 w 285"/>
                      <a:gd name="T57" fmla="*/ 2110 h 2110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285" h="2110">
                        <a:moveTo>
                          <a:pt x="71" y="0"/>
                        </a:moveTo>
                        <a:lnTo>
                          <a:pt x="103" y="72"/>
                        </a:lnTo>
                        <a:lnTo>
                          <a:pt x="142" y="156"/>
                        </a:lnTo>
                        <a:lnTo>
                          <a:pt x="186" y="273"/>
                        </a:lnTo>
                        <a:lnTo>
                          <a:pt x="222" y="397"/>
                        </a:lnTo>
                        <a:lnTo>
                          <a:pt x="244" y="519"/>
                        </a:lnTo>
                        <a:lnTo>
                          <a:pt x="262" y="642"/>
                        </a:lnTo>
                        <a:lnTo>
                          <a:pt x="279" y="799"/>
                        </a:lnTo>
                        <a:lnTo>
                          <a:pt x="285" y="930"/>
                        </a:lnTo>
                        <a:lnTo>
                          <a:pt x="285" y="1068"/>
                        </a:lnTo>
                        <a:lnTo>
                          <a:pt x="275" y="1190"/>
                        </a:lnTo>
                        <a:lnTo>
                          <a:pt x="257" y="1317"/>
                        </a:lnTo>
                        <a:lnTo>
                          <a:pt x="231" y="1450"/>
                        </a:lnTo>
                        <a:lnTo>
                          <a:pt x="196" y="1595"/>
                        </a:lnTo>
                        <a:lnTo>
                          <a:pt x="156" y="1736"/>
                        </a:lnTo>
                        <a:lnTo>
                          <a:pt x="120" y="1855"/>
                        </a:lnTo>
                        <a:lnTo>
                          <a:pt x="71" y="1983"/>
                        </a:lnTo>
                        <a:lnTo>
                          <a:pt x="0" y="2110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98" name="Freeform 87"/>
                  <p:cNvSpPr>
                    <a:spLocks/>
                  </p:cNvSpPr>
                  <p:nvPr/>
                </p:nvSpPr>
                <p:spPr bwMode="auto">
                  <a:xfrm>
                    <a:off x="4347" y="834"/>
                    <a:ext cx="94" cy="583"/>
                  </a:xfrm>
                  <a:custGeom>
                    <a:avLst/>
                    <a:gdLst>
                      <a:gd name="T0" fmla="*/ 7 w 355"/>
                      <a:gd name="T1" fmla="*/ 0 h 2091"/>
                      <a:gd name="T2" fmla="*/ 21 w 355"/>
                      <a:gd name="T3" fmla="*/ 19 h 2091"/>
                      <a:gd name="T4" fmla="*/ 37 w 355"/>
                      <a:gd name="T5" fmla="*/ 49 h 2091"/>
                      <a:gd name="T6" fmla="*/ 49 w 355"/>
                      <a:gd name="T7" fmla="*/ 71 h 2091"/>
                      <a:gd name="T8" fmla="*/ 61 w 355"/>
                      <a:gd name="T9" fmla="*/ 100 h 2091"/>
                      <a:gd name="T10" fmla="*/ 74 w 355"/>
                      <a:gd name="T11" fmla="*/ 136 h 2091"/>
                      <a:gd name="T12" fmla="*/ 82 w 355"/>
                      <a:gd name="T13" fmla="*/ 179 h 2091"/>
                      <a:gd name="T14" fmla="*/ 89 w 355"/>
                      <a:gd name="T15" fmla="*/ 225 h 2091"/>
                      <a:gd name="T16" fmla="*/ 93 w 355"/>
                      <a:gd name="T17" fmla="*/ 260 h 2091"/>
                      <a:gd name="T18" fmla="*/ 94 w 355"/>
                      <a:gd name="T19" fmla="*/ 296 h 2091"/>
                      <a:gd name="T20" fmla="*/ 88 w 355"/>
                      <a:gd name="T21" fmla="*/ 335 h 2091"/>
                      <a:gd name="T22" fmla="*/ 83 w 355"/>
                      <a:gd name="T23" fmla="*/ 369 h 2091"/>
                      <a:gd name="T24" fmla="*/ 74 w 355"/>
                      <a:gd name="T25" fmla="*/ 408 h 2091"/>
                      <a:gd name="T26" fmla="*/ 61 w 355"/>
                      <a:gd name="T27" fmla="*/ 444 h 2091"/>
                      <a:gd name="T28" fmla="*/ 48 w 355"/>
                      <a:gd name="T29" fmla="*/ 485 h 2091"/>
                      <a:gd name="T30" fmla="*/ 34 w 355"/>
                      <a:gd name="T31" fmla="*/ 518 h 2091"/>
                      <a:gd name="T32" fmla="*/ 17 w 355"/>
                      <a:gd name="T33" fmla="*/ 550 h 2091"/>
                      <a:gd name="T34" fmla="*/ 0 w 355"/>
                      <a:gd name="T35" fmla="*/ 583 h 209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55"/>
                      <a:gd name="T55" fmla="*/ 0 h 2091"/>
                      <a:gd name="T56" fmla="*/ 355 w 355"/>
                      <a:gd name="T57" fmla="*/ 2091 h 209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55" h="2091">
                        <a:moveTo>
                          <a:pt x="26" y="0"/>
                        </a:moveTo>
                        <a:lnTo>
                          <a:pt x="79" y="69"/>
                        </a:lnTo>
                        <a:lnTo>
                          <a:pt x="141" y="174"/>
                        </a:lnTo>
                        <a:lnTo>
                          <a:pt x="186" y="254"/>
                        </a:lnTo>
                        <a:lnTo>
                          <a:pt x="230" y="357"/>
                        </a:lnTo>
                        <a:lnTo>
                          <a:pt x="279" y="489"/>
                        </a:lnTo>
                        <a:lnTo>
                          <a:pt x="311" y="641"/>
                        </a:lnTo>
                        <a:lnTo>
                          <a:pt x="337" y="807"/>
                        </a:lnTo>
                        <a:lnTo>
                          <a:pt x="351" y="933"/>
                        </a:lnTo>
                        <a:lnTo>
                          <a:pt x="355" y="1061"/>
                        </a:lnTo>
                        <a:lnTo>
                          <a:pt x="333" y="1202"/>
                        </a:lnTo>
                        <a:lnTo>
                          <a:pt x="315" y="1325"/>
                        </a:lnTo>
                        <a:lnTo>
                          <a:pt x="279" y="1462"/>
                        </a:lnTo>
                        <a:lnTo>
                          <a:pt x="230" y="1594"/>
                        </a:lnTo>
                        <a:lnTo>
                          <a:pt x="181" y="1738"/>
                        </a:lnTo>
                        <a:lnTo>
                          <a:pt x="129" y="1858"/>
                        </a:lnTo>
                        <a:lnTo>
                          <a:pt x="66" y="1972"/>
                        </a:lnTo>
                        <a:lnTo>
                          <a:pt x="0" y="209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99" name="Freeform 88"/>
                  <p:cNvSpPr>
                    <a:spLocks/>
                  </p:cNvSpPr>
                  <p:nvPr/>
                </p:nvSpPr>
                <p:spPr bwMode="auto">
                  <a:xfrm>
                    <a:off x="4359" y="834"/>
                    <a:ext cx="113" cy="578"/>
                  </a:xfrm>
                  <a:custGeom>
                    <a:avLst/>
                    <a:gdLst>
                      <a:gd name="T0" fmla="*/ 2 w 432"/>
                      <a:gd name="T1" fmla="*/ 0 h 2072"/>
                      <a:gd name="T2" fmla="*/ 19 w 432"/>
                      <a:gd name="T3" fmla="*/ 20 h 2072"/>
                      <a:gd name="T4" fmla="*/ 37 w 432"/>
                      <a:gd name="T5" fmla="*/ 46 h 2072"/>
                      <a:gd name="T6" fmla="*/ 52 w 432"/>
                      <a:gd name="T7" fmla="*/ 75 h 2072"/>
                      <a:gd name="T8" fmla="*/ 66 w 432"/>
                      <a:gd name="T9" fmla="*/ 101 h 2072"/>
                      <a:gd name="T10" fmla="*/ 82 w 432"/>
                      <a:gd name="T11" fmla="*/ 138 h 2072"/>
                      <a:gd name="T12" fmla="*/ 95 w 432"/>
                      <a:gd name="T13" fmla="*/ 178 h 2072"/>
                      <a:gd name="T14" fmla="*/ 108 w 432"/>
                      <a:gd name="T15" fmla="*/ 225 h 2072"/>
                      <a:gd name="T16" fmla="*/ 111 w 432"/>
                      <a:gd name="T17" fmla="*/ 261 h 2072"/>
                      <a:gd name="T18" fmla="*/ 113 w 432"/>
                      <a:gd name="T19" fmla="*/ 295 h 2072"/>
                      <a:gd name="T20" fmla="*/ 108 w 432"/>
                      <a:gd name="T21" fmla="*/ 332 h 2072"/>
                      <a:gd name="T22" fmla="*/ 100 w 432"/>
                      <a:gd name="T23" fmla="*/ 369 h 2072"/>
                      <a:gd name="T24" fmla="*/ 87 w 432"/>
                      <a:gd name="T25" fmla="*/ 411 h 2072"/>
                      <a:gd name="T26" fmla="*/ 70 w 432"/>
                      <a:gd name="T27" fmla="*/ 451 h 2072"/>
                      <a:gd name="T28" fmla="*/ 54 w 432"/>
                      <a:gd name="T29" fmla="*/ 487 h 2072"/>
                      <a:gd name="T30" fmla="*/ 36 w 432"/>
                      <a:gd name="T31" fmla="*/ 522 h 2072"/>
                      <a:gd name="T32" fmla="*/ 18 w 432"/>
                      <a:gd name="T33" fmla="*/ 554 h 2072"/>
                      <a:gd name="T34" fmla="*/ 0 w 432"/>
                      <a:gd name="T35" fmla="*/ 578 h 2072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432"/>
                      <a:gd name="T55" fmla="*/ 0 h 2072"/>
                      <a:gd name="T56" fmla="*/ 432 w 432"/>
                      <a:gd name="T57" fmla="*/ 2072 h 2072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432" h="2072">
                        <a:moveTo>
                          <a:pt x="8" y="0"/>
                        </a:moveTo>
                        <a:lnTo>
                          <a:pt x="71" y="70"/>
                        </a:lnTo>
                        <a:lnTo>
                          <a:pt x="142" y="164"/>
                        </a:lnTo>
                        <a:lnTo>
                          <a:pt x="200" y="269"/>
                        </a:lnTo>
                        <a:lnTo>
                          <a:pt x="253" y="363"/>
                        </a:lnTo>
                        <a:lnTo>
                          <a:pt x="315" y="495"/>
                        </a:lnTo>
                        <a:lnTo>
                          <a:pt x="364" y="638"/>
                        </a:lnTo>
                        <a:lnTo>
                          <a:pt x="414" y="807"/>
                        </a:lnTo>
                        <a:lnTo>
                          <a:pt x="426" y="934"/>
                        </a:lnTo>
                        <a:lnTo>
                          <a:pt x="432" y="1057"/>
                        </a:lnTo>
                        <a:lnTo>
                          <a:pt x="414" y="1189"/>
                        </a:lnTo>
                        <a:lnTo>
                          <a:pt x="382" y="1321"/>
                        </a:lnTo>
                        <a:lnTo>
                          <a:pt x="333" y="1473"/>
                        </a:lnTo>
                        <a:lnTo>
                          <a:pt x="267" y="1615"/>
                        </a:lnTo>
                        <a:lnTo>
                          <a:pt x="208" y="1744"/>
                        </a:lnTo>
                        <a:lnTo>
                          <a:pt x="137" y="1873"/>
                        </a:lnTo>
                        <a:lnTo>
                          <a:pt x="67" y="1987"/>
                        </a:lnTo>
                        <a:lnTo>
                          <a:pt x="0" y="207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00" name="Freeform 89"/>
                  <p:cNvSpPr>
                    <a:spLocks/>
                  </p:cNvSpPr>
                  <p:nvPr/>
                </p:nvSpPr>
                <p:spPr bwMode="auto">
                  <a:xfrm>
                    <a:off x="4369" y="834"/>
                    <a:ext cx="135" cy="351"/>
                  </a:xfrm>
                  <a:custGeom>
                    <a:avLst/>
                    <a:gdLst>
                      <a:gd name="T0" fmla="*/ 0 w 516"/>
                      <a:gd name="T1" fmla="*/ 0 h 1261"/>
                      <a:gd name="T2" fmla="*/ 26 w 516"/>
                      <a:gd name="T3" fmla="*/ 26 h 1261"/>
                      <a:gd name="T4" fmla="*/ 47 w 516"/>
                      <a:gd name="T5" fmla="*/ 52 h 1261"/>
                      <a:gd name="T6" fmla="*/ 68 w 516"/>
                      <a:gd name="T7" fmla="*/ 77 h 1261"/>
                      <a:gd name="T8" fmla="*/ 89 w 516"/>
                      <a:gd name="T9" fmla="*/ 107 h 1261"/>
                      <a:gd name="T10" fmla="*/ 105 w 516"/>
                      <a:gd name="T11" fmla="*/ 141 h 1261"/>
                      <a:gd name="T12" fmla="*/ 119 w 516"/>
                      <a:gd name="T13" fmla="*/ 178 h 1261"/>
                      <a:gd name="T14" fmla="*/ 130 w 516"/>
                      <a:gd name="T15" fmla="*/ 225 h 1261"/>
                      <a:gd name="T16" fmla="*/ 135 w 516"/>
                      <a:gd name="T17" fmla="*/ 262 h 1261"/>
                      <a:gd name="T18" fmla="*/ 134 w 516"/>
                      <a:gd name="T19" fmla="*/ 297 h 1261"/>
                      <a:gd name="T20" fmla="*/ 128 w 516"/>
                      <a:gd name="T21" fmla="*/ 351 h 1261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16"/>
                      <a:gd name="T34" fmla="*/ 0 h 1261"/>
                      <a:gd name="T35" fmla="*/ 516 w 516"/>
                      <a:gd name="T36" fmla="*/ 1261 h 1261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16" h="1261">
                        <a:moveTo>
                          <a:pt x="0" y="0"/>
                        </a:moveTo>
                        <a:lnTo>
                          <a:pt x="98" y="94"/>
                        </a:lnTo>
                        <a:lnTo>
                          <a:pt x="179" y="187"/>
                        </a:lnTo>
                        <a:lnTo>
                          <a:pt x="258" y="277"/>
                        </a:lnTo>
                        <a:lnTo>
                          <a:pt x="339" y="386"/>
                        </a:lnTo>
                        <a:lnTo>
                          <a:pt x="401" y="508"/>
                        </a:lnTo>
                        <a:lnTo>
                          <a:pt x="454" y="638"/>
                        </a:lnTo>
                        <a:lnTo>
                          <a:pt x="498" y="807"/>
                        </a:lnTo>
                        <a:lnTo>
                          <a:pt x="516" y="940"/>
                        </a:lnTo>
                        <a:lnTo>
                          <a:pt x="512" y="1066"/>
                        </a:lnTo>
                        <a:lnTo>
                          <a:pt x="490" y="126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01" name="Freeform 90"/>
                  <p:cNvSpPr>
                    <a:spLocks/>
                  </p:cNvSpPr>
                  <p:nvPr/>
                </p:nvSpPr>
                <p:spPr bwMode="auto">
                  <a:xfrm>
                    <a:off x="4381" y="834"/>
                    <a:ext cx="279" cy="583"/>
                  </a:xfrm>
                  <a:custGeom>
                    <a:avLst/>
                    <a:gdLst>
                      <a:gd name="T0" fmla="*/ 0 w 1064"/>
                      <a:gd name="T1" fmla="*/ 0 h 2091"/>
                      <a:gd name="T2" fmla="*/ 25 w 1064"/>
                      <a:gd name="T3" fmla="*/ 19 h 2091"/>
                      <a:gd name="T4" fmla="*/ 48 w 1064"/>
                      <a:gd name="T5" fmla="*/ 40 h 2091"/>
                      <a:gd name="T6" fmla="*/ 79 w 1064"/>
                      <a:gd name="T7" fmla="*/ 77 h 2091"/>
                      <a:gd name="T8" fmla="*/ 101 w 1064"/>
                      <a:gd name="T9" fmla="*/ 110 h 2091"/>
                      <a:gd name="T10" fmla="*/ 122 w 1064"/>
                      <a:gd name="T11" fmla="*/ 146 h 2091"/>
                      <a:gd name="T12" fmla="*/ 137 w 1064"/>
                      <a:gd name="T13" fmla="*/ 184 h 2091"/>
                      <a:gd name="T14" fmla="*/ 149 w 1064"/>
                      <a:gd name="T15" fmla="*/ 222 h 2091"/>
                      <a:gd name="T16" fmla="*/ 156 w 1064"/>
                      <a:gd name="T17" fmla="*/ 261 h 2091"/>
                      <a:gd name="T18" fmla="*/ 157 w 1064"/>
                      <a:gd name="T19" fmla="*/ 293 h 2091"/>
                      <a:gd name="T20" fmla="*/ 160 w 1064"/>
                      <a:gd name="T21" fmla="*/ 330 h 2091"/>
                      <a:gd name="T22" fmla="*/ 167 w 1064"/>
                      <a:gd name="T23" fmla="*/ 367 h 2091"/>
                      <a:gd name="T24" fmla="*/ 179 w 1064"/>
                      <a:gd name="T25" fmla="*/ 406 h 2091"/>
                      <a:gd name="T26" fmla="*/ 196 w 1064"/>
                      <a:gd name="T27" fmla="*/ 446 h 2091"/>
                      <a:gd name="T28" fmla="*/ 211 w 1064"/>
                      <a:gd name="T29" fmla="*/ 482 h 2091"/>
                      <a:gd name="T30" fmla="*/ 230 w 1064"/>
                      <a:gd name="T31" fmla="*/ 514 h 2091"/>
                      <a:gd name="T32" fmla="*/ 253 w 1064"/>
                      <a:gd name="T33" fmla="*/ 551 h 2091"/>
                      <a:gd name="T34" fmla="*/ 279 w 1064"/>
                      <a:gd name="T35" fmla="*/ 583 h 209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64"/>
                      <a:gd name="T55" fmla="*/ 0 h 2091"/>
                      <a:gd name="T56" fmla="*/ 1064 w 1064"/>
                      <a:gd name="T57" fmla="*/ 2091 h 209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64" h="2091">
                        <a:moveTo>
                          <a:pt x="0" y="0"/>
                        </a:moveTo>
                        <a:lnTo>
                          <a:pt x="97" y="69"/>
                        </a:lnTo>
                        <a:lnTo>
                          <a:pt x="182" y="145"/>
                        </a:lnTo>
                        <a:lnTo>
                          <a:pt x="301" y="277"/>
                        </a:lnTo>
                        <a:lnTo>
                          <a:pt x="386" y="394"/>
                        </a:lnTo>
                        <a:lnTo>
                          <a:pt x="466" y="522"/>
                        </a:lnTo>
                        <a:lnTo>
                          <a:pt x="523" y="660"/>
                        </a:lnTo>
                        <a:lnTo>
                          <a:pt x="569" y="797"/>
                        </a:lnTo>
                        <a:lnTo>
                          <a:pt x="595" y="935"/>
                        </a:lnTo>
                        <a:lnTo>
                          <a:pt x="599" y="1052"/>
                        </a:lnTo>
                        <a:lnTo>
                          <a:pt x="610" y="1184"/>
                        </a:lnTo>
                        <a:lnTo>
                          <a:pt x="636" y="1317"/>
                        </a:lnTo>
                        <a:lnTo>
                          <a:pt x="681" y="1457"/>
                        </a:lnTo>
                        <a:lnTo>
                          <a:pt x="747" y="1598"/>
                        </a:lnTo>
                        <a:lnTo>
                          <a:pt x="806" y="1729"/>
                        </a:lnTo>
                        <a:lnTo>
                          <a:pt x="876" y="1844"/>
                        </a:lnTo>
                        <a:lnTo>
                          <a:pt x="965" y="1976"/>
                        </a:lnTo>
                        <a:lnTo>
                          <a:pt x="1064" y="209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02" name="Freeform 91"/>
                  <p:cNvSpPr>
                    <a:spLocks/>
                  </p:cNvSpPr>
                  <p:nvPr/>
                </p:nvSpPr>
                <p:spPr bwMode="auto">
                  <a:xfrm>
                    <a:off x="4399" y="835"/>
                    <a:ext cx="278" cy="585"/>
                  </a:xfrm>
                  <a:custGeom>
                    <a:avLst/>
                    <a:gdLst>
                      <a:gd name="T0" fmla="*/ 0 w 1064"/>
                      <a:gd name="T1" fmla="*/ 0 h 2097"/>
                      <a:gd name="T2" fmla="*/ 36 w 1064"/>
                      <a:gd name="T3" fmla="*/ 25 h 2097"/>
                      <a:gd name="T4" fmla="*/ 63 w 1064"/>
                      <a:gd name="T5" fmla="*/ 51 h 2097"/>
                      <a:gd name="T6" fmla="*/ 94 w 1064"/>
                      <a:gd name="T7" fmla="*/ 87 h 2097"/>
                      <a:gd name="T8" fmla="*/ 116 w 1064"/>
                      <a:gd name="T9" fmla="*/ 117 h 2097"/>
                      <a:gd name="T10" fmla="*/ 138 w 1064"/>
                      <a:gd name="T11" fmla="*/ 155 h 2097"/>
                      <a:gd name="T12" fmla="*/ 154 w 1064"/>
                      <a:gd name="T13" fmla="*/ 191 h 2097"/>
                      <a:gd name="T14" fmla="*/ 166 w 1064"/>
                      <a:gd name="T15" fmla="*/ 229 h 2097"/>
                      <a:gd name="T16" fmla="*/ 172 w 1064"/>
                      <a:gd name="T17" fmla="*/ 268 h 2097"/>
                      <a:gd name="T18" fmla="*/ 173 w 1064"/>
                      <a:gd name="T19" fmla="*/ 300 h 2097"/>
                      <a:gd name="T20" fmla="*/ 176 w 1064"/>
                      <a:gd name="T21" fmla="*/ 337 h 2097"/>
                      <a:gd name="T22" fmla="*/ 183 w 1064"/>
                      <a:gd name="T23" fmla="*/ 374 h 2097"/>
                      <a:gd name="T24" fmla="*/ 195 w 1064"/>
                      <a:gd name="T25" fmla="*/ 413 h 2097"/>
                      <a:gd name="T26" fmla="*/ 205 w 1064"/>
                      <a:gd name="T27" fmla="*/ 447 h 2097"/>
                      <a:gd name="T28" fmla="*/ 219 w 1064"/>
                      <a:gd name="T29" fmla="*/ 483 h 2097"/>
                      <a:gd name="T30" fmla="*/ 231 w 1064"/>
                      <a:gd name="T31" fmla="*/ 516 h 2097"/>
                      <a:gd name="T32" fmla="*/ 249 w 1064"/>
                      <a:gd name="T33" fmla="*/ 546 h 2097"/>
                      <a:gd name="T34" fmla="*/ 278 w 1064"/>
                      <a:gd name="T35" fmla="*/ 585 h 2097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64"/>
                      <a:gd name="T55" fmla="*/ 0 h 2097"/>
                      <a:gd name="T56" fmla="*/ 1064 w 1064"/>
                      <a:gd name="T57" fmla="*/ 2097 h 2097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64" h="2097">
                        <a:moveTo>
                          <a:pt x="0" y="0"/>
                        </a:moveTo>
                        <a:lnTo>
                          <a:pt x="139" y="90"/>
                        </a:lnTo>
                        <a:lnTo>
                          <a:pt x="240" y="183"/>
                        </a:lnTo>
                        <a:lnTo>
                          <a:pt x="361" y="311"/>
                        </a:lnTo>
                        <a:lnTo>
                          <a:pt x="444" y="420"/>
                        </a:lnTo>
                        <a:lnTo>
                          <a:pt x="529" y="554"/>
                        </a:lnTo>
                        <a:lnTo>
                          <a:pt x="588" y="686"/>
                        </a:lnTo>
                        <a:lnTo>
                          <a:pt x="634" y="822"/>
                        </a:lnTo>
                        <a:lnTo>
                          <a:pt x="660" y="959"/>
                        </a:lnTo>
                        <a:lnTo>
                          <a:pt x="664" y="1076"/>
                        </a:lnTo>
                        <a:lnTo>
                          <a:pt x="673" y="1209"/>
                        </a:lnTo>
                        <a:lnTo>
                          <a:pt x="699" y="1341"/>
                        </a:lnTo>
                        <a:lnTo>
                          <a:pt x="745" y="1482"/>
                        </a:lnTo>
                        <a:lnTo>
                          <a:pt x="784" y="1601"/>
                        </a:lnTo>
                        <a:lnTo>
                          <a:pt x="838" y="1730"/>
                        </a:lnTo>
                        <a:lnTo>
                          <a:pt x="886" y="1850"/>
                        </a:lnTo>
                        <a:lnTo>
                          <a:pt x="953" y="1958"/>
                        </a:lnTo>
                        <a:lnTo>
                          <a:pt x="1064" y="209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03" name="Freeform 92"/>
                  <p:cNvSpPr>
                    <a:spLocks/>
                  </p:cNvSpPr>
                  <p:nvPr/>
                </p:nvSpPr>
                <p:spPr bwMode="auto">
                  <a:xfrm>
                    <a:off x="4059" y="844"/>
                    <a:ext cx="219" cy="582"/>
                  </a:xfrm>
                  <a:custGeom>
                    <a:avLst/>
                    <a:gdLst>
                      <a:gd name="T0" fmla="*/ 219 w 836"/>
                      <a:gd name="T1" fmla="*/ 0 h 2087"/>
                      <a:gd name="T2" fmla="*/ 195 w 836"/>
                      <a:gd name="T3" fmla="*/ 29 h 2087"/>
                      <a:gd name="T4" fmla="*/ 168 w 836"/>
                      <a:gd name="T5" fmla="*/ 67 h 2087"/>
                      <a:gd name="T6" fmla="*/ 148 w 836"/>
                      <a:gd name="T7" fmla="*/ 100 h 2087"/>
                      <a:gd name="T8" fmla="*/ 128 w 836"/>
                      <a:gd name="T9" fmla="*/ 138 h 2087"/>
                      <a:gd name="T10" fmla="*/ 113 w 836"/>
                      <a:gd name="T11" fmla="*/ 172 h 2087"/>
                      <a:gd name="T12" fmla="*/ 95 w 836"/>
                      <a:gd name="T13" fmla="*/ 212 h 2087"/>
                      <a:gd name="T14" fmla="*/ 85 w 836"/>
                      <a:gd name="T15" fmla="*/ 250 h 2087"/>
                      <a:gd name="T16" fmla="*/ 81 w 836"/>
                      <a:gd name="T17" fmla="*/ 283 h 2087"/>
                      <a:gd name="T18" fmla="*/ 76 w 836"/>
                      <a:gd name="T19" fmla="*/ 321 h 2087"/>
                      <a:gd name="T20" fmla="*/ 71 w 836"/>
                      <a:gd name="T21" fmla="*/ 359 h 2087"/>
                      <a:gd name="T22" fmla="*/ 62 w 836"/>
                      <a:gd name="T23" fmla="*/ 399 h 2087"/>
                      <a:gd name="T24" fmla="*/ 54 w 836"/>
                      <a:gd name="T25" fmla="*/ 435 h 2087"/>
                      <a:gd name="T26" fmla="*/ 45 w 836"/>
                      <a:gd name="T27" fmla="*/ 474 h 2087"/>
                      <a:gd name="T28" fmla="*/ 36 w 836"/>
                      <a:gd name="T29" fmla="*/ 507 h 2087"/>
                      <a:gd name="T30" fmla="*/ 25 w 836"/>
                      <a:gd name="T31" fmla="*/ 534 h 2087"/>
                      <a:gd name="T32" fmla="*/ 13 w 836"/>
                      <a:gd name="T33" fmla="*/ 556 h 2087"/>
                      <a:gd name="T34" fmla="*/ 0 w 836"/>
                      <a:gd name="T35" fmla="*/ 582 h 2087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836"/>
                      <a:gd name="T55" fmla="*/ 0 h 2087"/>
                      <a:gd name="T56" fmla="*/ 836 w 836"/>
                      <a:gd name="T57" fmla="*/ 2087 h 2087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836" h="2087">
                        <a:moveTo>
                          <a:pt x="836" y="0"/>
                        </a:moveTo>
                        <a:lnTo>
                          <a:pt x="743" y="103"/>
                        </a:lnTo>
                        <a:lnTo>
                          <a:pt x="640" y="239"/>
                        </a:lnTo>
                        <a:lnTo>
                          <a:pt x="565" y="357"/>
                        </a:lnTo>
                        <a:lnTo>
                          <a:pt x="489" y="495"/>
                        </a:lnTo>
                        <a:lnTo>
                          <a:pt x="432" y="618"/>
                        </a:lnTo>
                        <a:lnTo>
                          <a:pt x="364" y="759"/>
                        </a:lnTo>
                        <a:lnTo>
                          <a:pt x="325" y="896"/>
                        </a:lnTo>
                        <a:lnTo>
                          <a:pt x="311" y="1015"/>
                        </a:lnTo>
                        <a:lnTo>
                          <a:pt x="289" y="1151"/>
                        </a:lnTo>
                        <a:lnTo>
                          <a:pt x="271" y="1288"/>
                        </a:lnTo>
                        <a:lnTo>
                          <a:pt x="235" y="1429"/>
                        </a:lnTo>
                        <a:lnTo>
                          <a:pt x="205" y="1561"/>
                        </a:lnTo>
                        <a:lnTo>
                          <a:pt x="170" y="1699"/>
                        </a:lnTo>
                        <a:lnTo>
                          <a:pt x="138" y="1819"/>
                        </a:lnTo>
                        <a:lnTo>
                          <a:pt x="94" y="1915"/>
                        </a:lnTo>
                        <a:lnTo>
                          <a:pt x="49" y="1995"/>
                        </a:lnTo>
                        <a:lnTo>
                          <a:pt x="0" y="208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04" name="Freeform 93"/>
                  <p:cNvSpPr>
                    <a:spLocks/>
                  </p:cNvSpPr>
                  <p:nvPr/>
                </p:nvSpPr>
                <p:spPr bwMode="auto">
                  <a:xfrm>
                    <a:off x="4173" y="837"/>
                    <a:ext cx="126" cy="339"/>
                  </a:xfrm>
                  <a:custGeom>
                    <a:avLst/>
                    <a:gdLst>
                      <a:gd name="T0" fmla="*/ 126 w 480"/>
                      <a:gd name="T1" fmla="*/ 0 h 1214"/>
                      <a:gd name="T2" fmla="*/ 93 w 480"/>
                      <a:gd name="T3" fmla="*/ 44 h 1214"/>
                      <a:gd name="T4" fmla="*/ 72 w 480"/>
                      <a:gd name="T5" fmla="*/ 76 h 1214"/>
                      <a:gd name="T6" fmla="*/ 58 w 480"/>
                      <a:gd name="T7" fmla="*/ 107 h 1214"/>
                      <a:gd name="T8" fmla="*/ 41 w 480"/>
                      <a:gd name="T9" fmla="*/ 144 h 1214"/>
                      <a:gd name="T10" fmla="*/ 25 w 480"/>
                      <a:gd name="T11" fmla="*/ 183 h 1214"/>
                      <a:gd name="T12" fmla="*/ 13 w 480"/>
                      <a:gd name="T13" fmla="*/ 220 h 1214"/>
                      <a:gd name="T14" fmla="*/ 4 w 480"/>
                      <a:gd name="T15" fmla="*/ 259 h 1214"/>
                      <a:gd name="T16" fmla="*/ 1 w 480"/>
                      <a:gd name="T17" fmla="*/ 288 h 1214"/>
                      <a:gd name="T18" fmla="*/ 0 w 480"/>
                      <a:gd name="T19" fmla="*/ 339 h 121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480"/>
                      <a:gd name="T31" fmla="*/ 0 h 1214"/>
                      <a:gd name="T32" fmla="*/ 480 w 480"/>
                      <a:gd name="T33" fmla="*/ 1214 h 1214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480" h="1214">
                        <a:moveTo>
                          <a:pt x="480" y="0"/>
                        </a:moveTo>
                        <a:lnTo>
                          <a:pt x="356" y="156"/>
                        </a:lnTo>
                        <a:lnTo>
                          <a:pt x="276" y="273"/>
                        </a:lnTo>
                        <a:lnTo>
                          <a:pt x="222" y="382"/>
                        </a:lnTo>
                        <a:lnTo>
                          <a:pt x="156" y="514"/>
                        </a:lnTo>
                        <a:lnTo>
                          <a:pt x="97" y="657"/>
                        </a:lnTo>
                        <a:lnTo>
                          <a:pt x="49" y="789"/>
                        </a:lnTo>
                        <a:lnTo>
                          <a:pt x="14" y="927"/>
                        </a:lnTo>
                        <a:lnTo>
                          <a:pt x="4" y="1030"/>
                        </a:lnTo>
                        <a:lnTo>
                          <a:pt x="0" y="1214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05" name="Freeform 94"/>
                  <p:cNvSpPr>
                    <a:spLocks/>
                  </p:cNvSpPr>
                  <p:nvPr/>
                </p:nvSpPr>
                <p:spPr bwMode="auto">
                  <a:xfrm>
                    <a:off x="4208" y="836"/>
                    <a:ext cx="102" cy="587"/>
                  </a:xfrm>
                  <a:custGeom>
                    <a:avLst/>
                    <a:gdLst>
                      <a:gd name="T0" fmla="*/ 102 w 392"/>
                      <a:gd name="T1" fmla="*/ 0 h 2102"/>
                      <a:gd name="T2" fmla="*/ 91 w 392"/>
                      <a:gd name="T3" fmla="*/ 16 h 2102"/>
                      <a:gd name="T4" fmla="*/ 74 w 392"/>
                      <a:gd name="T5" fmla="*/ 44 h 2102"/>
                      <a:gd name="T6" fmla="*/ 57 w 392"/>
                      <a:gd name="T7" fmla="*/ 75 h 2102"/>
                      <a:gd name="T8" fmla="*/ 42 w 392"/>
                      <a:gd name="T9" fmla="*/ 109 h 2102"/>
                      <a:gd name="T10" fmla="*/ 29 w 392"/>
                      <a:gd name="T11" fmla="*/ 147 h 2102"/>
                      <a:gd name="T12" fmla="*/ 17 w 392"/>
                      <a:gd name="T13" fmla="*/ 185 h 2102"/>
                      <a:gd name="T14" fmla="*/ 7 w 392"/>
                      <a:gd name="T15" fmla="*/ 220 h 2102"/>
                      <a:gd name="T16" fmla="*/ 2 w 392"/>
                      <a:gd name="T17" fmla="*/ 255 h 2102"/>
                      <a:gd name="T18" fmla="*/ 0 w 392"/>
                      <a:gd name="T19" fmla="*/ 293 h 2102"/>
                      <a:gd name="T20" fmla="*/ 1 w 392"/>
                      <a:gd name="T21" fmla="*/ 330 h 2102"/>
                      <a:gd name="T22" fmla="*/ 4 w 392"/>
                      <a:gd name="T23" fmla="*/ 365 h 2102"/>
                      <a:gd name="T24" fmla="*/ 13 w 392"/>
                      <a:gd name="T25" fmla="*/ 407 h 2102"/>
                      <a:gd name="T26" fmla="*/ 21 w 392"/>
                      <a:gd name="T27" fmla="*/ 444 h 2102"/>
                      <a:gd name="T28" fmla="*/ 29 w 392"/>
                      <a:gd name="T29" fmla="*/ 486 h 2102"/>
                      <a:gd name="T30" fmla="*/ 42 w 392"/>
                      <a:gd name="T31" fmla="*/ 519 h 2102"/>
                      <a:gd name="T32" fmla="*/ 51 w 392"/>
                      <a:gd name="T33" fmla="*/ 545 h 2102"/>
                      <a:gd name="T34" fmla="*/ 69 w 392"/>
                      <a:gd name="T35" fmla="*/ 587 h 2102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92"/>
                      <a:gd name="T55" fmla="*/ 0 h 2102"/>
                      <a:gd name="T56" fmla="*/ 392 w 392"/>
                      <a:gd name="T57" fmla="*/ 2102 h 2102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92" h="2102">
                        <a:moveTo>
                          <a:pt x="392" y="0"/>
                        </a:moveTo>
                        <a:lnTo>
                          <a:pt x="351" y="57"/>
                        </a:lnTo>
                        <a:lnTo>
                          <a:pt x="285" y="156"/>
                        </a:lnTo>
                        <a:lnTo>
                          <a:pt x="218" y="269"/>
                        </a:lnTo>
                        <a:lnTo>
                          <a:pt x="160" y="391"/>
                        </a:lnTo>
                        <a:lnTo>
                          <a:pt x="111" y="525"/>
                        </a:lnTo>
                        <a:lnTo>
                          <a:pt x="67" y="662"/>
                        </a:lnTo>
                        <a:lnTo>
                          <a:pt x="27" y="789"/>
                        </a:lnTo>
                        <a:lnTo>
                          <a:pt x="9" y="912"/>
                        </a:lnTo>
                        <a:lnTo>
                          <a:pt x="0" y="1049"/>
                        </a:lnTo>
                        <a:lnTo>
                          <a:pt x="5" y="1181"/>
                        </a:lnTo>
                        <a:lnTo>
                          <a:pt x="17" y="1307"/>
                        </a:lnTo>
                        <a:lnTo>
                          <a:pt x="49" y="1458"/>
                        </a:lnTo>
                        <a:lnTo>
                          <a:pt x="80" y="1590"/>
                        </a:lnTo>
                        <a:lnTo>
                          <a:pt x="111" y="1740"/>
                        </a:lnTo>
                        <a:lnTo>
                          <a:pt x="160" y="1859"/>
                        </a:lnTo>
                        <a:lnTo>
                          <a:pt x="196" y="1953"/>
                        </a:lnTo>
                        <a:lnTo>
                          <a:pt x="267" y="210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06" name="Freeform 95"/>
                  <p:cNvSpPr>
                    <a:spLocks/>
                  </p:cNvSpPr>
                  <p:nvPr/>
                </p:nvSpPr>
                <p:spPr bwMode="auto">
                  <a:xfrm>
                    <a:off x="4240" y="836"/>
                    <a:ext cx="82" cy="587"/>
                  </a:xfrm>
                  <a:custGeom>
                    <a:avLst/>
                    <a:gdLst>
                      <a:gd name="T0" fmla="*/ 82 w 311"/>
                      <a:gd name="T1" fmla="*/ 0 h 2102"/>
                      <a:gd name="T2" fmla="*/ 73 w 311"/>
                      <a:gd name="T3" fmla="*/ 16 h 2102"/>
                      <a:gd name="T4" fmla="*/ 59 w 311"/>
                      <a:gd name="T5" fmla="*/ 44 h 2102"/>
                      <a:gd name="T6" fmla="*/ 41 w 311"/>
                      <a:gd name="T7" fmla="*/ 79 h 2102"/>
                      <a:gd name="T8" fmla="*/ 32 w 311"/>
                      <a:gd name="T9" fmla="*/ 111 h 2102"/>
                      <a:gd name="T10" fmla="*/ 22 w 311"/>
                      <a:gd name="T11" fmla="*/ 148 h 2102"/>
                      <a:gd name="T12" fmla="*/ 13 w 311"/>
                      <a:gd name="T13" fmla="*/ 181 h 2102"/>
                      <a:gd name="T14" fmla="*/ 7 w 311"/>
                      <a:gd name="T15" fmla="*/ 217 h 2102"/>
                      <a:gd name="T16" fmla="*/ 2 w 311"/>
                      <a:gd name="T17" fmla="*/ 253 h 2102"/>
                      <a:gd name="T18" fmla="*/ 0 w 311"/>
                      <a:gd name="T19" fmla="*/ 293 h 2102"/>
                      <a:gd name="T20" fmla="*/ 0 w 311"/>
                      <a:gd name="T21" fmla="*/ 327 h 2102"/>
                      <a:gd name="T22" fmla="*/ 3 w 311"/>
                      <a:gd name="T23" fmla="*/ 367 h 2102"/>
                      <a:gd name="T24" fmla="*/ 9 w 311"/>
                      <a:gd name="T25" fmla="*/ 407 h 2102"/>
                      <a:gd name="T26" fmla="*/ 15 w 311"/>
                      <a:gd name="T27" fmla="*/ 444 h 2102"/>
                      <a:gd name="T28" fmla="*/ 19 w 311"/>
                      <a:gd name="T29" fmla="*/ 483 h 2102"/>
                      <a:gd name="T30" fmla="*/ 27 w 311"/>
                      <a:gd name="T31" fmla="*/ 516 h 2102"/>
                      <a:gd name="T32" fmla="*/ 35 w 311"/>
                      <a:gd name="T33" fmla="*/ 545 h 2102"/>
                      <a:gd name="T34" fmla="*/ 46 w 311"/>
                      <a:gd name="T35" fmla="*/ 587 h 2102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11"/>
                      <a:gd name="T55" fmla="*/ 0 h 2102"/>
                      <a:gd name="T56" fmla="*/ 311 w 311"/>
                      <a:gd name="T57" fmla="*/ 2102 h 2102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11" h="2102">
                        <a:moveTo>
                          <a:pt x="311" y="0"/>
                        </a:moveTo>
                        <a:lnTo>
                          <a:pt x="275" y="57"/>
                        </a:lnTo>
                        <a:lnTo>
                          <a:pt x="222" y="156"/>
                        </a:lnTo>
                        <a:lnTo>
                          <a:pt x="156" y="283"/>
                        </a:lnTo>
                        <a:lnTo>
                          <a:pt x="120" y="397"/>
                        </a:lnTo>
                        <a:lnTo>
                          <a:pt x="85" y="530"/>
                        </a:lnTo>
                        <a:lnTo>
                          <a:pt x="49" y="648"/>
                        </a:lnTo>
                        <a:lnTo>
                          <a:pt x="27" y="776"/>
                        </a:lnTo>
                        <a:lnTo>
                          <a:pt x="9" y="906"/>
                        </a:lnTo>
                        <a:lnTo>
                          <a:pt x="0" y="1049"/>
                        </a:lnTo>
                        <a:lnTo>
                          <a:pt x="0" y="1171"/>
                        </a:lnTo>
                        <a:lnTo>
                          <a:pt x="13" y="1313"/>
                        </a:lnTo>
                        <a:lnTo>
                          <a:pt x="35" y="1458"/>
                        </a:lnTo>
                        <a:lnTo>
                          <a:pt x="57" y="1590"/>
                        </a:lnTo>
                        <a:lnTo>
                          <a:pt x="71" y="1730"/>
                        </a:lnTo>
                        <a:lnTo>
                          <a:pt x="103" y="1846"/>
                        </a:lnTo>
                        <a:lnTo>
                          <a:pt x="133" y="1953"/>
                        </a:lnTo>
                        <a:lnTo>
                          <a:pt x="174" y="210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07" name="Freeform 96"/>
                  <p:cNvSpPr>
                    <a:spLocks/>
                  </p:cNvSpPr>
                  <p:nvPr/>
                </p:nvSpPr>
                <p:spPr bwMode="auto">
                  <a:xfrm>
                    <a:off x="4274" y="837"/>
                    <a:ext cx="53" cy="586"/>
                  </a:xfrm>
                  <a:custGeom>
                    <a:avLst/>
                    <a:gdLst>
                      <a:gd name="T0" fmla="*/ 53 w 204"/>
                      <a:gd name="T1" fmla="*/ 0 h 2097"/>
                      <a:gd name="T2" fmla="*/ 45 w 204"/>
                      <a:gd name="T3" fmla="*/ 16 h 2097"/>
                      <a:gd name="T4" fmla="*/ 36 w 204"/>
                      <a:gd name="T5" fmla="*/ 45 h 2097"/>
                      <a:gd name="T6" fmla="*/ 26 w 204"/>
                      <a:gd name="T7" fmla="*/ 77 h 2097"/>
                      <a:gd name="T8" fmla="*/ 21 w 204"/>
                      <a:gd name="T9" fmla="*/ 107 h 2097"/>
                      <a:gd name="T10" fmla="*/ 15 w 204"/>
                      <a:gd name="T11" fmla="*/ 147 h 2097"/>
                      <a:gd name="T12" fmla="*/ 10 w 204"/>
                      <a:gd name="T13" fmla="*/ 186 h 2097"/>
                      <a:gd name="T14" fmla="*/ 7 w 204"/>
                      <a:gd name="T15" fmla="*/ 215 h 2097"/>
                      <a:gd name="T16" fmla="*/ 3 w 204"/>
                      <a:gd name="T17" fmla="*/ 252 h 2097"/>
                      <a:gd name="T18" fmla="*/ 0 w 204"/>
                      <a:gd name="T19" fmla="*/ 292 h 2097"/>
                      <a:gd name="T20" fmla="*/ 0 w 204"/>
                      <a:gd name="T21" fmla="*/ 330 h 2097"/>
                      <a:gd name="T22" fmla="*/ 0 w 204"/>
                      <a:gd name="T23" fmla="*/ 364 h 2097"/>
                      <a:gd name="T24" fmla="*/ 2 w 204"/>
                      <a:gd name="T25" fmla="*/ 401 h 2097"/>
                      <a:gd name="T26" fmla="*/ 4 w 204"/>
                      <a:gd name="T27" fmla="*/ 442 h 2097"/>
                      <a:gd name="T28" fmla="*/ 8 w 204"/>
                      <a:gd name="T29" fmla="*/ 478 h 2097"/>
                      <a:gd name="T30" fmla="*/ 14 w 204"/>
                      <a:gd name="T31" fmla="*/ 517 h 2097"/>
                      <a:gd name="T32" fmla="*/ 16 w 204"/>
                      <a:gd name="T33" fmla="*/ 545 h 2097"/>
                      <a:gd name="T34" fmla="*/ 19 w 204"/>
                      <a:gd name="T35" fmla="*/ 586 h 2097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204"/>
                      <a:gd name="T55" fmla="*/ 0 h 2097"/>
                      <a:gd name="T56" fmla="*/ 204 w 204"/>
                      <a:gd name="T57" fmla="*/ 2097 h 2097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204" h="2097">
                        <a:moveTo>
                          <a:pt x="204" y="0"/>
                        </a:moveTo>
                        <a:lnTo>
                          <a:pt x="174" y="57"/>
                        </a:lnTo>
                        <a:lnTo>
                          <a:pt x="138" y="161"/>
                        </a:lnTo>
                        <a:lnTo>
                          <a:pt x="102" y="275"/>
                        </a:lnTo>
                        <a:lnTo>
                          <a:pt x="81" y="382"/>
                        </a:lnTo>
                        <a:lnTo>
                          <a:pt x="57" y="526"/>
                        </a:lnTo>
                        <a:lnTo>
                          <a:pt x="39" y="667"/>
                        </a:lnTo>
                        <a:lnTo>
                          <a:pt x="27" y="771"/>
                        </a:lnTo>
                        <a:lnTo>
                          <a:pt x="13" y="903"/>
                        </a:lnTo>
                        <a:lnTo>
                          <a:pt x="0" y="1044"/>
                        </a:lnTo>
                        <a:lnTo>
                          <a:pt x="0" y="1181"/>
                        </a:lnTo>
                        <a:lnTo>
                          <a:pt x="0" y="1304"/>
                        </a:lnTo>
                        <a:lnTo>
                          <a:pt x="9" y="1435"/>
                        </a:lnTo>
                        <a:lnTo>
                          <a:pt x="17" y="1581"/>
                        </a:lnTo>
                        <a:lnTo>
                          <a:pt x="31" y="1712"/>
                        </a:lnTo>
                        <a:lnTo>
                          <a:pt x="53" y="1850"/>
                        </a:lnTo>
                        <a:lnTo>
                          <a:pt x="63" y="1949"/>
                        </a:lnTo>
                        <a:lnTo>
                          <a:pt x="75" y="209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08" name="Freeform 97"/>
                  <p:cNvSpPr>
                    <a:spLocks/>
                  </p:cNvSpPr>
                  <p:nvPr/>
                </p:nvSpPr>
                <p:spPr bwMode="auto">
                  <a:xfrm>
                    <a:off x="4302" y="837"/>
                    <a:ext cx="32" cy="589"/>
                  </a:xfrm>
                  <a:custGeom>
                    <a:avLst/>
                    <a:gdLst>
                      <a:gd name="T0" fmla="*/ 32 w 120"/>
                      <a:gd name="T1" fmla="*/ 0 h 2111"/>
                      <a:gd name="T2" fmla="*/ 26 w 120"/>
                      <a:gd name="T3" fmla="*/ 18 h 2111"/>
                      <a:gd name="T4" fmla="*/ 19 w 120"/>
                      <a:gd name="T5" fmla="*/ 46 h 2111"/>
                      <a:gd name="T6" fmla="*/ 14 w 120"/>
                      <a:gd name="T7" fmla="*/ 78 h 2111"/>
                      <a:gd name="T8" fmla="*/ 12 w 120"/>
                      <a:gd name="T9" fmla="*/ 107 h 2111"/>
                      <a:gd name="T10" fmla="*/ 12 w 120"/>
                      <a:gd name="T11" fmla="*/ 142 h 2111"/>
                      <a:gd name="T12" fmla="*/ 9 w 120"/>
                      <a:gd name="T13" fmla="*/ 178 h 2111"/>
                      <a:gd name="T14" fmla="*/ 9 w 120"/>
                      <a:gd name="T15" fmla="*/ 215 h 2111"/>
                      <a:gd name="T16" fmla="*/ 8 w 120"/>
                      <a:gd name="T17" fmla="*/ 249 h 2111"/>
                      <a:gd name="T18" fmla="*/ 7 w 120"/>
                      <a:gd name="T19" fmla="*/ 287 h 2111"/>
                      <a:gd name="T20" fmla="*/ 6 w 120"/>
                      <a:gd name="T21" fmla="*/ 328 h 2111"/>
                      <a:gd name="T22" fmla="*/ 3 w 120"/>
                      <a:gd name="T23" fmla="*/ 365 h 2111"/>
                      <a:gd name="T24" fmla="*/ 3 w 120"/>
                      <a:gd name="T25" fmla="*/ 403 h 2111"/>
                      <a:gd name="T26" fmla="*/ 3 w 120"/>
                      <a:gd name="T27" fmla="*/ 442 h 2111"/>
                      <a:gd name="T28" fmla="*/ 2 w 120"/>
                      <a:gd name="T29" fmla="*/ 480 h 2111"/>
                      <a:gd name="T30" fmla="*/ 3 w 120"/>
                      <a:gd name="T31" fmla="*/ 514 h 2111"/>
                      <a:gd name="T32" fmla="*/ 2 w 120"/>
                      <a:gd name="T33" fmla="*/ 547 h 2111"/>
                      <a:gd name="T34" fmla="*/ 0 w 120"/>
                      <a:gd name="T35" fmla="*/ 589 h 211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20"/>
                      <a:gd name="T55" fmla="*/ 0 h 2111"/>
                      <a:gd name="T56" fmla="*/ 120 w 120"/>
                      <a:gd name="T57" fmla="*/ 2111 h 211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20" h="2111">
                        <a:moveTo>
                          <a:pt x="120" y="0"/>
                        </a:moveTo>
                        <a:lnTo>
                          <a:pt x="98" y="66"/>
                        </a:lnTo>
                        <a:lnTo>
                          <a:pt x="71" y="165"/>
                        </a:lnTo>
                        <a:lnTo>
                          <a:pt x="53" y="278"/>
                        </a:lnTo>
                        <a:lnTo>
                          <a:pt x="45" y="382"/>
                        </a:lnTo>
                        <a:lnTo>
                          <a:pt x="45" y="509"/>
                        </a:lnTo>
                        <a:lnTo>
                          <a:pt x="35" y="639"/>
                        </a:lnTo>
                        <a:lnTo>
                          <a:pt x="35" y="771"/>
                        </a:lnTo>
                        <a:lnTo>
                          <a:pt x="31" y="893"/>
                        </a:lnTo>
                        <a:lnTo>
                          <a:pt x="27" y="1029"/>
                        </a:lnTo>
                        <a:lnTo>
                          <a:pt x="23" y="1176"/>
                        </a:lnTo>
                        <a:lnTo>
                          <a:pt x="13" y="1308"/>
                        </a:lnTo>
                        <a:lnTo>
                          <a:pt x="13" y="1445"/>
                        </a:lnTo>
                        <a:lnTo>
                          <a:pt x="13" y="1585"/>
                        </a:lnTo>
                        <a:lnTo>
                          <a:pt x="9" y="1720"/>
                        </a:lnTo>
                        <a:lnTo>
                          <a:pt x="13" y="1841"/>
                        </a:lnTo>
                        <a:lnTo>
                          <a:pt x="9" y="1959"/>
                        </a:lnTo>
                        <a:lnTo>
                          <a:pt x="0" y="211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09" name="Freeform 98"/>
                  <p:cNvSpPr>
                    <a:spLocks/>
                  </p:cNvSpPr>
                  <p:nvPr/>
                </p:nvSpPr>
                <p:spPr bwMode="auto">
                  <a:xfrm>
                    <a:off x="3910" y="837"/>
                    <a:ext cx="100" cy="584"/>
                  </a:xfrm>
                  <a:custGeom>
                    <a:avLst/>
                    <a:gdLst>
                      <a:gd name="T0" fmla="*/ 0 w 383"/>
                      <a:gd name="T1" fmla="*/ 0 h 2088"/>
                      <a:gd name="T2" fmla="*/ 4 w 383"/>
                      <a:gd name="T3" fmla="*/ 15 h 2088"/>
                      <a:gd name="T4" fmla="*/ 8 w 383"/>
                      <a:gd name="T5" fmla="*/ 45 h 2088"/>
                      <a:gd name="T6" fmla="*/ 12 w 383"/>
                      <a:gd name="T7" fmla="*/ 77 h 2088"/>
                      <a:gd name="T8" fmla="*/ 19 w 383"/>
                      <a:gd name="T9" fmla="*/ 119 h 2088"/>
                      <a:gd name="T10" fmla="*/ 22 w 383"/>
                      <a:gd name="T11" fmla="*/ 180 h 2088"/>
                      <a:gd name="T12" fmla="*/ 25 w 383"/>
                      <a:gd name="T13" fmla="*/ 217 h 2088"/>
                      <a:gd name="T14" fmla="*/ 26 w 383"/>
                      <a:gd name="T15" fmla="*/ 253 h 2088"/>
                      <a:gd name="T16" fmla="*/ 27 w 383"/>
                      <a:gd name="T17" fmla="*/ 288 h 2088"/>
                      <a:gd name="T18" fmla="*/ 30 w 383"/>
                      <a:gd name="T19" fmla="*/ 326 h 2088"/>
                      <a:gd name="T20" fmla="*/ 33 w 383"/>
                      <a:gd name="T21" fmla="*/ 363 h 2088"/>
                      <a:gd name="T22" fmla="*/ 39 w 383"/>
                      <a:gd name="T23" fmla="*/ 402 h 2088"/>
                      <a:gd name="T24" fmla="*/ 48 w 383"/>
                      <a:gd name="T25" fmla="*/ 442 h 2088"/>
                      <a:gd name="T26" fmla="*/ 57 w 383"/>
                      <a:gd name="T27" fmla="*/ 483 h 2088"/>
                      <a:gd name="T28" fmla="*/ 66 w 383"/>
                      <a:gd name="T29" fmla="*/ 514 h 2088"/>
                      <a:gd name="T30" fmla="*/ 79 w 383"/>
                      <a:gd name="T31" fmla="*/ 545 h 2088"/>
                      <a:gd name="T32" fmla="*/ 100 w 383"/>
                      <a:gd name="T33" fmla="*/ 584 h 2088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383"/>
                      <a:gd name="T52" fmla="*/ 0 h 2088"/>
                      <a:gd name="T53" fmla="*/ 383 w 383"/>
                      <a:gd name="T54" fmla="*/ 2088 h 2088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383" h="2088">
                        <a:moveTo>
                          <a:pt x="0" y="0"/>
                        </a:moveTo>
                        <a:lnTo>
                          <a:pt x="14" y="52"/>
                        </a:lnTo>
                        <a:lnTo>
                          <a:pt x="32" y="161"/>
                        </a:lnTo>
                        <a:lnTo>
                          <a:pt x="45" y="274"/>
                        </a:lnTo>
                        <a:lnTo>
                          <a:pt x="71" y="425"/>
                        </a:lnTo>
                        <a:lnTo>
                          <a:pt x="85" y="643"/>
                        </a:lnTo>
                        <a:lnTo>
                          <a:pt x="95" y="775"/>
                        </a:lnTo>
                        <a:lnTo>
                          <a:pt x="100" y="903"/>
                        </a:lnTo>
                        <a:lnTo>
                          <a:pt x="104" y="1029"/>
                        </a:lnTo>
                        <a:lnTo>
                          <a:pt x="113" y="1166"/>
                        </a:lnTo>
                        <a:lnTo>
                          <a:pt x="128" y="1299"/>
                        </a:lnTo>
                        <a:lnTo>
                          <a:pt x="150" y="1437"/>
                        </a:lnTo>
                        <a:lnTo>
                          <a:pt x="185" y="1582"/>
                        </a:lnTo>
                        <a:lnTo>
                          <a:pt x="217" y="1726"/>
                        </a:lnTo>
                        <a:lnTo>
                          <a:pt x="252" y="1839"/>
                        </a:lnTo>
                        <a:lnTo>
                          <a:pt x="303" y="1947"/>
                        </a:lnTo>
                        <a:lnTo>
                          <a:pt x="383" y="2088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10" name="Freeform 99"/>
                  <p:cNvSpPr>
                    <a:spLocks/>
                  </p:cNvSpPr>
                  <p:nvPr/>
                </p:nvSpPr>
                <p:spPr bwMode="auto">
                  <a:xfrm>
                    <a:off x="3914" y="839"/>
                    <a:ext cx="111" cy="589"/>
                  </a:xfrm>
                  <a:custGeom>
                    <a:avLst/>
                    <a:gdLst>
                      <a:gd name="T0" fmla="*/ 0 w 423"/>
                      <a:gd name="T1" fmla="*/ 0 h 2111"/>
                      <a:gd name="T2" fmla="*/ 12 w 423"/>
                      <a:gd name="T3" fmla="*/ 21 h 2111"/>
                      <a:gd name="T4" fmla="*/ 22 w 423"/>
                      <a:gd name="T5" fmla="*/ 41 h 2111"/>
                      <a:gd name="T6" fmla="*/ 31 w 423"/>
                      <a:gd name="T7" fmla="*/ 73 h 2111"/>
                      <a:gd name="T8" fmla="*/ 46 w 423"/>
                      <a:gd name="T9" fmla="*/ 142 h 2111"/>
                      <a:gd name="T10" fmla="*/ 49 w 423"/>
                      <a:gd name="T11" fmla="*/ 177 h 2111"/>
                      <a:gd name="T12" fmla="*/ 53 w 423"/>
                      <a:gd name="T13" fmla="*/ 215 h 2111"/>
                      <a:gd name="T14" fmla="*/ 56 w 423"/>
                      <a:gd name="T15" fmla="*/ 254 h 2111"/>
                      <a:gd name="T16" fmla="*/ 59 w 423"/>
                      <a:gd name="T17" fmla="*/ 291 h 2111"/>
                      <a:gd name="T18" fmla="*/ 59 w 423"/>
                      <a:gd name="T19" fmla="*/ 324 h 2111"/>
                      <a:gd name="T20" fmla="*/ 62 w 423"/>
                      <a:gd name="T21" fmla="*/ 363 h 2111"/>
                      <a:gd name="T22" fmla="*/ 66 w 423"/>
                      <a:gd name="T23" fmla="*/ 403 h 2111"/>
                      <a:gd name="T24" fmla="*/ 71 w 423"/>
                      <a:gd name="T25" fmla="*/ 442 h 2111"/>
                      <a:gd name="T26" fmla="*/ 76 w 423"/>
                      <a:gd name="T27" fmla="*/ 477 h 2111"/>
                      <a:gd name="T28" fmla="*/ 83 w 423"/>
                      <a:gd name="T29" fmla="*/ 515 h 2111"/>
                      <a:gd name="T30" fmla="*/ 92 w 423"/>
                      <a:gd name="T31" fmla="*/ 542 h 2111"/>
                      <a:gd name="T32" fmla="*/ 111 w 423"/>
                      <a:gd name="T33" fmla="*/ 589 h 2111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423"/>
                      <a:gd name="T52" fmla="*/ 0 h 2111"/>
                      <a:gd name="T53" fmla="*/ 423 w 423"/>
                      <a:gd name="T54" fmla="*/ 2111 h 2111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423" h="2111">
                        <a:moveTo>
                          <a:pt x="0" y="0"/>
                        </a:moveTo>
                        <a:lnTo>
                          <a:pt x="45" y="76"/>
                        </a:lnTo>
                        <a:lnTo>
                          <a:pt x="82" y="147"/>
                        </a:lnTo>
                        <a:lnTo>
                          <a:pt x="117" y="260"/>
                        </a:lnTo>
                        <a:lnTo>
                          <a:pt x="175" y="510"/>
                        </a:lnTo>
                        <a:lnTo>
                          <a:pt x="187" y="635"/>
                        </a:lnTo>
                        <a:lnTo>
                          <a:pt x="201" y="771"/>
                        </a:lnTo>
                        <a:lnTo>
                          <a:pt x="215" y="912"/>
                        </a:lnTo>
                        <a:lnTo>
                          <a:pt x="223" y="1044"/>
                        </a:lnTo>
                        <a:lnTo>
                          <a:pt x="223" y="1162"/>
                        </a:lnTo>
                        <a:lnTo>
                          <a:pt x="237" y="1301"/>
                        </a:lnTo>
                        <a:lnTo>
                          <a:pt x="251" y="1446"/>
                        </a:lnTo>
                        <a:lnTo>
                          <a:pt x="272" y="1583"/>
                        </a:lnTo>
                        <a:lnTo>
                          <a:pt x="290" y="1708"/>
                        </a:lnTo>
                        <a:lnTo>
                          <a:pt x="316" y="1844"/>
                        </a:lnTo>
                        <a:lnTo>
                          <a:pt x="352" y="1943"/>
                        </a:lnTo>
                        <a:lnTo>
                          <a:pt x="423" y="211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11" name="Freeform 100"/>
                  <p:cNvSpPr>
                    <a:spLocks/>
                  </p:cNvSpPr>
                  <p:nvPr/>
                </p:nvSpPr>
                <p:spPr bwMode="auto">
                  <a:xfrm>
                    <a:off x="3924" y="840"/>
                    <a:ext cx="110" cy="586"/>
                  </a:xfrm>
                  <a:custGeom>
                    <a:avLst/>
                    <a:gdLst>
                      <a:gd name="T0" fmla="*/ 0 w 419"/>
                      <a:gd name="T1" fmla="*/ 0 h 2101"/>
                      <a:gd name="T2" fmla="*/ 14 w 419"/>
                      <a:gd name="T3" fmla="*/ 23 h 2101"/>
                      <a:gd name="T4" fmla="*/ 28 w 419"/>
                      <a:gd name="T5" fmla="*/ 49 h 2101"/>
                      <a:gd name="T6" fmla="*/ 40 w 419"/>
                      <a:gd name="T7" fmla="*/ 77 h 2101"/>
                      <a:gd name="T8" fmla="*/ 51 w 419"/>
                      <a:gd name="T9" fmla="*/ 104 h 2101"/>
                      <a:gd name="T10" fmla="*/ 59 w 419"/>
                      <a:gd name="T11" fmla="*/ 136 h 2101"/>
                      <a:gd name="T12" fmla="*/ 68 w 419"/>
                      <a:gd name="T13" fmla="*/ 183 h 2101"/>
                      <a:gd name="T14" fmla="*/ 74 w 419"/>
                      <a:gd name="T15" fmla="*/ 220 h 2101"/>
                      <a:gd name="T16" fmla="*/ 79 w 419"/>
                      <a:gd name="T17" fmla="*/ 247 h 2101"/>
                      <a:gd name="T18" fmla="*/ 83 w 419"/>
                      <a:gd name="T19" fmla="*/ 290 h 2101"/>
                      <a:gd name="T20" fmla="*/ 83 w 419"/>
                      <a:gd name="T21" fmla="*/ 324 h 2101"/>
                      <a:gd name="T22" fmla="*/ 82 w 419"/>
                      <a:gd name="T23" fmla="*/ 366 h 2101"/>
                      <a:gd name="T24" fmla="*/ 85 w 419"/>
                      <a:gd name="T25" fmla="*/ 402 h 2101"/>
                      <a:gd name="T26" fmla="*/ 85 w 419"/>
                      <a:gd name="T27" fmla="*/ 438 h 2101"/>
                      <a:gd name="T28" fmla="*/ 87 w 419"/>
                      <a:gd name="T29" fmla="*/ 476 h 2101"/>
                      <a:gd name="T30" fmla="*/ 90 w 419"/>
                      <a:gd name="T31" fmla="*/ 510 h 2101"/>
                      <a:gd name="T32" fmla="*/ 96 w 419"/>
                      <a:gd name="T33" fmla="*/ 540 h 2101"/>
                      <a:gd name="T34" fmla="*/ 102 w 419"/>
                      <a:gd name="T35" fmla="*/ 565 h 2101"/>
                      <a:gd name="T36" fmla="*/ 110 w 419"/>
                      <a:gd name="T37" fmla="*/ 586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19"/>
                      <a:gd name="T58" fmla="*/ 0 h 2101"/>
                      <a:gd name="T59" fmla="*/ 419 w 419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19" h="2101">
                        <a:moveTo>
                          <a:pt x="0" y="0"/>
                        </a:moveTo>
                        <a:lnTo>
                          <a:pt x="55" y="84"/>
                        </a:lnTo>
                        <a:lnTo>
                          <a:pt x="108" y="174"/>
                        </a:lnTo>
                        <a:lnTo>
                          <a:pt x="153" y="277"/>
                        </a:lnTo>
                        <a:lnTo>
                          <a:pt x="193" y="372"/>
                        </a:lnTo>
                        <a:lnTo>
                          <a:pt x="225" y="489"/>
                        </a:lnTo>
                        <a:lnTo>
                          <a:pt x="260" y="656"/>
                        </a:lnTo>
                        <a:lnTo>
                          <a:pt x="282" y="788"/>
                        </a:lnTo>
                        <a:lnTo>
                          <a:pt x="300" y="887"/>
                        </a:lnTo>
                        <a:lnTo>
                          <a:pt x="318" y="1038"/>
                        </a:lnTo>
                        <a:lnTo>
                          <a:pt x="318" y="1162"/>
                        </a:lnTo>
                        <a:lnTo>
                          <a:pt x="312" y="1313"/>
                        </a:lnTo>
                        <a:lnTo>
                          <a:pt x="322" y="1440"/>
                        </a:lnTo>
                        <a:lnTo>
                          <a:pt x="322" y="1572"/>
                        </a:lnTo>
                        <a:lnTo>
                          <a:pt x="330" y="1706"/>
                        </a:lnTo>
                        <a:lnTo>
                          <a:pt x="344" y="1828"/>
                        </a:lnTo>
                        <a:lnTo>
                          <a:pt x="366" y="1937"/>
                        </a:lnTo>
                        <a:lnTo>
                          <a:pt x="389" y="2024"/>
                        </a:lnTo>
                        <a:lnTo>
                          <a:pt x="419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12" name="Freeform 101"/>
                  <p:cNvSpPr>
                    <a:spLocks/>
                  </p:cNvSpPr>
                  <p:nvPr/>
                </p:nvSpPr>
                <p:spPr bwMode="auto">
                  <a:xfrm>
                    <a:off x="3933" y="841"/>
                    <a:ext cx="108" cy="585"/>
                  </a:xfrm>
                  <a:custGeom>
                    <a:avLst/>
                    <a:gdLst>
                      <a:gd name="T0" fmla="*/ 0 w 410"/>
                      <a:gd name="T1" fmla="*/ 0 h 2101"/>
                      <a:gd name="T2" fmla="*/ 17 w 410"/>
                      <a:gd name="T3" fmla="*/ 18 h 2101"/>
                      <a:gd name="T4" fmla="*/ 31 w 410"/>
                      <a:gd name="T5" fmla="*/ 38 h 2101"/>
                      <a:gd name="T6" fmla="*/ 49 w 410"/>
                      <a:gd name="T7" fmla="*/ 70 h 2101"/>
                      <a:gd name="T8" fmla="*/ 62 w 410"/>
                      <a:gd name="T9" fmla="*/ 102 h 2101"/>
                      <a:gd name="T10" fmla="*/ 76 w 410"/>
                      <a:gd name="T11" fmla="*/ 139 h 2101"/>
                      <a:gd name="T12" fmla="*/ 88 w 410"/>
                      <a:gd name="T13" fmla="*/ 176 h 2101"/>
                      <a:gd name="T14" fmla="*/ 96 w 410"/>
                      <a:gd name="T15" fmla="*/ 216 h 2101"/>
                      <a:gd name="T16" fmla="*/ 102 w 410"/>
                      <a:gd name="T17" fmla="*/ 251 h 2101"/>
                      <a:gd name="T18" fmla="*/ 104 w 410"/>
                      <a:gd name="T19" fmla="*/ 287 h 2101"/>
                      <a:gd name="T20" fmla="*/ 104 w 410"/>
                      <a:gd name="T21" fmla="*/ 320 h 2101"/>
                      <a:gd name="T22" fmla="*/ 104 w 410"/>
                      <a:gd name="T23" fmla="*/ 363 h 2101"/>
                      <a:gd name="T24" fmla="*/ 104 w 410"/>
                      <a:gd name="T25" fmla="*/ 399 h 2101"/>
                      <a:gd name="T26" fmla="*/ 103 w 410"/>
                      <a:gd name="T27" fmla="*/ 438 h 2101"/>
                      <a:gd name="T28" fmla="*/ 102 w 410"/>
                      <a:gd name="T29" fmla="*/ 476 h 2101"/>
                      <a:gd name="T30" fmla="*/ 103 w 410"/>
                      <a:gd name="T31" fmla="*/ 506 h 2101"/>
                      <a:gd name="T32" fmla="*/ 103 w 410"/>
                      <a:gd name="T33" fmla="*/ 537 h 2101"/>
                      <a:gd name="T34" fmla="*/ 104 w 410"/>
                      <a:gd name="T35" fmla="*/ 561 h 2101"/>
                      <a:gd name="T36" fmla="*/ 108 w 410"/>
                      <a:gd name="T37" fmla="*/ 585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10"/>
                      <a:gd name="T58" fmla="*/ 0 h 2101"/>
                      <a:gd name="T59" fmla="*/ 410 w 410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10" h="2101">
                        <a:moveTo>
                          <a:pt x="0" y="0"/>
                        </a:moveTo>
                        <a:lnTo>
                          <a:pt x="63" y="65"/>
                        </a:lnTo>
                        <a:lnTo>
                          <a:pt x="116" y="136"/>
                        </a:lnTo>
                        <a:lnTo>
                          <a:pt x="186" y="250"/>
                        </a:lnTo>
                        <a:lnTo>
                          <a:pt x="235" y="367"/>
                        </a:lnTo>
                        <a:lnTo>
                          <a:pt x="289" y="499"/>
                        </a:lnTo>
                        <a:lnTo>
                          <a:pt x="333" y="633"/>
                        </a:lnTo>
                        <a:lnTo>
                          <a:pt x="364" y="774"/>
                        </a:lnTo>
                        <a:lnTo>
                          <a:pt x="386" y="902"/>
                        </a:lnTo>
                        <a:lnTo>
                          <a:pt x="396" y="1029"/>
                        </a:lnTo>
                        <a:lnTo>
                          <a:pt x="396" y="1151"/>
                        </a:lnTo>
                        <a:lnTo>
                          <a:pt x="396" y="1304"/>
                        </a:lnTo>
                        <a:lnTo>
                          <a:pt x="396" y="1432"/>
                        </a:lnTo>
                        <a:lnTo>
                          <a:pt x="392" y="1572"/>
                        </a:lnTo>
                        <a:lnTo>
                          <a:pt x="386" y="1710"/>
                        </a:lnTo>
                        <a:lnTo>
                          <a:pt x="392" y="1819"/>
                        </a:lnTo>
                        <a:lnTo>
                          <a:pt x="392" y="1928"/>
                        </a:lnTo>
                        <a:lnTo>
                          <a:pt x="396" y="2014"/>
                        </a:lnTo>
                        <a:lnTo>
                          <a:pt x="41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13" name="Freeform 102"/>
                  <p:cNvSpPr>
                    <a:spLocks/>
                  </p:cNvSpPr>
                  <p:nvPr/>
                </p:nvSpPr>
                <p:spPr bwMode="auto">
                  <a:xfrm>
                    <a:off x="3947" y="843"/>
                    <a:ext cx="125" cy="586"/>
                  </a:xfrm>
                  <a:custGeom>
                    <a:avLst/>
                    <a:gdLst>
                      <a:gd name="T0" fmla="*/ 0 w 475"/>
                      <a:gd name="T1" fmla="*/ 0 h 2101"/>
                      <a:gd name="T2" fmla="*/ 17 w 475"/>
                      <a:gd name="T3" fmla="*/ 17 h 2101"/>
                      <a:gd name="T4" fmla="*/ 30 w 475"/>
                      <a:gd name="T5" fmla="*/ 34 h 2101"/>
                      <a:gd name="T6" fmla="*/ 56 w 475"/>
                      <a:gd name="T7" fmla="*/ 72 h 2101"/>
                      <a:gd name="T8" fmla="*/ 71 w 475"/>
                      <a:gd name="T9" fmla="*/ 99 h 2101"/>
                      <a:gd name="T10" fmla="*/ 88 w 475"/>
                      <a:gd name="T11" fmla="*/ 137 h 2101"/>
                      <a:gd name="T12" fmla="*/ 103 w 475"/>
                      <a:gd name="T13" fmla="*/ 177 h 2101"/>
                      <a:gd name="T14" fmla="*/ 116 w 475"/>
                      <a:gd name="T15" fmla="*/ 216 h 2101"/>
                      <a:gd name="T16" fmla="*/ 123 w 475"/>
                      <a:gd name="T17" fmla="*/ 253 h 2101"/>
                      <a:gd name="T18" fmla="*/ 125 w 475"/>
                      <a:gd name="T19" fmla="*/ 284 h 2101"/>
                      <a:gd name="T20" fmla="*/ 125 w 475"/>
                      <a:gd name="T21" fmla="*/ 322 h 2101"/>
                      <a:gd name="T22" fmla="*/ 124 w 475"/>
                      <a:gd name="T23" fmla="*/ 356 h 2101"/>
                      <a:gd name="T24" fmla="*/ 119 w 475"/>
                      <a:gd name="T25" fmla="*/ 398 h 2101"/>
                      <a:gd name="T26" fmla="*/ 116 w 475"/>
                      <a:gd name="T27" fmla="*/ 432 h 2101"/>
                      <a:gd name="T28" fmla="*/ 112 w 475"/>
                      <a:gd name="T29" fmla="*/ 473 h 2101"/>
                      <a:gd name="T30" fmla="*/ 109 w 475"/>
                      <a:gd name="T31" fmla="*/ 509 h 2101"/>
                      <a:gd name="T32" fmla="*/ 107 w 475"/>
                      <a:gd name="T33" fmla="*/ 537 h 2101"/>
                      <a:gd name="T34" fmla="*/ 103 w 475"/>
                      <a:gd name="T35" fmla="*/ 563 h 2101"/>
                      <a:gd name="T36" fmla="*/ 100 w 475"/>
                      <a:gd name="T37" fmla="*/ 586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75"/>
                      <a:gd name="T58" fmla="*/ 0 h 2101"/>
                      <a:gd name="T59" fmla="*/ 475 w 475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75" h="2101">
                        <a:moveTo>
                          <a:pt x="0" y="0"/>
                        </a:moveTo>
                        <a:lnTo>
                          <a:pt x="66" y="61"/>
                        </a:lnTo>
                        <a:lnTo>
                          <a:pt x="114" y="123"/>
                        </a:lnTo>
                        <a:lnTo>
                          <a:pt x="211" y="259"/>
                        </a:lnTo>
                        <a:lnTo>
                          <a:pt x="269" y="354"/>
                        </a:lnTo>
                        <a:lnTo>
                          <a:pt x="333" y="490"/>
                        </a:lnTo>
                        <a:lnTo>
                          <a:pt x="391" y="633"/>
                        </a:lnTo>
                        <a:lnTo>
                          <a:pt x="440" y="775"/>
                        </a:lnTo>
                        <a:lnTo>
                          <a:pt x="468" y="907"/>
                        </a:lnTo>
                        <a:lnTo>
                          <a:pt x="475" y="1020"/>
                        </a:lnTo>
                        <a:lnTo>
                          <a:pt x="475" y="1153"/>
                        </a:lnTo>
                        <a:lnTo>
                          <a:pt x="472" y="1276"/>
                        </a:lnTo>
                        <a:lnTo>
                          <a:pt x="454" y="1427"/>
                        </a:lnTo>
                        <a:lnTo>
                          <a:pt x="440" y="1549"/>
                        </a:lnTo>
                        <a:lnTo>
                          <a:pt x="427" y="1697"/>
                        </a:lnTo>
                        <a:lnTo>
                          <a:pt x="414" y="1825"/>
                        </a:lnTo>
                        <a:lnTo>
                          <a:pt x="405" y="1924"/>
                        </a:lnTo>
                        <a:lnTo>
                          <a:pt x="391" y="2019"/>
                        </a:lnTo>
                        <a:lnTo>
                          <a:pt x="379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14" name="Freeform 103"/>
                  <p:cNvSpPr>
                    <a:spLocks/>
                  </p:cNvSpPr>
                  <p:nvPr/>
                </p:nvSpPr>
                <p:spPr bwMode="auto">
                  <a:xfrm>
                    <a:off x="3633" y="834"/>
                    <a:ext cx="1208" cy="596"/>
                  </a:xfrm>
                  <a:custGeom>
                    <a:avLst/>
                    <a:gdLst>
                      <a:gd name="T0" fmla="*/ 411 w 4613"/>
                      <a:gd name="T1" fmla="*/ 43 h 2136"/>
                      <a:gd name="T2" fmla="*/ 318 w 4613"/>
                      <a:gd name="T3" fmla="*/ 8 h 2136"/>
                      <a:gd name="T4" fmla="*/ 227 w 4613"/>
                      <a:gd name="T5" fmla="*/ 6 h 2136"/>
                      <a:gd name="T6" fmla="*/ 136 w 4613"/>
                      <a:gd name="T7" fmla="*/ 59 h 2136"/>
                      <a:gd name="T8" fmla="*/ 69 w 4613"/>
                      <a:gd name="T9" fmla="*/ 133 h 2136"/>
                      <a:gd name="T10" fmla="*/ 20 w 4613"/>
                      <a:gd name="T11" fmla="*/ 208 h 2136"/>
                      <a:gd name="T12" fmla="*/ 0 w 4613"/>
                      <a:gd name="T13" fmla="*/ 285 h 2136"/>
                      <a:gd name="T14" fmla="*/ 5 w 4613"/>
                      <a:gd name="T15" fmla="*/ 378 h 2136"/>
                      <a:gd name="T16" fmla="*/ 20 w 4613"/>
                      <a:gd name="T17" fmla="*/ 488 h 2136"/>
                      <a:gd name="T18" fmla="*/ 46 w 4613"/>
                      <a:gd name="T19" fmla="*/ 565 h 2136"/>
                      <a:gd name="T20" fmla="*/ 82 w 4613"/>
                      <a:gd name="T21" fmla="*/ 594 h 2136"/>
                      <a:gd name="T22" fmla="*/ 151 w 4613"/>
                      <a:gd name="T23" fmla="*/ 569 h 2136"/>
                      <a:gd name="T24" fmla="*/ 205 w 4613"/>
                      <a:gd name="T25" fmla="*/ 507 h 2136"/>
                      <a:gd name="T26" fmla="*/ 254 w 4613"/>
                      <a:gd name="T27" fmla="*/ 402 h 2136"/>
                      <a:gd name="T28" fmla="*/ 274 w 4613"/>
                      <a:gd name="T29" fmla="*/ 330 h 2136"/>
                      <a:gd name="T30" fmla="*/ 313 w 4613"/>
                      <a:gd name="T31" fmla="*/ 502 h 2136"/>
                      <a:gd name="T32" fmla="*/ 366 w 4613"/>
                      <a:gd name="T33" fmla="*/ 581 h 2136"/>
                      <a:gd name="T34" fmla="*/ 437 w 4613"/>
                      <a:gd name="T35" fmla="*/ 592 h 2136"/>
                      <a:gd name="T36" fmla="*/ 490 w 4613"/>
                      <a:gd name="T37" fmla="*/ 515 h 2136"/>
                      <a:gd name="T38" fmla="*/ 540 w 4613"/>
                      <a:gd name="T39" fmla="*/ 339 h 2136"/>
                      <a:gd name="T40" fmla="*/ 573 w 4613"/>
                      <a:gd name="T41" fmla="*/ 485 h 2136"/>
                      <a:gd name="T42" fmla="*/ 620 w 4613"/>
                      <a:gd name="T43" fmla="*/ 572 h 2136"/>
                      <a:gd name="T44" fmla="*/ 700 w 4613"/>
                      <a:gd name="T45" fmla="*/ 590 h 2136"/>
                      <a:gd name="T46" fmla="*/ 770 w 4613"/>
                      <a:gd name="T47" fmla="*/ 542 h 2136"/>
                      <a:gd name="T48" fmla="*/ 831 w 4613"/>
                      <a:gd name="T49" fmla="*/ 444 h 2136"/>
                      <a:gd name="T50" fmla="*/ 865 w 4613"/>
                      <a:gd name="T51" fmla="*/ 349 h 2136"/>
                      <a:gd name="T52" fmla="*/ 915 w 4613"/>
                      <a:gd name="T53" fmla="*/ 464 h 2136"/>
                      <a:gd name="T54" fmla="*/ 975 w 4613"/>
                      <a:gd name="T55" fmla="*/ 551 h 2136"/>
                      <a:gd name="T56" fmla="*/ 1072 w 4613"/>
                      <a:gd name="T57" fmla="*/ 594 h 2136"/>
                      <a:gd name="T58" fmla="*/ 1142 w 4613"/>
                      <a:gd name="T59" fmla="*/ 534 h 2136"/>
                      <a:gd name="T60" fmla="*/ 1190 w 4613"/>
                      <a:gd name="T61" fmla="*/ 413 h 2136"/>
                      <a:gd name="T62" fmla="*/ 1208 w 4613"/>
                      <a:gd name="T63" fmla="*/ 294 h 2136"/>
                      <a:gd name="T64" fmla="*/ 1144 w 4613"/>
                      <a:gd name="T65" fmla="*/ 183 h 2136"/>
                      <a:gd name="T66" fmla="*/ 1101 w 4613"/>
                      <a:gd name="T67" fmla="*/ 119 h 2136"/>
                      <a:gd name="T68" fmla="*/ 999 w 4613"/>
                      <a:gd name="T69" fmla="*/ 52 h 2136"/>
                      <a:gd name="T70" fmla="*/ 863 w 4613"/>
                      <a:gd name="T71" fmla="*/ 12 h 2136"/>
                      <a:gd name="T72" fmla="*/ 712 w 4613"/>
                      <a:gd name="T73" fmla="*/ 0 h 2136"/>
                      <a:gd name="T74" fmla="*/ 607 w 4613"/>
                      <a:gd name="T75" fmla="*/ 26 h 2136"/>
                      <a:gd name="T76" fmla="*/ 544 w 4613"/>
                      <a:gd name="T77" fmla="*/ 91 h 2136"/>
                      <a:gd name="T78" fmla="*/ 535 w 4613"/>
                      <a:gd name="T79" fmla="*/ 130 h 2136"/>
                      <a:gd name="T80" fmla="*/ 488 w 4613"/>
                      <a:gd name="T81" fmla="*/ 220 h 2136"/>
                      <a:gd name="T82" fmla="*/ 452 w 4613"/>
                      <a:gd name="T83" fmla="*/ 186 h 2136"/>
                      <a:gd name="T84" fmla="*/ 397 w 4613"/>
                      <a:gd name="T85" fmla="*/ 88 h 21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4613"/>
                      <a:gd name="T130" fmla="*/ 0 h 2136"/>
                      <a:gd name="T131" fmla="*/ 4613 w 4613"/>
                      <a:gd name="T132" fmla="*/ 2136 h 21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4613" h="2136">
                        <a:moveTo>
                          <a:pt x="1744" y="315"/>
                        </a:moveTo>
                        <a:lnTo>
                          <a:pt x="1659" y="226"/>
                        </a:lnTo>
                        <a:lnTo>
                          <a:pt x="1570" y="155"/>
                        </a:lnTo>
                        <a:lnTo>
                          <a:pt x="1455" y="94"/>
                        </a:lnTo>
                        <a:lnTo>
                          <a:pt x="1330" y="50"/>
                        </a:lnTo>
                        <a:lnTo>
                          <a:pt x="1215" y="27"/>
                        </a:lnTo>
                        <a:lnTo>
                          <a:pt x="1089" y="13"/>
                        </a:lnTo>
                        <a:lnTo>
                          <a:pt x="982" y="13"/>
                        </a:lnTo>
                        <a:lnTo>
                          <a:pt x="866" y="23"/>
                        </a:lnTo>
                        <a:lnTo>
                          <a:pt x="728" y="65"/>
                        </a:lnTo>
                        <a:lnTo>
                          <a:pt x="617" y="136"/>
                        </a:lnTo>
                        <a:lnTo>
                          <a:pt x="520" y="212"/>
                        </a:lnTo>
                        <a:lnTo>
                          <a:pt x="435" y="287"/>
                        </a:lnTo>
                        <a:lnTo>
                          <a:pt x="345" y="376"/>
                        </a:lnTo>
                        <a:lnTo>
                          <a:pt x="262" y="476"/>
                        </a:lnTo>
                        <a:lnTo>
                          <a:pt x="193" y="572"/>
                        </a:lnTo>
                        <a:lnTo>
                          <a:pt x="130" y="662"/>
                        </a:lnTo>
                        <a:lnTo>
                          <a:pt x="78" y="747"/>
                        </a:lnTo>
                        <a:lnTo>
                          <a:pt x="40" y="826"/>
                        </a:lnTo>
                        <a:lnTo>
                          <a:pt x="12" y="910"/>
                        </a:lnTo>
                        <a:lnTo>
                          <a:pt x="0" y="1023"/>
                        </a:lnTo>
                        <a:lnTo>
                          <a:pt x="0" y="1139"/>
                        </a:lnTo>
                        <a:lnTo>
                          <a:pt x="7" y="1251"/>
                        </a:lnTo>
                        <a:lnTo>
                          <a:pt x="20" y="1354"/>
                        </a:lnTo>
                        <a:lnTo>
                          <a:pt x="34" y="1471"/>
                        </a:lnTo>
                        <a:lnTo>
                          <a:pt x="52" y="1610"/>
                        </a:lnTo>
                        <a:lnTo>
                          <a:pt x="77" y="1748"/>
                        </a:lnTo>
                        <a:lnTo>
                          <a:pt x="105" y="1871"/>
                        </a:lnTo>
                        <a:lnTo>
                          <a:pt x="137" y="1958"/>
                        </a:lnTo>
                        <a:lnTo>
                          <a:pt x="175" y="2025"/>
                        </a:lnTo>
                        <a:lnTo>
                          <a:pt x="221" y="2086"/>
                        </a:lnTo>
                        <a:lnTo>
                          <a:pt x="270" y="2125"/>
                        </a:lnTo>
                        <a:lnTo>
                          <a:pt x="314" y="2128"/>
                        </a:lnTo>
                        <a:lnTo>
                          <a:pt x="399" y="2114"/>
                        </a:lnTo>
                        <a:lnTo>
                          <a:pt x="491" y="2080"/>
                        </a:lnTo>
                        <a:lnTo>
                          <a:pt x="576" y="2038"/>
                        </a:lnTo>
                        <a:lnTo>
                          <a:pt x="637" y="1987"/>
                        </a:lnTo>
                        <a:lnTo>
                          <a:pt x="714" y="1910"/>
                        </a:lnTo>
                        <a:lnTo>
                          <a:pt x="783" y="1818"/>
                        </a:lnTo>
                        <a:lnTo>
                          <a:pt x="849" y="1693"/>
                        </a:lnTo>
                        <a:lnTo>
                          <a:pt x="916" y="1561"/>
                        </a:lnTo>
                        <a:lnTo>
                          <a:pt x="971" y="1441"/>
                        </a:lnTo>
                        <a:lnTo>
                          <a:pt x="1009" y="1338"/>
                        </a:lnTo>
                        <a:lnTo>
                          <a:pt x="1034" y="1256"/>
                        </a:lnTo>
                        <a:lnTo>
                          <a:pt x="1045" y="1184"/>
                        </a:lnTo>
                        <a:lnTo>
                          <a:pt x="1067" y="1366"/>
                        </a:lnTo>
                        <a:lnTo>
                          <a:pt x="1124" y="1571"/>
                        </a:lnTo>
                        <a:lnTo>
                          <a:pt x="1197" y="1799"/>
                        </a:lnTo>
                        <a:lnTo>
                          <a:pt x="1250" y="1905"/>
                        </a:lnTo>
                        <a:lnTo>
                          <a:pt x="1308" y="1996"/>
                        </a:lnTo>
                        <a:lnTo>
                          <a:pt x="1397" y="2082"/>
                        </a:lnTo>
                        <a:lnTo>
                          <a:pt x="1499" y="2128"/>
                        </a:lnTo>
                        <a:lnTo>
                          <a:pt x="1584" y="2136"/>
                        </a:lnTo>
                        <a:lnTo>
                          <a:pt x="1669" y="2120"/>
                        </a:lnTo>
                        <a:lnTo>
                          <a:pt x="1735" y="2072"/>
                        </a:lnTo>
                        <a:lnTo>
                          <a:pt x="1810" y="1977"/>
                        </a:lnTo>
                        <a:lnTo>
                          <a:pt x="1873" y="1845"/>
                        </a:lnTo>
                        <a:lnTo>
                          <a:pt x="1953" y="1633"/>
                        </a:lnTo>
                        <a:lnTo>
                          <a:pt x="2024" y="1424"/>
                        </a:lnTo>
                        <a:lnTo>
                          <a:pt x="2064" y="1216"/>
                        </a:lnTo>
                        <a:lnTo>
                          <a:pt x="2086" y="1408"/>
                        </a:lnTo>
                        <a:lnTo>
                          <a:pt x="2139" y="1594"/>
                        </a:lnTo>
                        <a:lnTo>
                          <a:pt x="2188" y="1738"/>
                        </a:lnTo>
                        <a:lnTo>
                          <a:pt x="2242" y="1863"/>
                        </a:lnTo>
                        <a:lnTo>
                          <a:pt x="2309" y="1969"/>
                        </a:lnTo>
                        <a:lnTo>
                          <a:pt x="2367" y="2051"/>
                        </a:lnTo>
                        <a:lnTo>
                          <a:pt x="2450" y="2105"/>
                        </a:lnTo>
                        <a:lnTo>
                          <a:pt x="2561" y="2124"/>
                        </a:lnTo>
                        <a:lnTo>
                          <a:pt x="2674" y="2114"/>
                        </a:lnTo>
                        <a:lnTo>
                          <a:pt x="2771" y="2080"/>
                        </a:lnTo>
                        <a:lnTo>
                          <a:pt x="2855" y="2025"/>
                        </a:lnTo>
                        <a:lnTo>
                          <a:pt x="2940" y="1944"/>
                        </a:lnTo>
                        <a:lnTo>
                          <a:pt x="3025" y="1829"/>
                        </a:lnTo>
                        <a:lnTo>
                          <a:pt x="3104" y="1709"/>
                        </a:lnTo>
                        <a:lnTo>
                          <a:pt x="3172" y="1592"/>
                        </a:lnTo>
                        <a:lnTo>
                          <a:pt x="3229" y="1485"/>
                        </a:lnTo>
                        <a:lnTo>
                          <a:pt x="3269" y="1382"/>
                        </a:lnTo>
                        <a:lnTo>
                          <a:pt x="3305" y="1250"/>
                        </a:lnTo>
                        <a:lnTo>
                          <a:pt x="3362" y="1386"/>
                        </a:lnTo>
                        <a:lnTo>
                          <a:pt x="3420" y="1527"/>
                        </a:lnTo>
                        <a:lnTo>
                          <a:pt x="3493" y="1662"/>
                        </a:lnTo>
                        <a:lnTo>
                          <a:pt x="3546" y="1764"/>
                        </a:lnTo>
                        <a:lnTo>
                          <a:pt x="3627" y="1874"/>
                        </a:lnTo>
                        <a:lnTo>
                          <a:pt x="3724" y="1976"/>
                        </a:lnTo>
                        <a:lnTo>
                          <a:pt x="3831" y="2057"/>
                        </a:lnTo>
                        <a:lnTo>
                          <a:pt x="3956" y="2104"/>
                        </a:lnTo>
                        <a:lnTo>
                          <a:pt x="4093" y="2128"/>
                        </a:lnTo>
                        <a:lnTo>
                          <a:pt x="4196" y="2095"/>
                        </a:lnTo>
                        <a:lnTo>
                          <a:pt x="4280" y="2034"/>
                        </a:lnTo>
                        <a:lnTo>
                          <a:pt x="4362" y="1915"/>
                        </a:lnTo>
                        <a:lnTo>
                          <a:pt x="4436" y="1789"/>
                        </a:lnTo>
                        <a:lnTo>
                          <a:pt x="4489" y="1648"/>
                        </a:lnTo>
                        <a:lnTo>
                          <a:pt x="4543" y="1481"/>
                        </a:lnTo>
                        <a:lnTo>
                          <a:pt x="4584" y="1333"/>
                        </a:lnTo>
                        <a:lnTo>
                          <a:pt x="4605" y="1203"/>
                        </a:lnTo>
                        <a:lnTo>
                          <a:pt x="4613" y="1052"/>
                        </a:lnTo>
                        <a:lnTo>
                          <a:pt x="4595" y="939"/>
                        </a:lnTo>
                        <a:lnTo>
                          <a:pt x="4502" y="792"/>
                        </a:lnTo>
                        <a:lnTo>
                          <a:pt x="4369" y="656"/>
                        </a:lnTo>
                        <a:lnTo>
                          <a:pt x="4196" y="518"/>
                        </a:lnTo>
                        <a:lnTo>
                          <a:pt x="4071" y="428"/>
                        </a:lnTo>
                        <a:lnTo>
                          <a:pt x="4204" y="428"/>
                        </a:lnTo>
                        <a:lnTo>
                          <a:pt x="4121" y="344"/>
                        </a:lnTo>
                        <a:lnTo>
                          <a:pt x="3986" y="262"/>
                        </a:lnTo>
                        <a:lnTo>
                          <a:pt x="3815" y="188"/>
                        </a:lnTo>
                        <a:lnTo>
                          <a:pt x="3639" y="126"/>
                        </a:lnTo>
                        <a:lnTo>
                          <a:pt x="3472" y="79"/>
                        </a:lnTo>
                        <a:lnTo>
                          <a:pt x="3296" y="42"/>
                        </a:lnTo>
                        <a:lnTo>
                          <a:pt x="3124" y="13"/>
                        </a:lnTo>
                        <a:lnTo>
                          <a:pt x="2908" y="0"/>
                        </a:lnTo>
                        <a:lnTo>
                          <a:pt x="2718" y="0"/>
                        </a:lnTo>
                        <a:lnTo>
                          <a:pt x="2544" y="8"/>
                        </a:lnTo>
                        <a:lnTo>
                          <a:pt x="2424" y="42"/>
                        </a:lnTo>
                        <a:lnTo>
                          <a:pt x="2317" y="94"/>
                        </a:lnTo>
                        <a:lnTo>
                          <a:pt x="2224" y="164"/>
                        </a:lnTo>
                        <a:lnTo>
                          <a:pt x="2131" y="249"/>
                        </a:lnTo>
                        <a:lnTo>
                          <a:pt x="2077" y="325"/>
                        </a:lnTo>
                        <a:lnTo>
                          <a:pt x="2157" y="325"/>
                        </a:lnTo>
                        <a:lnTo>
                          <a:pt x="2099" y="386"/>
                        </a:lnTo>
                        <a:lnTo>
                          <a:pt x="2042" y="466"/>
                        </a:lnTo>
                        <a:lnTo>
                          <a:pt x="1980" y="561"/>
                        </a:lnTo>
                        <a:lnTo>
                          <a:pt x="1917" y="665"/>
                        </a:lnTo>
                        <a:lnTo>
                          <a:pt x="1863" y="788"/>
                        </a:lnTo>
                        <a:lnTo>
                          <a:pt x="1820" y="948"/>
                        </a:lnTo>
                        <a:lnTo>
                          <a:pt x="1774" y="784"/>
                        </a:lnTo>
                        <a:lnTo>
                          <a:pt x="1726" y="665"/>
                        </a:lnTo>
                        <a:lnTo>
                          <a:pt x="1663" y="534"/>
                        </a:lnTo>
                        <a:lnTo>
                          <a:pt x="1602" y="424"/>
                        </a:lnTo>
                        <a:lnTo>
                          <a:pt x="1516" y="315"/>
                        </a:lnTo>
                        <a:lnTo>
                          <a:pt x="1744" y="315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15" name="Line 104"/>
                  <p:cNvSpPr>
                    <a:spLocks noChangeShapeType="1"/>
                  </p:cNvSpPr>
                  <p:nvPr/>
                </p:nvSpPr>
                <p:spPr bwMode="auto">
                  <a:xfrm>
                    <a:off x="3684" y="1406"/>
                    <a:ext cx="95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62616" name="Group 105"/>
                  <p:cNvGrpSpPr>
                    <a:grpSpLocks/>
                  </p:cNvGrpSpPr>
                  <p:nvPr/>
                </p:nvGrpSpPr>
                <p:grpSpPr bwMode="auto">
                  <a:xfrm>
                    <a:off x="3659" y="1352"/>
                    <a:ext cx="464" cy="29"/>
                    <a:chOff x="1741" y="2997"/>
                    <a:chExt cx="885" cy="52"/>
                  </a:xfrm>
                </p:grpSpPr>
                <p:sp>
                  <p:nvSpPr>
                    <p:cNvPr id="62715" name="Line 10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41" y="2997"/>
                      <a:ext cx="331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2716" name="Line 10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60" y="3048"/>
                      <a:ext cx="265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2717" name="Line 10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2997"/>
                      <a:ext cx="322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2718" name="Line 10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37" y="3048"/>
                      <a:ext cx="267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62617" name="Line 110"/>
                  <p:cNvSpPr>
                    <a:spLocks noChangeShapeType="1"/>
                  </p:cNvSpPr>
                  <p:nvPr/>
                </p:nvSpPr>
                <p:spPr bwMode="auto">
                  <a:xfrm>
                    <a:off x="4179" y="1203"/>
                    <a:ext cx="313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18" name="Line 111"/>
                  <p:cNvSpPr>
                    <a:spLocks noChangeShapeType="1"/>
                  </p:cNvSpPr>
                  <p:nvPr/>
                </p:nvSpPr>
                <p:spPr bwMode="auto">
                  <a:xfrm>
                    <a:off x="4183" y="1240"/>
                    <a:ext cx="296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19" name="Line 112"/>
                  <p:cNvSpPr>
                    <a:spLocks noChangeShapeType="1"/>
                  </p:cNvSpPr>
                  <p:nvPr/>
                </p:nvSpPr>
                <p:spPr bwMode="auto">
                  <a:xfrm>
                    <a:off x="4196" y="1283"/>
                    <a:ext cx="267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20" name="Line 113"/>
                  <p:cNvSpPr>
                    <a:spLocks noChangeShapeType="1"/>
                  </p:cNvSpPr>
                  <p:nvPr/>
                </p:nvSpPr>
                <p:spPr bwMode="auto">
                  <a:xfrm>
                    <a:off x="4210" y="1319"/>
                    <a:ext cx="233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62621" name="Group 114"/>
                  <p:cNvGrpSpPr>
                    <a:grpSpLocks/>
                  </p:cNvGrpSpPr>
                  <p:nvPr/>
                </p:nvGrpSpPr>
                <p:grpSpPr bwMode="auto">
                  <a:xfrm>
                    <a:off x="3668" y="835"/>
                    <a:ext cx="1167" cy="594"/>
                    <a:chOff x="1758" y="2070"/>
                    <a:chExt cx="2229" cy="1063"/>
                  </a:xfrm>
                </p:grpSpPr>
                <p:sp>
                  <p:nvSpPr>
                    <p:cNvPr id="62701" name="Freeform 115"/>
                    <p:cNvSpPr>
                      <a:spLocks/>
                    </p:cNvSpPr>
                    <p:nvPr/>
                  </p:nvSpPr>
                  <p:spPr bwMode="auto">
                    <a:xfrm>
                      <a:off x="1758" y="2081"/>
                      <a:ext cx="356" cy="1036"/>
                    </a:xfrm>
                    <a:custGeom>
                      <a:avLst/>
                      <a:gdLst>
                        <a:gd name="T0" fmla="*/ 356 w 712"/>
                        <a:gd name="T1" fmla="*/ 0 h 2072"/>
                        <a:gd name="T2" fmla="*/ 311 w 712"/>
                        <a:gd name="T3" fmla="*/ 26 h 2072"/>
                        <a:gd name="T4" fmla="*/ 247 w 712"/>
                        <a:gd name="T5" fmla="*/ 70 h 2072"/>
                        <a:gd name="T6" fmla="*/ 193 w 712"/>
                        <a:gd name="T7" fmla="*/ 120 h 2072"/>
                        <a:gd name="T8" fmla="*/ 149 w 712"/>
                        <a:gd name="T9" fmla="*/ 177 h 2072"/>
                        <a:gd name="T10" fmla="*/ 106 w 712"/>
                        <a:gd name="T11" fmla="*/ 242 h 2072"/>
                        <a:gd name="T12" fmla="*/ 62 w 712"/>
                        <a:gd name="T13" fmla="*/ 314 h 2072"/>
                        <a:gd name="T14" fmla="*/ 33 w 712"/>
                        <a:gd name="T15" fmla="*/ 378 h 2072"/>
                        <a:gd name="T16" fmla="*/ 7 w 712"/>
                        <a:gd name="T17" fmla="*/ 446 h 2072"/>
                        <a:gd name="T18" fmla="*/ 0 w 712"/>
                        <a:gd name="T19" fmla="*/ 507 h 2072"/>
                        <a:gd name="T20" fmla="*/ 0 w 712"/>
                        <a:gd name="T21" fmla="*/ 576 h 2072"/>
                        <a:gd name="T22" fmla="*/ 2 w 712"/>
                        <a:gd name="T23" fmla="*/ 640 h 2072"/>
                        <a:gd name="T24" fmla="*/ 7 w 712"/>
                        <a:gd name="T25" fmla="*/ 713 h 2072"/>
                        <a:gd name="T26" fmla="*/ 13 w 712"/>
                        <a:gd name="T27" fmla="*/ 788 h 2072"/>
                        <a:gd name="T28" fmla="*/ 20 w 712"/>
                        <a:gd name="T29" fmla="*/ 855 h 2072"/>
                        <a:gd name="T30" fmla="*/ 24 w 712"/>
                        <a:gd name="T31" fmla="*/ 913 h 2072"/>
                        <a:gd name="T32" fmla="*/ 33 w 712"/>
                        <a:gd name="T33" fmla="*/ 963 h 2072"/>
                        <a:gd name="T34" fmla="*/ 55 w 712"/>
                        <a:gd name="T35" fmla="*/ 1036 h 2072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w 712"/>
                        <a:gd name="T55" fmla="*/ 0 h 2072"/>
                        <a:gd name="T56" fmla="*/ 712 w 712"/>
                        <a:gd name="T57" fmla="*/ 2072 h 2072"/>
                      </a:gdLst>
                      <a:ahLst/>
                      <a:cxnLst>
                        <a:cxn ang="T36">
                          <a:pos x="T0" y="T1"/>
                        </a:cxn>
                        <a:cxn ang="T37">
                          <a:pos x="T2" y="T3"/>
                        </a:cxn>
                        <a:cxn ang="T38">
                          <a:pos x="T4" y="T5"/>
                        </a:cxn>
                        <a:cxn ang="T39">
                          <a:pos x="T6" y="T7"/>
                        </a:cxn>
                        <a:cxn ang="T40">
                          <a:pos x="T8" y="T9"/>
                        </a:cxn>
                        <a:cxn ang="T41">
                          <a:pos x="T10" y="T11"/>
                        </a:cxn>
                        <a:cxn ang="T42">
                          <a:pos x="T12" y="T13"/>
                        </a:cxn>
                        <a:cxn ang="T43">
                          <a:pos x="T14" y="T15"/>
                        </a:cxn>
                        <a:cxn ang="T44">
                          <a:pos x="T16" y="T17"/>
                        </a:cxn>
                        <a:cxn ang="T45">
                          <a:pos x="T18" y="T19"/>
                        </a:cxn>
                        <a:cxn ang="T46">
                          <a:pos x="T20" y="T21"/>
                        </a:cxn>
                        <a:cxn ang="T47">
                          <a:pos x="T22" y="T23"/>
                        </a:cxn>
                        <a:cxn ang="T48">
                          <a:pos x="T24" y="T25"/>
                        </a:cxn>
                        <a:cxn ang="T49">
                          <a:pos x="T26" y="T27"/>
                        </a:cxn>
                        <a:cxn ang="T50">
                          <a:pos x="T28" y="T29"/>
                        </a:cxn>
                        <a:cxn ang="T51">
                          <a:pos x="T30" y="T31"/>
                        </a:cxn>
                        <a:cxn ang="T52">
                          <a:pos x="T32" y="T33"/>
                        </a:cxn>
                        <a:cxn ang="T53">
                          <a:pos x="T34" y="T35"/>
                        </a:cxn>
                      </a:cxnLst>
                      <a:rect l="T54" t="T55" r="T56" b="T57"/>
                      <a:pathLst>
                        <a:path w="712" h="2072">
                          <a:moveTo>
                            <a:pt x="712" y="0"/>
                          </a:moveTo>
                          <a:lnTo>
                            <a:pt x="622" y="52"/>
                          </a:lnTo>
                          <a:lnTo>
                            <a:pt x="494" y="141"/>
                          </a:lnTo>
                          <a:lnTo>
                            <a:pt x="387" y="241"/>
                          </a:lnTo>
                          <a:lnTo>
                            <a:pt x="297" y="355"/>
                          </a:lnTo>
                          <a:lnTo>
                            <a:pt x="212" y="485"/>
                          </a:lnTo>
                          <a:lnTo>
                            <a:pt x="125" y="629"/>
                          </a:lnTo>
                          <a:lnTo>
                            <a:pt x="66" y="757"/>
                          </a:lnTo>
                          <a:lnTo>
                            <a:pt x="14" y="893"/>
                          </a:lnTo>
                          <a:lnTo>
                            <a:pt x="0" y="1015"/>
                          </a:lnTo>
                          <a:lnTo>
                            <a:pt x="0" y="1152"/>
                          </a:lnTo>
                          <a:lnTo>
                            <a:pt x="4" y="1280"/>
                          </a:lnTo>
                          <a:lnTo>
                            <a:pt x="14" y="1426"/>
                          </a:lnTo>
                          <a:lnTo>
                            <a:pt x="26" y="1576"/>
                          </a:lnTo>
                          <a:lnTo>
                            <a:pt x="40" y="1711"/>
                          </a:lnTo>
                          <a:lnTo>
                            <a:pt x="48" y="1827"/>
                          </a:lnTo>
                          <a:lnTo>
                            <a:pt x="66" y="1926"/>
                          </a:lnTo>
                          <a:lnTo>
                            <a:pt x="111" y="2072"/>
                          </a:lnTo>
                        </a:path>
                      </a:pathLst>
                    </a:custGeom>
                    <a:noFill/>
                    <a:ln w="7938">
                      <a:solidFill>
                        <a:schemeClr val="folHlink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2702" name="Freeform 116"/>
                    <p:cNvSpPr>
                      <a:spLocks/>
                    </p:cNvSpPr>
                    <p:nvPr/>
                  </p:nvSpPr>
                  <p:spPr bwMode="auto">
                    <a:xfrm>
                      <a:off x="3263" y="2077"/>
                      <a:ext cx="482" cy="1051"/>
                    </a:xfrm>
                    <a:custGeom>
                      <a:avLst/>
                      <a:gdLst>
                        <a:gd name="T0" fmla="*/ 0 w 963"/>
                        <a:gd name="T1" fmla="*/ 0 h 2101"/>
                        <a:gd name="T2" fmla="*/ 78 w 963"/>
                        <a:gd name="T3" fmla="*/ 45 h 2101"/>
                        <a:gd name="T4" fmla="*/ 132 w 963"/>
                        <a:gd name="T5" fmla="*/ 87 h 2101"/>
                        <a:gd name="T6" fmla="*/ 181 w 963"/>
                        <a:gd name="T7" fmla="*/ 129 h 2101"/>
                        <a:gd name="T8" fmla="*/ 224 w 963"/>
                        <a:gd name="T9" fmla="*/ 184 h 2101"/>
                        <a:gd name="T10" fmla="*/ 277 w 963"/>
                        <a:gd name="T11" fmla="*/ 245 h 2101"/>
                        <a:gd name="T12" fmla="*/ 337 w 963"/>
                        <a:gd name="T13" fmla="*/ 321 h 2101"/>
                        <a:gd name="T14" fmla="*/ 383 w 963"/>
                        <a:gd name="T15" fmla="*/ 392 h 2101"/>
                        <a:gd name="T16" fmla="*/ 408 w 963"/>
                        <a:gd name="T17" fmla="*/ 455 h 2101"/>
                        <a:gd name="T18" fmla="*/ 414 w 963"/>
                        <a:gd name="T19" fmla="*/ 517 h 2101"/>
                        <a:gd name="T20" fmla="*/ 412 w 963"/>
                        <a:gd name="T21" fmla="*/ 583 h 2101"/>
                        <a:gd name="T22" fmla="*/ 417 w 963"/>
                        <a:gd name="T23" fmla="*/ 656 h 2101"/>
                        <a:gd name="T24" fmla="*/ 423 w 963"/>
                        <a:gd name="T25" fmla="*/ 724 h 2101"/>
                        <a:gd name="T26" fmla="*/ 428 w 963"/>
                        <a:gd name="T27" fmla="*/ 786 h 2101"/>
                        <a:gd name="T28" fmla="*/ 437 w 963"/>
                        <a:gd name="T29" fmla="*/ 861 h 2101"/>
                        <a:gd name="T30" fmla="*/ 444 w 963"/>
                        <a:gd name="T31" fmla="*/ 924 h 2101"/>
                        <a:gd name="T32" fmla="*/ 459 w 963"/>
                        <a:gd name="T33" fmla="*/ 993 h 2101"/>
                        <a:gd name="T34" fmla="*/ 482 w 963"/>
                        <a:gd name="T35" fmla="*/ 1051 h 2101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w 963"/>
                        <a:gd name="T55" fmla="*/ 0 h 2101"/>
                        <a:gd name="T56" fmla="*/ 963 w 963"/>
                        <a:gd name="T57" fmla="*/ 2101 h 2101"/>
                      </a:gdLst>
                      <a:ahLst/>
                      <a:cxnLst>
                        <a:cxn ang="T36">
                          <a:pos x="T0" y="T1"/>
                        </a:cxn>
                        <a:cxn ang="T37">
                          <a:pos x="T2" y="T3"/>
                        </a:cxn>
                        <a:cxn ang="T38">
                          <a:pos x="T4" y="T5"/>
                        </a:cxn>
                        <a:cxn ang="T39">
                          <a:pos x="T6" y="T7"/>
                        </a:cxn>
                        <a:cxn ang="T40">
                          <a:pos x="T8" y="T9"/>
                        </a:cxn>
                        <a:cxn ang="T41">
                          <a:pos x="T10" y="T11"/>
                        </a:cxn>
                        <a:cxn ang="T42">
                          <a:pos x="T12" y="T13"/>
                        </a:cxn>
                        <a:cxn ang="T43">
                          <a:pos x="T14" y="T15"/>
                        </a:cxn>
                        <a:cxn ang="T44">
                          <a:pos x="T16" y="T17"/>
                        </a:cxn>
                        <a:cxn ang="T45">
                          <a:pos x="T18" y="T19"/>
                        </a:cxn>
                        <a:cxn ang="T46">
                          <a:pos x="T20" y="T21"/>
                        </a:cxn>
                        <a:cxn ang="T47">
                          <a:pos x="T22" y="T23"/>
                        </a:cxn>
                        <a:cxn ang="T48">
                          <a:pos x="T24" y="T25"/>
                        </a:cxn>
                        <a:cxn ang="T49">
                          <a:pos x="T26" y="T27"/>
                        </a:cxn>
                        <a:cxn ang="T50">
                          <a:pos x="T28" y="T29"/>
                        </a:cxn>
                        <a:cxn ang="T51">
                          <a:pos x="T30" y="T31"/>
                        </a:cxn>
                        <a:cxn ang="T52">
                          <a:pos x="T32" y="T33"/>
                        </a:cxn>
                        <a:cxn ang="T53">
                          <a:pos x="T34" y="T35"/>
                        </a:cxn>
                      </a:cxnLst>
                      <a:rect l="T54" t="T55" r="T56" b="T57"/>
                      <a:pathLst>
                        <a:path w="963" h="2101">
                          <a:moveTo>
                            <a:pt x="0" y="0"/>
                          </a:moveTo>
                          <a:lnTo>
                            <a:pt x="156" y="89"/>
                          </a:lnTo>
                          <a:lnTo>
                            <a:pt x="263" y="174"/>
                          </a:lnTo>
                          <a:lnTo>
                            <a:pt x="362" y="258"/>
                          </a:lnTo>
                          <a:lnTo>
                            <a:pt x="447" y="367"/>
                          </a:lnTo>
                          <a:lnTo>
                            <a:pt x="553" y="489"/>
                          </a:lnTo>
                          <a:lnTo>
                            <a:pt x="673" y="642"/>
                          </a:lnTo>
                          <a:lnTo>
                            <a:pt x="766" y="784"/>
                          </a:lnTo>
                          <a:lnTo>
                            <a:pt x="816" y="910"/>
                          </a:lnTo>
                          <a:lnTo>
                            <a:pt x="828" y="1034"/>
                          </a:lnTo>
                          <a:lnTo>
                            <a:pt x="824" y="1166"/>
                          </a:lnTo>
                          <a:lnTo>
                            <a:pt x="834" y="1311"/>
                          </a:lnTo>
                          <a:lnTo>
                            <a:pt x="846" y="1448"/>
                          </a:lnTo>
                          <a:lnTo>
                            <a:pt x="856" y="1571"/>
                          </a:lnTo>
                          <a:lnTo>
                            <a:pt x="873" y="1721"/>
                          </a:lnTo>
                          <a:lnTo>
                            <a:pt x="887" y="1848"/>
                          </a:lnTo>
                          <a:lnTo>
                            <a:pt x="917" y="1985"/>
                          </a:lnTo>
                          <a:lnTo>
                            <a:pt x="963" y="2101"/>
                          </a:lnTo>
                        </a:path>
                      </a:pathLst>
                    </a:custGeom>
                    <a:noFill/>
                    <a:ln w="7938">
                      <a:solidFill>
                        <a:schemeClr val="folHlink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2703" name="Line 1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68" y="2105"/>
                      <a:ext cx="501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grpSp>
                  <p:nvGrpSpPr>
                    <p:cNvPr id="62704" name="Group 11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189" y="2070"/>
                      <a:ext cx="798" cy="1063"/>
                      <a:chOff x="3189" y="2070"/>
                      <a:chExt cx="798" cy="1063"/>
                    </a:xfrm>
                  </p:grpSpPr>
                  <p:sp>
                    <p:nvSpPr>
                      <p:cNvPr id="62705" name="Freeform 11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89" y="2070"/>
                        <a:ext cx="539" cy="1063"/>
                      </a:xfrm>
                      <a:custGeom>
                        <a:avLst/>
                        <a:gdLst>
                          <a:gd name="T0" fmla="*/ 0 w 1078"/>
                          <a:gd name="T1" fmla="*/ 0 h 2124"/>
                          <a:gd name="T2" fmla="*/ 67 w 1078"/>
                          <a:gd name="T3" fmla="*/ 45 h 2124"/>
                          <a:gd name="T4" fmla="*/ 126 w 1078"/>
                          <a:gd name="T5" fmla="*/ 95 h 2124"/>
                          <a:gd name="T6" fmla="*/ 173 w 1078"/>
                          <a:gd name="T7" fmla="*/ 137 h 2124"/>
                          <a:gd name="T8" fmla="*/ 222 w 1078"/>
                          <a:gd name="T9" fmla="*/ 195 h 2124"/>
                          <a:gd name="T10" fmla="*/ 268 w 1078"/>
                          <a:gd name="T11" fmla="*/ 259 h 2124"/>
                          <a:gd name="T12" fmla="*/ 307 w 1078"/>
                          <a:gd name="T13" fmla="*/ 324 h 2124"/>
                          <a:gd name="T14" fmla="*/ 336 w 1078"/>
                          <a:gd name="T15" fmla="*/ 394 h 2124"/>
                          <a:gd name="T16" fmla="*/ 354 w 1078"/>
                          <a:gd name="T17" fmla="*/ 461 h 2124"/>
                          <a:gd name="T18" fmla="*/ 360 w 1078"/>
                          <a:gd name="T19" fmla="*/ 522 h 2124"/>
                          <a:gd name="T20" fmla="*/ 363 w 1078"/>
                          <a:gd name="T21" fmla="*/ 591 h 2124"/>
                          <a:gd name="T22" fmla="*/ 374 w 1078"/>
                          <a:gd name="T23" fmla="*/ 659 h 2124"/>
                          <a:gd name="T24" fmla="*/ 385 w 1078"/>
                          <a:gd name="T25" fmla="*/ 725 h 2124"/>
                          <a:gd name="T26" fmla="*/ 401 w 1078"/>
                          <a:gd name="T27" fmla="*/ 791 h 2124"/>
                          <a:gd name="T28" fmla="*/ 421 w 1078"/>
                          <a:gd name="T29" fmla="*/ 868 h 2124"/>
                          <a:gd name="T30" fmla="*/ 445 w 1078"/>
                          <a:gd name="T31" fmla="*/ 926 h 2124"/>
                          <a:gd name="T32" fmla="*/ 485 w 1078"/>
                          <a:gd name="T33" fmla="*/ 992 h 2124"/>
                          <a:gd name="T34" fmla="*/ 539 w 1078"/>
                          <a:gd name="T35" fmla="*/ 1063 h 2124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1078"/>
                          <a:gd name="T55" fmla="*/ 0 h 2124"/>
                          <a:gd name="T56" fmla="*/ 1078 w 1078"/>
                          <a:gd name="T57" fmla="*/ 2124 h 2124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1078" h="2124">
                            <a:moveTo>
                              <a:pt x="0" y="0"/>
                            </a:moveTo>
                            <a:lnTo>
                              <a:pt x="133" y="90"/>
                            </a:lnTo>
                            <a:lnTo>
                              <a:pt x="253" y="189"/>
                            </a:lnTo>
                            <a:lnTo>
                              <a:pt x="347" y="273"/>
                            </a:lnTo>
                            <a:lnTo>
                              <a:pt x="444" y="390"/>
                            </a:lnTo>
                            <a:lnTo>
                              <a:pt x="535" y="518"/>
                            </a:lnTo>
                            <a:lnTo>
                              <a:pt x="615" y="648"/>
                            </a:lnTo>
                            <a:lnTo>
                              <a:pt x="673" y="788"/>
                            </a:lnTo>
                            <a:lnTo>
                              <a:pt x="709" y="921"/>
                            </a:lnTo>
                            <a:lnTo>
                              <a:pt x="721" y="1044"/>
                            </a:lnTo>
                            <a:lnTo>
                              <a:pt x="727" y="1180"/>
                            </a:lnTo>
                            <a:lnTo>
                              <a:pt x="749" y="1317"/>
                            </a:lnTo>
                            <a:lnTo>
                              <a:pt x="770" y="1449"/>
                            </a:lnTo>
                            <a:lnTo>
                              <a:pt x="802" y="1581"/>
                            </a:lnTo>
                            <a:lnTo>
                              <a:pt x="842" y="1735"/>
                            </a:lnTo>
                            <a:lnTo>
                              <a:pt x="891" y="1850"/>
                            </a:lnTo>
                            <a:lnTo>
                              <a:pt x="971" y="1982"/>
                            </a:lnTo>
                            <a:lnTo>
                              <a:pt x="1078" y="2124"/>
                            </a:lnTo>
                          </a:path>
                        </a:pathLst>
                      </a:custGeom>
                      <a:noFill/>
                      <a:ln w="7938">
                        <a:solidFill>
                          <a:schemeClr val="folHlink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2706" name="Freeform 12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27" y="2077"/>
                        <a:ext cx="514" cy="1055"/>
                      </a:xfrm>
                      <a:custGeom>
                        <a:avLst/>
                        <a:gdLst>
                          <a:gd name="T0" fmla="*/ 0 w 1029"/>
                          <a:gd name="T1" fmla="*/ 0 h 2110"/>
                          <a:gd name="T2" fmla="*/ 78 w 1029"/>
                          <a:gd name="T3" fmla="*/ 49 h 2110"/>
                          <a:gd name="T4" fmla="*/ 138 w 1029"/>
                          <a:gd name="T5" fmla="*/ 93 h 2110"/>
                          <a:gd name="T6" fmla="*/ 182 w 1029"/>
                          <a:gd name="T7" fmla="*/ 136 h 2110"/>
                          <a:gd name="T8" fmla="*/ 223 w 1029"/>
                          <a:gd name="T9" fmla="*/ 186 h 2110"/>
                          <a:gd name="T10" fmla="*/ 267 w 1029"/>
                          <a:gd name="T11" fmla="*/ 244 h 2110"/>
                          <a:gd name="T12" fmla="*/ 321 w 1029"/>
                          <a:gd name="T13" fmla="*/ 321 h 2110"/>
                          <a:gd name="T14" fmla="*/ 358 w 1029"/>
                          <a:gd name="T15" fmla="*/ 389 h 2110"/>
                          <a:gd name="T16" fmla="*/ 383 w 1029"/>
                          <a:gd name="T17" fmla="*/ 460 h 2110"/>
                          <a:gd name="T18" fmla="*/ 385 w 1029"/>
                          <a:gd name="T19" fmla="*/ 524 h 2110"/>
                          <a:gd name="T20" fmla="*/ 388 w 1029"/>
                          <a:gd name="T21" fmla="*/ 583 h 2110"/>
                          <a:gd name="T22" fmla="*/ 394 w 1029"/>
                          <a:gd name="T23" fmla="*/ 642 h 2110"/>
                          <a:gd name="T24" fmla="*/ 401 w 1029"/>
                          <a:gd name="T25" fmla="*/ 710 h 2110"/>
                          <a:gd name="T26" fmla="*/ 414 w 1029"/>
                          <a:gd name="T27" fmla="*/ 787 h 2110"/>
                          <a:gd name="T28" fmla="*/ 428 w 1029"/>
                          <a:gd name="T29" fmla="*/ 855 h 2110"/>
                          <a:gd name="T30" fmla="*/ 441 w 1029"/>
                          <a:gd name="T31" fmla="*/ 912 h 2110"/>
                          <a:gd name="T32" fmla="*/ 463 w 1029"/>
                          <a:gd name="T33" fmla="*/ 971 h 2110"/>
                          <a:gd name="T34" fmla="*/ 514 w 1029"/>
                          <a:gd name="T35" fmla="*/ 1055 h 2110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1029"/>
                          <a:gd name="T55" fmla="*/ 0 h 2110"/>
                          <a:gd name="T56" fmla="*/ 1029 w 1029"/>
                          <a:gd name="T57" fmla="*/ 2110 h 2110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1029" h="2110">
                            <a:moveTo>
                              <a:pt x="0" y="0"/>
                            </a:moveTo>
                            <a:lnTo>
                              <a:pt x="157" y="99"/>
                            </a:lnTo>
                            <a:lnTo>
                              <a:pt x="276" y="187"/>
                            </a:lnTo>
                            <a:lnTo>
                              <a:pt x="365" y="273"/>
                            </a:lnTo>
                            <a:lnTo>
                              <a:pt x="447" y="372"/>
                            </a:lnTo>
                            <a:lnTo>
                              <a:pt x="535" y="489"/>
                            </a:lnTo>
                            <a:lnTo>
                              <a:pt x="642" y="642"/>
                            </a:lnTo>
                            <a:lnTo>
                              <a:pt x="717" y="778"/>
                            </a:lnTo>
                            <a:lnTo>
                              <a:pt x="767" y="921"/>
                            </a:lnTo>
                            <a:lnTo>
                              <a:pt x="771" y="1047"/>
                            </a:lnTo>
                            <a:lnTo>
                              <a:pt x="776" y="1166"/>
                            </a:lnTo>
                            <a:lnTo>
                              <a:pt x="789" y="1284"/>
                            </a:lnTo>
                            <a:lnTo>
                              <a:pt x="802" y="1420"/>
                            </a:lnTo>
                            <a:lnTo>
                              <a:pt x="828" y="1575"/>
                            </a:lnTo>
                            <a:lnTo>
                              <a:pt x="856" y="1711"/>
                            </a:lnTo>
                            <a:lnTo>
                              <a:pt x="882" y="1825"/>
                            </a:lnTo>
                            <a:lnTo>
                              <a:pt x="927" y="1943"/>
                            </a:lnTo>
                            <a:lnTo>
                              <a:pt x="1029" y="2110"/>
                            </a:lnTo>
                          </a:path>
                        </a:pathLst>
                      </a:custGeom>
                      <a:noFill/>
                      <a:ln w="7938">
                        <a:solidFill>
                          <a:schemeClr val="folHlink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2707" name="Freeform 1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07" y="2083"/>
                        <a:ext cx="443" cy="1046"/>
                      </a:xfrm>
                      <a:custGeom>
                        <a:avLst/>
                        <a:gdLst>
                          <a:gd name="T0" fmla="*/ 0 w 886"/>
                          <a:gd name="T1" fmla="*/ 0 h 2092"/>
                          <a:gd name="T2" fmla="*/ 62 w 886"/>
                          <a:gd name="T3" fmla="*/ 35 h 2092"/>
                          <a:gd name="T4" fmla="*/ 109 w 886"/>
                          <a:gd name="T5" fmla="*/ 68 h 2092"/>
                          <a:gd name="T6" fmla="*/ 159 w 886"/>
                          <a:gd name="T7" fmla="*/ 113 h 2092"/>
                          <a:gd name="T8" fmla="*/ 216 w 886"/>
                          <a:gd name="T9" fmla="*/ 169 h 2092"/>
                          <a:gd name="T10" fmla="*/ 284 w 886"/>
                          <a:gd name="T11" fmla="*/ 243 h 2092"/>
                          <a:gd name="T12" fmla="*/ 348 w 886"/>
                          <a:gd name="T13" fmla="*/ 312 h 2092"/>
                          <a:gd name="T14" fmla="*/ 397 w 886"/>
                          <a:gd name="T15" fmla="*/ 380 h 2092"/>
                          <a:gd name="T16" fmla="*/ 428 w 886"/>
                          <a:gd name="T17" fmla="*/ 450 h 2092"/>
                          <a:gd name="T18" fmla="*/ 432 w 886"/>
                          <a:gd name="T19" fmla="*/ 513 h 2092"/>
                          <a:gd name="T20" fmla="*/ 437 w 886"/>
                          <a:gd name="T21" fmla="*/ 578 h 2092"/>
                          <a:gd name="T22" fmla="*/ 437 w 886"/>
                          <a:gd name="T23" fmla="*/ 641 h 2092"/>
                          <a:gd name="T24" fmla="*/ 437 w 886"/>
                          <a:gd name="T25" fmla="*/ 715 h 2092"/>
                          <a:gd name="T26" fmla="*/ 437 w 886"/>
                          <a:gd name="T27" fmla="*/ 783 h 2092"/>
                          <a:gd name="T28" fmla="*/ 434 w 886"/>
                          <a:gd name="T29" fmla="*/ 853 h 2092"/>
                          <a:gd name="T30" fmla="*/ 434 w 886"/>
                          <a:gd name="T31" fmla="*/ 913 h 2092"/>
                          <a:gd name="T32" fmla="*/ 441 w 886"/>
                          <a:gd name="T33" fmla="*/ 986 h 2092"/>
                          <a:gd name="T34" fmla="*/ 443 w 886"/>
                          <a:gd name="T35" fmla="*/ 1046 h 2092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886"/>
                          <a:gd name="T55" fmla="*/ 0 h 2092"/>
                          <a:gd name="T56" fmla="*/ 886 w 886"/>
                          <a:gd name="T57" fmla="*/ 2092 h 2092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886" h="2092">
                            <a:moveTo>
                              <a:pt x="0" y="0"/>
                            </a:moveTo>
                            <a:lnTo>
                              <a:pt x="125" y="71"/>
                            </a:lnTo>
                            <a:lnTo>
                              <a:pt x="218" y="136"/>
                            </a:lnTo>
                            <a:lnTo>
                              <a:pt x="317" y="226"/>
                            </a:lnTo>
                            <a:lnTo>
                              <a:pt x="432" y="339"/>
                            </a:lnTo>
                            <a:lnTo>
                              <a:pt x="567" y="486"/>
                            </a:lnTo>
                            <a:lnTo>
                              <a:pt x="696" y="624"/>
                            </a:lnTo>
                            <a:lnTo>
                              <a:pt x="793" y="760"/>
                            </a:lnTo>
                            <a:lnTo>
                              <a:pt x="856" y="901"/>
                            </a:lnTo>
                            <a:lnTo>
                              <a:pt x="864" y="1025"/>
                            </a:lnTo>
                            <a:lnTo>
                              <a:pt x="874" y="1157"/>
                            </a:lnTo>
                            <a:lnTo>
                              <a:pt x="874" y="1283"/>
                            </a:lnTo>
                            <a:lnTo>
                              <a:pt x="874" y="1430"/>
                            </a:lnTo>
                            <a:lnTo>
                              <a:pt x="874" y="1566"/>
                            </a:lnTo>
                            <a:lnTo>
                              <a:pt x="868" y="1706"/>
                            </a:lnTo>
                            <a:lnTo>
                              <a:pt x="868" y="1826"/>
                            </a:lnTo>
                            <a:lnTo>
                              <a:pt x="882" y="1972"/>
                            </a:lnTo>
                            <a:lnTo>
                              <a:pt x="886" y="2092"/>
                            </a:lnTo>
                          </a:path>
                        </a:pathLst>
                      </a:custGeom>
                      <a:noFill/>
                      <a:ln w="7938">
                        <a:solidFill>
                          <a:schemeClr val="folHlink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2708" name="Line 12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364" y="2728"/>
                        <a:ext cx="623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2709" name="Line 12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387" y="2796"/>
                        <a:ext cx="579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2710" name="Line 12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23" y="2869"/>
                        <a:ext cx="516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2711" name="Line 12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58" y="2935"/>
                        <a:ext cx="459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2712" name="Line 12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02" y="2998"/>
                        <a:ext cx="387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2713" name="Line 12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48" y="3050"/>
                        <a:ext cx="309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2714" name="Line 12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606" y="3095"/>
                        <a:ext cx="214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</p:grpSp>
              </p:grpSp>
              <p:grpSp>
                <p:nvGrpSpPr>
                  <p:cNvPr id="62622" name="Group 129"/>
                  <p:cNvGrpSpPr>
                    <a:grpSpLocks/>
                  </p:cNvGrpSpPr>
                  <p:nvPr/>
                </p:nvGrpSpPr>
                <p:grpSpPr bwMode="auto">
                  <a:xfrm>
                    <a:off x="3691" y="853"/>
                    <a:ext cx="1114" cy="577"/>
                    <a:chOff x="1803" y="2102"/>
                    <a:chExt cx="2127" cy="1033"/>
                  </a:xfrm>
                </p:grpSpPr>
                <p:sp>
                  <p:nvSpPr>
                    <p:cNvPr id="62657" name="Freeform 130"/>
                    <p:cNvSpPr>
                      <a:spLocks/>
                    </p:cNvSpPr>
                    <p:nvPr/>
                  </p:nvSpPr>
                  <p:spPr bwMode="auto">
                    <a:xfrm>
                      <a:off x="2953" y="2346"/>
                      <a:ext cx="10" cy="11"/>
                    </a:xfrm>
                    <a:custGeom>
                      <a:avLst/>
                      <a:gdLst>
                        <a:gd name="T0" fmla="*/ 10 w 20"/>
                        <a:gd name="T1" fmla="*/ 1 h 21"/>
                        <a:gd name="T2" fmla="*/ 10 w 20"/>
                        <a:gd name="T3" fmla="*/ 10 h 21"/>
                        <a:gd name="T4" fmla="*/ 6 w 20"/>
                        <a:gd name="T5" fmla="*/ 11 h 21"/>
                        <a:gd name="T6" fmla="*/ 0 w 20"/>
                        <a:gd name="T7" fmla="*/ 2 h 21"/>
                        <a:gd name="T8" fmla="*/ 4 w 20"/>
                        <a:gd name="T9" fmla="*/ 0 h 21"/>
                        <a:gd name="T10" fmla="*/ 10 w 20"/>
                        <a:gd name="T11" fmla="*/ 1 h 21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20"/>
                        <a:gd name="T19" fmla="*/ 0 h 21"/>
                        <a:gd name="T20" fmla="*/ 20 w 20"/>
                        <a:gd name="T21" fmla="*/ 21 h 21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20" h="21">
                          <a:moveTo>
                            <a:pt x="20" y="1"/>
                          </a:moveTo>
                          <a:lnTo>
                            <a:pt x="20" y="20"/>
                          </a:lnTo>
                          <a:lnTo>
                            <a:pt x="13" y="21"/>
                          </a:lnTo>
                          <a:lnTo>
                            <a:pt x="0" y="4"/>
                          </a:lnTo>
                          <a:lnTo>
                            <a:pt x="8" y="0"/>
                          </a:lnTo>
                          <a:lnTo>
                            <a:pt x="20" y="1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2658" name="Freeform 131"/>
                    <p:cNvSpPr>
                      <a:spLocks/>
                    </p:cNvSpPr>
                    <p:nvPr/>
                  </p:nvSpPr>
                  <p:spPr bwMode="auto">
                    <a:xfrm>
                      <a:off x="2934" y="2327"/>
                      <a:ext cx="9" cy="16"/>
                    </a:xfrm>
                    <a:custGeom>
                      <a:avLst/>
                      <a:gdLst>
                        <a:gd name="T0" fmla="*/ 9 w 18"/>
                        <a:gd name="T1" fmla="*/ 0 h 32"/>
                        <a:gd name="T2" fmla="*/ 0 w 18"/>
                        <a:gd name="T3" fmla="*/ 3 h 32"/>
                        <a:gd name="T4" fmla="*/ 1 w 18"/>
                        <a:gd name="T5" fmla="*/ 16 h 32"/>
                        <a:gd name="T6" fmla="*/ 7 w 18"/>
                        <a:gd name="T7" fmla="*/ 14 h 32"/>
                        <a:gd name="T8" fmla="*/ 9 w 18"/>
                        <a:gd name="T9" fmla="*/ 0 h 3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8"/>
                        <a:gd name="T16" fmla="*/ 0 h 32"/>
                        <a:gd name="T17" fmla="*/ 18 w 18"/>
                        <a:gd name="T18" fmla="*/ 32 h 3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8" h="32">
                          <a:moveTo>
                            <a:pt x="18" y="0"/>
                          </a:moveTo>
                          <a:lnTo>
                            <a:pt x="0" y="6"/>
                          </a:lnTo>
                          <a:lnTo>
                            <a:pt x="3" y="32"/>
                          </a:lnTo>
                          <a:lnTo>
                            <a:pt x="15" y="29"/>
                          </a:lnTo>
                          <a:lnTo>
                            <a:pt x="18" y="0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grpSp>
                  <p:nvGrpSpPr>
                    <p:cNvPr id="62659" name="Group 13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03" y="2102"/>
                      <a:ext cx="2127" cy="1033"/>
                      <a:chOff x="1803" y="2102"/>
                      <a:chExt cx="2127" cy="1033"/>
                    </a:xfrm>
                  </p:grpSpPr>
                  <p:grpSp>
                    <p:nvGrpSpPr>
                      <p:cNvPr id="62660" name="Group 13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748" y="2104"/>
                        <a:ext cx="1182" cy="1027"/>
                        <a:chOff x="2748" y="2104"/>
                        <a:chExt cx="1182" cy="1027"/>
                      </a:xfrm>
                    </p:grpSpPr>
                    <p:grpSp>
                      <p:nvGrpSpPr>
                        <p:cNvPr id="62670" name="Group 134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561" y="2616"/>
                          <a:ext cx="369" cy="515"/>
                          <a:chOff x="3561" y="2616"/>
                          <a:chExt cx="369" cy="515"/>
                        </a:xfrm>
                      </p:grpSpPr>
                      <p:sp>
                        <p:nvSpPr>
                          <p:cNvPr id="62695" name="Freeform 135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61" y="3034"/>
                            <a:ext cx="263" cy="97"/>
                          </a:xfrm>
                          <a:custGeom>
                            <a:avLst/>
                            <a:gdLst>
                              <a:gd name="T0" fmla="*/ 52 w 525"/>
                              <a:gd name="T1" fmla="*/ 3 h 194"/>
                              <a:gd name="T2" fmla="*/ 71 w 525"/>
                              <a:gd name="T3" fmla="*/ 6 h 194"/>
                              <a:gd name="T4" fmla="*/ 79 w 525"/>
                              <a:gd name="T5" fmla="*/ 5 h 194"/>
                              <a:gd name="T6" fmla="*/ 89 w 525"/>
                              <a:gd name="T7" fmla="*/ 2 h 194"/>
                              <a:gd name="T8" fmla="*/ 98 w 525"/>
                              <a:gd name="T9" fmla="*/ 1 h 194"/>
                              <a:gd name="T10" fmla="*/ 104 w 525"/>
                              <a:gd name="T11" fmla="*/ 0 h 194"/>
                              <a:gd name="T12" fmla="*/ 113 w 525"/>
                              <a:gd name="T13" fmla="*/ 5 h 194"/>
                              <a:gd name="T14" fmla="*/ 116 w 525"/>
                              <a:gd name="T15" fmla="*/ 9 h 194"/>
                              <a:gd name="T16" fmla="*/ 126 w 525"/>
                              <a:gd name="T17" fmla="*/ 8 h 194"/>
                              <a:gd name="T18" fmla="*/ 133 w 525"/>
                              <a:gd name="T19" fmla="*/ 8 h 194"/>
                              <a:gd name="T20" fmla="*/ 140 w 525"/>
                              <a:gd name="T21" fmla="*/ 5 h 194"/>
                              <a:gd name="T22" fmla="*/ 147 w 525"/>
                              <a:gd name="T23" fmla="*/ 3 h 194"/>
                              <a:gd name="T24" fmla="*/ 152 w 525"/>
                              <a:gd name="T25" fmla="*/ 2 h 194"/>
                              <a:gd name="T26" fmla="*/ 162 w 525"/>
                              <a:gd name="T27" fmla="*/ 5 h 194"/>
                              <a:gd name="T28" fmla="*/ 177 w 525"/>
                              <a:gd name="T29" fmla="*/ 6 h 194"/>
                              <a:gd name="T30" fmla="*/ 193 w 525"/>
                              <a:gd name="T31" fmla="*/ 11 h 194"/>
                              <a:gd name="T32" fmla="*/ 204 w 525"/>
                              <a:gd name="T33" fmla="*/ 13 h 194"/>
                              <a:gd name="T34" fmla="*/ 211 w 525"/>
                              <a:gd name="T35" fmla="*/ 16 h 194"/>
                              <a:gd name="T36" fmla="*/ 220 w 525"/>
                              <a:gd name="T37" fmla="*/ 12 h 194"/>
                              <a:gd name="T38" fmla="*/ 230 w 525"/>
                              <a:gd name="T39" fmla="*/ 14 h 194"/>
                              <a:gd name="T40" fmla="*/ 237 w 525"/>
                              <a:gd name="T41" fmla="*/ 16 h 194"/>
                              <a:gd name="T42" fmla="*/ 243 w 525"/>
                              <a:gd name="T43" fmla="*/ 19 h 194"/>
                              <a:gd name="T44" fmla="*/ 251 w 525"/>
                              <a:gd name="T45" fmla="*/ 23 h 194"/>
                              <a:gd name="T46" fmla="*/ 257 w 525"/>
                              <a:gd name="T47" fmla="*/ 27 h 194"/>
                              <a:gd name="T48" fmla="*/ 261 w 525"/>
                              <a:gd name="T49" fmla="*/ 31 h 194"/>
                              <a:gd name="T50" fmla="*/ 263 w 525"/>
                              <a:gd name="T51" fmla="*/ 36 h 194"/>
                              <a:gd name="T52" fmla="*/ 255 w 525"/>
                              <a:gd name="T53" fmla="*/ 40 h 194"/>
                              <a:gd name="T54" fmla="*/ 244 w 525"/>
                              <a:gd name="T55" fmla="*/ 45 h 194"/>
                              <a:gd name="T56" fmla="*/ 237 w 525"/>
                              <a:gd name="T57" fmla="*/ 51 h 194"/>
                              <a:gd name="T58" fmla="*/ 240 w 525"/>
                              <a:gd name="T59" fmla="*/ 56 h 194"/>
                              <a:gd name="T60" fmla="*/ 235 w 525"/>
                              <a:gd name="T61" fmla="*/ 61 h 194"/>
                              <a:gd name="T62" fmla="*/ 229 w 525"/>
                              <a:gd name="T63" fmla="*/ 67 h 194"/>
                              <a:gd name="T64" fmla="*/ 224 w 525"/>
                              <a:gd name="T65" fmla="*/ 68 h 194"/>
                              <a:gd name="T66" fmla="*/ 216 w 525"/>
                              <a:gd name="T67" fmla="*/ 73 h 194"/>
                              <a:gd name="T68" fmla="*/ 231 w 525"/>
                              <a:gd name="T69" fmla="*/ 79 h 194"/>
                              <a:gd name="T70" fmla="*/ 220 w 525"/>
                              <a:gd name="T71" fmla="*/ 84 h 194"/>
                              <a:gd name="T72" fmla="*/ 199 w 525"/>
                              <a:gd name="T73" fmla="*/ 84 h 194"/>
                              <a:gd name="T74" fmla="*/ 186 w 525"/>
                              <a:gd name="T75" fmla="*/ 91 h 194"/>
                              <a:gd name="T76" fmla="*/ 176 w 525"/>
                              <a:gd name="T77" fmla="*/ 97 h 194"/>
                              <a:gd name="T78" fmla="*/ 153 w 525"/>
                              <a:gd name="T79" fmla="*/ 95 h 194"/>
                              <a:gd name="T80" fmla="*/ 137 w 525"/>
                              <a:gd name="T81" fmla="*/ 90 h 194"/>
                              <a:gd name="T82" fmla="*/ 121 w 525"/>
                              <a:gd name="T83" fmla="*/ 87 h 194"/>
                              <a:gd name="T84" fmla="*/ 104 w 525"/>
                              <a:gd name="T85" fmla="*/ 82 h 194"/>
                              <a:gd name="T86" fmla="*/ 96 w 525"/>
                              <a:gd name="T87" fmla="*/ 80 h 194"/>
                              <a:gd name="T88" fmla="*/ 74 w 525"/>
                              <a:gd name="T89" fmla="*/ 72 h 194"/>
                              <a:gd name="T90" fmla="*/ 59 w 525"/>
                              <a:gd name="T91" fmla="*/ 66 h 194"/>
                              <a:gd name="T92" fmla="*/ 47 w 525"/>
                              <a:gd name="T93" fmla="*/ 59 h 194"/>
                              <a:gd name="T94" fmla="*/ 35 w 525"/>
                              <a:gd name="T95" fmla="*/ 53 h 194"/>
                              <a:gd name="T96" fmla="*/ 25 w 525"/>
                              <a:gd name="T97" fmla="*/ 44 h 194"/>
                              <a:gd name="T98" fmla="*/ 13 w 525"/>
                              <a:gd name="T99" fmla="*/ 35 h 194"/>
                              <a:gd name="T100" fmla="*/ 2 w 525"/>
                              <a:gd name="T101" fmla="*/ 27 h 194"/>
                              <a:gd name="T102" fmla="*/ 8 w 525"/>
                              <a:gd name="T103" fmla="*/ 22 h 194"/>
                              <a:gd name="T104" fmla="*/ 14 w 525"/>
                              <a:gd name="T105" fmla="*/ 11 h 194"/>
                              <a:gd name="T106" fmla="*/ 21 w 525"/>
                              <a:gd name="T107" fmla="*/ 6 h 194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w 525"/>
                              <a:gd name="T163" fmla="*/ 0 h 194"/>
                              <a:gd name="T164" fmla="*/ 525 w 525"/>
                              <a:gd name="T165" fmla="*/ 194 h 194"/>
                            </a:gdLst>
                            <a:ahLst/>
                            <a:cxnLst>
                              <a:cxn ang="T108">
                                <a:pos x="T0" y="T1"/>
                              </a:cxn>
                              <a:cxn ang="T109">
                                <a:pos x="T2" y="T3"/>
                              </a:cxn>
                              <a:cxn ang="T110">
                                <a:pos x="T4" y="T5"/>
                              </a:cxn>
                              <a:cxn ang="T111">
                                <a:pos x="T6" y="T7"/>
                              </a:cxn>
                              <a:cxn ang="T112">
                                <a:pos x="T8" y="T9"/>
                              </a:cxn>
                              <a:cxn ang="T113">
                                <a:pos x="T10" y="T11"/>
                              </a:cxn>
                              <a:cxn ang="T114">
                                <a:pos x="T12" y="T13"/>
                              </a:cxn>
                              <a:cxn ang="T115">
                                <a:pos x="T14" y="T15"/>
                              </a:cxn>
                              <a:cxn ang="T116">
                                <a:pos x="T16" y="T17"/>
                              </a:cxn>
                              <a:cxn ang="T117">
                                <a:pos x="T18" y="T19"/>
                              </a:cxn>
                              <a:cxn ang="T118">
                                <a:pos x="T20" y="T21"/>
                              </a:cxn>
                              <a:cxn ang="T119">
                                <a:pos x="T22" y="T23"/>
                              </a:cxn>
                              <a:cxn ang="T120">
                                <a:pos x="T24" y="T25"/>
                              </a:cxn>
                              <a:cxn ang="T121">
                                <a:pos x="T26" y="T27"/>
                              </a:cxn>
                              <a:cxn ang="T122">
                                <a:pos x="T28" y="T29"/>
                              </a:cxn>
                              <a:cxn ang="T123">
                                <a:pos x="T30" y="T31"/>
                              </a:cxn>
                              <a:cxn ang="T124">
                                <a:pos x="T32" y="T33"/>
                              </a:cxn>
                              <a:cxn ang="T125">
                                <a:pos x="T34" y="T35"/>
                              </a:cxn>
                              <a:cxn ang="T126">
                                <a:pos x="T36" y="T37"/>
                              </a:cxn>
                              <a:cxn ang="T127">
                                <a:pos x="T38" y="T39"/>
                              </a:cxn>
                              <a:cxn ang="T128">
                                <a:pos x="T40" y="T41"/>
                              </a:cxn>
                              <a:cxn ang="T129">
                                <a:pos x="T42" y="T43"/>
                              </a:cxn>
                              <a:cxn ang="T130">
                                <a:pos x="T44" y="T45"/>
                              </a:cxn>
                              <a:cxn ang="T131">
                                <a:pos x="T46" y="T47"/>
                              </a:cxn>
                              <a:cxn ang="T132">
                                <a:pos x="T48" y="T49"/>
                              </a:cxn>
                              <a:cxn ang="T133">
                                <a:pos x="T50" y="T51"/>
                              </a:cxn>
                              <a:cxn ang="T134">
                                <a:pos x="T52" y="T53"/>
                              </a:cxn>
                              <a:cxn ang="T135">
                                <a:pos x="T54" y="T55"/>
                              </a:cxn>
                              <a:cxn ang="T136">
                                <a:pos x="T56" y="T57"/>
                              </a:cxn>
                              <a:cxn ang="T137">
                                <a:pos x="T58" y="T59"/>
                              </a:cxn>
                              <a:cxn ang="T138">
                                <a:pos x="T60" y="T61"/>
                              </a:cxn>
                              <a:cxn ang="T139">
                                <a:pos x="T62" y="T63"/>
                              </a:cxn>
                              <a:cxn ang="T140">
                                <a:pos x="T64" y="T65"/>
                              </a:cxn>
                              <a:cxn ang="T141">
                                <a:pos x="T66" y="T67"/>
                              </a:cxn>
                              <a:cxn ang="T142">
                                <a:pos x="T68" y="T69"/>
                              </a:cxn>
                              <a:cxn ang="T143">
                                <a:pos x="T70" y="T71"/>
                              </a:cxn>
                              <a:cxn ang="T144">
                                <a:pos x="T72" y="T73"/>
                              </a:cxn>
                              <a:cxn ang="T145">
                                <a:pos x="T74" y="T75"/>
                              </a:cxn>
                              <a:cxn ang="T146">
                                <a:pos x="T76" y="T77"/>
                              </a:cxn>
                              <a:cxn ang="T147">
                                <a:pos x="T78" y="T79"/>
                              </a:cxn>
                              <a:cxn ang="T148">
                                <a:pos x="T80" y="T81"/>
                              </a:cxn>
                              <a:cxn ang="T149">
                                <a:pos x="T82" y="T83"/>
                              </a:cxn>
                              <a:cxn ang="T150">
                                <a:pos x="T84" y="T85"/>
                              </a:cxn>
                              <a:cxn ang="T151">
                                <a:pos x="T86" y="T87"/>
                              </a:cxn>
                              <a:cxn ang="T152">
                                <a:pos x="T88" y="T89"/>
                              </a:cxn>
                              <a:cxn ang="T153">
                                <a:pos x="T90" y="T91"/>
                              </a:cxn>
                              <a:cxn ang="T154">
                                <a:pos x="T92" y="T93"/>
                              </a:cxn>
                              <a:cxn ang="T155">
                                <a:pos x="T94" y="T95"/>
                              </a:cxn>
                              <a:cxn ang="T156">
                                <a:pos x="T96" y="T97"/>
                              </a:cxn>
                              <a:cxn ang="T157">
                                <a:pos x="T98" y="T99"/>
                              </a:cxn>
                              <a:cxn ang="T158">
                                <a:pos x="T100" y="T101"/>
                              </a:cxn>
                              <a:cxn ang="T159">
                                <a:pos x="T102" y="T103"/>
                              </a:cxn>
                              <a:cxn ang="T160">
                                <a:pos x="T104" y="T105"/>
                              </a:cxn>
                              <a:cxn ang="T161">
                                <a:pos x="T106" y="T107"/>
                              </a:cxn>
                            </a:cxnLst>
                            <a:rect l="T162" t="T163" r="T164" b="T165"/>
                            <a:pathLst>
                              <a:path w="525" h="194">
                                <a:moveTo>
                                  <a:pt x="49" y="7"/>
                                </a:moveTo>
                                <a:lnTo>
                                  <a:pt x="103" y="7"/>
                                </a:lnTo>
                                <a:lnTo>
                                  <a:pt x="121" y="9"/>
                                </a:lnTo>
                                <a:lnTo>
                                  <a:pt x="141" y="11"/>
                                </a:lnTo>
                                <a:lnTo>
                                  <a:pt x="149" y="16"/>
                                </a:lnTo>
                                <a:lnTo>
                                  <a:pt x="158" y="10"/>
                                </a:lnTo>
                                <a:lnTo>
                                  <a:pt x="169" y="6"/>
                                </a:lnTo>
                                <a:lnTo>
                                  <a:pt x="177" y="3"/>
                                </a:lnTo>
                                <a:lnTo>
                                  <a:pt x="189" y="1"/>
                                </a:lnTo>
                                <a:lnTo>
                                  <a:pt x="196" y="1"/>
                                </a:lnTo>
                                <a:lnTo>
                                  <a:pt x="202" y="1"/>
                                </a:lnTo>
                                <a:lnTo>
                                  <a:pt x="208" y="0"/>
                                </a:lnTo>
                                <a:lnTo>
                                  <a:pt x="221" y="10"/>
                                </a:lnTo>
                                <a:lnTo>
                                  <a:pt x="225" y="10"/>
                                </a:lnTo>
                                <a:lnTo>
                                  <a:pt x="229" y="16"/>
                                </a:lnTo>
                                <a:lnTo>
                                  <a:pt x="232" y="17"/>
                                </a:lnTo>
                                <a:lnTo>
                                  <a:pt x="243" y="16"/>
                                </a:lnTo>
                                <a:lnTo>
                                  <a:pt x="251" y="16"/>
                                </a:lnTo>
                                <a:lnTo>
                                  <a:pt x="261" y="16"/>
                                </a:lnTo>
                                <a:lnTo>
                                  <a:pt x="266" y="16"/>
                                </a:lnTo>
                                <a:lnTo>
                                  <a:pt x="274" y="16"/>
                                </a:lnTo>
                                <a:lnTo>
                                  <a:pt x="280" y="10"/>
                                </a:lnTo>
                                <a:lnTo>
                                  <a:pt x="285" y="7"/>
                                </a:lnTo>
                                <a:lnTo>
                                  <a:pt x="293" y="6"/>
                                </a:lnTo>
                                <a:lnTo>
                                  <a:pt x="296" y="6"/>
                                </a:lnTo>
                                <a:lnTo>
                                  <a:pt x="303" y="4"/>
                                </a:lnTo>
                                <a:lnTo>
                                  <a:pt x="314" y="7"/>
                                </a:lnTo>
                                <a:lnTo>
                                  <a:pt x="324" y="9"/>
                                </a:lnTo>
                                <a:lnTo>
                                  <a:pt x="335" y="10"/>
                                </a:lnTo>
                                <a:lnTo>
                                  <a:pt x="354" y="13"/>
                                </a:lnTo>
                                <a:lnTo>
                                  <a:pt x="377" y="20"/>
                                </a:lnTo>
                                <a:lnTo>
                                  <a:pt x="385" y="22"/>
                                </a:lnTo>
                                <a:lnTo>
                                  <a:pt x="396" y="25"/>
                                </a:lnTo>
                                <a:lnTo>
                                  <a:pt x="407" y="26"/>
                                </a:lnTo>
                                <a:lnTo>
                                  <a:pt x="416" y="30"/>
                                </a:lnTo>
                                <a:lnTo>
                                  <a:pt x="421" y="32"/>
                                </a:lnTo>
                                <a:lnTo>
                                  <a:pt x="433" y="29"/>
                                </a:lnTo>
                                <a:lnTo>
                                  <a:pt x="439" y="25"/>
                                </a:lnTo>
                                <a:lnTo>
                                  <a:pt x="448" y="25"/>
                                </a:lnTo>
                                <a:lnTo>
                                  <a:pt x="459" y="29"/>
                                </a:lnTo>
                                <a:lnTo>
                                  <a:pt x="464" y="30"/>
                                </a:lnTo>
                                <a:lnTo>
                                  <a:pt x="474" y="32"/>
                                </a:lnTo>
                                <a:lnTo>
                                  <a:pt x="479" y="35"/>
                                </a:lnTo>
                                <a:lnTo>
                                  <a:pt x="485" y="38"/>
                                </a:lnTo>
                                <a:lnTo>
                                  <a:pt x="495" y="43"/>
                                </a:lnTo>
                                <a:lnTo>
                                  <a:pt x="502" y="45"/>
                                </a:lnTo>
                                <a:lnTo>
                                  <a:pt x="507" y="49"/>
                                </a:lnTo>
                                <a:lnTo>
                                  <a:pt x="514" y="54"/>
                                </a:lnTo>
                                <a:lnTo>
                                  <a:pt x="518" y="56"/>
                                </a:lnTo>
                                <a:lnTo>
                                  <a:pt x="522" y="62"/>
                                </a:lnTo>
                                <a:lnTo>
                                  <a:pt x="522" y="67"/>
                                </a:lnTo>
                                <a:lnTo>
                                  <a:pt x="525" y="71"/>
                                </a:lnTo>
                                <a:lnTo>
                                  <a:pt x="518" y="77"/>
                                </a:lnTo>
                                <a:lnTo>
                                  <a:pt x="509" y="80"/>
                                </a:lnTo>
                                <a:lnTo>
                                  <a:pt x="499" y="88"/>
                                </a:lnTo>
                                <a:lnTo>
                                  <a:pt x="487" y="90"/>
                                </a:lnTo>
                                <a:lnTo>
                                  <a:pt x="479" y="97"/>
                                </a:lnTo>
                                <a:lnTo>
                                  <a:pt x="474" y="103"/>
                                </a:lnTo>
                                <a:lnTo>
                                  <a:pt x="470" y="107"/>
                                </a:lnTo>
                                <a:lnTo>
                                  <a:pt x="479" y="112"/>
                                </a:lnTo>
                                <a:lnTo>
                                  <a:pt x="479" y="116"/>
                                </a:lnTo>
                                <a:lnTo>
                                  <a:pt x="469" y="122"/>
                                </a:lnTo>
                                <a:lnTo>
                                  <a:pt x="462" y="128"/>
                                </a:lnTo>
                                <a:lnTo>
                                  <a:pt x="457" y="133"/>
                                </a:lnTo>
                                <a:lnTo>
                                  <a:pt x="451" y="135"/>
                                </a:lnTo>
                                <a:lnTo>
                                  <a:pt x="447" y="135"/>
                                </a:lnTo>
                                <a:lnTo>
                                  <a:pt x="436" y="138"/>
                                </a:lnTo>
                                <a:lnTo>
                                  <a:pt x="432" y="146"/>
                                </a:lnTo>
                                <a:lnTo>
                                  <a:pt x="425" y="152"/>
                                </a:lnTo>
                                <a:lnTo>
                                  <a:pt x="461" y="158"/>
                                </a:lnTo>
                                <a:lnTo>
                                  <a:pt x="457" y="164"/>
                                </a:lnTo>
                                <a:lnTo>
                                  <a:pt x="440" y="168"/>
                                </a:lnTo>
                                <a:lnTo>
                                  <a:pt x="417" y="165"/>
                                </a:lnTo>
                                <a:lnTo>
                                  <a:pt x="398" y="168"/>
                                </a:lnTo>
                                <a:lnTo>
                                  <a:pt x="380" y="174"/>
                                </a:lnTo>
                                <a:lnTo>
                                  <a:pt x="372" y="181"/>
                                </a:lnTo>
                                <a:lnTo>
                                  <a:pt x="369" y="193"/>
                                </a:lnTo>
                                <a:lnTo>
                                  <a:pt x="351" y="194"/>
                                </a:lnTo>
                                <a:lnTo>
                                  <a:pt x="333" y="192"/>
                                </a:lnTo>
                                <a:lnTo>
                                  <a:pt x="306" y="189"/>
                                </a:lnTo>
                                <a:lnTo>
                                  <a:pt x="293" y="184"/>
                                </a:lnTo>
                                <a:lnTo>
                                  <a:pt x="273" y="180"/>
                                </a:lnTo>
                                <a:lnTo>
                                  <a:pt x="258" y="177"/>
                                </a:lnTo>
                                <a:lnTo>
                                  <a:pt x="241" y="174"/>
                                </a:lnTo>
                                <a:lnTo>
                                  <a:pt x="221" y="171"/>
                                </a:lnTo>
                                <a:lnTo>
                                  <a:pt x="207" y="164"/>
                                </a:lnTo>
                                <a:lnTo>
                                  <a:pt x="195" y="161"/>
                                </a:lnTo>
                                <a:lnTo>
                                  <a:pt x="191" y="160"/>
                                </a:lnTo>
                                <a:lnTo>
                                  <a:pt x="169" y="154"/>
                                </a:lnTo>
                                <a:lnTo>
                                  <a:pt x="147" y="144"/>
                                </a:lnTo>
                                <a:lnTo>
                                  <a:pt x="128" y="136"/>
                                </a:lnTo>
                                <a:lnTo>
                                  <a:pt x="118" y="131"/>
                                </a:lnTo>
                                <a:lnTo>
                                  <a:pt x="104" y="125"/>
                                </a:lnTo>
                                <a:lnTo>
                                  <a:pt x="93" y="119"/>
                                </a:lnTo>
                                <a:lnTo>
                                  <a:pt x="81" y="113"/>
                                </a:lnTo>
                                <a:lnTo>
                                  <a:pt x="70" y="106"/>
                                </a:lnTo>
                                <a:lnTo>
                                  <a:pt x="60" y="97"/>
                                </a:lnTo>
                                <a:lnTo>
                                  <a:pt x="49" y="88"/>
                                </a:lnTo>
                                <a:lnTo>
                                  <a:pt x="38" y="81"/>
                                </a:lnTo>
                                <a:lnTo>
                                  <a:pt x="25" y="70"/>
                                </a:lnTo>
                                <a:lnTo>
                                  <a:pt x="14" y="62"/>
                                </a:lnTo>
                                <a:lnTo>
                                  <a:pt x="4" y="55"/>
                                </a:lnTo>
                                <a:lnTo>
                                  <a:pt x="0" y="48"/>
                                </a:lnTo>
                                <a:lnTo>
                                  <a:pt x="15" y="43"/>
                                </a:lnTo>
                                <a:lnTo>
                                  <a:pt x="7" y="27"/>
                                </a:lnTo>
                                <a:lnTo>
                                  <a:pt x="27" y="22"/>
                                </a:lnTo>
                                <a:lnTo>
                                  <a:pt x="19" y="16"/>
                                </a:lnTo>
                                <a:lnTo>
                                  <a:pt x="41" y="13"/>
                                </a:lnTo>
                                <a:lnTo>
                                  <a:pt x="49" y="7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grpSp>
                        <p:nvGrpSpPr>
                          <p:cNvPr id="62696" name="Group 136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756" y="2823"/>
                            <a:ext cx="174" cy="87"/>
                            <a:chOff x="3756" y="2823"/>
                            <a:chExt cx="174" cy="87"/>
                          </a:xfrm>
                        </p:grpSpPr>
                        <p:sp>
                          <p:nvSpPr>
                            <p:cNvPr id="62698" name="Freeform 137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902" y="2823"/>
                              <a:ext cx="28" cy="53"/>
                            </a:xfrm>
                            <a:custGeom>
                              <a:avLst/>
                              <a:gdLst>
                                <a:gd name="T0" fmla="*/ 9 w 55"/>
                                <a:gd name="T1" fmla="*/ 1 h 108"/>
                                <a:gd name="T2" fmla="*/ 12 w 55"/>
                                <a:gd name="T3" fmla="*/ 0 h 108"/>
                                <a:gd name="T4" fmla="*/ 17 w 55"/>
                                <a:gd name="T5" fmla="*/ 6 h 108"/>
                                <a:gd name="T6" fmla="*/ 16 w 55"/>
                                <a:gd name="T7" fmla="*/ 22 h 108"/>
                                <a:gd name="T8" fmla="*/ 19 w 55"/>
                                <a:gd name="T9" fmla="*/ 22 h 108"/>
                                <a:gd name="T10" fmla="*/ 20 w 55"/>
                                <a:gd name="T11" fmla="*/ 25 h 108"/>
                                <a:gd name="T12" fmla="*/ 21 w 55"/>
                                <a:gd name="T13" fmla="*/ 28 h 108"/>
                                <a:gd name="T14" fmla="*/ 22 w 55"/>
                                <a:gd name="T15" fmla="*/ 30 h 108"/>
                                <a:gd name="T16" fmla="*/ 25 w 55"/>
                                <a:gd name="T17" fmla="*/ 29 h 108"/>
                                <a:gd name="T18" fmla="*/ 27 w 55"/>
                                <a:gd name="T19" fmla="*/ 26 h 108"/>
                                <a:gd name="T20" fmla="*/ 28 w 55"/>
                                <a:gd name="T21" fmla="*/ 28 h 108"/>
                                <a:gd name="T22" fmla="*/ 26 w 55"/>
                                <a:gd name="T23" fmla="*/ 31 h 108"/>
                                <a:gd name="T24" fmla="*/ 25 w 55"/>
                                <a:gd name="T25" fmla="*/ 33 h 108"/>
                                <a:gd name="T26" fmla="*/ 24 w 55"/>
                                <a:gd name="T27" fmla="*/ 37 h 108"/>
                                <a:gd name="T28" fmla="*/ 21 w 55"/>
                                <a:gd name="T29" fmla="*/ 39 h 108"/>
                                <a:gd name="T30" fmla="*/ 19 w 55"/>
                                <a:gd name="T31" fmla="*/ 40 h 108"/>
                                <a:gd name="T32" fmla="*/ 16 w 55"/>
                                <a:gd name="T33" fmla="*/ 42 h 108"/>
                                <a:gd name="T34" fmla="*/ 15 w 55"/>
                                <a:gd name="T35" fmla="*/ 44 h 108"/>
                                <a:gd name="T36" fmla="*/ 16 w 55"/>
                                <a:gd name="T37" fmla="*/ 47 h 108"/>
                                <a:gd name="T38" fmla="*/ 17 w 55"/>
                                <a:gd name="T39" fmla="*/ 50 h 108"/>
                                <a:gd name="T40" fmla="*/ 13 w 55"/>
                                <a:gd name="T41" fmla="*/ 52 h 108"/>
                                <a:gd name="T42" fmla="*/ 11 w 55"/>
                                <a:gd name="T43" fmla="*/ 52 h 108"/>
                                <a:gd name="T44" fmla="*/ 9 w 55"/>
                                <a:gd name="T45" fmla="*/ 53 h 108"/>
                                <a:gd name="T46" fmla="*/ 8 w 55"/>
                                <a:gd name="T47" fmla="*/ 52 h 108"/>
                                <a:gd name="T48" fmla="*/ 4 w 55"/>
                                <a:gd name="T49" fmla="*/ 52 h 108"/>
                                <a:gd name="T50" fmla="*/ 3 w 55"/>
                                <a:gd name="T51" fmla="*/ 50 h 108"/>
                                <a:gd name="T52" fmla="*/ 4 w 55"/>
                                <a:gd name="T53" fmla="*/ 47 h 108"/>
                                <a:gd name="T54" fmla="*/ 7 w 55"/>
                                <a:gd name="T55" fmla="*/ 47 h 108"/>
                                <a:gd name="T56" fmla="*/ 9 w 55"/>
                                <a:gd name="T57" fmla="*/ 43 h 108"/>
                                <a:gd name="T58" fmla="*/ 9 w 55"/>
                                <a:gd name="T59" fmla="*/ 41 h 108"/>
                                <a:gd name="T60" fmla="*/ 7 w 55"/>
                                <a:gd name="T61" fmla="*/ 40 h 108"/>
                                <a:gd name="T62" fmla="*/ 4 w 55"/>
                                <a:gd name="T63" fmla="*/ 38 h 108"/>
                                <a:gd name="T64" fmla="*/ 2 w 55"/>
                                <a:gd name="T65" fmla="*/ 38 h 108"/>
                                <a:gd name="T66" fmla="*/ 1 w 55"/>
                                <a:gd name="T67" fmla="*/ 37 h 108"/>
                                <a:gd name="T68" fmla="*/ 0 w 55"/>
                                <a:gd name="T69" fmla="*/ 35 h 108"/>
                                <a:gd name="T70" fmla="*/ 1 w 55"/>
                                <a:gd name="T71" fmla="*/ 34 h 108"/>
                                <a:gd name="T72" fmla="*/ 2 w 55"/>
                                <a:gd name="T73" fmla="*/ 34 h 108"/>
                                <a:gd name="T74" fmla="*/ 4 w 55"/>
                                <a:gd name="T75" fmla="*/ 33 h 108"/>
                                <a:gd name="T76" fmla="*/ 7 w 55"/>
                                <a:gd name="T77" fmla="*/ 31 h 108"/>
                                <a:gd name="T78" fmla="*/ 8 w 55"/>
                                <a:gd name="T79" fmla="*/ 30 h 108"/>
                                <a:gd name="T80" fmla="*/ 10 w 55"/>
                                <a:gd name="T81" fmla="*/ 22 h 108"/>
                                <a:gd name="T82" fmla="*/ 8 w 55"/>
                                <a:gd name="T83" fmla="*/ 20 h 108"/>
                                <a:gd name="T84" fmla="*/ 6 w 55"/>
                                <a:gd name="T85" fmla="*/ 19 h 108"/>
                                <a:gd name="T86" fmla="*/ 6 w 55"/>
                                <a:gd name="T87" fmla="*/ 14 h 108"/>
                                <a:gd name="T88" fmla="*/ 6 w 55"/>
                                <a:gd name="T89" fmla="*/ 10 h 108"/>
                                <a:gd name="T90" fmla="*/ 7 w 55"/>
                                <a:gd name="T91" fmla="*/ 7 h 108"/>
                                <a:gd name="T92" fmla="*/ 9 w 55"/>
                                <a:gd name="T93" fmla="*/ 1 h 108"/>
                                <a:gd name="T94" fmla="*/ 0 60000 65536"/>
                                <a:gd name="T95" fmla="*/ 0 60000 65536"/>
                                <a:gd name="T96" fmla="*/ 0 60000 65536"/>
                                <a:gd name="T97" fmla="*/ 0 60000 65536"/>
                                <a:gd name="T98" fmla="*/ 0 60000 65536"/>
                                <a:gd name="T99" fmla="*/ 0 60000 65536"/>
                                <a:gd name="T100" fmla="*/ 0 60000 65536"/>
                                <a:gd name="T101" fmla="*/ 0 60000 65536"/>
                                <a:gd name="T102" fmla="*/ 0 60000 65536"/>
                                <a:gd name="T103" fmla="*/ 0 60000 65536"/>
                                <a:gd name="T104" fmla="*/ 0 60000 65536"/>
                                <a:gd name="T105" fmla="*/ 0 60000 65536"/>
                                <a:gd name="T106" fmla="*/ 0 60000 65536"/>
                                <a:gd name="T107" fmla="*/ 0 60000 65536"/>
                                <a:gd name="T108" fmla="*/ 0 60000 65536"/>
                                <a:gd name="T109" fmla="*/ 0 60000 65536"/>
                                <a:gd name="T110" fmla="*/ 0 60000 65536"/>
                                <a:gd name="T111" fmla="*/ 0 60000 65536"/>
                                <a:gd name="T112" fmla="*/ 0 60000 65536"/>
                                <a:gd name="T113" fmla="*/ 0 60000 65536"/>
                                <a:gd name="T114" fmla="*/ 0 60000 65536"/>
                                <a:gd name="T115" fmla="*/ 0 60000 65536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60000 65536"/>
                                <a:gd name="T133" fmla="*/ 0 60000 65536"/>
                                <a:gd name="T134" fmla="*/ 0 60000 65536"/>
                                <a:gd name="T135" fmla="*/ 0 60000 65536"/>
                                <a:gd name="T136" fmla="*/ 0 60000 65536"/>
                                <a:gd name="T137" fmla="*/ 0 60000 65536"/>
                                <a:gd name="T138" fmla="*/ 0 60000 65536"/>
                                <a:gd name="T139" fmla="*/ 0 60000 65536"/>
                                <a:gd name="T140" fmla="*/ 0 60000 65536"/>
                                <a:gd name="T141" fmla="*/ 0 w 55"/>
                                <a:gd name="T142" fmla="*/ 0 h 108"/>
                                <a:gd name="T143" fmla="*/ 55 w 55"/>
                                <a:gd name="T144" fmla="*/ 108 h 108"/>
                              </a:gdLst>
                              <a:ahLst/>
                              <a:cxnLst>
                                <a:cxn ang="T94">
                                  <a:pos x="T0" y="T1"/>
                                </a:cxn>
                                <a:cxn ang="T95">
                                  <a:pos x="T2" y="T3"/>
                                </a:cxn>
                                <a:cxn ang="T96">
                                  <a:pos x="T4" y="T5"/>
                                </a:cxn>
                                <a:cxn ang="T97">
                                  <a:pos x="T6" y="T7"/>
                                </a:cxn>
                                <a:cxn ang="T98">
                                  <a:pos x="T8" y="T9"/>
                                </a:cxn>
                                <a:cxn ang="T99">
                                  <a:pos x="T10" y="T11"/>
                                </a:cxn>
                                <a:cxn ang="T100">
                                  <a:pos x="T12" y="T13"/>
                                </a:cxn>
                                <a:cxn ang="T101">
                                  <a:pos x="T14" y="T15"/>
                                </a:cxn>
                                <a:cxn ang="T102">
                                  <a:pos x="T16" y="T17"/>
                                </a:cxn>
                                <a:cxn ang="T103">
                                  <a:pos x="T18" y="T19"/>
                                </a:cxn>
                                <a:cxn ang="T104">
                                  <a:pos x="T20" y="T21"/>
                                </a:cxn>
                                <a:cxn ang="T105">
                                  <a:pos x="T22" y="T23"/>
                                </a:cxn>
                                <a:cxn ang="T106">
                                  <a:pos x="T24" y="T25"/>
                                </a:cxn>
                                <a:cxn ang="T107">
                                  <a:pos x="T26" y="T27"/>
                                </a:cxn>
                                <a:cxn ang="T108">
                                  <a:pos x="T28" y="T29"/>
                                </a:cxn>
                                <a:cxn ang="T109">
                                  <a:pos x="T30" y="T31"/>
                                </a:cxn>
                                <a:cxn ang="T110">
                                  <a:pos x="T32" y="T33"/>
                                </a:cxn>
                                <a:cxn ang="T111">
                                  <a:pos x="T34" y="T35"/>
                                </a:cxn>
                                <a:cxn ang="T112">
                                  <a:pos x="T36" y="T37"/>
                                </a:cxn>
                                <a:cxn ang="T113">
                                  <a:pos x="T38" y="T39"/>
                                </a:cxn>
                                <a:cxn ang="T114">
                                  <a:pos x="T40" y="T41"/>
                                </a:cxn>
                                <a:cxn ang="T115">
                                  <a:pos x="T42" y="T43"/>
                                </a:cxn>
                                <a:cxn ang="T116">
                                  <a:pos x="T44" y="T45"/>
                                </a:cxn>
                                <a:cxn ang="T117">
                                  <a:pos x="T46" y="T47"/>
                                </a:cxn>
                                <a:cxn ang="T118">
                                  <a:pos x="T48" y="T49"/>
                                </a:cxn>
                                <a:cxn ang="T119">
                                  <a:pos x="T50" y="T51"/>
                                </a:cxn>
                                <a:cxn ang="T120">
                                  <a:pos x="T52" y="T53"/>
                                </a:cxn>
                                <a:cxn ang="T121">
                                  <a:pos x="T54" y="T55"/>
                                </a:cxn>
                                <a:cxn ang="T122">
                                  <a:pos x="T56" y="T57"/>
                                </a:cxn>
                                <a:cxn ang="T123">
                                  <a:pos x="T58" y="T59"/>
                                </a:cxn>
                                <a:cxn ang="T124">
                                  <a:pos x="T60" y="T61"/>
                                </a:cxn>
                                <a:cxn ang="T125">
                                  <a:pos x="T62" y="T63"/>
                                </a:cxn>
                                <a:cxn ang="T126">
                                  <a:pos x="T64" y="T65"/>
                                </a:cxn>
                                <a:cxn ang="T127">
                                  <a:pos x="T66" y="T67"/>
                                </a:cxn>
                                <a:cxn ang="T128">
                                  <a:pos x="T68" y="T69"/>
                                </a:cxn>
                                <a:cxn ang="T129">
                                  <a:pos x="T70" y="T71"/>
                                </a:cxn>
                                <a:cxn ang="T130">
                                  <a:pos x="T72" y="T73"/>
                                </a:cxn>
                                <a:cxn ang="T131">
                                  <a:pos x="T74" y="T75"/>
                                </a:cxn>
                                <a:cxn ang="T132">
                                  <a:pos x="T76" y="T77"/>
                                </a:cxn>
                                <a:cxn ang="T133">
                                  <a:pos x="T78" y="T79"/>
                                </a:cxn>
                                <a:cxn ang="T134">
                                  <a:pos x="T80" y="T81"/>
                                </a:cxn>
                                <a:cxn ang="T135">
                                  <a:pos x="T82" y="T83"/>
                                </a:cxn>
                                <a:cxn ang="T136">
                                  <a:pos x="T84" y="T85"/>
                                </a:cxn>
                                <a:cxn ang="T137">
                                  <a:pos x="T86" y="T87"/>
                                </a:cxn>
                                <a:cxn ang="T138">
                                  <a:pos x="T88" y="T89"/>
                                </a:cxn>
                                <a:cxn ang="T139">
                                  <a:pos x="T90" y="T91"/>
                                </a:cxn>
                                <a:cxn ang="T140">
                                  <a:pos x="T92" y="T93"/>
                                </a:cxn>
                              </a:cxnLst>
                              <a:rect l="T141" t="T142" r="T143" b="T144"/>
                              <a:pathLst>
                                <a:path w="55" h="108">
                                  <a:moveTo>
                                    <a:pt x="18" y="2"/>
                                  </a:moveTo>
                                  <a:lnTo>
                                    <a:pt x="23" y="0"/>
                                  </a:lnTo>
                                  <a:lnTo>
                                    <a:pt x="33" y="12"/>
                                  </a:lnTo>
                                  <a:lnTo>
                                    <a:pt x="31" y="45"/>
                                  </a:lnTo>
                                  <a:lnTo>
                                    <a:pt x="38" y="45"/>
                                  </a:lnTo>
                                  <a:lnTo>
                                    <a:pt x="40" y="50"/>
                                  </a:lnTo>
                                  <a:lnTo>
                                    <a:pt x="42" y="57"/>
                                  </a:lnTo>
                                  <a:lnTo>
                                    <a:pt x="44" y="61"/>
                                  </a:lnTo>
                                  <a:lnTo>
                                    <a:pt x="49" y="60"/>
                                  </a:lnTo>
                                  <a:lnTo>
                                    <a:pt x="53" y="53"/>
                                  </a:lnTo>
                                  <a:lnTo>
                                    <a:pt x="55" y="57"/>
                                  </a:lnTo>
                                  <a:lnTo>
                                    <a:pt x="52" y="63"/>
                                  </a:lnTo>
                                  <a:lnTo>
                                    <a:pt x="49" y="67"/>
                                  </a:lnTo>
                                  <a:lnTo>
                                    <a:pt x="48" y="76"/>
                                  </a:lnTo>
                                  <a:lnTo>
                                    <a:pt x="41" y="80"/>
                                  </a:lnTo>
                                  <a:lnTo>
                                    <a:pt x="37" y="82"/>
                                  </a:lnTo>
                                  <a:lnTo>
                                    <a:pt x="31" y="86"/>
                                  </a:lnTo>
                                  <a:lnTo>
                                    <a:pt x="30" y="90"/>
                                  </a:lnTo>
                                  <a:lnTo>
                                    <a:pt x="31" y="95"/>
                                  </a:lnTo>
                                  <a:lnTo>
                                    <a:pt x="33" y="102"/>
                                  </a:lnTo>
                                  <a:lnTo>
                                    <a:pt x="26" y="105"/>
                                  </a:lnTo>
                                  <a:lnTo>
                                    <a:pt x="22" y="106"/>
                                  </a:lnTo>
                                  <a:lnTo>
                                    <a:pt x="18" y="108"/>
                                  </a:lnTo>
                                  <a:lnTo>
                                    <a:pt x="15" y="106"/>
                                  </a:lnTo>
                                  <a:lnTo>
                                    <a:pt x="8" y="105"/>
                                  </a:lnTo>
                                  <a:lnTo>
                                    <a:pt x="5" y="102"/>
                                  </a:lnTo>
                                  <a:lnTo>
                                    <a:pt x="8" y="96"/>
                                  </a:lnTo>
                                  <a:lnTo>
                                    <a:pt x="14" y="95"/>
                                  </a:lnTo>
                                  <a:lnTo>
                                    <a:pt x="18" y="87"/>
                                  </a:lnTo>
                                  <a:lnTo>
                                    <a:pt x="18" y="84"/>
                                  </a:lnTo>
                                  <a:lnTo>
                                    <a:pt x="14" y="82"/>
                                  </a:lnTo>
                                  <a:lnTo>
                                    <a:pt x="8" y="77"/>
                                  </a:lnTo>
                                  <a:lnTo>
                                    <a:pt x="4" y="77"/>
                                  </a:lnTo>
                                  <a:lnTo>
                                    <a:pt x="1" y="76"/>
                                  </a:lnTo>
                                  <a:lnTo>
                                    <a:pt x="0" y="71"/>
                                  </a:lnTo>
                                  <a:lnTo>
                                    <a:pt x="1" y="69"/>
                                  </a:lnTo>
                                  <a:lnTo>
                                    <a:pt x="4" y="69"/>
                                  </a:lnTo>
                                  <a:lnTo>
                                    <a:pt x="8" y="67"/>
                                  </a:lnTo>
                                  <a:lnTo>
                                    <a:pt x="14" y="63"/>
                                  </a:lnTo>
                                  <a:lnTo>
                                    <a:pt x="16" y="61"/>
                                  </a:lnTo>
                                  <a:lnTo>
                                    <a:pt x="19" y="45"/>
                                  </a:lnTo>
                                  <a:lnTo>
                                    <a:pt x="16" y="41"/>
                                  </a:lnTo>
                                  <a:lnTo>
                                    <a:pt x="12" y="38"/>
                                  </a:lnTo>
                                  <a:lnTo>
                                    <a:pt x="11" y="29"/>
                                  </a:lnTo>
                                  <a:lnTo>
                                    <a:pt x="12" y="21"/>
                                  </a:lnTo>
                                  <a:lnTo>
                                    <a:pt x="14" y="15"/>
                                  </a:lnTo>
                                  <a:lnTo>
                                    <a:pt x="18" y="2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62699" name="Freeform 138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850" y="2865"/>
                              <a:ext cx="50" cy="45"/>
                            </a:xfrm>
                            <a:custGeom>
                              <a:avLst/>
                              <a:gdLst>
                                <a:gd name="T0" fmla="*/ 35 w 102"/>
                                <a:gd name="T1" fmla="*/ 0 h 92"/>
                                <a:gd name="T2" fmla="*/ 41 w 102"/>
                                <a:gd name="T3" fmla="*/ 0 h 92"/>
                                <a:gd name="T4" fmla="*/ 50 w 102"/>
                                <a:gd name="T5" fmla="*/ 13 h 92"/>
                                <a:gd name="T6" fmla="*/ 41 w 102"/>
                                <a:gd name="T7" fmla="*/ 23 h 92"/>
                                <a:gd name="T8" fmla="*/ 41 w 102"/>
                                <a:gd name="T9" fmla="*/ 27 h 92"/>
                                <a:gd name="T10" fmla="*/ 39 w 102"/>
                                <a:gd name="T11" fmla="*/ 29 h 92"/>
                                <a:gd name="T12" fmla="*/ 33 w 102"/>
                                <a:gd name="T13" fmla="*/ 29 h 92"/>
                                <a:gd name="T14" fmla="*/ 26 w 102"/>
                                <a:gd name="T15" fmla="*/ 34 h 92"/>
                                <a:gd name="T16" fmla="*/ 20 w 102"/>
                                <a:gd name="T17" fmla="*/ 40 h 92"/>
                                <a:gd name="T18" fmla="*/ 16 w 102"/>
                                <a:gd name="T19" fmla="*/ 45 h 92"/>
                                <a:gd name="T20" fmla="*/ 16 w 102"/>
                                <a:gd name="T21" fmla="*/ 41 h 92"/>
                                <a:gd name="T22" fmla="*/ 9 w 102"/>
                                <a:gd name="T23" fmla="*/ 42 h 92"/>
                                <a:gd name="T24" fmla="*/ 5 w 102"/>
                                <a:gd name="T25" fmla="*/ 42 h 92"/>
                                <a:gd name="T26" fmla="*/ 0 w 102"/>
                                <a:gd name="T27" fmla="*/ 42 h 92"/>
                                <a:gd name="T28" fmla="*/ 7 w 102"/>
                                <a:gd name="T29" fmla="*/ 34 h 92"/>
                                <a:gd name="T30" fmla="*/ 10 w 102"/>
                                <a:gd name="T31" fmla="*/ 31 h 92"/>
                                <a:gd name="T32" fmla="*/ 13 w 102"/>
                                <a:gd name="T33" fmla="*/ 31 h 92"/>
                                <a:gd name="T34" fmla="*/ 18 w 102"/>
                                <a:gd name="T35" fmla="*/ 25 h 92"/>
                                <a:gd name="T36" fmla="*/ 20 w 102"/>
                                <a:gd name="T37" fmla="*/ 25 h 92"/>
                                <a:gd name="T38" fmla="*/ 20 w 102"/>
                                <a:gd name="T39" fmla="*/ 24 h 92"/>
                                <a:gd name="T40" fmla="*/ 23 w 102"/>
                                <a:gd name="T41" fmla="*/ 23 h 92"/>
                                <a:gd name="T42" fmla="*/ 26 w 102"/>
                                <a:gd name="T43" fmla="*/ 23 h 92"/>
                                <a:gd name="T44" fmla="*/ 25 w 102"/>
                                <a:gd name="T45" fmla="*/ 16 h 92"/>
                                <a:gd name="T46" fmla="*/ 25 w 102"/>
                                <a:gd name="T47" fmla="*/ 16 h 92"/>
                                <a:gd name="T48" fmla="*/ 29 w 102"/>
                                <a:gd name="T49" fmla="*/ 12 h 92"/>
                                <a:gd name="T50" fmla="*/ 30 w 102"/>
                                <a:gd name="T51" fmla="*/ 15 h 92"/>
                                <a:gd name="T52" fmla="*/ 36 w 102"/>
                                <a:gd name="T53" fmla="*/ 10 h 92"/>
                                <a:gd name="T54" fmla="*/ 35 w 102"/>
                                <a:gd name="T55" fmla="*/ 0 h 92"/>
                                <a:gd name="T56" fmla="*/ 0 60000 65536"/>
                                <a:gd name="T57" fmla="*/ 0 60000 65536"/>
                                <a:gd name="T58" fmla="*/ 0 60000 65536"/>
                                <a:gd name="T59" fmla="*/ 0 60000 65536"/>
                                <a:gd name="T60" fmla="*/ 0 60000 65536"/>
                                <a:gd name="T61" fmla="*/ 0 60000 65536"/>
                                <a:gd name="T62" fmla="*/ 0 60000 65536"/>
                                <a:gd name="T63" fmla="*/ 0 60000 65536"/>
                                <a:gd name="T64" fmla="*/ 0 60000 65536"/>
                                <a:gd name="T65" fmla="*/ 0 60000 65536"/>
                                <a:gd name="T66" fmla="*/ 0 60000 65536"/>
                                <a:gd name="T67" fmla="*/ 0 60000 65536"/>
                                <a:gd name="T68" fmla="*/ 0 60000 65536"/>
                                <a:gd name="T69" fmla="*/ 0 60000 65536"/>
                                <a:gd name="T70" fmla="*/ 0 60000 65536"/>
                                <a:gd name="T71" fmla="*/ 0 60000 65536"/>
                                <a:gd name="T72" fmla="*/ 0 60000 65536"/>
                                <a:gd name="T73" fmla="*/ 0 60000 65536"/>
                                <a:gd name="T74" fmla="*/ 0 60000 65536"/>
                                <a:gd name="T75" fmla="*/ 0 60000 65536"/>
                                <a:gd name="T76" fmla="*/ 0 60000 65536"/>
                                <a:gd name="T77" fmla="*/ 0 60000 65536"/>
                                <a:gd name="T78" fmla="*/ 0 60000 65536"/>
                                <a:gd name="T79" fmla="*/ 0 60000 65536"/>
                                <a:gd name="T80" fmla="*/ 0 60000 65536"/>
                                <a:gd name="T81" fmla="*/ 0 60000 65536"/>
                                <a:gd name="T82" fmla="*/ 0 60000 65536"/>
                                <a:gd name="T83" fmla="*/ 0 60000 65536"/>
                                <a:gd name="T84" fmla="*/ 0 w 102"/>
                                <a:gd name="T85" fmla="*/ 0 h 92"/>
                                <a:gd name="T86" fmla="*/ 102 w 102"/>
                                <a:gd name="T87" fmla="*/ 92 h 92"/>
                              </a:gdLst>
                              <a:ahLst/>
                              <a:cxnLst>
                                <a:cxn ang="T56">
                                  <a:pos x="T0" y="T1"/>
                                </a:cxn>
                                <a:cxn ang="T57">
                                  <a:pos x="T2" y="T3"/>
                                </a:cxn>
                                <a:cxn ang="T58">
                                  <a:pos x="T4" y="T5"/>
                                </a:cxn>
                                <a:cxn ang="T59">
                                  <a:pos x="T6" y="T7"/>
                                </a:cxn>
                                <a:cxn ang="T60">
                                  <a:pos x="T8" y="T9"/>
                                </a:cxn>
                                <a:cxn ang="T61">
                                  <a:pos x="T10" y="T11"/>
                                </a:cxn>
                                <a:cxn ang="T62">
                                  <a:pos x="T12" y="T13"/>
                                </a:cxn>
                                <a:cxn ang="T63">
                                  <a:pos x="T14" y="T15"/>
                                </a:cxn>
                                <a:cxn ang="T64">
                                  <a:pos x="T16" y="T17"/>
                                </a:cxn>
                                <a:cxn ang="T65">
                                  <a:pos x="T18" y="T19"/>
                                </a:cxn>
                                <a:cxn ang="T66">
                                  <a:pos x="T20" y="T21"/>
                                </a:cxn>
                                <a:cxn ang="T67">
                                  <a:pos x="T22" y="T23"/>
                                </a:cxn>
                                <a:cxn ang="T68">
                                  <a:pos x="T24" y="T25"/>
                                </a:cxn>
                                <a:cxn ang="T69">
                                  <a:pos x="T26" y="T27"/>
                                </a:cxn>
                                <a:cxn ang="T70">
                                  <a:pos x="T28" y="T29"/>
                                </a:cxn>
                                <a:cxn ang="T71">
                                  <a:pos x="T30" y="T31"/>
                                </a:cxn>
                                <a:cxn ang="T72">
                                  <a:pos x="T32" y="T33"/>
                                </a:cxn>
                                <a:cxn ang="T73">
                                  <a:pos x="T34" y="T35"/>
                                </a:cxn>
                                <a:cxn ang="T74">
                                  <a:pos x="T36" y="T37"/>
                                </a:cxn>
                                <a:cxn ang="T75">
                                  <a:pos x="T38" y="T39"/>
                                </a:cxn>
                                <a:cxn ang="T76">
                                  <a:pos x="T40" y="T41"/>
                                </a:cxn>
                                <a:cxn ang="T77">
                                  <a:pos x="T42" y="T43"/>
                                </a:cxn>
                                <a:cxn ang="T78">
                                  <a:pos x="T44" y="T45"/>
                                </a:cxn>
                                <a:cxn ang="T79">
                                  <a:pos x="T46" y="T47"/>
                                </a:cxn>
                                <a:cxn ang="T80">
                                  <a:pos x="T48" y="T49"/>
                                </a:cxn>
                                <a:cxn ang="T81">
                                  <a:pos x="T50" y="T51"/>
                                </a:cxn>
                                <a:cxn ang="T82">
                                  <a:pos x="T52" y="T53"/>
                                </a:cxn>
                                <a:cxn ang="T83">
                                  <a:pos x="T54" y="T55"/>
                                </a:cxn>
                              </a:cxnLst>
                              <a:rect l="T84" t="T85" r="T86" b="T87"/>
                              <a:pathLst>
                                <a:path w="102" h="92">
                                  <a:moveTo>
                                    <a:pt x="72" y="0"/>
                                  </a:moveTo>
                                  <a:lnTo>
                                    <a:pt x="84" y="0"/>
                                  </a:lnTo>
                                  <a:lnTo>
                                    <a:pt x="102" y="27"/>
                                  </a:lnTo>
                                  <a:lnTo>
                                    <a:pt x="83" y="47"/>
                                  </a:lnTo>
                                  <a:lnTo>
                                    <a:pt x="83" y="56"/>
                                  </a:lnTo>
                                  <a:lnTo>
                                    <a:pt x="79" y="59"/>
                                  </a:lnTo>
                                  <a:lnTo>
                                    <a:pt x="68" y="59"/>
                                  </a:lnTo>
                                  <a:lnTo>
                                    <a:pt x="54" y="70"/>
                                  </a:lnTo>
                                  <a:lnTo>
                                    <a:pt x="41" y="82"/>
                                  </a:lnTo>
                                  <a:lnTo>
                                    <a:pt x="33" y="92"/>
                                  </a:lnTo>
                                  <a:lnTo>
                                    <a:pt x="33" y="83"/>
                                  </a:lnTo>
                                  <a:lnTo>
                                    <a:pt x="18" y="85"/>
                                  </a:lnTo>
                                  <a:lnTo>
                                    <a:pt x="11" y="85"/>
                                  </a:lnTo>
                                  <a:lnTo>
                                    <a:pt x="0" y="85"/>
                                  </a:lnTo>
                                  <a:lnTo>
                                    <a:pt x="15" y="70"/>
                                  </a:lnTo>
                                  <a:lnTo>
                                    <a:pt x="21" y="63"/>
                                  </a:lnTo>
                                  <a:lnTo>
                                    <a:pt x="26" y="63"/>
                                  </a:lnTo>
                                  <a:lnTo>
                                    <a:pt x="37" y="51"/>
                                  </a:lnTo>
                                  <a:lnTo>
                                    <a:pt x="41" y="51"/>
                                  </a:lnTo>
                                  <a:lnTo>
                                    <a:pt x="41" y="50"/>
                                  </a:lnTo>
                                  <a:lnTo>
                                    <a:pt x="47" y="46"/>
                                  </a:lnTo>
                                  <a:lnTo>
                                    <a:pt x="54" y="46"/>
                                  </a:lnTo>
                                  <a:lnTo>
                                    <a:pt x="51" y="32"/>
                                  </a:lnTo>
                                  <a:lnTo>
                                    <a:pt x="52" y="32"/>
                                  </a:lnTo>
                                  <a:lnTo>
                                    <a:pt x="59" y="25"/>
                                  </a:lnTo>
                                  <a:lnTo>
                                    <a:pt x="62" y="31"/>
                                  </a:lnTo>
                                  <a:lnTo>
                                    <a:pt x="73" y="21"/>
                                  </a:lnTo>
                                  <a:lnTo>
                                    <a:pt x="72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62700" name="Freeform 139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756" y="2868"/>
                              <a:ext cx="20" cy="24"/>
                            </a:xfrm>
                            <a:custGeom>
                              <a:avLst/>
                              <a:gdLst>
                                <a:gd name="T0" fmla="*/ 0 w 38"/>
                                <a:gd name="T1" fmla="*/ 0 h 50"/>
                                <a:gd name="T2" fmla="*/ 4 w 38"/>
                                <a:gd name="T3" fmla="*/ 0 h 50"/>
                                <a:gd name="T4" fmla="*/ 9 w 38"/>
                                <a:gd name="T5" fmla="*/ 3 h 50"/>
                                <a:gd name="T6" fmla="*/ 20 w 38"/>
                                <a:gd name="T7" fmla="*/ 3 h 50"/>
                                <a:gd name="T8" fmla="*/ 18 w 38"/>
                                <a:gd name="T9" fmla="*/ 8 h 50"/>
                                <a:gd name="T10" fmla="*/ 20 w 38"/>
                                <a:gd name="T11" fmla="*/ 12 h 50"/>
                                <a:gd name="T12" fmla="*/ 16 w 38"/>
                                <a:gd name="T13" fmla="*/ 12 h 50"/>
                                <a:gd name="T14" fmla="*/ 16 w 38"/>
                                <a:gd name="T15" fmla="*/ 12 h 50"/>
                                <a:gd name="T16" fmla="*/ 14 w 38"/>
                                <a:gd name="T17" fmla="*/ 13 h 50"/>
                                <a:gd name="T18" fmla="*/ 16 w 38"/>
                                <a:gd name="T19" fmla="*/ 24 h 50"/>
                                <a:gd name="T20" fmla="*/ 9 w 38"/>
                                <a:gd name="T21" fmla="*/ 23 h 50"/>
                                <a:gd name="T22" fmla="*/ 4 w 38"/>
                                <a:gd name="T23" fmla="*/ 20 h 50"/>
                                <a:gd name="T24" fmla="*/ 4 w 38"/>
                                <a:gd name="T25" fmla="*/ 12 h 50"/>
                                <a:gd name="T26" fmla="*/ 4 w 38"/>
                                <a:gd name="T27" fmla="*/ 10 h 50"/>
                                <a:gd name="T28" fmla="*/ 0 w 38"/>
                                <a:gd name="T29" fmla="*/ 8 h 50"/>
                                <a:gd name="T30" fmla="*/ 0 w 38"/>
                                <a:gd name="T31" fmla="*/ 0 h 50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60000 65536"/>
                                <a:gd name="T37" fmla="*/ 0 60000 65536"/>
                                <a:gd name="T38" fmla="*/ 0 60000 65536"/>
                                <a:gd name="T39" fmla="*/ 0 60000 65536"/>
                                <a:gd name="T40" fmla="*/ 0 60000 65536"/>
                                <a:gd name="T41" fmla="*/ 0 60000 65536"/>
                                <a:gd name="T42" fmla="*/ 0 60000 65536"/>
                                <a:gd name="T43" fmla="*/ 0 60000 65536"/>
                                <a:gd name="T44" fmla="*/ 0 60000 65536"/>
                                <a:gd name="T45" fmla="*/ 0 60000 65536"/>
                                <a:gd name="T46" fmla="*/ 0 60000 65536"/>
                                <a:gd name="T47" fmla="*/ 0 60000 65536"/>
                                <a:gd name="T48" fmla="*/ 0 w 38"/>
                                <a:gd name="T49" fmla="*/ 0 h 50"/>
                                <a:gd name="T50" fmla="*/ 38 w 38"/>
                                <a:gd name="T51" fmla="*/ 50 h 50"/>
                              </a:gdLst>
                              <a:ahLst/>
                              <a:cxnLst>
                                <a:cxn ang="T32">
                                  <a:pos x="T0" y="T1"/>
                                </a:cxn>
                                <a:cxn ang="T33">
                                  <a:pos x="T2" y="T3"/>
                                </a:cxn>
                                <a:cxn ang="T34">
                                  <a:pos x="T4" y="T5"/>
                                </a:cxn>
                                <a:cxn ang="T35">
                                  <a:pos x="T6" y="T7"/>
                                </a:cxn>
                                <a:cxn ang="T36">
                                  <a:pos x="T8" y="T9"/>
                                </a:cxn>
                                <a:cxn ang="T37">
                                  <a:pos x="T10" y="T11"/>
                                </a:cxn>
                                <a:cxn ang="T38">
                                  <a:pos x="T12" y="T13"/>
                                </a:cxn>
                                <a:cxn ang="T39">
                                  <a:pos x="T14" y="T15"/>
                                </a:cxn>
                                <a:cxn ang="T40">
                                  <a:pos x="T16" y="T17"/>
                                </a:cxn>
                                <a:cxn ang="T41">
                                  <a:pos x="T18" y="T19"/>
                                </a:cxn>
                                <a:cxn ang="T42">
                                  <a:pos x="T20" y="T21"/>
                                </a:cxn>
                                <a:cxn ang="T43">
                                  <a:pos x="T22" y="T23"/>
                                </a:cxn>
                                <a:cxn ang="T44">
                                  <a:pos x="T24" y="T25"/>
                                </a:cxn>
                                <a:cxn ang="T45">
                                  <a:pos x="T26" y="T27"/>
                                </a:cxn>
                                <a:cxn ang="T46">
                                  <a:pos x="T28" y="T29"/>
                                </a:cxn>
                                <a:cxn ang="T47">
                                  <a:pos x="T30" y="T31"/>
                                </a:cxn>
                              </a:cxnLst>
                              <a:rect l="T48" t="T49" r="T50" b="T51"/>
                              <a:pathLst>
                                <a:path w="38" h="50">
                                  <a:moveTo>
                                    <a:pt x="0" y="0"/>
                                  </a:moveTo>
                                  <a:lnTo>
                                    <a:pt x="8" y="0"/>
                                  </a:lnTo>
                                  <a:lnTo>
                                    <a:pt x="18" y="6"/>
                                  </a:lnTo>
                                  <a:lnTo>
                                    <a:pt x="38" y="6"/>
                                  </a:lnTo>
                                  <a:lnTo>
                                    <a:pt x="35" y="16"/>
                                  </a:lnTo>
                                  <a:lnTo>
                                    <a:pt x="38" y="25"/>
                                  </a:lnTo>
                                  <a:lnTo>
                                    <a:pt x="31" y="25"/>
                                  </a:lnTo>
                                  <a:lnTo>
                                    <a:pt x="30" y="26"/>
                                  </a:lnTo>
                                  <a:lnTo>
                                    <a:pt x="26" y="28"/>
                                  </a:lnTo>
                                  <a:lnTo>
                                    <a:pt x="30" y="50"/>
                                  </a:lnTo>
                                  <a:lnTo>
                                    <a:pt x="18" y="48"/>
                                  </a:lnTo>
                                  <a:lnTo>
                                    <a:pt x="7" y="41"/>
                                  </a:lnTo>
                                  <a:lnTo>
                                    <a:pt x="7" y="26"/>
                                  </a:lnTo>
                                  <a:lnTo>
                                    <a:pt x="7" y="21"/>
                                  </a:lnTo>
                                  <a:lnTo>
                                    <a:pt x="0" y="16"/>
                                  </a:lnTo>
                                  <a:lnTo>
                                    <a:pt x="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</p:grpSp>
                      <p:sp>
                        <p:nvSpPr>
                          <p:cNvPr id="62697" name="Freeform 140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791" y="2616"/>
                            <a:ext cx="32" cy="26"/>
                          </a:xfrm>
                          <a:custGeom>
                            <a:avLst/>
                            <a:gdLst>
                              <a:gd name="T0" fmla="*/ 6 w 63"/>
                              <a:gd name="T1" fmla="*/ 10 h 51"/>
                              <a:gd name="T2" fmla="*/ 0 w 63"/>
                              <a:gd name="T3" fmla="*/ 21 h 51"/>
                              <a:gd name="T4" fmla="*/ 2 w 63"/>
                              <a:gd name="T5" fmla="*/ 25 h 51"/>
                              <a:gd name="T6" fmla="*/ 11 w 63"/>
                              <a:gd name="T7" fmla="*/ 26 h 51"/>
                              <a:gd name="T8" fmla="*/ 19 w 63"/>
                              <a:gd name="T9" fmla="*/ 26 h 51"/>
                              <a:gd name="T10" fmla="*/ 21 w 63"/>
                              <a:gd name="T11" fmla="*/ 21 h 51"/>
                              <a:gd name="T12" fmla="*/ 23 w 63"/>
                              <a:gd name="T13" fmla="*/ 17 h 51"/>
                              <a:gd name="T14" fmla="*/ 32 w 63"/>
                              <a:gd name="T15" fmla="*/ 17 h 51"/>
                              <a:gd name="T16" fmla="*/ 30 w 63"/>
                              <a:gd name="T17" fmla="*/ 10 h 51"/>
                              <a:gd name="T18" fmla="*/ 30 w 63"/>
                              <a:gd name="T19" fmla="*/ 4 h 51"/>
                              <a:gd name="T20" fmla="*/ 22 w 63"/>
                              <a:gd name="T21" fmla="*/ 0 h 51"/>
                              <a:gd name="T22" fmla="*/ 21 w 63"/>
                              <a:gd name="T23" fmla="*/ 7 h 51"/>
                              <a:gd name="T24" fmla="*/ 26 w 63"/>
                              <a:gd name="T25" fmla="*/ 12 h 51"/>
                              <a:gd name="T26" fmla="*/ 18 w 63"/>
                              <a:gd name="T27" fmla="*/ 12 h 51"/>
                              <a:gd name="T28" fmla="*/ 15 w 63"/>
                              <a:gd name="T29" fmla="*/ 15 h 51"/>
                              <a:gd name="T30" fmla="*/ 6 w 63"/>
                              <a:gd name="T31" fmla="*/ 10 h 51"/>
                              <a:gd name="T32" fmla="*/ 0 60000 65536"/>
                              <a:gd name="T33" fmla="*/ 0 60000 65536"/>
                              <a:gd name="T34" fmla="*/ 0 60000 65536"/>
                              <a:gd name="T35" fmla="*/ 0 60000 65536"/>
                              <a:gd name="T36" fmla="*/ 0 60000 65536"/>
                              <a:gd name="T37" fmla="*/ 0 60000 65536"/>
                              <a:gd name="T38" fmla="*/ 0 60000 65536"/>
                              <a:gd name="T39" fmla="*/ 0 60000 65536"/>
                              <a:gd name="T40" fmla="*/ 0 60000 65536"/>
                              <a:gd name="T41" fmla="*/ 0 60000 65536"/>
                              <a:gd name="T42" fmla="*/ 0 60000 65536"/>
                              <a:gd name="T43" fmla="*/ 0 60000 65536"/>
                              <a:gd name="T44" fmla="*/ 0 60000 65536"/>
                              <a:gd name="T45" fmla="*/ 0 60000 65536"/>
                              <a:gd name="T46" fmla="*/ 0 60000 65536"/>
                              <a:gd name="T47" fmla="*/ 0 60000 65536"/>
                              <a:gd name="T48" fmla="*/ 0 w 63"/>
                              <a:gd name="T49" fmla="*/ 0 h 51"/>
                              <a:gd name="T50" fmla="*/ 63 w 63"/>
                              <a:gd name="T51" fmla="*/ 51 h 51"/>
                            </a:gdLst>
                            <a:ahLst/>
                            <a:cxnLst>
                              <a:cxn ang="T32">
                                <a:pos x="T0" y="T1"/>
                              </a:cxn>
                              <a:cxn ang="T33">
                                <a:pos x="T2" y="T3"/>
                              </a:cxn>
                              <a:cxn ang="T34">
                                <a:pos x="T4" y="T5"/>
                              </a:cxn>
                              <a:cxn ang="T35">
                                <a:pos x="T6" y="T7"/>
                              </a:cxn>
                              <a:cxn ang="T36">
                                <a:pos x="T8" y="T9"/>
                              </a:cxn>
                              <a:cxn ang="T37">
                                <a:pos x="T10" y="T11"/>
                              </a:cxn>
                              <a:cxn ang="T38">
                                <a:pos x="T12" y="T13"/>
                              </a:cxn>
                              <a:cxn ang="T39">
                                <a:pos x="T14" y="T15"/>
                              </a:cxn>
                              <a:cxn ang="T40">
                                <a:pos x="T16" y="T17"/>
                              </a:cxn>
                              <a:cxn ang="T41">
                                <a:pos x="T18" y="T19"/>
                              </a:cxn>
                              <a:cxn ang="T42">
                                <a:pos x="T20" y="T21"/>
                              </a:cxn>
                              <a:cxn ang="T43">
                                <a:pos x="T22" y="T23"/>
                              </a:cxn>
                              <a:cxn ang="T44">
                                <a:pos x="T24" y="T25"/>
                              </a:cxn>
                              <a:cxn ang="T45">
                                <a:pos x="T26" y="T27"/>
                              </a:cxn>
                              <a:cxn ang="T46">
                                <a:pos x="T28" y="T29"/>
                              </a:cxn>
                              <a:cxn ang="T47">
                                <a:pos x="T30" y="T31"/>
                              </a:cxn>
                            </a:cxnLst>
                            <a:rect l="T48" t="T49" r="T50" b="T51"/>
                            <a:pathLst>
                              <a:path w="63" h="51">
                                <a:moveTo>
                                  <a:pt x="11" y="19"/>
                                </a:moveTo>
                                <a:lnTo>
                                  <a:pt x="0" y="41"/>
                                </a:lnTo>
                                <a:lnTo>
                                  <a:pt x="4" y="49"/>
                                </a:lnTo>
                                <a:lnTo>
                                  <a:pt x="22" y="51"/>
                                </a:lnTo>
                                <a:lnTo>
                                  <a:pt x="37" y="51"/>
                                </a:lnTo>
                                <a:lnTo>
                                  <a:pt x="42" y="42"/>
                                </a:lnTo>
                                <a:lnTo>
                                  <a:pt x="46" y="33"/>
                                </a:lnTo>
                                <a:lnTo>
                                  <a:pt x="63" y="33"/>
                                </a:lnTo>
                                <a:lnTo>
                                  <a:pt x="60" y="20"/>
                                </a:lnTo>
                                <a:lnTo>
                                  <a:pt x="60" y="7"/>
                                </a:lnTo>
                                <a:lnTo>
                                  <a:pt x="44" y="0"/>
                                </a:lnTo>
                                <a:lnTo>
                                  <a:pt x="41" y="14"/>
                                </a:lnTo>
                                <a:lnTo>
                                  <a:pt x="52" y="23"/>
                                </a:lnTo>
                                <a:lnTo>
                                  <a:pt x="35" y="23"/>
                                </a:lnTo>
                                <a:lnTo>
                                  <a:pt x="30" y="29"/>
                                </a:lnTo>
                                <a:lnTo>
                                  <a:pt x="11" y="19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</p:grpSp>
                    <p:grpSp>
                      <p:nvGrpSpPr>
                        <p:cNvPr id="62671" name="Group 141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448" y="2231"/>
                          <a:ext cx="367" cy="626"/>
                          <a:chOff x="3448" y="2231"/>
                          <a:chExt cx="367" cy="626"/>
                        </a:xfrm>
                      </p:grpSpPr>
                      <p:grpSp>
                        <p:nvGrpSpPr>
                          <p:cNvPr id="62682" name="Group 142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507" y="2295"/>
                            <a:ext cx="81" cy="188"/>
                            <a:chOff x="3507" y="2295"/>
                            <a:chExt cx="81" cy="188"/>
                          </a:xfrm>
                        </p:grpSpPr>
                        <p:sp>
                          <p:nvSpPr>
                            <p:cNvPr id="62692" name="Freeform 143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507" y="2464"/>
                              <a:ext cx="19" cy="19"/>
                            </a:xfrm>
                            <a:custGeom>
                              <a:avLst/>
                              <a:gdLst>
                                <a:gd name="T0" fmla="*/ 0 w 38"/>
                                <a:gd name="T1" fmla="*/ 14 h 38"/>
                                <a:gd name="T2" fmla="*/ 3 w 38"/>
                                <a:gd name="T3" fmla="*/ 18 h 38"/>
                                <a:gd name="T4" fmla="*/ 7 w 38"/>
                                <a:gd name="T5" fmla="*/ 18 h 38"/>
                                <a:gd name="T6" fmla="*/ 13 w 38"/>
                                <a:gd name="T7" fmla="*/ 19 h 38"/>
                                <a:gd name="T8" fmla="*/ 19 w 38"/>
                                <a:gd name="T9" fmla="*/ 19 h 38"/>
                                <a:gd name="T10" fmla="*/ 19 w 38"/>
                                <a:gd name="T11" fmla="*/ 12 h 38"/>
                                <a:gd name="T12" fmla="*/ 18 w 38"/>
                                <a:gd name="T13" fmla="*/ 8 h 38"/>
                                <a:gd name="T14" fmla="*/ 14 w 38"/>
                                <a:gd name="T15" fmla="*/ 3 h 38"/>
                                <a:gd name="T16" fmla="*/ 11 w 38"/>
                                <a:gd name="T17" fmla="*/ 3 h 38"/>
                                <a:gd name="T18" fmla="*/ 10 w 38"/>
                                <a:gd name="T19" fmla="*/ 0 h 38"/>
                                <a:gd name="T20" fmla="*/ 5 w 38"/>
                                <a:gd name="T21" fmla="*/ 0 h 38"/>
                                <a:gd name="T22" fmla="*/ 5 w 38"/>
                                <a:gd name="T23" fmla="*/ 6 h 38"/>
                                <a:gd name="T24" fmla="*/ 0 w 38"/>
                                <a:gd name="T25" fmla="*/ 14 h 38"/>
                                <a:gd name="T26" fmla="*/ 0 60000 65536"/>
                                <a:gd name="T27" fmla="*/ 0 60000 65536"/>
                                <a:gd name="T28" fmla="*/ 0 60000 65536"/>
                                <a:gd name="T29" fmla="*/ 0 60000 65536"/>
                                <a:gd name="T30" fmla="*/ 0 60000 65536"/>
                                <a:gd name="T31" fmla="*/ 0 60000 65536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60000 65536"/>
                                <a:gd name="T37" fmla="*/ 0 60000 65536"/>
                                <a:gd name="T38" fmla="*/ 0 60000 65536"/>
                                <a:gd name="T39" fmla="*/ 0 w 38"/>
                                <a:gd name="T40" fmla="*/ 0 h 38"/>
                                <a:gd name="T41" fmla="*/ 38 w 38"/>
                                <a:gd name="T42" fmla="*/ 38 h 38"/>
                              </a:gdLst>
                              <a:ahLst/>
                              <a:cxnLst>
                                <a:cxn ang="T26">
                                  <a:pos x="T0" y="T1"/>
                                </a:cxn>
                                <a:cxn ang="T27">
                                  <a:pos x="T2" y="T3"/>
                                </a:cxn>
                                <a:cxn ang="T28">
                                  <a:pos x="T4" y="T5"/>
                                </a:cxn>
                                <a:cxn ang="T29">
                                  <a:pos x="T6" y="T7"/>
                                </a:cxn>
                                <a:cxn ang="T30">
                                  <a:pos x="T8" y="T9"/>
                                </a:cxn>
                                <a:cxn ang="T31">
                                  <a:pos x="T10" y="T11"/>
                                </a:cxn>
                                <a:cxn ang="T32">
                                  <a:pos x="T12" y="T13"/>
                                </a:cxn>
                                <a:cxn ang="T33">
                                  <a:pos x="T14" y="T15"/>
                                </a:cxn>
                                <a:cxn ang="T34">
                                  <a:pos x="T16" y="T17"/>
                                </a:cxn>
                                <a:cxn ang="T35">
                                  <a:pos x="T18" y="T19"/>
                                </a:cxn>
                                <a:cxn ang="T36">
                                  <a:pos x="T20" y="T21"/>
                                </a:cxn>
                                <a:cxn ang="T37">
                                  <a:pos x="T22" y="T23"/>
                                </a:cxn>
                                <a:cxn ang="T38">
                                  <a:pos x="T24" y="T25"/>
                                </a:cxn>
                              </a:cxnLst>
                              <a:rect l="T39" t="T40" r="T41" b="T42"/>
                              <a:pathLst>
                                <a:path w="38" h="38">
                                  <a:moveTo>
                                    <a:pt x="0" y="29"/>
                                  </a:moveTo>
                                  <a:lnTo>
                                    <a:pt x="7" y="36"/>
                                  </a:lnTo>
                                  <a:lnTo>
                                    <a:pt x="15" y="35"/>
                                  </a:lnTo>
                                  <a:lnTo>
                                    <a:pt x="27" y="38"/>
                                  </a:lnTo>
                                  <a:lnTo>
                                    <a:pt x="37" y="38"/>
                                  </a:lnTo>
                                  <a:lnTo>
                                    <a:pt x="38" y="25"/>
                                  </a:lnTo>
                                  <a:lnTo>
                                    <a:pt x="35" y="16"/>
                                  </a:lnTo>
                                  <a:lnTo>
                                    <a:pt x="28" y="6"/>
                                  </a:lnTo>
                                  <a:lnTo>
                                    <a:pt x="22" y="6"/>
                                  </a:lnTo>
                                  <a:lnTo>
                                    <a:pt x="19" y="0"/>
                                  </a:lnTo>
                                  <a:lnTo>
                                    <a:pt x="9" y="0"/>
                                  </a:lnTo>
                                  <a:lnTo>
                                    <a:pt x="9" y="12"/>
                                  </a:lnTo>
                                  <a:lnTo>
                                    <a:pt x="0" y="29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62693" name="Freeform 144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559" y="2431"/>
                              <a:ext cx="18" cy="24"/>
                            </a:xfrm>
                            <a:custGeom>
                              <a:avLst/>
                              <a:gdLst>
                                <a:gd name="T0" fmla="*/ 4 w 37"/>
                                <a:gd name="T1" fmla="*/ 0 h 48"/>
                                <a:gd name="T2" fmla="*/ 12 w 37"/>
                                <a:gd name="T3" fmla="*/ 1 h 48"/>
                                <a:gd name="T4" fmla="*/ 15 w 37"/>
                                <a:gd name="T5" fmla="*/ 7 h 48"/>
                                <a:gd name="T6" fmla="*/ 18 w 37"/>
                                <a:gd name="T7" fmla="*/ 11 h 48"/>
                                <a:gd name="T8" fmla="*/ 15 w 37"/>
                                <a:gd name="T9" fmla="*/ 14 h 48"/>
                                <a:gd name="T10" fmla="*/ 18 w 37"/>
                                <a:gd name="T11" fmla="*/ 18 h 48"/>
                                <a:gd name="T12" fmla="*/ 17 w 37"/>
                                <a:gd name="T13" fmla="*/ 22 h 48"/>
                                <a:gd name="T14" fmla="*/ 14 w 37"/>
                                <a:gd name="T15" fmla="*/ 24 h 48"/>
                                <a:gd name="T16" fmla="*/ 9 w 37"/>
                                <a:gd name="T17" fmla="*/ 24 h 48"/>
                                <a:gd name="T18" fmla="*/ 5 w 37"/>
                                <a:gd name="T19" fmla="*/ 24 h 48"/>
                                <a:gd name="T20" fmla="*/ 3 w 37"/>
                                <a:gd name="T21" fmla="*/ 21 h 48"/>
                                <a:gd name="T22" fmla="*/ 1 w 37"/>
                                <a:gd name="T23" fmla="*/ 17 h 48"/>
                                <a:gd name="T24" fmla="*/ 1 w 37"/>
                                <a:gd name="T25" fmla="*/ 13 h 48"/>
                                <a:gd name="T26" fmla="*/ 0 w 37"/>
                                <a:gd name="T27" fmla="*/ 8 h 48"/>
                                <a:gd name="T28" fmla="*/ 4 w 37"/>
                                <a:gd name="T29" fmla="*/ 0 h 48"/>
                                <a:gd name="T30" fmla="*/ 0 60000 65536"/>
                                <a:gd name="T31" fmla="*/ 0 60000 65536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60000 65536"/>
                                <a:gd name="T37" fmla="*/ 0 60000 65536"/>
                                <a:gd name="T38" fmla="*/ 0 60000 65536"/>
                                <a:gd name="T39" fmla="*/ 0 60000 65536"/>
                                <a:gd name="T40" fmla="*/ 0 60000 65536"/>
                                <a:gd name="T41" fmla="*/ 0 60000 65536"/>
                                <a:gd name="T42" fmla="*/ 0 60000 65536"/>
                                <a:gd name="T43" fmla="*/ 0 60000 65536"/>
                                <a:gd name="T44" fmla="*/ 0 60000 65536"/>
                                <a:gd name="T45" fmla="*/ 0 w 37"/>
                                <a:gd name="T46" fmla="*/ 0 h 48"/>
                                <a:gd name="T47" fmla="*/ 37 w 37"/>
                                <a:gd name="T48" fmla="*/ 48 h 48"/>
                              </a:gdLst>
                              <a:ahLst/>
                              <a:cxnLst>
                                <a:cxn ang="T30">
                                  <a:pos x="T0" y="T1"/>
                                </a:cxn>
                                <a:cxn ang="T31">
                                  <a:pos x="T2" y="T3"/>
                                </a:cxn>
                                <a:cxn ang="T32">
                                  <a:pos x="T4" y="T5"/>
                                </a:cxn>
                                <a:cxn ang="T33">
                                  <a:pos x="T6" y="T7"/>
                                </a:cxn>
                                <a:cxn ang="T34">
                                  <a:pos x="T8" y="T9"/>
                                </a:cxn>
                                <a:cxn ang="T35">
                                  <a:pos x="T10" y="T11"/>
                                </a:cxn>
                                <a:cxn ang="T36">
                                  <a:pos x="T12" y="T13"/>
                                </a:cxn>
                                <a:cxn ang="T37">
                                  <a:pos x="T14" y="T15"/>
                                </a:cxn>
                                <a:cxn ang="T38">
                                  <a:pos x="T16" y="T17"/>
                                </a:cxn>
                                <a:cxn ang="T39">
                                  <a:pos x="T18" y="T19"/>
                                </a:cxn>
                                <a:cxn ang="T40">
                                  <a:pos x="T20" y="T21"/>
                                </a:cxn>
                                <a:cxn ang="T41">
                                  <a:pos x="T22" y="T23"/>
                                </a:cxn>
                                <a:cxn ang="T42">
                                  <a:pos x="T24" y="T25"/>
                                </a:cxn>
                                <a:cxn ang="T43">
                                  <a:pos x="T26" y="T27"/>
                                </a:cxn>
                                <a:cxn ang="T44">
                                  <a:pos x="T28" y="T29"/>
                                </a:cxn>
                              </a:cxnLst>
                              <a:rect l="T45" t="T46" r="T47" b="T48"/>
                              <a:pathLst>
                                <a:path w="37" h="48">
                                  <a:moveTo>
                                    <a:pt x="8" y="0"/>
                                  </a:moveTo>
                                  <a:lnTo>
                                    <a:pt x="25" y="2"/>
                                  </a:lnTo>
                                  <a:lnTo>
                                    <a:pt x="30" y="15"/>
                                  </a:lnTo>
                                  <a:lnTo>
                                    <a:pt x="37" y="22"/>
                                  </a:lnTo>
                                  <a:lnTo>
                                    <a:pt x="31" y="28"/>
                                  </a:lnTo>
                                  <a:lnTo>
                                    <a:pt x="37" y="35"/>
                                  </a:lnTo>
                                  <a:lnTo>
                                    <a:pt x="34" y="44"/>
                                  </a:lnTo>
                                  <a:lnTo>
                                    <a:pt x="29" y="48"/>
                                  </a:lnTo>
                                  <a:lnTo>
                                    <a:pt x="18" y="47"/>
                                  </a:lnTo>
                                  <a:lnTo>
                                    <a:pt x="11" y="47"/>
                                  </a:lnTo>
                                  <a:lnTo>
                                    <a:pt x="7" y="41"/>
                                  </a:lnTo>
                                  <a:lnTo>
                                    <a:pt x="3" y="34"/>
                                  </a:lnTo>
                                  <a:lnTo>
                                    <a:pt x="3" y="26"/>
                                  </a:lnTo>
                                  <a:lnTo>
                                    <a:pt x="0" y="16"/>
                                  </a:lnTo>
                                  <a:lnTo>
                                    <a:pt x="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62694" name="Freeform 145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556" y="2295"/>
                              <a:ext cx="32" cy="22"/>
                            </a:xfrm>
                            <a:custGeom>
                              <a:avLst/>
                              <a:gdLst>
                                <a:gd name="T0" fmla="*/ 5 w 66"/>
                                <a:gd name="T1" fmla="*/ 0 h 45"/>
                                <a:gd name="T2" fmla="*/ 9 w 66"/>
                                <a:gd name="T3" fmla="*/ 3 h 45"/>
                                <a:gd name="T4" fmla="*/ 13 w 66"/>
                                <a:gd name="T5" fmla="*/ 2 h 45"/>
                                <a:gd name="T6" fmla="*/ 18 w 66"/>
                                <a:gd name="T7" fmla="*/ 3 h 45"/>
                                <a:gd name="T8" fmla="*/ 24 w 66"/>
                                <a:gd name="T9" fmla="*/ 3 h 45"/>
                                <a:gd name="T10" fmla="*/ 27 w 66"/>
                                <a:gd name="T11" fmla="*/ 5 h 45"/>
                                <a:gd name="T12" fmla="*/ 30 w 66"/>
                                <a:gd name="T13" fmla="*/ 10 h 45"/>
                                <a:gd name="T14" fmla="*/ 32 w 66"/>
                                <a:gd name="T15" fmla="*/ 13 h 45"/>
                                <a:gd name="T16" fmla="*/ 25 w 66"/>
                                <a:gd name="T17" fmla="*/ 14 h 45"/>
                                <a:gd name="T18" fmla="*/ 23 w 66"/>
                                <a:gd name="T19" fmla="*/ 16 h 45"/>
                                <a:gd name="T20" fmla="*/ 25 w 66"/>
                                <a:gd name="T21" fmla="*/ 18 h 45"/>
                                <a:gd name="T22" fmla="*/ 25 w 66"/>
                                <a:gd name="T23" fmla="*/ 21 h 45"/>
                                <a:gd name="T24" fmla="*/ 17 w 66"/>
                                <a:gd name="T25" fmla="*/ 18 h 45"/>
                                <a:gd name="T26" fmla="*/ 11 w 66"/>
                                <a:gd name="T27" fmla="*/ 16 h 45"/>
                                <a:gd name="T28" fmla="*/ 9 w 66"/>
                                <a:gd name="T29" fmla="*/ 17 h 45"/>
                                <a:gd name="T30" fmla="*/ 9 w 66"/>
                                <a:gd name="T31" fmla="*/ 21 h 45"/>
                                <a:gd name="T32" fmla="*/ 5 w 66"/>
                                <a:gd name="T33" fmla="*/ 22 h 45"/>
                                <a:gd name="T34" fmla="*/ 3 w 66"/>
                                <a:gd name="T35" fmla="*/ 18 h 45"/>
                                <a:gd name="T36" fmla="*/ 2 w 66"/>
                                <a:gd name="T37" fmla="*/ 14 h 45"/>
                                <a:gd name="T38" fmla="*/ 0 w 66"/>
                                <a:gd name="T39" fmla="*/ 13 h 45"/>
                                <a:gd name="T40" fmla="*/ 2 w 66"/>
                                <a:gd name="T41" fmla="*/ 9 h 45"/>
                                <a:gd name="T42" fmla="*/ 5 w 66"/>
                                <a:gd name="T43" fmla="*/ 8 h 45"/>
                                <a:gd name="T44" fmla="*/ 5 w 66"/>
                                <a:gd name="T45" fmla="*/ 0 h 45"/>
                                <a:gd name="T46" fmla="*/ 0 60000 65536"/>
                                <a:gd name="T47" fmla="*/ 0 60000 65536"/>
                                <a:gd name="T48" fmla="*/ 0 60000 65536"/>
                                <a:gd name="T49" fmla="*/ 0 60000 65536"/>
                                <a:gd name="T50" fmla="*/ 0 60000 65536"/>
                                <a:gd name="T51" fmla="*/ 0 60000 65536"/>
                                <a:gd name="T52" fmla="*/ 0 60000 65536"/>
                                <a:gd name="T53" fmla="*/ 0 60000 65536"/>
                                <a:gd name="T54" fmla="*/ 0 60000 65536"/>
                                <a:gd name="T55" fmla="*/ 0 60000 65536"/>
                                <a:gd name="T56" fmla="*/ 0 60000 65536"/>
                                <a:gd name="T57" fmla="*/ 0 60000 65536"/>
                                <a:gd name="T58" fmla="*/ 0 60000 65536"/>
                                <a:gd name="T59" fmla="*/ 0 60000 65536"/>
                                <a:gd name="T60" fmla="*/ 0 60000 65536"/>
                                <a:gd name="T61" fmla="*/ 0 60000 65536"/>
                                <a:gd name="T62" fmla="*/ 0 60000 65536"/>
                                <a:gd name="T63" fmla="*/ 0 60000 65536"/>
                                <a:gd name="T64" fmla="*/ 0 60000 65536"/>
                                <a:gd name="T65" fmla="*/ 0 60000 65536"/>
                                <a:gd name="T66" fmla="*/ 0 60000 65536"/>
                                <a:gd name="T67" fmla="*/ 0 60000 65536"/>
                                <a:gd name="T68" fmla="*/ 0 60000 65536"/>
                                <a:gd name="T69" fmla="*/ 0 w 66"/>
                                <a:gd name="T70" fmla="*/ 0 h 45"/>
                                <a:gd name="T71" fmla="*/ 66 w 66"/>
                                <a:gd name="T72" fmla="*/ 45 h 45"/>
                              </a:gdLst>
                              <a:ahLst/>
                              <a:cxnLst>
                                <a:cxn ang="T46">
                                  <a:pos x="T0" y="T1"/>
                                </a:cxn>
                                <a:cxn ang="T47">
                                  <a:pos x="T2" y="T3"/>
                                </a:cxn>
                                <a:cxn ang="T48">
                                  <a:pos x="T4" y="T5"/>
                                </a:cxn>
                                <a:cxn ang="T49">
                                  <a:pos x="T6" y="T7"/>
                                </a:cxn>
                                <a:cxn ang="T50">
                                  <a:pos x="T8" y="T9"/>
                                </a:cxn>
                                <a:cxn ang="T51">
                                  <a:pos x="T10" y="T11"/>
                                </a:cxn>
                                <a:cxn ang="T52">
                                  <a:pos x="T12" y="T13"/>
                                </a:cxn>
                                <a:cxn ang="T53">
                                  <a:pos x="T14" y="T15"/>
                                </a:cxn>
                                <a:cxn ang="T54">
                                  <a:pos x="T16" y="T17"/>
                                </a:cxn>
                                <a:cxn ang="T55">
                                  <a:pos x="T18" y="T19"/>
                                </a:cxn>
                                <a:cxn ang="T56">
                                  <a:pos x="T20" y="T21"/>
                                </a:cxn>
                                <a:cxn ang="T57">
                                  <a:pos x="T22" y="T23"/>
                                </a:cxn>
                                <a:cxn ang="T58">
                                  <a:pos x="T24" y="T25"/>
                                </a:cxn>
                                <a:cxn ang="T59">
                                  <a:pos x="T26" y="T27"/>
                                </a:cxn>
                                <a:cxn ang="T60">
                                  <a:pos x="T28" y="T29"/>
                                </a:cxn>
                                <a:cxn ang="T61">
                                  <a:pos x="T30" y="T31"/>
                                </a:cxn>
                                <a:cxn ang="T62">
                                  <a:pos x="T32" y="T33"/>
                                </a:cxn>
                                <a:cxn ang="T63">
                                  <a:pos x="T34" y="T35"/>
                                </a:cxn>
                                <a:cxn ang="T64">
                                  <a:pos x="T36" y="T37"/>
                                </a:cxn>
                                <a:cxn ang="T65">
                                  <a:pos x="T38" y="T39"/>
                                </a:cxn>
                                <a:cxn ang="T66">
                                  <a:pos x="T40" y="T41"/>
                                </a:cxn>
                                <a:cxn ang="T67">
                                  <a:pos x="T42" y="T43"/>
                                </a:cxn>
                                <a:cxn ang="T68">
                                  <a:pos x="T44" y="T45"/>
                                </a:cxn>
                              </a:cxnLst>
                              <a:rect l="T69" t="T70" r="T71" b="T72"/>
                              <a:pathLst>
                                <a:path w="66" h="45">
                                  <a:moveTo>
                                    <a:pt x="10" y="0"/>
                                  </a:moveTo>
                                  <a:lnTo>
                                    <a:pt x="18" y="7"/>
                                  </a:lnTo>
                                  <a:lnTo>
                                    <a:pt x="26" y="5"/>
                                  </a:lnTo>
                                  <a:lnTo>
                                    <a:pt x="38" y="7"/>
                                  </a:lnTo>
                                  <a:lnTo>
                                    <a:pt x="49" y="7"/>
                                  </a:lnTo>
                                  <a:lnTo>
                                    <a:pt x="55" y="11"/>
                                  </a:lnTo>
                                  <a:lnTo>
                                    <a:pt x="62" y="21"/>
                                  </a:lnTo>
                                  <a:lnTo>
                                    <a:pt x="66" y="26"/>
                                  </a:lnTo>
                                  <a:lnTo>
                                    <a:pt x="51" y="29"/>
                                  </a:lnTo>
                                  <a:lnTo>
                                    <a:pt x="47" y="32"/>
                                  </a:lnTo>
                                  <a:lnTo>
                                    <a:pt x="51" y="37"/>
                                  </a:lnTo>
                                  <a:lnTo>
                                    <a:pt x="51" y="43"/>
                                  </a:lnTo>
                                  <a:lnTo>
                                    <a:pt x="36" y="37"/>
                                  </a:lnTo>
                                  <a:lnTo>
                                    <a:pt x="23" y="33"/>
                                  </a:lnTo>
                                  <a:lnTo>
                                    <a:pt x="18" y="34"/>
                                  </a:lnTo>
                                  <a:lnTo>
                                    <a:pt x="18" y="43"/>
                                  </a:lnTo>
                                  <a:lnTo>
                                    <a:pt x="10" y="45"/>
                                  </a:lnTo>
                                  <a:lnTo>
                                    <a:pt x="6" y="37"/>
                                  </a:lnTo>
                                  <a:lnTo>
                                    <a:pt x="4" y="29"/>
                                  </a:lnTo>
                                  <a:lnTo>
                                    <a:pt x="0" y="27"/>
                                  </a:lnTo>
                                  <a:lnTo>
                                    <a:pt x="4" y="18"/>
                                  </a:lnTo>
                                  <a:lnTo>
                                    <a:pt x="11" y="16"/>
                                  </a:lnTo>
                                  <a:lnTo>
                                    <a:pt x="1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</p:grpSp>
                      <p:sp>
                        <p:nvSpPr>
                          <p:cNvPr id="62683" name="Freeform 146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84" y="2675"/>
                            <a:ext cx="231" cy="182"/>
                          </a:xfrm>
                          <a:custGeom>
                            <a:avLst/>
                            <a:gdLst>
                              <a:gd name="T0" fmla="*/ 179 w 462"/>
                              <a:gd name="T1" fmla="*/ 15 h 364"/>
                              <a:gd name="T2" fmla="*/ 188 w 462"/>
                              <a:gd name="T3" fmla="*/ 22 h 364"/>
                              <a:gd name="T4" fmla="*/ 197 w 462"/>
                              <a:gd name="T5" fmla="*/ 48 h 364"/>
                              <a:gd name="T6" fmla="*/ 218 w 462"/>
                              <a:gd name="T7" fmla="*/ 76 h 364"/>
                              <a:gd name="T8" fmla="*/ 231 w 462"/>
                              <a:gd name="T9" fmla="*/ 104 h 364"/>
                              <a:gd name="T10" fmla="*/ 222 w 462"/>
                              <a:gd name="T11" fmla="*/ 130 h 364"/>
                              <a:gd name="T12" fmla="*/ 213 w 462"/>
                              <a:gd name="T13" fmla="*/ 147 h 364"/>
                              <a:gd name="T14" fmla="*/ 207 w 462"/>
                              <a:gd name="T15" fmla="*/ 163 h 364"/>
                              <a:gd name="T16" fmla="*/ 202 w 462"/>
                              <a:gd name="T17" fmla="*/ 173 h 364"/>
                              <a:gd name="T18" fmla="*/ 191 w 462"/>
                              <a:gd name="T19" fmla="*/ 179 h 364"/>
                              <a:gd name="T20" fmla="*/ 173 w 462"/>
                              <a:gd name="T21" fmla="*/ 177 h 364"/>
                              <a:gd name="T22" fmla="*/ 155 w 462"/>
                              <a:gd name="T23" fmla="*/ 173 h 364"/>
                              <a:gd name="T24" fmla="*/ 146 w 462"/>
                              <a:gd name="T25" fmla="*/ 162 h 364"/>
                              <a:gd name="T26" fmla="*/ 143 w 462"/>
                              <a:gd name="T27" fmla="*/ 149 h 364"/>
                              <a:gd name="T28" fmla="*/ 137 w 462"/>
                              <a:gd name="T29" fmla="*/ 144 h 364"/>
                              <a:gd name="T30" fmla="*/ 127 w 462"/>
                              <a:gd name="T31" fmla="*/ 144 h 364"/>
                              <a:gd name="T32" fmla="*/ 118 w 462"/>
                              <a:gd name="T33" fmla="*/ 134 h 364"/>
                              <a:gd name="T34" fmla="*/ 111 w 462"/>
                              <a:gd name="T35" fmla="*/ 133 h 364"/>
                              <a:gd name="T36" fmla="*/ 98 w 462"/>
                              <a:gd name="T37" fmla="*/ 134 h 364"/>
                              <a:gd name="T38" fmla="*/ 88 w 462"/>
                              <a:gd name="T39" fmla="*/ 136 h 364"/>
                              <a:gd name="T40" fmla="*/ 79 w 462"/>
                              <a:gd name="T41" fmla="*/ 141 h 364"/>
                              <a:gd name="T42" fmla="*/ 66 w 462"/>
                              <a:gd name="T43" fmla="*/ 146 h 364"/>
                              <a:gd name="T44" fmla="*/ 53 w 462"/>
                              <a:gd name="T45" fmla="*/ 152 h 364"/>
                              <a:gd name="T46" fmla="*/ 46 w 462"/>
                              <a:gd name="T47" fmla="*/ 155 h 364"/>
                              <a:gd name="T48" fmla="*/ 27 w 462"/>
                              <a:gd name="T49" fmla="*/ 154 h 364"/>
                              <a:gd name="T50" fmla="*/ 23 w 462"/>
                              <a:gd name="T51" fmla="*/ 150 h 364"/>
                              <a:gd name="T52" fmla="*/ 23 w 462"/>
                              <a:gd name="T53" fmla="*/ 130 h 364"/>
                              <a:gd name="T54" fmla="*/ 17 w 462"/>
                              <a:gd name="T55" fmla="*/ 118 h 364"/>
                              <a:gd name="T56" fmla="*/ 11 w 462"/>
                              <a:gd name="T57" fmla="*/ 109 h 364"/>
                              <a:gd name="T58" fmla="*/ 2 w 462"/>
                              <a:gd name="T59" fmla="*/ 76 h 364"/>
                              <a:gd name="T60" fmla="*/ 3 w 462"/>
                              <a:gd name="T61" fmla="*/ 65 h 364"/>
                              <a:gd name="T62" fmla="*/ 20 w 462"/>
                              <a:gd name="T63" fmla="*/ 59 h 364"/>
                              <a:gd name="T64" fmla="*/ 31 w 462"/>
                              <a:gd name="T65" fmla="*/ 57 h 364"/>
                              <a:gd name="T66" fmla="*/ 39 w 462"/>
                              <a:gd name="T67" fmla="*/ 54 h 364"/>
                              <a:gd name="T68" fmla="*/ 43 w 462"/>
                              <a:gd name="T69" fmla="*/ 46 h 364"/>
                              <a:gd name="T70" fmla="*/ 42 w 462"/>
                              <a:gd name="T71" fmla="*/ 40 h 364"/>
                              <a:gd name="T72" fmla="*/ 58 w 462"/>
                              <a:gd name="T73" fmla="*/ 27 h 364"/>
                              <a:gd name="T74" fmla="*/ 71 w 462"/>
                              <a:gd name="T75" fmla="*/ 17 h 364"/>
                              <a:gd name="T76" fmla="*/ 83 w 462"/>
                              <a:gd name="T77" fmla="*/ 24 h 364"/>
                              <a:gd name="T78" fmla="*/ 92 w 462"/>
                              <a:gd name="T79" fmla="*/ 16 h 364"/>
                              <a:gd name="T80" fmla="*/ 100 w 462"/>
                              <a:gd name="T81" fmla="*/ 7 h 364"/>
                              <a:gd name="T82" fmla="*/ 110 w 462"/>
                              <a:gd name="T83" fmla="*/ 3 h 364"/>
                              <a:gd name="T84" fmla="*/ 125 w 462"/>
                              <a:gd name="T85" fmla="*/ 4 h 364"/>
                              <a:gd name="T86" fmla="*/ 131 w 462"/>
                              <a:gd name="T87" fmla="*/ 11 h 364"/>
                              <a:gd name="T88" fmla="*/ 131 w 462"/>
                              <a:gd name="T89" fmla="*/ 19 h 364"/>
                              <a:gd name="T90" fmla="*/ 144 w 462"/>
                              <a:gd name="T91" fmla="*/ 34 h 364"/>
                              <a:gd name="T92" fmla="*/ 155 w 462"/>
                              <a:gd name="T93" fmla="*/ 38 h 364"/>
                              <a:gd name="T94" fmla="*/ 164 w 462"/>
                              <a:gd name="T95" fmla="*/ 24 h 364"/>
                              <a:gd name="T96" fmla="*/ 166 w 462"/>
                              <a:gd name="T97" fmla="*/ 0 h 364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w 462"/>
                              <a:gd name="T148" fmla="*/ 0 h 364"/>
                              <a:gd name="T149" fmla="*/ 462 w 462"/>
                              <a:gd name="T150" fmla="*/ 364 h 364"/>
                            </a:gdLst>
                            <a:ahLst/>
                            <a:cxnLst>
                              <a:cxn ang="T98">
                                <a:pos x="T0" y="T1"/>
                              </a:cxn>
                              <a:cxn ang="T99">
                                <a:pos x="T2" y="T3"/>
                              </a:cxn>
                              <a:cxn ang="T100">
                                <a:pos x="T4" y="T5"/>
                              </a:cxn>
                              <a:cxn ang="T101">
                                <a:pos x="T6" y="T7"/>
                              </a:cxn>
                              <a:cxn ang="T102">
                                <a:pos x="T8" y="T9"/>
                              </a:cxn>
                              <a:cxn ang="T103">
                                <a:pos x="T10" y="T11"/>
                              </a:cxn>
                              <a:cxn ang="T104">
                                <a:pos x="T12" y="T13"/>
                              </a:cxn>
                              <a:cxn ang="T105">
                                <a:pos x="T14" y="T15"/>
                              </a:cxn>
                              <a:cxn ang="T106">
                                <a:pos x="T16" y="T17"/>
                              </a:cxn>
                              <a:cxn ang="T107">
                                <a:pos x="T18" y="T19"/>
                              </a:cxn>
                              <a:cxn ang="T108">
                                <a:pos x="T20" y="T21"/>
                              </a:cxn>
                              <a:cxn ang="T109">
                                <a:pos x="T22" y="T23"/>
                              </a:cxn>
                              <a:cxn ang="T110">
                                <a:pos x="T24" y="T25"/>
                              </a:cxn>
                              <a:cxn ang="T111">
                                <a:pos x="T26" y="T27"/>
                              </a:cxn>
                              <a:cxn ang="T112">
                                <a:pos x="T28" y="T29"/>
                              </a:cxn>
                              <a:cxn ang="T113">
                                <a:pos x="T30" y="T31"/>
                              </a:cxn>
                              <a:cxn ang="T114">
                                <a:pos x="T32" y="T33"/>
                              </a:cxn>
                              <a:cxn ang="T115">
                                <a:pos x="T34" y="T35"/>
                              </a:cxn>
                              <a:cxn ang="T116">
                                <a:pos x="T36" y="T37"/>
                              </a:cxn>
                              <a:cxn ang="T117">
                                <a:pos x="T38" y="T39"/>
                              </a:cxn>
                              <a:cxn ang="T118">
                                <a:pos x="T40" y="T41"/>
                              </a:cxn>
                              <a:cxn ang="T119">
                                <a:pos x="T42" y="T43"/>
                              </a:cxn>
                              <a:cxn ang="T120">
                                <a:pos x="T44" y="T45"/>
                              </a:cxn>
                              <a:cxn ang="T121">
                                <a:pos x="T46" y="T47"/>
                              </a:cxn>
                              <a:cxn ang="T122">
                                <a:pos x="T48" y="T49"/>
                              </a:cxn>
                              <a:cxn ang="T123">
                                <a:pos x="T50" y="T51"/>
                              </a:cxn>
                              <a:cxn ang="T124">
                                <a:pos x="T52" y="T53"/>
                              </a:cxn>
                              <a:cxn ang="T125">
                                <a:pos x="T54" y="T55"/>
                              </a:cxn>
                              <a:cxn ang="T126">
                                <a:pos x="T56" y="T57"/>
                              </a:cxn>
                              <a:cxn ang="T127">
                                <a:pos x="T58" y="T59"/>
                              </a:cxn>
                              <a:cxn ang="T128">
                                <a:pos x="T60" y="T61"/>
                              </a:cxn>
                              <a:cxn ang="T129">
                                <a:pos x="T62" y="T63"/>
                              </a:cxn>
                              <a:cxn ang="T130">
                                <a:pos x="T64" y="T65"/>
                              </a:cxn>
                              <a:cxn ang="T131">
                                <a:pos x="T66" y="T67"/>
                              </a:cxn>
                              <a:cxn ang="T132">
                                <a:pos x="T68" y="T69"/>
                              </a:cxn>
                              <a:cxn ang="T133">
                                <a:pos x="T70" y="T71"/>
                              </a:cxn>
                              <a:cxn ang="T134">
                                <a:pos x="T72" y="T73"/>
                              </a:cxn>
                              <a:cxn ang="T135">
                                <a:pos x="T74" y="T75"/>
                              </a:cxn>
                              <a:cxn ang="T136">
                                <a:pos x="T76" y="T77"/>
                              </a:cxn>
                              <a:cxn ang="T137">
                                <a:pos x="T78" y="T79"/>
                              </a:cxn>
                              <a:cxn ang="T138">
                                <a:pos x="T80" y="T81"/>
                              </a:cxn>
                              <a:cxn ang="T139">
                                <a:pos x="T82" y="T83"/>
                              </a:cxn>
                              <a:cxn ang="T140">
                                <a:pos x="T84" y="T85"/>
                              </a:cxn>
                              <a:cxn ang="T141">
                                <a:pos x="T86" y="T87"/>
                              </a:cxn>
                              <a:cxn ang="T142">
                                <a:pos x="T88" y="T89"/>
                              </a:cxn>
                              <a:cxn ang="T143">
                                <a:pos x="T90" y="T91"/>
                              </a:cxn>
                              <a:cxn ang="T144">
                                <a:pos x="T92" y="T93"/>
                              </a:cxn>
                              <a:cxn ang="T145">
                                <a:pos x="T94" y="T95"/>
                              </a:cxn>
                              <a:cxn ang="T146">
                                <a:pos x="T96" y="T97"/>
                              </a:cxn>
                            </a:cxnLst>
                            <a:rect l="T147" t="T148" r="T149" b="T150"/>
                            <a:pathLst>
                              <a:path w="462" h="364">
                                <a:moveTo>
                                  <a:pt x="332" y="0"/>
                                </a:moveTo>
                                <a:lnTo>
                                  <a:pt x="357" y="0"/>
                                </a:lnTo>
                                <a:lnTo>
                                  <a:pt x="357" y="30"/>
                                </a:lnTo>
                                <a:lnTo>
                                  <a:pt x="366" y="38"/>
                                </a:lnTo>
                                <a:lnTo>
                                  <a:pt x="369" y="43"/>
                                </a:lnTo>
                                <a:lnTo>
                                  <a:pt x="375" y="43"/>
                                </a:lnTo>
                                <a:lnTo>
                                  <a:pt x="377" y="48"/>
                                </a:lnTo>
                                <a:lnTo>
                                  <a:pt x="380" y="77"/>
                                </a:lnTo>
                                <a:lnTo>
                                  <a:pt x="394" y="96"/>
                                </a:lnTo>
                                <a:lnTo>
                                  <a:pt x="414" y="124"/>
                                </a:lnTo>
                                <a:lnTo>
                                  <a:pt x="414" y="128"/>
                                </a:lnTo>
                                <a:lnTo>
                                  <a:pt x="436" y="152"/>
                                </a:lnTo>
                                <a:lnTo>
                                  <a:pt x="436" y="156"/>
                                </a:lnTo>
                                <a:lnTo>
                                  <a:pt x="458" y="175"/>
                                </a:lnTo>
                                <a:lnTo>
                                  <a:pt x="462" y="208"/>
                                </a:lnTo>
                                <a:lnTo>
                                  <a:pt x="458" y="239"/>
                                </a:lnTo>
                                <a:lnTo>
                                  <a:pt x="451" y="253"/>
                                </a:lnTo>
                                <a:lnTo>
                                  <a:pt x="443" y="260"/>
                                </a:lnTo>
                                <a:lnTo>
                                  <a:pt x="440" y="275"/>
                                </a:lnTo>
                                <a:lnTo>
                                  <a:pt x="432" y="288"/>
                                </a:lnTo>
                                <a:lnTo>
                                  <a:pt x="425" y="294"/>
                                </a:lnTo>
                                <a:lnTo>
                                  <a:pt x="427" y="298"/>
                                </a:lnTo>
                                <a:lnTo>
                                  <a:pt x="419" y="307"/>
                                </a:lnTo>
                                <a:lnTo>
                                  <a:pt x="414" y="326"/>
                                </a:lnTo>
                                <a:lnTo>
                                  <a:pt x="413" y="336"/>
                                </a:lnTo>
                                <a:lnTo>
                                  <a:pt x="405" y="340"/>
                                </a:lnTo>
                                <a:lnTo>
                                  <a:pt x="403" y="345"/>
                                </a:lnTo>
                                <a:lnTo>
                                  <a:pt x="398" y="353"/>
                                </a:lnTo>
                                <a:lnTo>
                                  <a:pt x="388" y="355"/>
                                </a:lnTo>
                                <a:lnTo>
                                  <a:pt x="381" y="358"/>
                                </a:lnTo>
                                <a:lnTo>
                                  <a:pt x="372" y="364"/>
                                </a:lnTo>
                                <a:lnTo>
                                  <a:pt x="360" y="352"/>
                                </a:lnTo>
                                <a:lnTo>
                                  <a:pt x="346" y="353"/>
                                </a:lnTo>
                                <a:lnTo>
                                  <a:pt x="342" y="353"/>
                                </a:lnTo>
                                <a:lnTo>
                                  <a:pt x="323" y="356"/>
                                </a:lnTo>
                                <a:lnTo>
                                  <a:pt x="310" y="345"/>
                                </a:lnTo>
                                <a:lnTo>
                                  <a:pt x="302" y="333"/>
                                </a:lnTo>
                                <a:lnTo>
                                  <a:pt x="296" y="334"/>
                                </a:lnTo>
                                <a:lnTo>
                                  <a:pt x="291" y="324"/>
                                </a:lnTo>
                                <a:lnTo>
                                  <a:pt x="288" y="316"/>
                                </a:lnTo>
                                <a:lnTo>
                                  <a:pt x="286" y="313"/>
                                </a:lnTo>
                                <a:lnTo>
                                  <a:pt x="286" y="298"/>
                                </a:lnTo>
                                <a:lnTo>
                                  <a:pt x="287" y="289"/>
                                </a:lnTo>
                                <a:lnTo>
                                  <a:pt x="284" y="284"/>
                                </a:lnTo>
                                <a:lnTo>
                                  <a:pt x="273" y="287"/>
                                </a:lnTo>
                                <a:lnTo>
                                  <a:pt x="268" y="288"/>
                                </a:lnTo>
                                <a:lnTo>
                                  <a:pt x="258" y="288"/>
                                </a:lnTo>
                                <a:lnTo>
                                  <a:pt x="254" y="288"/>
                                </a:lnTo>
                                <a:lnTo>
                                  <a:pt x="250" y="288"/>
                                </a:lnTo>
                                <a:lnTo>
                                  <a:pt x="243" y="279"/>
                                </a:lnTo>
                                <a:lnTo>
                                  <a:pt x="236" y="268"/>
                                </a:lnTo>
                                <a:lnTo>
                                  <a:pt x="235" y="269"/>
                                </a:lnTo>
                                <a:lnTo>
                                  <a:pt x="222" y="269"/>
                                </a:lnTo>
                                <a:lnTo>
                                  <a:pt x="221" y="265"/>
                                </a:lnTo>
                                <a:lnTo>
                                  <a:pt x="214" y="269"/>
                                </a:lnTo>
                                <a:lnTo>
                                  <a:pt x="207" y="268"/>
                                </a:lnTo>
                                <a:lnTo>
                                  <a:pt x="196" y="268"/>
                                </a:lnTo>
                                <a:lnTo>
                                  <a:pt x="190" y="265"/>
                                </a:lnTo>
                                <a:lnTo>
                                  <a:pt x="187" y="269"/>
                                </a:lnTo>
                                <a:lnTo>
                                  <a:pt x="176" y="271"/>
                                </a:lnTo>
                                <a:lnTo>
                                  <a:pt x="173" y="268"/>
                                </a:lnTo>
                                <a:lnTo>
                                  <a:pt x="166" y="275"/>
                                </a:lnTo>
                                <a:lnTo>
                                  <a:pt x="158" y="282"/>
                                </a:lnTo>
                                <a:lnTo>
                                  <a:pt x="152" y="282"/>
                                </a:lnTo>
                                <a:lnTo>
                                  <a:pt x="144" y="291"/>
                                </a:lnTo>
                                <a:lnTo>
                                  <a:pt x="132" y="291"/>
                                </a:lnTo>
                                <a:lnTo>
                                  <a:pt x="122" y="294"/>
                                </a:lnTo>
                                <a:lnTo>
                                  <a:pt x="111" y="298"/>
                                </a:lnTo>
                                <a:lnTo>
                                  <a:pt x="106" y="304"/>
                                </a:lnTo>
                                <a:lnTo>
                                  <a:pt x="102" y="303"/>
                                </a:lnTo>
                                <a:lnTo>
                                  <a:pt x="98" y="308"/>
                                </a:lnTo>
                                <a:lnTo>
                                  <a:pt x="92" y="310"/>
                                </a:lnTo>
                                <a:lnTo>
                                  <a:pt x="85" y="317"/>
                                </a:lnTo>
                                <a:lnTo>
                                  <a:pt x="63" y="317"/>
                                </a:lnTo>
                                <a:lnTo>
                                  <a:pt x="54" y="307"/>
                                </a:lnTo>
                                <a:lnTo>
                                  <a:pt x="52" y="303"/>
                                </a:lnTo>
                                <a:lnTo>
                                  <a:pt x="50" y="307"/>
                                </a:lnTo>
                                <a:lnTo>
                                  <a:pt x="46" y="300"/>
                                </a:lnTo>
                                <a:lnTo>
                                  <a:pt x="47" y="281"/>
                                </a:lnTo>
                                <a:lnTo>
                                  <a:pt x="50" y="269"/>
                                </a:lnTo>
                                <a:lnTo>
                                  <a:pt x="46" y="260"/>
                                </a:lnTo>
                                <a:lnTo>
                                  <a:pt x="41" y="252"/>
                                </a:lnTo>
                                <a:lnTo>
                                  <a:pt x="40" y="242"/>
                                </a:lnTo>
                                <a:lnTo>
                                  <a:pt x="33" y="237"/>
                                </a:lnTo>
                                <a:lnTo>
                                  <a:pt x="32" y="236"/>
                                </a:lnTo>
                                <a:lnTo>
                                  <a:pt x="30" y="231"/>
                                </a:lnTo>
                                <a:lnTo>
                                  <a:pt x="21" y="218"/>
                                </a:lnTo>
                                <a:lnTo>
                                  <a:pt x="9" y="186"/>
                                </a:lnTo>
                                <a:lnTo>
                                  <a:pt x="4" y="165"/>
                                </a:lnTo>
                                <a:lnTo>
                                  <a:pt x="4" y="152"/>
                                </a:lnTo>
                                <a:lnTo>
                                  <a:pt x="0" y="147"/>
                                </a:lnTo>
                                <a:lnTo>
                                  <a:pt x="2" y="136"/>
                                </a:lnTo>
                                <a:lnTo>
                                  <a:pt x="6" y="130"/>
                                </a:lnTo>
                                <a:lnTo>
                                  <a:pt x="21" y="114"/>
                                </a:lnTo>
                                <a:lnTo>
                                  <a:pt x="36" y="115"/>
                                </a:lnTo>
                                <a:lnTo>
                                  <a:pt x="39" y="118"/>
                                </a:lnTo>
                                <a:lnTo>
                                  <a:pt x="58" y="118"/>
                                </a:lnTo>
                                <a:lnTo>
                                  <a:pt x="59" y="114"/>
                                </a:lnTo>
                                <a:lnTo>
                                  <a:pt x="63" y="115"/>
                                </a:lnTo>
                                <a:lnTo>
                                  <a:pt x="69" y="111"/>
                                </a:lnTo>
                                <a:lnTo>
                                  <a:pt x="73" y="112"/>
                                </a:lnTo>
                                <a:lnTo>
                                  <a:pt x="77" y="109"/>
                                </a:lnTo>
                                <a:lnTo>
                                  <a:pt x="76" y="105"/>
                                </a:lnTo>
                                <a:lnTo>
                                  <a:pt x="80" y="95"/>
                                </a:lnTo>
                                <a:lnTo>
                                  <a:pt x="85" y="91"/>
                                </a:lnTo>
                                <a:lnTo>
                                  <a:pt x="83" y="88"/>
                                </a:lnTo>
                                <a:lnTo>
                                  <a:pt x="85" y="85"/>
                                </a:lnTo>
                                <a:lnTo>
                                  <a:pt x="83" y="80"/>
                                </a:lnTo>
                                <a:lnTo>
                                  <a:pt x="91" y="73"/>
                                </a:lnTo>
                                <a:lnTo>
                                  <a:pt x="103" y="72"/>
                                </a:lnTo>
                                <a:lnTo>
                                  <a:pt x="115" y="54"/>
                                </a:lnTo>
                                <a:lnTo>
                                  <a:pt x="131" y="40"/>
                                </a:lnTo>
                                <a:lnTo>
                                  <a:pt x="137" y="38"/>
                                </a:lnTo>
                                <a:lnTo>
                                  <a:pt x="142" y="34"/>
                                </a:lnTo>
                                <a:lnTo>
                                  <a:pt x="148" y="34"/>
                                </a:lnTo>
                                <a:lnTo>
                                  <a:pt x="161" y="47"/>
                                </a:lnTo>
                                <a:lnTo>
                                  <a:pt x="165" y="48"/>
                                </a:lnTo>
                                <a:lnTo>
                                  <a:pt x="169" y="43"/>
                                </a:lnTo>
                                <a:lnTo>
                                  <a:pt x="177" y="34"/>
                                </a:lnTo>
                                <a:lnTo>
                                  <a:pt x="183" y="32"/>
                                </a:lnTo>
                                <a:lnTo>
                                  <a:pt x="188" y="21"/>
                                </a:lnTo>
                                <a:lnTo>
                                  <a:pt x="194" y="19"/>
                                </a:lnTo>
                                <a:lnTo>
                                  <a:pt x="200" y="15"/>
                                </a:lnTo>
                                <a:lnTo>
                                  <a:pt x="207" y="11"/>
                                </a:lnTo>
                                <a:lnTo>
                                  <a:pt x="214" y="11"/>
                                </a:lnTo>
                                <a:lnTo>
                                  <a:pt x="220" y="5"/>
                                </a:lnTo>
                                <a:lnTo>
                                  <a:pt x="228" y="5"/>
                                </a:lnTo>
                                <a:lnTo>
                                  <a:pt x="238" y="5"/>
                                </a:lnTo>
                                <a:lnTo>
                                  <a:pt x="250" y="8"/>
                                </a:lnTo>
                                <a:lnTo>
                                  <a:pt x="258" y="14"/>
                                </a:lnTo>
                                <a:lnTo>
                                  <a:pt x="259" y="18"/>
                                </a:lnTo>
                                <a:lnTo>
                                  <a:pt x="261" y="21"/>
                                </a:lnTo>
                                <a:lnTo>
                                  <a:pt x="262" y="28"/>
                                </a:lnTo>
                                <a:lnTo>
                                  <a:pt x="261" y="31"/>
                                </a:lnTo>
                                <a:lnTo>
                                  <a:pt x="261" y="38"/>
                                </a:lnTo>
                                <a:lnTo>
                                  <a:pt x="259" y="43"/>
                                </a:lnTo>
                                <a:lnTo>
                                  <a:pt x="280" y="59"/>
                                </a:lnTo>
                                <a:lnTo>
                                  <a:pt x="287" y="67"/>
                                </a:lnTo>
                                <a:lnTo>
                                  <a:pt x="295" y="70"/>
                                </a:lnTo>
                                <a:lnTo>
                                  <a:pt x="303" y="75"/>
                                </a:lnTo>
                                <a:lnTo>
                                  <a:pt x="309" y="76"/>
                                </a:lnTo>
                                <a:lnTo>
                                  <a:pt x="317" y="72"/>
                                </a:lnTo>
                                <a:lnTo>
                                  <a:pt x="324" y="59"/>
                                </a:lnTo>
                                <a:lnTo>
                                  <a:pt x="327" y="48"/>
                                </a:lnTo>
                                <a:lnTo>
                                  <a:pt x="329" y="28"/>
                                </a:lnTo>
                                <a:lnTo>
                                  <a:pt x="332" y="19"/>
                                </a:lnTo>
                                <a:lnTo>
                                  <a:pt x="332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2684" name="Freeform 147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29" y="2637"/>
                            <a:ext cx="128" cy="24"/>
                          </a:xfrm>
                          <a:custGeom>
                            <a:avLst/>
                            <a:gdLst>
                              <a:gd name="T0" fmla="*/ 10 w 255"/>
                              <a:gd name="T1" fmla="*/ 3 h 49"/>
                              <a:gd name="T2" fmla="*/ 26 w 255"/>
                              <a:gd name="T3" fmla="*/ 3 h 49"/>
                              <a:gd name="T4" fmla="*/ 35 w 255"/>
                              <a:gd name="T5" fmla="*/ 4 h 49"/>
                              <a:gd name="T6" fmla="*/ 43 w 255"/>
                              <a:gd name="T7" fmla="*/ 11 h 49"/>
                              <a:gd name="T8" fmla="*/ 51 w 255"/>
                              <a:gd name="T9" fmla="*/ 13 h 49"/>
                              <a:gd name="T10" fmla="*/ 63 w 255"/>
                              <a:gd name="T11" fmla="*/ 15 h 49"/>
                              <a:gd name="T12" fmla="*/ 69 w 255"/>
                              <a:gd name="T13" fmla="*/ 17 h 49"/>
                              <a:gd name="T14" fmla="*/ 72 w 255"/>
                              <a:gd name="T15" fmla="*/ 11 h 49"/>
                              <a:gd name="T16" fmla="*/ 87 w 255"/>
                              <a:gd name="T17" fmla="*/ 13 h 49"/>
                              <a:gd name="T18" fmla="*/ 98 w 255"/>
                              <a:gd name="T19" fmla="*/ 15 h 49"/>
                              <a:gd name="T20" fmla="*/ 106 w 255"/>
                              <a:gd name="T21" fmla="*/ 15 h 49"/>
                              <a:gd name="T22" fmla="*/ 111 w 255"/>
                              <a:gd name="T23" fmla="*/ 13 h 49"/>
                              <a:gd name="T24" fmla="*/ 120 w 255"/>
                              <a:gd name="T25" fmla="*/ 11 h 49"/>
                              <a:gd name="T26" fmla="*/ 128 w 255"/>
                              <a:gd name="T27" fmla="*/ 10 h 49"/>
                              <a:gd name="T28" fmla="*/ 126 w 255"/>
                              <a:gd name="T29" fmla="*/ 17 h 49"/>
                              <a:gd name="T30" fmla="*/ 120 w 255"/>
                              <a:gd name="T31" fmla="*/ 19 h 49"/>
                              <a:gd name="T32" fmla="*/ 116 w 255"/>
                              <a:gd name="T33" fmla="*/ 20 h 49"/>
                              <a:gd name="T34" fmla="*/ 111 w 255"/>
                              <a:gd name="T35" fmla="*/ 22 h 49"/>
                              <a:gd name="T36" fmla="*/ 105 w 255"/>
                              <a:gd name="T37" fmla="*/ 22 h 49"/>
                              <a:gd name="T38" fmla="*/ 100 w 255"/>
                              <a:gd name="T39" fmla="*/ 23 h 49"/>
                              <a:gd name="T40" fmla="*/ 93 w 255"/>
                              <a:gd name="T41" fmla="*/ 24 h 49"/>
                              <a:gd name="T42" fmla="*/ 88 w 255"/>
                              <a:gd name="T43" fmla="*/ 19 h 49"/>
                              <a:gd name="T44" fmla="*/ 82 w 255"/>
                              <a:gd name="T45" fmla="*/ 24 h 49"/>
                              <a:gd name="T46" fmla="*/ 75 w 255"/>
                              <a:gd name="T47" fmla="*/ 19 h 49"/>
                              <a:gd name="T48" fmla="*/ 71 w 255"/>
                              <a:gd name="T49" fmla="*/ 20 h 49"/>
                              <a:gd name="T50" fmla="*/ 65 w 255"/>
                              <a:gd name="T51" fmla="*/ 22 h 49"/>
                              <a:gd name="T52" fmla="*/ 59 w 255"/>
                              <a:gd name="T53" fmla="*/ 21 h 49"/>
                              <a:gd name="T54" fmla="*/ 52 w 255"/>
                              <a:gd name="T55" fmla="*/ 20 h 49"/>
                              <a:gd name="T56" fmla="*/ 45 w 255"/>
                              <a:gd name="T57" fmla="*/ 22 h 49"/>
                              <a:gd name="T58" fmla="*/ 36 w 255"/>
                              <a:gd name="T59" fmla="*/ 18 h 49"/>
                              <a:gd name="T60" fmla="*/ 24 w 255"/>
                              <a:gd name="T61" fmla="*/ 16 h 49"/>
                              <a:gd name="T62" fmla="*/ 15 w 255"/>
                              <a:gd name="T63" fmla="*/ 14 h 49"/>
                              <a:gd name="T64" fmla="*/ 6 w 255"/>
                              <a:gd name="T65" fmla="*/ 10 h 49"/>
                              <a:gd name="T66" fmla="*/ 1 w 255"/>
                              <a:gd name="T67" fmla="*/ 9 h 49"/>
                              <a:gd name="T68" fmla="*/ 0 w 255"/>
                              <a:gd name="T69" fmla="*/ 0 h 49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w 255"/>
                              <a:gd name="T106" fmla="*/ 0 h 49"/>
                              <a:gd name="T107" fmla="*/ 255 w 255"/>
                              <a:gd name="T108" fmla="*/ 49 h 49"/>
                            </a:gdLst>
                            <a:ahLst/>
                            <a:cxnLst>
                              <a:cxn ang="T70">
                                <a:pos x="T0" y="T1"/>
                              </a:cxn>
                              <a:cxn ang="T71">
                                <a:pos x="T2" y="T3"/>
                              </a:cxn>
                              <a:cxn ang="T72">
                                <a:pos x="T4" y="T5"/>
                              </a:cxn>
                              <a:cxn ang="T73">
                                <a:pos x="T6" y="T7"/>
                              </a:cxn>
                              <a:cxn ang="T74">
                                <a:pos x="T8" y="T9"/>
                              </a:cxn>
                              <a:cxn ang="T75">
                                <a:pos x="T10" y="T11"/>
                              </a:cxn>
                              <a:cxn ang="T76">
                                <a:pos x="T12" y="T13"/>
                              </a:cxn>
                              <a:cxn ang="T77">
                                <a:pos x="T14" y="T15"/>
                              </a:cxn>
                              <a:cxn ang="T78">
                                <a:pos x="T16" y="T17"/>
                              </a:cxn>
                              <a:cxn ang="T79">
                                <a:pos x="T18" y="T19"/>
                              </a:cxn>
                              <a:cxn ang="T80">
                                <a:pos x="T20" y="T21"/>
                              </a:cxn>
                              <a:cxn ang="T81">
                                <a:pos x="T22" y="T23"/>
                              </a:cxn>
                              <a:cxn ang="T82">
                                <a:pos x="T24" y="T25"/>
                              </a:cxn>
                              <a:cxn ang="T83">
                                <a:pos x="T26" y="T27"/>
                              </a:cxn>
                              <a:cxn ang="T84">
                                <a:pos x="T28" y="T29"/>
                              </a:cxn>
                              <a:cxn ang="T85">
                                <a:pos x="T30" y="T31"/>
                              </a:cxn>
                              <a:cxn ang="T86">
                                <a:pos x="T32" y="T33"/>
                              </a:cxn>
                              <a:cxn ang="T87">
                                <a:pos x="T34" y="T35"/>
                              </a:cxn>
                              <a:cxn ang="T88">
                                <a:pos x="T36" y="T37"/>
                              </a:cxn>
                              <a:cxn ang="T89">
                                <a:pos x="T38" y="T39"/>
                              </a:cxn>
                              <a:cxn ang="T90">
                                <a:pos x="T40" y="T41"/>
                              </a:cxn>
                              <a:cxn ang="T91">
                                <a:pos x="T42" y="T43"/>
                              </a:cxn>
                              <a:cxn ang="T92">
                                <a:pos x="T44" y="T45"/>
                              </a:cxn>
                              <a:cxn ang="T93">
                                <a:pos x="T46" y="T47"/>
                              </a:cxn>
                              <a:cxn ang="T94">
                                <a:pos x="T48" y="T49"/>
                              </a:cxn>
                              <a:cxn ang="T95">
                                <a:pos x="T50" y="T51"/>
                              </a:cxn>
                              <a:cxn ang="T96">
                                <a:pos x="T52" y="T53"/>
                              </a:cxn>
                              <a:cxn ang="T97">
                                <a:pos x="T54" y="T55"/>
                              </a:cxn>
                              <a:cxn ang="T98">
                                <a:pos x="T56" y="T57"/>
                              </a:cxn>
                              <a:cxn ang="T99">
                                <a:pos x="T58" y="T59"/>
                              </a:cxn>
                              <a:cxn ang="T100">
                                <a:pos x="T60" y="T61"/>
                              </a:cxn>
                              <a:cxn ang="T101">
                                <a:pos x="T62" y="T63"/>
                              </a:cxn>
                              <a:cxn ang="T102">
                                <a:pos x="T64" y="T65"/>
                              </a:cxn>
                              <a:cxn ang="T103">
                                <a:pos x="T66" y="T67"/>
                              </a:cxn>
                              <a:cxn ang="T104">
                                <a:pos x="T68" y="T69"/>
                              </a:cxn>
                            </a:cxnLst>
                            <a:rect l="T105" t="T106" r="T107" b="T108"/>
                            <a:pathLst>
                              <a:path w="255" h="49">
                                <a:moveTo>
                                  <a:pt x="0" y="0"/>
                                </a:moveTo>
                                <a:lnTo>
                                  <a:pt x="19" y="7"/>
                                </a:lnTo>
                                <a:lnTo>
                                  <a:pt x="36" y="7"/>
                                </a:lnTo>
                                <a:lnTo>
                                  <a:pt x="51" y="7"/>
                                </a:lnTo>
                                <a:lnTo>
                                  <a:pt x="62" y="7"/>
                                </a:lnTo>
                                <a:lnTo>
                                  <a:pt x="70" y="8"/>
                                </a:lnTo>
                                <a:lnTo>
                                  <a:pt x="81" y="13"/>
                                </a:lnTo>
                                <a:lnTo>
                                  <a:pt x="86" y="23"/>
                                </a:lnTo>
                                <a:lnTo>
                                  <a:pt x="92" y="27"/>
                                </a:lnTo>
                                <a:lnTo>
                                  <a:pt x="101" y="26"/>
                                </a:lnTo>
                                <a:lnTo>
                                  <a:pt x="112" y="26"/>
                                </a:lnTo>
                                <a:lnTo>
                                  <a:pt x="125" y="31"/>
                                </a:lnTo>
                                <a:lnTo>
                                  <a:pt x="133" y="34"/>
                                </a:lnTo>
                                <a:lnTo>
                                  <a:pt x="138" y="34"/>
                                </a:lnTo>
                                <a:lnTo>
                                  <a:pt x="140" y="27"/>
                                </a:lnTo>
                                <a:lnTo>
                                  <a:pt x="144" y="23"/>
                                </a:lnTo>
                                <a:lnTo>
                                  <a:pt x="160" y="26"/>
                                </a:lnTo>
                                <a:lnTo>
                                  <a:pt x="174" y="26"/>
                                </a:lnTo>
                                <a:lnTo>
                                  <a:pt x="186" y="26"/>
                                </a:lnTo>
                                <a:lnTo>
                                  <a:pt x="196" y="30"/>
                                </a:lnTo>
                                <a:lnTo>
                                  <a:pt x="202" y="33"/>
                                </a:lnTo>
                                <a:lnTo>
                                  <a:pt x="211" y="31"/>
                                </a:lnTo>
                                <a:lnTo>
                                  <a:pt x="218" y="29"/>
                                </a:lnTo>
                                <a:lnTo>
                                  <a:pt x="222" y="26"/>
                                </a:lnTo>
                                <a:lnTo>
                                  <a:pt x="233" y="26"/>
                                </a:lnTo>
                                <a:lnTo>
                                  <a:pt x="240" y="23"/>
                                </a:lnTo>
                                <a:lnTo>
                                  <a:pt x="250" y="20"/>
                                </a:lnTo>
                                <a:lnTo>
                                  <a:pt x="255" y="20"/>
                                </a:lnTo>
                                <a:lnTo>
                                  <a:pt x="254" y="30"/>
                                </a:lnTo>
                                <a:lnTo>
                                  <a:pt x="251" y="34"/>
                                </a:lnTo>
                                <a:lnTo>
                                  <a:pt x="245" y="39"/>
                                </a:lnTo>
                                <a:lnTo>
                                  <a:pt x="240" y="39"/>
                                </a:lnTo>
                                <a:lnTo>
                                  <a:pt x="239" y="39"/>
                                </a:lnTo>
                                <a:lnTo>
                                  <a:pt x="232" y="40"/>
                                </a:lnTo>
                                <a:lnTo>
                                  <a:pt x="226" y="46"/>
                                </a:lnTo>
                                <a:lnTo>
                                  <a:pt x="221" y="45"/>
                                </a:lnTo>
                                <a:lnTo>
                                  <a:pt x="215" y="42"/>
                                </a:lnTo>
                                <a:lnTo>
                                  <a:pt x="210" y="45"/>
                                </a:lnTo>
                                <a:lnTo>
                                  <a:pt x="204" y="46"/>
                                </a:lnTo>
                                <a:lnTo>
                                  <a:pt x="200" y="46"/>
                                </a:lnTo>
                                <a:lnTo>
                                  <a:pt x="196" y="49"/>
                                </a:lnTo>
                                <a:lnTo>
                                  <a:pt x="185" y="49"/>
                                </a:lnTo>
                                <a:lnTo>
                                  <a:pt x="181" y="45"/>
                                </a:lnTo>
                                <a:lnTo>
                                  <a:pt x="175" y="39"/>
                                </a:lnTo>
                                <a:lnTo>
                                  <a:pt x="169" y="45"/>
                                </a:lnTo>
                                <a:lnTo>
                                  <a:pt x="164" y="49"/>
                                </a:lnTo>
                                <a:lnTo>
                                  <a:pt x="159" y="49"/>
                                </a:lnTo>
                                <a:lnTo>
                                  <a:pt x="149" y="39"/>
                                </a:lnTo>
                                <a:lnTo>
                                  <a:pt x="147" y="40"/>
                                </a:lnTo>
                                <a:lnTo>
                                  <a:pt x="141" y="40"/>
                                </a:lnTo>
                                <a:lnTo>
                                  <a:pt x="137" y="46"/>
                                </a:lnTo>
                                <a:lnTo>
                                  <a:pt x="129" y="45"/>
                                </a:lnTo>
                                <a:lnTo>
                                  <a:pt x="121" y="45"/>
                                </a:lnTo>
                                <a:lnTo>
                                  <a:pt x="117" y="42"/>
                                </a:lnTo>
                                <a:lnTo>
                                  <a:pt x="111" y="39"/>
                                </a:lnTo>
                                <a:lnTo>
                                  <a:pt x="103" y="40"/>
                                </a:lnTo>
                                <a:lnTo>
                                  <a:pt x="95" y="46"/>
                                </a:lnTo>
                                <a:lnTo>
                                  <a:pt x="89" y="45"/>
                                </a:lnTo>
                                <a:lnTo>
                                  <a:pt x="81" y="42"/>
                                </a:lnTo>
                                <a:lnTo>
                                  <a:pt x="71" y="37"/>
                                </a:lnTo>
                                <a:lnTo>
                                  <a:pt x="63" y="37"/>
                                </a:lnTo>
                                <a:lnTo>
                                  <a:pt x="47" y="33"/>
                                </a:lnTo>
                                <a:lnTo>
                                  <a:pt x="36" y="30"/>
                                </a:lnTo>
                                <a:lnTo>
                                  <a:pt x="29" y="29"/>
                                </a:lnTo>
                                <a:lnTo>
                                  <a:pt x="18" y="27"/>
                                </a:lnTo>
                                <a:lnTo>
                                  <a:pt x="11" y="21"/>
                                </a:lnTo>
                                <a:lnTo>
                                  <a:pt x="4" y="20"/>
                                </a:lnTo>
                                <a:lnTo>
                                  <a:pt x="1" y="18"/>
                                </a:lnTo>
                                <a:lnTo>
                                  <a:pt x="0" y="15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2685" name="Freeform 148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99" y="2588"/>
                            <a:ext cx="58" cy="47"/>
                          </a:xfrm>
                          <a:custGeom>
                            <a:avLst/>
                            <a:gdLst>
                              <a:gd name="T0" fmla="*/ 28 w 115"/>
                              <a:gd name="T1" fmla="*/ 1 h 95"/>
                              <a:gd name="T2" fmla="*/ 48 w 115"/>
                              <a:gd name="T3" fmla="*/ 0 h 95"/>
                              <a:gd name="T4" fmla="*/ 52 w 115"/>
                              <a:gd name="T5" fmla="*/ 6 h 95"/>
                              <a:gd name="T6" fmla="*/ 46 w 115"/>
                              <a:gd name="T7" fmla="*/ 9 h 95"/>
                              <a:gd name="T8" fmla="*/ 45 w 115"/>
                              <a:gd name="T9" fmla="*/ 12 h 95"/>
                              <a:gd name="T10" fmla="*/ 41 w 115"/>
                              <a:gd name="T11" fmla="*/ 16 h 95"/>
                              <a:gd name="T12" fmla="*/ 36 w 115"/>
                              <a:gd name="T13" fmla="*/ 17 h 95"/>
                              <a:gd name="T14" fmla="*/ 31 w 115"/>
                              <a:gd name="T15" fmla="*/ 14 h 95"/>
                              <a:gd name="T16" fmla="*/ 26 w 115"/>
                              <a:gd name="T17" fmla="*/ 9 h 95"/>
                              <a:gd name="T18" fmla="*/ 19 w 115"/>
                              <a:gd name="T19" fmla="*/ 9 h 95"/>
                              <a:gd name="T20" fmla="*/ 18 w 115"/>
                              <a:gd name="T21" fmla="*/ 17 h 95"/>
                              <a:gd name="T22" fmla="*/ 19 w 115"/>
                              <a:gd name="T23" fmla="*/ 21 h 95"/>
                              <a:gd name="T24" fmla="*/ 26 w 115"/>
                              <a:gd name="T25" fmla="*/ 18 h 95"/>
                              <a:gd name="T26" fmla="*/ 30 w 115"/>
                              <a:gd name="T27" fmla="*/ 19 h 95"/>
                              <a:gd name="T28" fmla="*/ 29 w 115"/>
                              <a:gd name="T29" fmla="*/ 24 h 95"/>
                              <a:gd name="T30" fmla="*/ 28 w 115"/>
                              <a:gd name="T31" fmla="*/ 27 h 95"/>
                              <a:gd name="T32" fmla="*/ 29 w 115"/>
                              <a:gd name="T33" fmla="*/ 31 h 95"/>
                              <a:gd name="T34" fmla="*/ 32 w 115"/>
                              <a:gd name="T35" fmla="*/ 33 h 95"/>
                              <a:gd name="T36" fmla="*/ 31 w 115"/>
                              <a:gd name="T37" fmla="*/ 38 h 95"/>
                              <a:gd name="T38" fmla="*/ 29 w 115"/>
                              <a:gd name="T39" fmla="*/ 44 h 95"/>
                              <a:gd name="T40" fmla="*/ 24 w 115"/>
                              <a:gd name="T41" fmla="*/ 46 h 95"/>
                              <a:gd name="T42" fmla="*/ 22 w 115"/>
                              <a:gd name="T43" fmla="*/ 43 h 95"/>
                              <a:gd name="T44" fmla="*/ 19 w 115"/>
                              <a:gd name="T45" fmla="*/ 36 h 95"/>
                              <a:gd name="T46" fmla="*/ 19 w 115"/>
                              <a:gd name="T47" fmla="*/ 30 h 95"/>
                              <a:gd name="T48" fmla="*/ 12 w 115"/>
                              <a:gd name="T49" fmla="*/ 30 h 95"/>
                              <a:gd name="T50" fmla="*/ 8 w 115"/>
                              <a:gd name="T51" fmla="*/ 30 h 95"/>
                              <a:gd name="T52" fmla="*/ 14 w 115"/>
                              <a:gd name="T53" fmla="*/ 33 h 95"/>
                              <a:gd name="T54" fmla="*/ 17 w 115"/>
                              <a:gd name="T55" fmla="*/ 38 h 95"/>
                              <a:gd name="T56" fmla="*/ 15 w 115"/>
                              <a:gd name="T57" fmla="*/ 43 h 95"/>
                              <a:gd name="T58" fmla="*/ 10 w 115"/>
                              <a:gd name="T59" fmla="*/ 47 h 95"/>
                              <a:gd name="T60" fmla="*/ 10 w 115"/>
                              <a:gd name="T61" fmla="*/ 43 h 95"/>
                              <a:gd name="T62" fmla="*/ 8 w 115"/>
                              <a:gd name="T63" fmla="*/ 38 h 95"/>
                              <a:gd name="T64" fmla="*/ 4 w 115"/>
                              <a:gd name="T65" fmla="*/ 33 h 95"/>
                              <a:gd name="T66" fmla="*/ 1 w 115"/>
                              <a:gd name="T67" fmla="*/ 28 h 95"/>
                              <a:gd name="T68" fmla="*/ 6 w 115"/>
                              <a:gd name="T69" fmla="*/ 22 h 95"/>
                              <a:gd name="T70" fmla="*/ 8 w 115"/>
                              <a:gd name="T71" fmla="*/ 15 h 95"/>
                              <a:gd name="T72" fmla="*/ 9 w 115"/>
                              <a:gd name="T73" fmla="*/ 10 h 95"/>
                              <a:gd name="T74" fmla="*/ 8 w 115"/>
                              <a:gd name="T75" fmla="*/ 6 h 95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w 115"/>
                              <a:gd name="T115" fmla="*/ 0 h 95"/>
                              <a:gd name="T116" fmla="*/ 115 w 115"/>
                              <a:gd name="T117" fmla="*/ 95 h 95"/>
                            </a:gdLst>
                            <a:ahLst/>
                            <a:cxnLst>
                              <a:cxn ang="T76">
                                <a:pos x="T0" y="T1"/>
                              </a:cxn>
                              <a:cxn ang="T77">
                                <a:pos x="T2" y="T3"/>
                              </a:cxn>
                              <a:cxn ang="T78">
                                <a:pos x="T4" y="T5"/>
                              </a:cxn>
                              <a:cxn ang="T79">
                                <a:pos x="T6" y="T7"/>
                              </a:cxn>
                              <a:cxn ang="T80">
                                <a:pos x="T8" y="T9"/>
                              </a:cxn>
                              <a:cxn ang="T81">
                                <a:pos x="T10" y="T11"/>
                              </a:cxn>
                              <a:cxn ang="T82">
                                <a:pos x="T12" y="T13"/>
                              </a:cxn>
                              <a:cxn ang="T83">
                                <a:pos x="T14" y="T15"/>
                              </a:cxn>
                              <a:cxn ang="T84">
                                <a:pos x="T16" y="T17"/>
                              </a:cxn>
                              <a:cxn ang="T85">
                                <a:pos x="T18" y="T19"/>
                              </a:cxn>
                              <a:cxn ang="T86">
                                <a:pos x="T20" y="T21"/>
                              </a:cxn>
                              <a:cxn ang="T87">
                                <a:pos x="T22" y="T23"/>
                              </a:cxn>
                              <a:cxn ang="T88">
                                <a:pos x="T24" y="T25"/>
                              </a:cxn>
                              <a:cxn ang="T89">
                                <a:pos x="T26" y="T27"/>
                              </a:cxn>
                              <a:cxn ang="T90">
                                <a:pos x="T28" y="T29"/>
                              </a:cxn>
                              <a:cxn ang="T91">
                                <a:pos x="T30" y="T31"/>
                              </a:cxn>
                              <a:cxn ang="T92">
                                <a:pos x="T32" y="T33"/>
                              </a:cxn>
                              <a:cxn ang="T93">
                                <a:pos x="T34" y="T35"/>
                              </a:cxn>
                              <a:cxn ang="T94">
                                <a:pos x="T36" y="T37"/>
                              </a:cxn>
                              <a:cxn ang="T95">
                                <a:pos x="T38" y="T39"/>
                              </a:cxn>
                              <a:cxn ang="T96">
                                <a:pos x="T40" y="T41"/>
                              </a:cxn>
                              <a:cxn ang="T97">
                                <a:pos x="T42" y="T43"/>
                              </a:cxn>
                              <a:cxn ang="T98">
                                <a:pos x="T44" y="T45"/>
                              </a:cxn>
                              <a:cxn ang="T99">
                                <a:pos x="T46" y="T47"/>
                              </a:cxn>
                              <a:cxn ang="T100">
                                <a:pos x="T48" y="T49"/>
                              </a:cxn>
                              <a:cxn ang="T101">
                                <a:pos x="T50" y="T51"/>
                              </a:cxn>
                              <a:cxn ang="T102">
                                <a:pos x="T52" y="T53"/>
                              </a:cxn>
                              <a:cxn ang="T103">
                                <a:pos x="T54" y="T55"/>
                              </a:cxn>
                              <a:cxn ang="T104">
                                <a:pos x="T56" y="T57"/>
                              </a:cxn>
                              <a:cxn ang="T105">
                                <a:pos x="T58" y="T59"/>
                              </a:cxn>
                              <a:cxn ang="T106">
                                <a:pos x="T60" y="T61"/>
                              </a:cxn>
                              <a:cxn ang="T107">
                                <a:pos x="T62" y="T63"/>
                              </a:cxn>
                              <a:cxn ang="T108">
                                <a:pos x="T64" y="T65"/>
                              </a:cxn>
                              <a:cxn ang="T109">
                                <a:pos x="T66" y="T67"/>
                              </a:cxn>
                              <a:cxn ang="T110">
                                <a:pos x="T68" y="T69"/>
                              </a:cxn>
                              <a:cxn ang="T111">
                                <a:pos x="T70" y="T71"/>
                              </a:cxn>
                              <a:cxn ang="T112">
                                <a:pos x="T72" y="T73"/>
                              </a:cxn>
                              <a:cxn ang="T113">
                                <a:pos x="T74" y="T75"/>
                              </a:cxn>
                            </a:cxnLst>
                            <a:rect l="T114" t="T115" r="T116" b="T117"/>
                            <a:pathLst>
                              <a:path w="115" h="95">
                                <a:moveTo>
                                  <a:pt x="29" y="0"/>
                                </a:moveTo>
                                <a:lnTo>
                                  <a:pt x="56" y="2"/>
                                </a:lnTo>
                                <a:lnTo>
                                  <a:pt x="82" y="2"/>
                                </a:lnTo>
                                <a:lnTo>
                                  <a:pt x="96" y="0"/>
                                </a:lnTo>
                                <a:lnTo>
                                  <a:pt x="115" y="9"/>
                                </a:lnTo>
                                <a:lnTo>
                                  <a:pt x="103" y="12"/>
                                </a:lnTo>
                                <a:lnTo>
                                  <a:pt x="96" y="16"/>
                                </a:lnTo>
                                <a:lnTo>
                                  <a:pt x="92" y="19"/>
                                </a:lnTo>
                                <a:lnTo>
                                  <a:pt x="89" y="22"/>
                                </a:lnTo>
                                <a:lnTo>
                                  <a:pt x="89" y="25"/>
                                </a:lnTo>
                                <a:lnTo>
                                  <a:pt x="89" y="29"/>
                                </a:lnTo>
                                <a:lnTo>
                                  <a:pt x="81" y="32"/>
                                </a:lnTo>
                                <a:lnTo>
                                  <a:pt x="74" y="32"/>
                                </a:lnTo>
                                <a:lnTo>
                                  <a:pt x="71" y="34"/>
                                </a:lnTo>
                                <a:lnTo>
                                  <a:pt x="64" y="34"/>
                                </a:lnTo>
                                <a:lnTo>
                                  <a:pt x="62" y="29"/>
                                </a:lnTo>
                                <a:lnTo>
                                  <a:pt x="56" y="23"/>
                                </a:lnTo>
                                <a:lnTo>
                                  <a:pt x="51" y="19"/>
                                </a:lnTo>
                                <a:lnTo>
                                  <a:pt x="40" y="19"/>
                                </a:lnTo>
                                <a:lnTo>
                                  <a:pt x="37" y="19"/>
                                </a:lnTo>
                                <a:lnTo>
                                  <a:pt x="34" y="26"/>
                                </a:lnTo>
                                <a:lnTo>
                                  <a:pt x="35" y="34"/>
                                </a:lnTo>
                                <a:lnTo>
                                  <a:pt x="35" y="38"/>
                                </a:lnTo>
                                <a:lnTo>
                                  <a:pt x="37" y="42"/>
                                </a:lnTo>
                                <a:lnTo>
                                  <a:pt x="42" y="41"/>
                                </a:lnTo>
                                <a:lnTo>
                                  <a:pt x="51" y="37"/>
                                </a:lnTo>
                                <a:lnTo>
                                  <a:pt x="56" y="37"/>
                                </a:lnTo>
                                <a:lnTo>
                                  <a:pt x="60" y="39"/>
                                </a:lnTo>
                                <a:lnTo>
                                  <a:pt x="60" y="42"/>
                                </a:lnTo>
                                <a:lnTo>
                                  <a:pt x="57" y="48"/>
                                </a:lnTo>
                                <a:lnTo>
                                  <a:pt x="56" y="51"/>
                                </a:lnTo>
                                <a:lnTo>
                                  <a:pt x="56" y="54"/>
                                </a:lnTo>
                                <a:lnTo>
                                  <a:pt x="55" y="58"/>
                                </a:lnTo>
                                <a:lnTo>
                                  <a:pt x="57" y="63"/>
                                </a:lnTo>
                                <a:lnTo>
                                  <a:pt x="63" y="68"/>
                                </a:lnTo>
                                <a:lnTo>
                                  <a:pt x="64" y="67"/>
                                </a:lnTo>
                                <a:lnTo>
                                  <a:pt x="64" y="73"/>
                                </a:lnTo>
                                <a:lnTo>
                                  <a:pt x="62" y="77"/>
                                </a:lnTo>
                                <a:lnTo>
                                  <a:pt x="59" y="82"/>
                                </a:lnTo>
                                <a:lnTo>
                                  <a:pt x="57" y="89"/>
                                </a:lnTo>
                                <a:lnTo>
                                  <a:pt x="52" y="92"/>
                                </a:lnTo>
                                <a:lnTo>
                                  <a:pt x="48" y="92"/>
                                </a:lnTo>
                                <a:lnTo>
                                  <a:pt x="44" y="92"/>
                                </a:lnTo>
                                <a:lnTo>
                                  <a:pt x="44" y="86"/>
                                </a:lnTo>
                                <a:lnTo>
                                  <a:pt x="42" y="76"/>
                                </a:lnTo>
                                <a:lnTo>
                                  <a:pt x="38" y="73"/>
                                </a:lnTo>
                                <a:lnTo>
                                  <a:pt x="37" y="68"/>
                                </a:lnTo>
                                <a:lnTo>
                                  <a:pt x="38" y="60"/>
                                </a:lnTo>
                                <a:lnTo>
                                  <a:pt x="34" y="57"/>
                                </a:lnTo>
                                <a:lnTo>
                                  <a:pt x="24" y="60"/>
                                </a:lnTo>
                                <a:lnTo>
                                  <a:pt x="20" y="57"/>
                                </a:lnTo>
                                <a:lnTo>
                                  <a:pt x="16" y="61"/>
                                </a:lnTo>
                                <a:lnTo>
                                  <a:pt x="20" y="64"/>
                                </a:lnTo>
                                <a:lnTo>
                                  <a:pt x="27" y="67"/>
                                </a:lnTo>
                                <a:lnTo>
                                  <a:pt x="29" y="70"/>
                                </a:lnTo>
                                <a:lnTo>
                                  <a:pt x="33" y="76"/>
                                </a:lnTo>
                                <a:lnTo>
                                  <a:pt x="33" y="80"/>
                                </a:lnTo>
                                <a:lnTo>
                                  <a:pt x="29" y="87"/>
                                </a:lnTo>
                                <a:lnTo>
                                  <a:pt x="23" y="93"/>
                                </a:lnTo>
                                <a:lnTo>
                                  <a:pt x="20" y="95"/>
                                </a:lnTo>
                                <a:lnTo>
                                  <a:pt x="20" y="90"/>
                                </a:lnTo>
                                <a:lnTo>
                                  <a:pt x="20" y="86"/>
                                </a:lnTo>
                                <a:lnTo>
                                  <a:pt x="22" y="80"/>
                                </a:lnTo>
                                <a:lnTo>
                                  <a:pt x="15" y="76"/>
                                </a:lnTo>
                                <a:lnTo>
                                  <a:pt x="8" y="71"/>
                                </a:lnTo>
                                <a:lnTo>
                                  <a:pt x="7" y="67"/>
                                </a:lnTo>
                                <a:lnTo>
                                  <a:pt x="0" y="64"/>
                                </a:lnTo>
                                <a:lnTo>
                                  <a:pt x="1" y="57"/>
                                </a:lnTo>
                                <a:lnTo>
                                  <a:pt x="7" y="53"/>
                                </a:lnTo>
                                <a:lnTo>
                                  <a:pt x="11" y="45"/>
                                </a:lnTo>
                                <a:lnTo>
                                  <a:pt x="15" y="38"/>
                                </a:lnTo>
                                <a:lnTo>
                                  <a:pt x="16" y="31"/>
                                </a:lnTo>
                                <a:lnTo>
                                  <a:pt x="15" y="23"/>
                                </a:lnTo>
                                <a:lnTo>
                                  <a:pt x="18" y="21"/>
                                </a:lnTo>
                                <a:lnTo>
                                  <a:pt x="20" y="18"/>
                                </a:lnTo>
                                <a:lnTo>
                                  <a:pt x="16" y="12"/>
                                </a:lnTo>
                                <a:lnTo>
                                  <a:pt x="29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2686" name="Freeform 149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38" y="2567"/>
                            <a:ext cx="64" cy="65"/>
                          </a:xfrm>
                          <a:custGeom>
                            <a:avLst/>
                            <a:gdLst>
                              <a:gd name="T0" fmla="*/ 0 w 127"/>
                              <a:gd name="T1" fmla="*/ 22 h 131"/>
                              <a:gd name="T2" fmla="*/ 13 w 127"/>
                              <a:gd name="T3" fmla="*/ 11 h 131"/>
                              <a:gd name="T4" fmla="*/ 20 w 127"/>
                              <a:gd name="T5" fmla="*/ 7 h 131"/>
                              <a:gd name="T6" fmla="*/ 23 w 127"/>
                              <a:gd name="T7" fmla="*/ 3 h 131"/>
                              <a:gd name="T8" fmla="*/ 34 w 127"/>
                              <a:gd name="T9" fmla="*/ 0 h 131"/>
                              <a:gd name="T10" fmla="*/ 39 w 127"/>
                              <a:gd name="T11" fmla="*/ 8 h 131"/>
                              <a:gd name="T12" fmla="*/ 45 w 127"/>
                              <a:gd name="T13" fmla="*/ 4 h 131"/>
                              <a:gd name="T14" fmla="*/ 47 w 127"/>
                              <a:gd name="T15" fmla="*/ 2 h 131"/>
                              <a:gd name="T16" fmla="*/ 52 w 127"/>
                              <a:gd name="T17" fmla="*/ 0 h 131"/>
                              <a:gd name="T18" fmla="*/ 54 w 127"/>
                              <a:gd name="T19" fmla="*/ 0 h 131"/>
                              <a:gd name="T20" fmla="*/ 55 w 127"/>
                              <a:gd name="T21" fmla="*/ 3 h 131"/>
                              <a:gd name="T22" fmla="*/ 55 w 127"/>
                              <a:gd name="T23" fmla="*/ 5 h 131"/>
                              <a:gd name="T24" fmla="*/ 52 w 127"/>
                              <a:gd name="T25" fmla="*/ 9 h 131"/>
                              <a:gd name="T26" fmla="*/ 52 w 127"/>
                              <a:gd name="T27" fmla="*/ 11 h 131"/>
                              <a:gd name="T28" fmla="*/ 60 w 127"/>
                              <a:gd name="T29" fmla="*/ 20 h 131"/>
                              <a:gd name="T30" fmla="*/ 61 w 127"/>
                              <a:gd name="T31" fmla="*/ 26 h 131"/>
                              <a:gd name="T32" fmla="*/ 63 w 127"/>
                              <a:gd name="T33" fmla="*/ 26 h 131"/>
                              <a:gd name="T34" fmla="*/ 64 w 127"/>
                              <a:gd name="T35" fmla="*/ 29 h 131"/>
                              <a:gd name="T36" fmla="*/ 61 w 127"/>
                              <a:gd name="T37" fmla="*/ 32 h 131"/>
                              <a:gd name="T38" fmla="*/ 59 w 127"/>
                              <a:gd name="T39" fmla="*/ 30 h 131"/>
                              <a:gd name="T40" fmla="*/ 54 w 127"/>
                              <a:gd name="T41" fmla="*/ 32 h 131"/>
                              <a:gd name="T42" fmla="*/ 55 w 127"/>
                              <a:gd name="T43" fmla="*/ 38 h 131"/>
                              <a:gd name="T44" fmla="*/ 50 w 127"/>
                              <a:gd name="T45" fmla="*/ 42 h 131"/>
                              <a:gd name="T46" fmla="*/ 50 w 127"/>
                              <a:gd name="T47" fmla="*/ 51 h 131"/>
                              <a:gd name="T48" fmla="*/ 50 w 127"/>
                              <a:gd name="T49" fmla="*/ 58 h 131"/>
                              <a:gd name="T50" fmla="*/ 47 w 127"/>
                              <a:gd name="T51" fmla="*/ 61 h 131"/>
                              <a:gd name="T52" fmla="*/ 45 w 127"/>
                              <a:gd name="T53" fmla="*/ 65 h 131"/>
                              <a:gd name="T54" fmla="*/ 42 w 127"/>
                              <a:gd name="T55" fmla="*/ 64 h 131"/>
                              <a:gd name="T56" fmla="*/ 38 w 127"/>
                              <a:gd name="T57" fmla="*/ 62 h 131"/>
                              <a:gd name="T58" fmla="*/ 34 w 127"/>
                              <a:gd name="T59" fmla="*/ 60 h 131"/>
                              <a:gd name="T60" fmla="*/ 32 w 127"/>
                              <a:gd name="T61" fmla="*/ 56 h 131"/>
                              <a:gd name="T62" fmla="*/ 22 w 127"/>
                              <a:gd name="T63" fmla="*/ 57 h 131"/>
                              <a:gd name="T64" fmla="*/ 14 w 127"/>
                              <a:gd name="T65" fmla="*/ 55 h 131"/>
                              <a:gd name="T66" fmla="*/ 8 w 127"/>
                              <a:gd name="T67" fmla="*/ 49 h 131"/>
                              <a:gd name="T68" fmla="*/ 5 w 127"/>
                              <a:gd name="T69" fmla="*/ 45 h 131"/>
                              <a:gd name="T70" fmla="*/ 2 w 127"/>
                              <a:gd name="T71" fmla="*/ 41 h 131"/>
                              <a:gd name="T72" fmla="*/ 2 w 127"/>
                              <a:gd name="T73" fmla="*/ 34 h 131"/>
                              <a:gd name="T74" fmla="*/ 0 w 127"/>
                              <a:gd name="T75" fmla="*/ 22 h 131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w 127"/>
                              <a:gd name="T115" fmla="*/ 0 h 131"/>
                              <a:gd name="T116" fmla="*/ 127 w 127"/>
                              <a:gd name="T117" fmla="*/ 131 h 131"/>
                            </a:gdLst>
                            <a:ahLst/>
                            <a:cxnLst>
                              <a:cxn ang="T76">
                                <a:pos x="T0" y="T1"/>
                              </a:cxn>
                              <a:cxn ang="T77">
                                <a:pos x="T2" y="T3"/>
                              </a:cxn>
                              <a:cxn ang="T78">
                                <a:pos x="T4" y="T5"/>
                              </a:cxn>
                              <a:cxn ang="T79">
                                <a:pos x="T6" y="T7"/>
                              </a:cxn>
                              <a:cxn ang="T80">
                                <a:pos x="T8" y="T9"/>
                              </a:cxn>
                              <a:cxn ang="T81">
                                <a:pos x="T10" y="T11"/>
                              </a:cxn>
                              <a:cxn ang="T82">
                                <a:pos x="T12" y="T13"/>
                              </a:cxn>
                              <a:cxn ang="T83">
                                <a:pos x="T14" y="T15"/>
                              </a:cxn>
                              <a:cxn ang="T84">
                                <a:pos x="T16" y="T17"/>
                              </a:cxn>
                              <a:cxn ang="T85">
                                <a:pos x="T18" y="T19"/>
                              </a:cxn>
                              <a:cxn ang="T86">
                                <a:pos x="T20" y="T21"/>
                              </a:cxn>
                              <a:cxn ang="T87">
                                <a:pos x="T22" y="T23"/>
                              </a:cxn>
                              <a:cxn ang="T88">
                                <a:pos x="T24" y="T25"/>
                              </a:cxn>
                              <a:cxn ang="T89">
                                <a:pos x="T26" y="T27"/>
                              </a:cxn>
                              <a:cxn ang="T90">
                                <a:pos x="T28" y="T29"/>
                              </a:cxn>
                              <a:cxn ang="T91">
                                <a:pos x="T30" y="T31"/>
                              </a:cxn>
                              <a:cxn ang="T92">
                                <a:pos x="T32" y="T33"/>
                              </a:cxn>
                              <a:cxn ang="T93">
                                <a:pos x="T34" y="T35"/>
                              </a:cxn>
                              <a:cxn ang="T94">
                                <a:pos x="T36" y="T37"/>
                              </a:cxn>
                              <a:cxn ang="T95">
                                <a:pos x="T38" y="T39"/>
                              </a:cxn>
                              <a:cxn ang="T96">
                                <a:pos x="T40" y="T41"/>
                              </a:cxn>
                              <a:cxn ang="T97">
                                <a:pos x="T42" y="T43"/>
                              </a:cxn>
                              <a:cxn ang="T98">
                                <a:pos x="T44" y="T45"/>
                              </a:cxn>
                              <a:cxn ang="T99">
                                <a:pos x="T46" y="T47"/>
                              </a:cxn>
                              <a:cxn ang="T100">
                                <a:pos x="T48" y="T49"/>
                              </a:cxn>
                              <a:cxn ang="T101">
                                <a:pos x="T50" y="T51"/>
                              </a:cxn>
                              <a:cxn ang="T102">
                                <a:pos x="T52" y="T53"/>
                              </a:cxn>
                              <a:cxn ang="T103">
                                <a:pos x="T54" y="T55"/>
                              </a:cxn>
                              <a:cxn ang="T104">
                                <a:pos x="T56" y="T57"/>
                              </a:cxn>
                              <a:cxn ang="T105">
                                <a:pos x="T58" y="T59"/>
                              </a:cxn>
                              <a:cxn ang="T106">
                                <a:pos x="T60" y="T61"/>
                              </a:cxn>
                              <a:cxn ang="T107">
                                <a:pos x="T62" y="T63"/>
                              </a:cxn>
                              <a:cxn ang="T108">
                                <a:pos x="T64" y="T65"/>
                              </a:cxn>
                              <a:cxn ang="T109">
                                <a:pos x="T66" y="T67"/>
                              </a:cxn>
                              <a:cxn ang="T110">
                                <a:pos x="T68" y="T69"/>
                              </a:cxn>
                              <a:cxn ang="T111">
                                <a:pos x="T70" y="T71"/>
                              </a:cxn>
                              <a:cxn ang="T112">
                                <a:pos x="T72" y="T73"/>
                              </a:cxn>
                              <a:cxn ang="T113">
                                <a:pos x="T74" y="T75"/>
                              </a:cxn>
                            </a:cxnLst>
                            <a:rect l="T114" t="T115" r="T116" b="T117"/>
                            <a:pathLst>
                              <a:path w="127" h="131">
                                <a:moveTo>
                                  <a:pt x="0" y="44"/>
                                </a:moveTo>
                                <a:lnTo>
                                  <a:pt x="26" y="23"/>
                                </a:lnTo>
                                <a:lnTo>
                                  <a:pt x="40" y="15"/>
                                </a:lnTo>
                                <a:lnTo>
                                  <a:pt x="46" y="7"/>
                                </a:lnTo>
                                <a:lnTo>
                                  <a:pt x="67" y="0"/>
                                </a:lnTo>
                                <a:lnTo>
                                  <a:pt x="78" y="16"/>
                                </a:lnTo>
                                <a:lnTo>
                                  <a:pt x="89" y="9"/>
                                </a:lnTo>
                                <a:lnTo>
                                  <a:pt x="93" y="4"/>
                                </a:lnTo>
                                <a:lnTo>
                                  <a:pt x="103" y="0"/>
                                </a:lnTo>
                                <a:lnTo>
                                  <a:pt x="108" y="0"/>
                                </a:lnTo>
                                <a:lnTo>
                                  <a:pt x="109" y="6"/>
                                </a:lnTo>
                                <a:lnTo>
                                  <a:pt x="109" y="10"/>
                                </a:lnTo>
                                <a:lnTo>
                                  <a:pt x="104" y="18"/>
                                </a:lnTo>
                                <a:lnTo>
                                  <a:pt x="104" y="22"/>
                                </a:lnTo>
                                <a:lnTo>
                                  <a:pt x="119" y="41"/>
                                </a:lnTo>
                                <a:lnTo>
                                  <a:pt x="122" y="52"/>
                                </a:lnTo>
                                <a:lnTo>
                                  <a:pt x="126" y="52"/>
                                </a:lnTo>
                                <a:lnTo>
                                  <a:pt x="127" y="58"/>
                                </a:lnTo>
                                <a:lnTo>
                                  <a:pt x="122" y="64"/>
                                </a:lnTo>
                                <a:lnTo>
                                  <a:pt x="118" y="61"/>
                                </a:lnTo>
                                <a:lnTo>
                                  <a:pt x="108" y="65"/>
                                </a:lnTo>
                                <a:lnTo>
                                  <a:pt x="109" y="77"/>
                                </a:lnTo>
                                <a:lnTo>
                                  <a:pt x="99" y="84"/>
                                </a:lnTo>
                                <a:lnTo>
                                  <a:pt x="99" y="103"/>
                                </a:lnTo>
                                <a:lnTo>
                                  <a:pt x="99" y="116"/>
                                </a:lnTo>
                                <a:lnTo>
                                  <a:pt x="93" y="122"/>
                                </a:lnTo>
                                <a:lnTo>
                                  <a:pt x="89" y="131"/>
                                </a:lnTo>
                                <a:lnTo>
                                  <a:pt x="83" y="129"/>
                                </a:lnTo>
                                <a:lnTo>
                                  <a:pt x="75" y="125"/>
                                </a:lnTo>
                                <a:lnTo>
                                  <a:pt x="68" y="121"/>
                                </a:lnTo>
                                <a:lnTo>
                                  <a:pt x="63" y="113"/>
                                </a:lnTo>
                                <a:lnTo>
                                  <a:pt x="44" y="115"/>
                                </a:lnTo>
                                <a:lnTo>
                                  <a:pt x="27" y="110"/>
                                </a:lnTo>
                                <a:lnTo>
                                  <a:pt x="16" y="99"/>
                                </a:lnTo>
                                <a:lnTo>
                                  <a:pt x="9" y="90"/>
                                </a:lnTo>
                                <a:lnTo>
                                  <a:pt x="4" y="83"/>
                                </a:lnTo>
                                <a:lnTo>
                                  <a:pt x="4" y="68"/>
                                </a:lnTo>
                                <a:lnTo>
                                  <a:pt x="0" y="4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2687" name="Freeform 150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674" y="2604"/>
                            <a:ext cx="122" cy="61"/>
                          </a:xfrm>
                          <a:custGeom>
                            <a:avLst/>
                            <a:gdLst>
                              <a:gd name="T0" fmla="*/ 11 w 244"/>
                              <a:gd name="T1" fmla="*/ 1 h 122"/>
                              <a:gd name="T2" fmla="*/ 24 w 244"/>
                              <a:gd name="T3" fmla="*/ 11 h 122"/>
                              <a:gd name="T4" fmla="*/ 26 w 244"/>
                              <a:gd name="T5" fmla="*/ 15 h 122"/>
                              <a:gd name="T6" fmla="*/ 34 w 244"/>
                              <a:gd name="T7" fmla="*/ 13 h 122"/>
                              <a:gd name="T8" fmla="*/ 38 w 244"/>
                              <a:gd name="T9" fmla="*/ 14 h 122"/>
                              <a:gd name="T10" fmla="*/ 43 w 244"/>
                              <a:gd name="T11" fmla="*/ 11 h 122"/>
                              <a:gd name="T12" fmla="*/ 50 w 244"/>
                              <a:gd name="T13" fmla="*/ 8 h 122"/>
                              <a:gd name="T14" fmla="*/ 66 w 244"/>
                              <a:gd name="T15" fmla="*/ 13 h 122"/>
                              <a:gd name="T16" fmla="*/ 75 w 244"/>
                              <a:gd name="T17" fmla="*/ 18 h 122"/>
                              <a:gd name="T18" fmla="*/ 83 w 244"/>
                              <a:gd name="T19" fmla="*/ 21 h 122"/>
                              <a:gd name="T20" fmla="*/ 96 w 244"/>
                              <a:gd name="T21" fmla="*/ 29 h 122"/>
                              <a:gd name="T22" fmla="*/ 97 w 244"/>
                              <a:gd name="T23" fmla="*/ 34 h 122"/>
                              <a:gd name="T24" fmla="*/ 103 w 244"/>
                              <a:gd name="T25" fmla="*/ 37 h 122"/>
                              <a:gd name="T26" fmla="*/ 108 w 244"/>
                              <a:gd name="T27" fmla="*/ 39 h 122"/>
                              <a:gd name="T28" fmla="*/ 114 w 244"/>
                              <a:gd name="T29" fmla="*/ 46 h 122"/>
                              <a:gd name="T30" fmla="*/ 118 w 244"/>
                              <a:gd name="T31" fmla="*/ 50 h 122"/>
                              <a:gd name="T32" fmla="*/ 118 w 244"/>
                              <a:gd name="T33" fmla="*/ 61 h 122"/>
                              <a:gd name="T34" fmla="*/ 113 w 244"/>
                              <a:gd name="T35" fmla="*/ 61 h 122"/>
                              <a:gd name="T36" fmla="*/ 109 w 244"/>
                              <a:gd name="T37" fmla="*/ 59 h 122"/>
                              <a:gd name="T38" fmla="*/ 97 w 244"/>
                              <a:gd name="T39" fmla="*/ 48 h 122"/>
                              <a:gd name="T40" fmla="*/ 85 w 244"/>
                              <a:gd name="T41" fmla="*/ 48 h 122"/>
                              <a:gd name="T42" fmla="*/ 81 w 244"/>
                              <a:gd name="T43" fmla="*/ 52 h 122"/>
                              <a:gd name="T44" fmla="*/ 77 w 244"/>
                              <a:gd name="T45" fmla="*/ 54 h 122"/>
                              <a:gd name="T46" fmla="*/ 70 w 244"/>
                              <a:gd name="T47" fmla="*/ 57 h 122"/>
                              <a:gd name="T48" fmla="*/ 62 w 244"/>
                              <a:gd name="T49" fmla="*/ 56 h 122"/>
                              <a:gd name="T50" fmla="*/ 57 w 244"/>
                              <a:gd name="T51" fmla="*/ 56 h 122"/>
                              <a:gd name="T52" fmla="*/ 49 w 244"/>
                              <a:gd name="T53" fmla="*/ 42 h 122"/>
                              <a:gd name="T54" fmla="*/ 40 w 244"/>
                              <a:gd name="T55" fmla="*/ 29 h 122"/>
                              <a:gd name="T56" fmla="*/ 29 w 244"/>
                              <a:gd name="T57" fmla="*/ 25 h 122"/>
                              <a:gd name="T58" fmla="*/ 19 w 244"/>
                              <a:gd name="T59" fmla="*/ 24 h 122"/>
                              <a:gd name="T60" fmla="*/ 9 w 244"/>
                              <a:gd name="T61" fmla="*/ 20 h 122"/>
                              <a:gd name="T62" fmla="*/ 9 w 244"/>
                              <a:gd name="T63" fmla="*/ 7 h 122"/>
                              <a:gd name="T64" fmla="*/ 0 60000 65536"/>
                              <a:gd name="T65" fmla="*/ 0 60000 65536"/>
                              <a:gd name="T66" fmla="*/ 0 60000 65536"/>
                              <a:gd name="T67" fmla="*/ 0 60000 65536"/>
                              <a:gd name="T68" fmla="*/ 0 60000 65536"/>
                              <a:gd name="T69" fmla="*/ 0 60000 65536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w 244"/>
                              <a:gd name="T97" fmla="*/ 0 h 122"/>
                              <a:gd name="T98" fmla="*/ 244 w 244"/>
                              <a:gd name="T99" fmla="*/ 122 h 122"/>
                            </a:gdLst>
                            <a:ahLst/>
                            <a:cxnLst>
                              <a:cxn ang="T64">
                                <a:pos x="T0" y="T1"/>
                              </a:cxn>
                              <a:cxn ang="T65">
                                <a:pos x="T2" y="T3"/>
                              </a:cxn>
                              <a:cxn ang="T66">
                                <a:pos x="T4" y="T5"/>
                              </a:cxn>
                              <a:cxn ang="T67">
                                <a:pos x="T6" y="T7"/>
                              </a:cxn>
                              <a:cxn ang="T68">
                                <a:pos x="T8" y="T9"/>
                              </a:cxn>
                              <a:cxn ang="T69">
                                <a:pos x="T10" y="T11"/>
                              </a:cxn>
                              <a:cxn ang="T70">
                                <a:pos x="T12" y="T13"/>
                              </a:cxn>
                              <a:cxn ang="T71">
                                <a:pos x="T14" y="T15"/>
                              </a:cxn>
                              <a:cxn ang="T72">
                                <a:pos x="T16" y="T17"/>
                              </a:cxn>
                              <a:cxn ang="T73">
                                <a:pos x="T18" y="T19"/>
                              </a:cxn>
                              <a:cxn ang="T74">
                                <a:pos x="T20" y="T21"/>
                              </a:cxn>
                              <a:cxn ang="T75">
                                <a:pos x="T22" y="T23"/>
                              </a:cxn>
                              <a:cxn ang="T76">
                                <a:pos x="T24" y="T25"/>
                              </a:cxn>
                              <a:cxn ang="T77">
                                <a:pos x="T26" y="T27"/>
                              </a:cxn>
                              <a:cxn ang="T78">
                                <a:pos x="T28" y="T29"/>
                              </a:cxn>
                              <a:cxn ang="T79">
                                <a:pos x="T30" y="T31"/>
                              </a:cxn>
                              <a:cxn ang="T80">
                                <a:pos x="T32" y="T33"/>
                              </a:cxn>
                              <a:cxn ang="T81">
                                <a:pos x="T34" y="T35"/>
                              </a:cxn>
                              <a:cxn ang="T82">
                                <a:pos x="T36" y="T37"/>
                              </a:cxn>
                              <a:cxn ang="T83">
                                <a:pos x="T38" y="T39"/>
                              </a:cxn>
                              <a:cxn ang="T84">
                                <a:pos x="T40" y="T41"/>
                              </a:cxn>
                              <a:cxn ang="T85">
                                <a:pos x="T42" y="T43"/>
                              </a:cxn>
                              <a:cxn ang="T86">
                                <a:pos x="T44" y="T45"/>
                              </a:cxn>
                              <a:cxn ang="T87">
                                <a:pos x="T46" y="T47"/>
                              </a:cxn>
                              <a:cxn ang="T88">
                                <a:pos x="T48" y="T49"/>
                              </a:cxn>
                              <a:cxn ang="T89">
                                <a:pos x="T50" y="T51"/>
                              </a:cxn>
                              <a:cxn ang="T90">
                                <a:pos x="T52" y="T53"/>
                              </a:cxn>
                              <a:cxn ang="T91">
                                <a:pos x="T54" y="T55"/>
                              </a:cxn>
                              <a:cxn ang="T92">
                                <a:pos x="T56" y="T57"/>
                              </a:cxn>
                              <a:cxn ang="T93">
                                <a:pos x="T58" y="T59"/>
                              </a:cxn>
                              <a:cxn ang="T94">
                                <a:pos x="T60" y="T61"/>
                              </a:cxn>
                              <a:cxn ang="T95">
                                <a:pos x="T62" y="T63"/>
                              </a:cxn>
                            </a:cxnLst>
                            <a:rect l="T96" t="T97" r="T98" b="T99"/>
                            <a:pathLst>
                              <a:path w="244" h="122">
                                <a:moveTo>
                                  <a:pt x="0" y="0"/>
                                </a:moveTo>
                                <a:lnTo>
                                  <a:pt x="22" y="2"/>
                                </a:lnTo>
                                <a:lnTo>
                                  <a:pt x="40" y="3"/>
                                </a:lnTo>
                                <a:lnTo>
                                  <a:pt x="48" y="21"/>
                                </a:lnTo>
                                <a:lnTo>
                                  <a:pt x="50" y="26"/>
                                </a:lnTo>
                                <a:lnTo>
                                  <a:pt x="52" y="29"/>
                                </a:lnTo>
                                <a:lnTo>
                                  <a:pt x="58" y="25"/>
                                </a:lnTo>
                                <a:lnTo>
                                  <a:pt x="67" y="25"/>
                                </a:lnTo>
                                <a:lnTo>
                                  <a:pt x="73" y="29"/>
                                </a:lnTo>
                                <a:lnTo>
                                  <a:pt x="76" y="28"/>
                                </a:lnTo>
                                <a:lnTo>
                                  <a:pt x="84" y="21"/>
                                </a:lnTo>
                                <a:lnTo>
                                  <a:pt x="85" y="21"/>
                                </a:lnTo>
                                <a:lnTo>
                                  <a:pt x="92" y="16"/>
                                </a:lnTo>
                                <a:lnTo>
                                  <a:pt x="99" y="16"/>
                                </a:lnTo>
                                <a:lnTo>
                                  <a:pt x="121" y="25"/>
                                </a:lnTo>
                                <a:lnTo>
                                  <a:pt x="131" y="25"/>
                                </a:lnTo>
                                <a:lnTo>
                                  <a:pt x="140" y="32"/>
                                </a:lnTo>
                                <a:lnTo>
                                  <a:pt x="150" y="35"/>
                                </a:lnTo>
                                <a:lnTo>
                                  <a:pt x="158" y="41"/>
                                </a:lnTo>
                                <a:lnTo>
                                  <a:pt x="165" y="42"/>
                                </a:lnTo>
                                <a:lnTo>
                                  <a:pt x="183" y="48"/>
                                </a:lnTo>
                                <a:lnTo>
                                  <a:pt x="191" y="58"/>
                                </a:lnTo>
                                <a:lnTo>
                                  <a:pt x="195" y="64"/>
                                </a:lnTo>
                                <a:lnTo>
                                  <a:pt x="194" y="67"/>
                                </a:lnTo>
                                <a:lnTo>
                                  <a:pt x="200" y="73"/>
                                </a:lnTo>
                                <a:lnTo>
                                  <a:pt x="206" y="74"/>
                                </a:lnTo>
                                <a:lnTo>
                                  <a:pt x="209" y="76"/>
                                </a:lnTo>
                                <a:lnTo>
                                  <a:pt x="216" y="77"/>
                                </a:lnTo>
                                <a:lnTo>
                                  <a:pt x="227" y="86"/>
                                </a:lnTo>
                                <a:lnTo>
                                  <a:pt x="227" y="92"/>
                                </a:lnTo>
                                <a:lnTo>
                                  <a:pt x="233" y="97"/>
                                </a:lnTo>
                                <a:lnTo>
                                  <a:pt x="235" y="100"/>
                                </a:lnTo>
                                <a:lnTo>
                                  <a:pt x="244" y="112"/>
                                </a:lnTo>
                                <a:lnTo>
                                  <a:pt x="236" y="122"/>
                                </a:lnTo>
                                <a:lnTo>
                                  <a:pt x="233" y="122"/>
                                </a:lnTo>
                                <a:lnTo>
                                  <a:pt x="225" y="122"/>
                                </a:lnTo>
                                <a:lnTo>
                                  <a:pt x="222" y="118"/>
                                </a:lnTo>
                                <a:lnTo>
                                  <a:pt x="218" y="118"/>
                                </a:lnTo>
                                <a:lnTo>
                                  <a:pt x="214" y="119"/>
                                </a:lnTo>
                                <a:lnTo>
                                  <a:pt x="194" y="96"/>
                                </a:lnTo>
                                <a:lnTo>
                                  <a:pt x="181" y="97"/>
                                </a:lnTo>
                                <a:lnTo>
                                  <a:pt x="169" y="96"/>
                                </a:lnTo>
                                <a:lnTo>
                                  <a:pt x="165" y="99"/>
                                </a:lnTo>
                                <a:lnTo>
                                  <a:pt x="161" y="103"/>
                                </a:lnTo>
                                <a:lnTo>
                                  <a:pt x="159" y="100"/>
                                </a:lnTo>
                                <a:lnTo>
                                  <a:pt x="154" y="108"/>
                                </a:lnTo>
                                <a:lnTo>
                                  <a:pt x="146" y="118"/>
                                </a:lnTo>
                                <a:lnTo>
                                  <a:pt x="139" y="113"/>
                                </a:lnTo>
                                <a:lnTo>
                                  <a:pt x="131" y="111"/>
                                </a:lnTo>
                                <a:lnTo>
                                  <a:pt x="125" y="111"/>
                                </a:lnTo>
                                <a:lnTo>
                                  <a:pt x="117" y="108"/>
                                </a:lnTo>
                                <a:lnTo>
                                  <a:pt x="113" y="111"/>
                                </a:lnTo>
                                <a:lnTo>
                                  <a:pt x="107" y="96"/>
                                </a:lnTo>
                                <a:lnTo>
                                  <a:pt x="98" y="83"/>
                                </a:lnTo>
                                <a:lnTo>
                                  <a:pt x="88" y="67"/>
                                </a:lnTo>
                                <a:lnTo>
                                  <a:pt x="80" y="58"/>
                                </a:lnTo>
                                <a:lnTo>
                                  <a:pt x="73" y="50"/>
                                </a:lnTo>
                                <a:lnTo>
                                  <a:pt x="58" y="50"/>
                                </a:lnTo>
                                <a:lnTo>
                                  <a:pt x="44" y="54"/>
                                </a:lnTo>
                                <a:lnTo>
                                  <a:pt x="37" y="48"/>
                                </a:lnTo>
                                <a:lnTo>
                                  <a:pt x="24" y="44"/>
                                </a:lnTo>
                                <a:lnTo>
                                  <a:pt x="17" y="39"/>
                                </a:lnTo>
                                <a:lnTo>
                                  <a:pt x="17" y="22"/>
                                </a:lnTo>
                                <a:lnTo>
                                  <a:pt x="18" y="13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2688" name="Freeform 151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448" y="2561"/>
                            <a:ext cx="74" cy="80"/>
                          </a:xfrm>
                          <a:custGeom>
                            <a:avLst/>
                            <a:gdLst>
                              <a:gd name="T0" fmla="*/ 0 w 148"/>
                              <a:gd name="T1" fmla="*/ 2 h 161"/>
                              <a:gd name="T2" fmla="*/ 7 w 148"/>
                              <a:gd name="T3" fmla="*/ 0 h 161"/>
                              <a:gd name="T4" fmla="*/ 17 w 148"/>
                              <a:gd name="T5" fmla="*/ 3 h 161"/>
                              <a:gd name="T6" fmla="*/ 18 w 148"/>
                              <a:gd name="T7" fmla="*/ 7 h 161"/>
                              <a:gd name="T8" fmla="*/ 18 w 148"/>
                              <a:gd name="T9" fmla="*/ 8 h 161"/>
                              <a:gd name="T10" fmla="*/ 20 w 148"/>
                              <a:gd name="T11" fmla="*/ 9 h 161"/>
                              <a:gd name="T12" fmla="*/ 20 w 148"/>
                              <a:gd name="T13" fmla="*/ 11 h 161"/>
                              <a:gd name="T14" fmla="*/ 22 w 148"/>
                              <a:gd name="T15" fmla="*/ 11 h 161"/>
                              <a:gd name="T16" fmla="*/ 22 w 148"/>
                              <a:gd name="T17" fmla="*/ 14 h 161"/>
                              <a:gd name="T18" fmla="*/ 31 w 148"/>
                              <a:gd name="T19" fmla="*/ 23 h 161"/>
                              <a:gd name="T20" fmla="*/ 33 w 148"/>
                              <a:gd name="T21" fmla="*/ 23 h 161"/>
                              <a:gd name="T22" fmla="*/ 34 w 148"/>
                              <a:gd name="T23" fmla="*/ 25 h 161"/>
                              <a:gd name="T24" fmla="*/ 36 w 148"/>
                              <a:gd name="T25" fmla="*/ 27 h 161"/>
                              <a:gd name="T26" fmla="*/ 37 w 148"/>
                              <a:gd name="T27" fmla="*/ 27 h 161"/>
                              <a:gd name="T28" fmla="*/ 43 w 148"/>
                              <a:gd name="T29" fmla="*/ 30 h 161"/>
                              <a:gd name="T30" fmla="*/ 54 w 148"/>
                              <a:gd name="T31" fmla="*/ 32 h 161"/>
                              <a:gd name="T32" fmla="*/ 55 w 148"/>
                              <a:gd name="T33" fmla="*/ 42 h 161"/>
                              <a:gd name="T34" fmla="*/ 58 w 148"/>
                              <a:gd name="T35" fmla="*/ 43 h 161"/>
                              <a:gd name="T36" fmla="*/ 57 w 148"/>
                              <a:gd name="T37" fmla="*/ 47 h 161"/>
                              <a:gd name="T38" fmla="*/ 65 w 148"/>
                              <a:gd name="T39" fmla="*/ 52 h 161"/>
                              <a:gd name="T40" fmla="*/ 71 w 148"/>
                              <a:gd name="T41" fmla="*/ 54 h 161"/>
                              <a:gd name="T42" fmla="*/ 71 w 148"/>
                              <a:gd name="T43" fmla="*/ 71 h 161"/>
                              <a:gd name="T44" fmla="*/ 74 w 148"/>
                              <a:gd name="T45" fmla="*/ 77 h 161"/>
                              <a:gd name="T46" fmla="*/ 72 w 148"/>
                              <a:gd name="T47" fmla="*/ 80 h 161"/>
                              <a:gd name="T48" fmla="*/ 68 w 148"/>
                              <a:gd name="T49" fmla="*/ 80 h 161"/>
                              <a:gd name="T50" fmla="*/ 67 w 148"/>
                              <a:gd name="T51" fmla="*/ 75 h 161"/>
                              <a:gd name="T52" fmla="*/ 60 w 148"/>
                              <a:gd name="T53" fmla="*/ 80 h 161"/>
                              <a:gd name="T54" fmla="*/ 55 w 148"/>
                              <a:gd name="T55" fmla="*/ 72 h 161"/>
                              <a:gd name="T56" fmla="*/ 52 w 148"/>
                              <a:gd name="T57" fmla="*/ 66 h 161"/>
                              <a:gd name="T58" fmla="*/ 44 w 148"/>
                              <a:gd name="T59" fmla="*/ 58 h 161"/>
                              <a:gd name="T60" fmla="*/ 42 w 148"/>
                              <a:gd name="T61" fmla="*/ 58 h 161"/>
                              <a:gd name="T62" fmla="*/ 35 w 148"/>
                              <a:gd name="T63" fmla="*/ 54 h 161"/>
                              <a:gd name="T64" fmla="*/ 34 w 148"/>
                              <a:gd name="T65" fmla="*/ 49 h 161"/>
                              <a:gd name="T66" fmla="*/ 34 w 148"/>
                              <a:gd name="T67" fmla="*/ 46 h 161"/>
                              <a:gd name="T68" fmla="*/ 27 w 148"/>
                              <a:gd name="T69" fmla="*/ 35 h 161"/>
                              <a:gd name="T70" fmla="*/ 24 w 148"/>
                              <a:gd name="T71" fmla="*/ 27 h 161"/>
                              <a:gd name="T72" fmla="*/ 17 w 148"/>
                              <a:gd name="T73" fmla="*/ 21 h 161"/>
                              <a:gd name="T74" fmla="*/ 6 w 148"/>
                              <a:gd name="T75" fmla="*/ 11 h 161"/>
                              <a:gd name="T76" fmla="*/ 0 w 148"/>
                              <a:gd name="T77" fmla="*/ 2 h 161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w 148"/>
                              <a:gd name="T118" fmla="*/ 0 h 161"/>
                              <a:gd name="T119" fmla="*/ 148 w 148"/>
                              <a:gd name="T120" fmla="*/ 161 h 161"/>
                            </a:gdLst>
                            <a:ahLst/>
                            <a:cxnLst>
                              <a:cxn ang="T78">
                                <a:pos x="T0" y="T1"/>
                              </a:cxn>
                              <a:cxn ang="T79">
                                <a:pos x="T2" y="T3"/>
                              </a:cxn>
                              <a:cxn ang="T80">
                                <a:pos x="T4" y="T5"/>
                              </a:cxn>
                              <a:cxn ang="T81">
                                <a:pos x="T6" y="T7"/>
                              </a:cxn>
                              <a:cxn ang="T82">
                                <a:pos x="T8" y="T9"/>
                              </a:cxn>
                              <a:cxn ang="T83">
                                <a:pos x="T10" y="T11"/>
                              </a:cxn>
                              <a:cxn ang="T84">
                                <a:pos x="T12" y="T13"/>
                              </a:cxn>
                              <a:cxn ang="T85">
                                <a:pos x="T14" y="T15"/>
                              </a:cxn>
                              <a:cxn ang="T86">
                                <a:pos x="T16" y="T17"/>
                              </a:cxn>
                              <a:cxn ang="T87">
                                <a:pos x="T18" y="T19"/>
                              </a:cxn>
                              <a:cxn ang="T88">
                                <a:pos x="T20" y="T21"/>
                              </a:cxn>
                              <a:cxn ang="T89">
                                <a:pos x="T22" y="T23"/>
                              </a:cxn>
                              <a:cxn ang="T90">
                                <a:pos x="T24" y="T25"/>
                              </a:cxn>
                              <a:cxn ang="T91">
                                <a:pos x="T26" y="T27"/>
                              </a:cxn>
                              <a:cxn ang="T92">
                                <a:pos x="T28" y="T29"/>
                              </a:cxn>
                              <a:cxn ang="T93">
                                <a:pos x="T30" y="T31"/>
                              </a:cxn>
                              <a:cxn ang="T94">
                                <a:pos x="T32" y="T33"/>
                              </a:cxn>
                              <a:cxn ang="T95">
                                <a:pos x="T34" y="T35"/>
                              </a:cxn>
                              <a:cxn ang="T96">
                                <a:pos x="T36" y="T37"/>
                              </a:cxn>
                              <a:cxn ang="T97">
                                <a:pos x="T38" y="T39"/>
                              </a:cxn>
                              <a:cxn ang="T98">
                                <a:pos x="T40" y="T41"/>
                              </a:cxn>
                              <a:cxn ang="T99">
                                <a:pos x="T42" y="T43"/>
                              </a:cxn>
                              <a:cxn ang="T100">
                                <a:pos x="T44" y="T45"/>
                              </a:cxn>
                              <a:cxn ang="T101">
                                <a:pos x="T46" y="T47"/>
                              </a:cxn>
                              <a:cxn ang="T102">
                                <a:pos x="T48" y="T49"/>
                              </a:cxn>
                              <a:cxn ang="T103">
                                <a:pos x="T50" y="T51"/>
                              </a:cxn>
                              <a:cxn ang="T104">
                                <a:pos x="T52" y="T53"/>
                              </a:cxn>
                              <a:cxn ang="T105">
                                <a:pos x="T54" y="T55"/>
                              </a:cxn>
                              <a:cxn ang="T106">
                                <a:pos x="T56" y="T57"/>
                              </a:cxn>
                              <a:cxn ang="T107">
                                <a:pos x="T58" y="T59"/>
                              </a:cxn>
                              <a:cxn ang="T108">
                                <a:pos x="T60" y="T61"/>
                              </a:cxn>
                              <a:cxn ang="T109">
                                <a:pos x="T62" y="T63"/>
                              </a:cxn>
                              <a:cxn ang="T110">
                                <a:pos x="T64" y="T65"/>
                              </a:cxn>
                              <a:cxn ang="T111">
                                <a:pos x="T66" y="T67"/>
                              </a:cxn>
                              <a:cxn ang="T112">
                                <a:pos x="T68" y="T69"/>
                              </a:cxn>
                              <a:cxn ang="T113">
                                <a:pos x="T70" y="T71"/>
                              </a:cxn>
                              <a:cxn ang="T114">
                                <a:pos x="T72" y="T73"/>
                              </a:cxn>
                              <a:cxn ang="T115">
                                <a:pos x="T74" y="T75"/>
                              </a:cxn>
                              <a:cxn ang="T116">
                                <a:pos x="T76" y="T77"/>
                              </a:cxn>
                            </a:cxnLst>
                            <a:rect l="T117" t="T118" r="T119" b="T120"/>
                            <a:pathLst>
                              <a:path w="148" h="161">
                                <a:moveTo>
                                  <a:pt x="0" y="4"/>
                                </a:moveTo>
                                <a:lnTo>
                                  <a:pt x="15" y="0"/>
                                </a:lnTo>
                                <a:lnTo>
                                  <a:pt x="33" y="7"/>
                                </a:lnTo>
                                <a:lnTo>
                                  <a:pt x="35" y="15"/>
                                </a:lnTo>
                                <a:lnTo>
                                  <a:pt x="35" y="17"/>
                                </a:lnTo>
                                <a:lnTo>
                                  <a:pt x="40" y="19"/>
                                </a:lnTo>
                                <a:lnTo>
                                  <a:pt x="40" y="22"/>
                                </a:lnTo>
                                <a:lnTo>
                                  <a:pt x="45" y="23"/>
                                </a:lnTo>
                                <a:lnTo>
                                  <a:pt x="45" y="29"/>
                                </a:lnTo>
                                <a:lnTo>
                                  <a:pt x="63" y="47"/>
                                </a:lnTo>
                                <a:lnTo>
                                  <a:pt x="66" y="47"/>
                                </a:lnTo>
                                <a:lnTo>
                                  <a:pt x="68" y="51"/>
                                </a:lnTo>
                                <a:lnTo>
                                  <a:pt x="71" y="55"/>
                                </a:lnTo>
                                <a:lnTo>
                                  <a:pt x="74" y="55"/>
                                </a:lnTo>
                                <a:lnTo>
                                  <a:pt x="86" y="61"/>
                                </a:lnTo>
                                <a:lnTo>
                                  <a:pt x="109" y="64"/>
                                </a:lnTo>
                                <a:lnTo>
                                  <a:pt x="111" y="84"/>
                                </a:lnTo>
                                <a:lnTo>
                                  <a:pt x="116" y="87"/>
                                </a:lnTo>
                                <a:lnTo>
                                  <a:pt x="115" y="94"/>
                                </a:lnTo>
                                <a:lnTo>
                                  <a:pt x="129" y="105"/>
                                </a:lnTo>
                                <a:lnTo>
                                  <a:pt x="141" y="109"/>
                                </a:lnTo>
                                <a:lnTo>
                                  <a:pt x="141" y="142"/>
                                </a:lnTo>
                                <a:lnTo>
                                  <a:pt x="148" y="155"/>
                                </a:lnTo>
                                <a:lnTo>
                                  <a:pt x="144" y="160"/>
                                </a:lnTo>
                                <a:lnTo>
                                  <a:pt x="136" y="161"/>
                                </a:lnTo>
                                <a:lnTo>
                                  <a:pt x="134" y="150"/>
                                </a:lnTo>
                                <a:lnTo>
                                  <a:pt x="120" y="161"/>
                                </a:lnTo>
                                <a:lnTo>
                                  <a:pt x="111" y="144"/>
                                </a:lnTo>
                                <a:lnTo>
                                  <a:pt x="105" y="132"/>
                                </a:lnTo>
                                <a:lnTo>
                                  <a:pt x="89" y="116"/>
                                </a:lnTo>
                                <a:lnTo>
                                  <a:pt x="85" y="116"/>
                                </a:lnTo>
                                <a:lnTo>
                                  <a:pt x="70" y="108"/>
                                </a:lnTo>
                                <a:lnTo>
                                  <a:pt x="67" y="99"/>
                                </a:lnTo>
                                <a:lnTo>
                                  <a:pt x="67" y="93"/>
                                </a:lnTo>
                                <a:lnTo>
                                  <a:pt x="55" y="70"/>
                                </a:lnTo>
                                <a:lnTo>
                                  <a:pt x="49" y="55"/>
                                </a:lnTo>
                                <a:lnTo>
                                  <a:pt x="34" y="42"/>
                                </a:lnTo>
                                <a:lnTo>
                                  <a:pt x="13" y="22"/>
                                </a:lnTo>
                                <a:lnTo>
                                  <a:pt x="0" y="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2689" name="Freeform 152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80" y="2473"/>
                            <a:ext cx="71" cy="90"/>
                          </a:xfrm>
                          <a:custGeom>
                            <a:avLst/>
                            <a:gdLst>
                              <a:gd name="T0" fmla="*/ 5 w 143"/>
                              <a:gd name="T1" fmla="*/ 0 h 178"/>
                              <a:gd name="T2" fmla="*/ 11 w 143"/>
                              <a:gd name="T3" fmla="*/ 0 h 178"/>
                              <a:gd name="T4" fmla="*/ 18 w 143"/>
                              <a:gd name="T5" fmla="*/ 10 h 178"/>
                              <a:gd name="T6" fmla="*/ 16 w 143"/>
                              <a:gd name="T7" fmla="*/ 18 h 178"/>
                              <a:gd name="T8" fmla="*/ 20 w 143"/>
                              <a:gd name="T9" fmla="*/ 21 h 178"/>
                              <a:gd name="T10" fmla="*/ 22 w 143"/>
                              <a:gd name="T11" fmla="*/ 27 h 178"/>
                              <a:gd name="T12" fmla="*/ 27 w 143"/>
                              <a:gd name="T13" fmla="*/ 30 h 178"/>
                              <a:gd name="T14" fmla="*/ 33 w 143"/>
                              <a:gd name="T15" fmla="*/ 31 h 178"/>
                              <a:gd name="T16" fmla="*/ 41 w 143"/>
                              <a:gd name="T17" fmla="*/ 35 h 178"/>
                              <a:gd name="T18" fmla="*/ 46 w 143"/>
                              <a:gd name="T19" fmla="*/ 41 h 178"/>
                              <a:gd name="T20" fmla="*/ 48 w 143"/>
                              <a:gd name="T21" fmla="*/ 41 h 178"/>
                              <a:gd name="T22" fmla="*/ 55 w 143"/>
                              <a:gd name="T23" fmla="*/ 46 h 178"/>
                              <a:gd name="T24" fmla="*/ 55 w 143"/>
                              <a:gd name="T25" fmla="*/ 57 h 178"/>
                              <a:gd name="T26" fmla="*/ 57 w 143"/>
                              <a:gd name="T27" fmla="*/ 62 h 178"/>
                              <a:gd name="T28" fmla="*/ 59 w 143"/>
                              <a:gd name="T29" fmla="*/ 65 h 178"/>
                              <a:gd name="T30" fmla="*/ 61 w 143"/>
                              <a:gd name="T31" fmla="*/ 67 h 178"/>
                              <a:gd name="T32" fmla="*/ 64 w 143"/>
                              <a:gd name="T33" fmla="*/ 71 h 178"/>
                              <a:gd name="T34" fmla="*/ 66 w 143"/>
                              <a:gd name="T35" fmla="*/ 75 h 178"/>
                              <a:gd name="T36" fmla="*/ 71 w 143"/>
                              <a:gd name="T37" fmla="*/ 79 h 178"/>
                              <a:gd name="T38" fmla="*/ 70 w 143"/>
                              <a:gd name="T39" fmla="*/ 83 h 178"/>
                              <a:gd name="T40" fmla="*/ 65 w 143"/>
                              <a:gd name="T41" fmla="*/ 84 h 178"/>
                              <a:gd name="T42" fmla="*/ 63 w 143"/>
                              <a:gd name="T43" fmla="*/ 81 h 178"/>
                              <a:gd name="T44" fmla="*/ 59 w 143"/>
                              <a:gd name="T45" fmla="*/ 81 h 178"/>
                              <a:gd name="T46" fmla="*/ 59 w 143"/>
                              <a:gd name="T47" fmla="*/ 90 h 178"/>
                              <a:gd name="T48" fmla="*/ 55 w 143"/>
                              <a:gd name="T49" fmla="*/ 90 h 178"/>
                              <a:gd name="T50" fmla="*/ 51 w 143"/>
                              <a:gd name="T51" fmla="*/ 86 h 178"/>
                              <a:gd name="T52" fmla="*/ 48 w 143"/>
                              <a:gd name="T53" fmla="*/ 83 h 178"/>
                              <a:gd name="T54" fmla="*/ 48 w 143"/>
                              <a:gd name="T55" fmla="*/ 78 h 178"/>
                              <a:gd name="T56" fmla="*/ 42 w 143"/>
                              <a:gd name="T57" fmla="*/ 78 h 178"/>
                              <a:gd name="T58" fmla="*/ 40 w 143"/>
                              <a:gd name="T59" fmla="*/ 83 h 178"/>
                              <a:gd name="T60" fmla="*/ 38 w 143"/>
                              <a:gd name="T61" fmla="*/ 78 h 178"/>
                              <a:gd name="T62" fmla="*/ 37 w 143"/>
                              <a:gd name="T63" fmla="*/ 73 h 178"/>
                              <a:gd name="T64" fmla="*/ 45 w 143"/>
                              <a:gd name="T65" fmla="*/ 71 h 178"/>
                              <a:gd name="T66" fmla="*/ 49 w 143"/>
                              <a:gd name="T67" fmla="*/ 73 h 178"/>
                              <a:gd name="T68" fmla="*/ 50 w 143"/>
                              <a:gd name="T69" fmla="*/ 64 h 178"/>
                              <a:gd name="T70" fmla="*/ 46 w 143"/>
                              <a:gd name="T71" fmla="*/ 61 h 178"/>
                              <a:gd name="T72" fmla="*/ 43 w 143"/>
                              <a:gd name="T73" fmla="*/ 54 h 178"/>
                              <a:gd name="T74" fmla="*/ 41 w 143"/>
                              <a:gd name="T75" fmla="*/ 44 h 178"/>
                              <a:gd name="T76" fmla="*/ 33 w 143"/>
                              <a:gd name="T77" fmla="*/ 42 h 178"/>
                              <a:gd name="T78" fmla="*/ 30 w 143"/>
                              <a:gd name="T79" fmla="*/ 37 h 178"/>
                              <a:gd name="T80" fmla="*/ 24 w 143"/>
                              <a:gd name="T81" fmla="*/ 35 h 178"/>
                              <a:gd name="T82" fmla="*/ 27 w 143"/>
                              <a:gd name="T83" fmla="*/ 44 h 178"/>
                              <a:gd name="T84" fmla="*/ 20 w 143"/>
                              <a:gd name="T85" fmla="*/ 48 h 178"/>
                              <a:gd name="T86" fmla="*/ 16 w 143"/>
                              <a:gd name="T87" fmla="*/ 38 h 178"/>
                              <a:gd name="T88" fmla="*/ 13 w 143"/>
                              <a:gd name="T89" fmla="*/ 36 h 178"/>
                              <a:gd name="T90" fmla="*/ 13 w 143"/>
                              <a:gd name="T91" fmla="*/ 31 h 178"/>
                              <a:gd name="T92" fmla="*/ 8 w 143"/>
                              <a:gd name="T93" fmla="*/ 25 h 178"/>
                              <a:gd name="T94" fmla="*/ 3 w 143"/>
                              <a:gd name="T95" fmla="*/ 21 h 178"/>
                              <a:gd name="T96" fmla="*/ 0 w 143"/>
                              <a:gd name="T97" fmla="*/ 18 h 178"/>
                              <a:gd name="T98" fmla="*/ 1 w 143"/>
                              <a:gd name="T99" fmla="*/ 15 h 178"/>
                              <a:gd name="T100" fmla="*/ 5 w 143"/>
                              <a:gd name="T101" fmla="*/ 16 h 178"/>
                              <a:gd name="T102" fmla="*/ 7 w 143"/>
                              <a:gd name="T103" fmla="*/ 12 h 178"/>
                              <a:gd name="T104" fmla="*/ 5 w 143"/>
                              <a:gd name="T105" fmla="*/ 7 h 178"/>
                              <a:gd name="T106" fmla="*/ 5 w 143"/>
                              <a:gd name="T107" fmla="*/ 0 h 178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w 143"/>
                              <a:gd name="T163" fmla="*/ 0 h 178"/>
                              <a:gd name="T164" fmla="*/ 143 w 143"/>
                              <a:gd name="T165" fmla="*/ 178 h 178"/>
                            </a:gdLst>
                            <a:ahLst/>
                            <a:cxnLst>
                              <a:cxn ang="T108">
                                <a:pos x="T0" y="T1"/>
                              </a:cxn>
                              <a:cxn ang="T109">
                                <a:pos x="T2" y="T3"/>
                              </a:cxn>
                              <a:cxn ang="T110">
                                <a:pos x="T4" y="T5"/>
                              </a:cxn>
                              <a:cxn ang="T111">
                                <a:pos x="T6" y="T7"/>
                              </a:cxn>
                              <a:cxn ang="T112">
                                <a:pos x="T8" y="T9"/>
                              </a:cxn>
                              <a:cxn ang="T113">
                                <a:pos x="T10" y="T11"/>
                              </a:cxn>
                              <a:cxn ang="T114">
                                <a:pos x="T12" y="T13"/>
                              </a:cxn>
                              <a:cxn ang="T115">
                                <a:pos x="T14" y="T15"/>
                              </a:cxn>
                              <a:cxn ang="T116">
                                <a:pos x="T16" y="T17"/>
                              </a:cxn>
                              <a:cxn ang="T117">
                                <a:pos x="T18" y="T19"/>
                              </a:cxn>
                              <a:cxn ang="T118">
                                <a:pos x="T20" y="T21"/>
                              </a:cxn>
                              <a:cxn ang="T119">
                                <a:pos x="T22" y="T23"/>
                              </a:cxn>
                              <a:cxn ang="T120">
                                <a:pos x="T24" y="T25"/>
                              </a:cxn>
                              <a:cxn ang="T121">
                                <a:pos x="T26" y="T27"/>
                              </a:cxn>
                              <a:cxn ang="T122">
                                <a:pos x="T28" y="T29"/>
                              </a:cxn>
                              <a:cxn ang="T123">
                                <a:pos x="T30" y="T31"/>
                              </a:cxn>
                              <a:cxn ang="T124">
                                <a:pos x="T32" y="T33"/>
                              </a:cxn>
                              <a:cxn ang="T125">
                                <a:pos x="T34" y="T35"/>
                              </a:cxn>
                              <a:cxn ang="T126">
                                <a:pos x="T36" y="T37"/>
                              </a:cxn>
                              <a:cxn ang="T127">
                                <a:pos x="T38" y="T39"/>
                              </a:cxn>
                              <a:cxn ang="T128">
                                <a:pos x="T40" y="T41"/>
                              </a:cxn>
                              <a:cxn ang="T129">
                                <a:pos x="T42" y="T43"/>
                              </a:cxn>
                              <a:cxn ang="T130">
                                <a:pos x="T44" y="T45"/>
                              </a:cxn>
                              <a:cxn ang="T131">
                                <a:pos x="T46" y="T47"/>
                              </a:cxn>
                              <a:cxn ang="T132">
                                <a:pos x="T48" y="T49"/>
                              </a:cxn>
                              <a:cxn ang="T133">
                                <a:pos x="T50" y="T51"/>
                              </a:cxn>
                              <a:cxn ang="T134">
                                <a:pos x="T52" y="T53"/>
                              </a:cxn>
                              <a:cxn ang="T135">
                                <a:pos x="T54" y="T55"/>
                              </a:cxn>
                              <a:cxn ang="T136">
                                <a:pos x="T56" y="T57"/>
                              </a:cxn>
                              <a:cxn ang="T137">
                                <a:pos x="T58" y="T59"/>
                              </a:cxn>
                              <a:cxn ang="T138">
                                <a:pos x="T60" y="T61"/>
                              </a:cxn>
                              <a:cxn ang="T139">
                                <a:pos x="T62" y="T63"/>
                              </a:cxn>
                              <a:cxn ang="T140">
                                <a:pos x="T64" y="T65"/>
                              </a:cxn>
                              <a:cxn ang="T141">
                                <a:pos x="T66" y="T67"/>
                              </a:cxn>
                              <a:cxn ang="T142">
                                <a:pos x="T68" y="T69"/>
                              </a:cxn>
                              <a:cxn ang="T143">
                                <a:pos x="T70" y="T71"/>
                              </a:cxn>
                              <a:cxn ang="T144">
                                <a:pos x="T72" y="T73"/>
                              </a:cxn>
                              <a:cxn ang="T145">
                                <a:pos x="T74" y="T75"/>
                              </a:cxn>
                              <a:cxn ang="T146">
                                <a:pos x="T76" y="T77"/>
                              </a:cxn>
                              <a:cxn ang="T147">
                                <a:pos x="T78" y="T79"/>
                              </a:cxn>
                              <a:cxn ang="T148">
                                <a:pos x="T80" y="T81"/>
                              </a:cxn>
                              <a:cxn ang="T149">
                                <a:pos x="T82" y="T83"/>
                              </a:cxn>
                              <a:cxn ang="T150">
                                <a:pos x="T84" y="T85"/>
                              </a:cxn>
                              <a:cxn ang="T151">
                                <a:pos x="T86" y="T87"/>
                              </a:cxn>
                              <a:cxn ang="T152">
                                <a:pos x="T88" y="T89"/>
                              </a:cxn>
                              <a:cxn ang="T153">
                                <a:pos x="T90" y="T91"/>
                              </a:cxn>
                              <a:cxn ang="T154">
                                <a:pos x="T92" y="T93"/>
                              </a:cxn>
                              <a:cxn ang="T155">
                                <a:pos x="T94" y="T95"/>
                              </a:cxn>
                              <a:cxn ang="T156">
                                <a:pos x="T96" y="T97"/>
                              </a:cxn>
                              <a:cxn ang="T157">
                                <a:pos x="T98" y="T99"/>
                              </a:cxn>
                              <a:cxn ang="T158">
                                <a:pos x="T100" y="T101"/>
                              </a:cxn>
                              <a:cxn ang="T159">
                                <a:pos x="T102" y="T103"/>
                              </a:cxn>
                              <a:cxn ang="T160">
                                <a:pos x="T104" y="T105"/>
                              </a:cxn>
                              <a:cxn ang="T161">
                                <a:pos x="T106" y="T107"/>
                              </a:cxn>
                            </a:cxnLst>
                            <a:rect l="T162" t="T163" r="T164" b="T165"/>
                            <a:pathLst>
                              <a:path w="143" h="178">
                                <a:moveTo>
                                  <a:pt x="10" y="0"/>
                                </a:moveTo>
                                <a:lnTo>
                                  <a:pt x="22" y="0"/>
                                </a:lnTo>
                                <a:lnTo>
                                  <a:pt x="36" y="19"/>
                                </a:lnTo>
                                <a:lnTo>
                                  <a:pt x="33" y="36"/>
                                </a:lnTo>
                                <a:lnTo>
                                  <a:pt x="41" y="42"/>
                                </a:lnTo>
                                <a:lnTo>
                                  <a:pt x="45" y="54"/>
                                </a:lnTo>
                                <a:lnTo>
                                  <a:pt x="55" y="59"/>
                                </a:lnTo>
                                <a:lnTo>
                                  <a:pt x="66" y="61"/>
                                </a:lnTo>
                                <a:lnTo>
                                  <a:pt x="82" y="69"/>
                                </a:lnTo>
                                <a:lnTo>
                                  <a:pt x="93" y="81"/>
                                </a:lnTo>
                                <a:lnTo>
                                  <a:pt x="96" y="81"/>
                                </a:lnTo>
                                <a:lnTo>
                                  <a:pt x="110" y="90"/>
                                </a:lnTo>
                                <a:lnTo>
                                  <a:pt x="110" y="112"/>
                                </a:lnTo>
                                <a:lnTo>
                                  <a:pt x="114" y="122"/>
                                </a:lnTo>
                                <a:lnTo>
                                  <a:pt x="118" y="128"/>
                                </a:lnTo>
                                <a:lnTo>
                                  <a:pt x="123" y="133"/>
                                </a:lnTo>
                                <a:lnTo>
                                  <a:pt x="129" y="141"/>
                                </a:lnTo>
                                <a:lnTo>
                                  <a:pt x="132" y="149"/>
                                </a:lnTo>
                                <a:lnTo>
                                  <a:pt x="143" y="157"/>
                                </a:lnTo>
                                <a:lnTo>
                                  <a:pt x="141" y="165"/>
                                </a:lnTo>
                                <a:lnTo>
                                  <a:pt x="130" y="167"/>
                                </a:lnTo>
                                <a:lnTo>
                                  <a:pt x="126" y="160"/>
                                </a:lnTo>
                                <a:lnTo>
                                  <a:pt x="118" y="160"/>
                                </a:lnTo>
                                <a:lnTo>
                                  <a:pt x="118" y="178"/>
                                </a:lnTo>
                                <a:lnTo>
                                  <a:pt x="111" y="178"/>
                                </a:lnTo>
                                <a:lnTo>
                                  <a:pt x="103" y="170"/>
                                </a:lnTo>
                                <a:lnTo>
                                  <a:pt x="97" y="165"/>
                                </a:lnTo>
                                <a:lnTo>
                                  <a:pt x="97" y="155"/>
                                </a:lnTo>
                                <a:lnTo>
                                  <a:pt x="85" y="155"/>
                                </a:lnTo>
                                <a:lnTo>
                                  <a:pt x="81" y="165"/>
                                </a:lnTo>
                                <a:lnTo>
                                  <a:pt x="77" y="155"/>
                                </a:lnTo>
                                <a:lnTo>
                                  <a:pt x="75" y="145"/>
                                </a:lnTo>
                                <a:lnTo>
                                  <a:pt x="91" y="141"/>
                                </a:lnTo>
                                <a:lnTo>
                                  <a:pt x="99" y="144"/>
                                </a:lnTo>
                                <a:lnTo>
                                  <a:pt x="100" y="126"/>
                                </a:lnTo>
                                <a:lnTo>
                                  <a:pt x="92" y="120"/>
                                </a:lnTo>
                                <a:lnTo>
                                  <a:pt x="86" y="106"/>
                                </a:lnTo>
                                <a:lnTo>
                                  <a:pt x="82" y="88"/>
                                </a:lnTo>
                                <a:lnTo>
                                  <a:pt x="67" y="83"/>
                                </a:lnTo>
                                <a:lnTo>
                                  <a:pt x="60" y="74"/>
                                </a:lnTo>
                                <a:lnTo>
                                  <a:pt x="48" y="69"/>
                                </a:lnTo>
                                <a:lnTo>
                                  <a:pt x="55" y="87"/>
                                </a:lnTo>
                                <a:lnTo>
                                  <a:pt x="41" y="94"/>
                                </a:lnTo>
                                <a:lnTo>
                                  <a:pt x="33" y="75"/>
                                </a:lnTo>
                                <a:lnTo>
                                  <a:pt x="26" y="71"/>
                                </a:lnTo>
                                <a:lnTo>
                                  <a:pt x="26" y="61"/>
                                </a:lnTo>
                                <a:lnTo>
                                  <a:pt x="17" y="49"/>
                                </a:lnTo>
                                <a:lnTo>
                                  <a:pt x="6" y="42"/>
                                </a:lnTo>
                                <a:lnTo>
                                  <a:pt x="0" y="35"/>
                                </a:lnTo>
                                <a:lnTo>
                                  <a:pt x="3" y="29"/>
                                </a:lnTo>
                                <a:lnTo>
                                  <a:pt x="11" y="32"/>
                                </a:lnTo>
                                <a:lnTo>
                                  <a:pt x="14" y="24"/>
                                </a:lnTo>
                                <a:lnTo>
                                  <a:pt x="11" y="14"/>
                                </a:lnTo>
                                <a:lnTo>
                                  <a:pt x="1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2690" name="Freeform 153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63" y="2322"/>
                            <a:ext cx="53" cy="76"/>
                          </a:xfrm>
                          <a:custGeom>
                            <a:avLst/>
                            <a:gdLst>
                              <a:gd name="T0" fmla="*/ 11 w 106"/>
                              <a:gd name="T1" fmla="*/ 0 h 153"/>
                              <a:gd name="T2" fmla="*/ 22 w 106"/>
                              <a:gd name="T3" fmla="*/ 5 h 153"/>
                              <a:gd name="T4" fmla="*/ 27 w 106"/>
                              <a:gd name="T5" fmla="*/ 11 h 153"/>
                              <a:gd name="T6" fmla="*/ 31 w 106"/>
                              <a:gd name="T7" fmla="*/ 17 h 153"/>
                              <a:gd name="T8" fmla="*/ 35 w 106"/>
                              <a:gd name="T9" fmla="*/ 17 h 153"/>
                              <a:gd name="T10" fmla="*/ 35 w 106"/>
                              <a:gd name="T11" fmla="*/ 22 h 153"/>
                              <a:gd name="T12" fmla="*/ 39 w 106"/>
                              <a:gd name="T13" fmla="*/ 25 h 153"/>
                              <a:gd name="T14" fmla="*/ 41 w 106"/>
                              <a:gd name="T15" fmla="*/ 29 h 153"/>
                              <a:gd name="T16" fmla="*/ 48 w 106"/>
                              <a:gd name="T17" fmla="*/ 38 h 153"/>
                              <a:gd name="T18" fmla="*/ 53 w 106"/>
                              <a:gd name="T19" fmla="*/ 48 h 153"/>
                              <a:gd name="T20" fmla="*/ 44 w 106"/>
                              <a:gd name="T21" fmla="*/ 47 h 153"/>
                              <a:gd name="T22" fmla="*/ 37 w 106"/>
                              <a:gd name="T23" fmla="*/ 46 h 153"/>
                              <a:gd name="T24" fmla="*/ 42 w 106"/>
                              <a:gd name="T25" fmla="*/ 53 h 153"/>
                              <a:gd name="T26" fmla="*/ 42 w 106"/>
                              <a:gd name="T27" fmla="*/ 57 h 153"/>
                              <a:gd name="T28" fmla="*/ 42 w 106"/>
                              <a:gd name="T29" fmla="*/ 62 h 153"/>
                              <a:gd name="T30" fmla="*/ 39 w 106"/>
                              <a:gd name="T31" fmla="*/ 59 h 153"/>
                              <a:gd name="T32" fmla="*/ 36 w 106"/>
                              <a:gd name="T33" fmla="*/ 56 h 153"/>
                              <a:gd name="T34" fmla="*/ 29 w 106"/>
                              <a:gd name="T35" fmla="*/ 51 h 153"/>
                              <a:gd name="T36" fmla="*/ 26 w 106"/>
                              <a:gd name="T37" fmla="*/ 49 h 153"/>
                              <a:gd name="T38" fmla="*/ 21 w 106"/>
                              <a:gd name="T39" fmla="*/ 51 h 153"/>
                              <a:gd name="T40" fmla="*/ 17 w 106"/>
                              <a:gd name="T41" fmla="*/ 53 h 153"/>
                              <a:gd name="T42" fmla="*/ 20 w 106"/>
                              <a:gd name="T43" fmla="*/ 57 h 153"/>
                              <a:gd name="T44" fmla="*/ 25 w 106"/>
                              <a:gd name="T45" fmla="*/ 59 h 153"/>
                              <a:gd name="T46" fmla="*/ 30 w 106"/>
                              <a:gd name="T47" fmla="*/ 62 h 153"/>
                              <a:gd name="T48" fmla="*/ 33 w 106"/>
                              <a:gd name="T49" fmla="*/ 67 h 153"/>
                              <a:gd name="T50" fmla="*/ 31 w 106"/>
                              <a:gd name="T51" fmla="*/ 74 h 153"/>
                              <a:gd name="T52" fmla="*/ 31 w 106"/>
                              <a:gd name="T53" fmla="*/ 76 h 153"/>
                              <a:gd name="T54" fmla="*/ 29 w 106"/>
                              <a:gd name="T55" fmla="*/ 76 h 153"/>
                              <a:gd name="T56" fmla="*/ 26 w 106"/>
                              <a:gd name="T57" fmla="*/ 74 h 153"/>
                              <a:gd name="T58" fmla="*/ 25 w 106"/>
                              <a:gd name="T59" fmla="*/ 73 h 153"/>
                              <a:gd name="T60" fmla="*/ 23 w 106"/>
                              <a:gd name="T61" fmla="*/ 72 h 153"/>
                              <a:gd name="T62" fmla="*/ 21 w 106"/>
                              <a:gd name="T63" fmla="*/ 75 h 153"/>
                              <a:gd name="T64" fmla="*/ 17 w 106"/>
                              <a:gd name="T65" fmla="*/ 76 h 153"/>
                              <a:gd name="T66" fmla="*/ 14 w 106"/>
                              <a:gd name="T67" fmla="*/ 73 h 153"/>
                              <a:gd name="T68" fmla="*/ 14 w 106"/>
                              <a:gd name="T69" fmla="*/ 67 h 153"/>
                              <a:gd name="T70" fmla="*/ 14 w 106"/>
                              <a:gd name="T71" fmla="*/ 63 h 153"/>
                              <a:gd name="T72" fmla="*/ 11 w 106"/>
                              <a:gd name="T73" fmla="*/ 61 h 153"/>
                              <a:gd name="T74" fmla="*/ 7 w 106"/>
                              <a:gd name="T75" fmla="*/ 65 h 153"/>
                              <a:gd name="T76" fmla="*/ 2 w 106"/>
                              <a:gd name="T77" fmla="*/ 65 h 153"/>
                              <a:gd name="T78" fmla="*/ 0 w 106"/>
                              <a:gd name="T79" fmla="*/ 62 h 153"/>
                              <a:gd name="T80" fmla="*/ 2 w 106"/>
                              <a:gd name="T81" fmla="*/ 54 h 153"/>
                              <a:gd name="T82" fmla="*/ 6 w 106"/>
                              <a:gd name="T83" fmla="*/ 50 h 153"/>
                              <a:gd name="T84" fmla="*/ 5 w 106"/>
                              <a:gd name="T85" fmla="*/ 38 h 153"/>
                              <a:gd name="T86" fmla="*/ 5 w 106"/>
                              <a:gd name="T87" fmla="*/ 35 h 153"/>
                              <a:gd name="T88" fmla="*/ 9 w 106"/>
                              <a:gd name="T89" fmla="*/ 35 h 153"/>
                              <a:gd name="T90" fmla="*/ 13 w 106"/>
                              <a:gd name="T91" fmla="*/ 38 h 153"/>
                              <a:gd name="T92" fmla="*/ 19 w 106"/>
                              <a:gd name="T93" fmla="*/ 39 h 153"/>
                              <a:gd name="T94" fmla="*/ 19 w 106"/>
                              <a:gd name="T95" fmla="*/ 34 h 153"/>
                              <a:gd name="T96" fmla="*/ 16 w 106"/>
                              <a:gd name="T97" fmla="*/ 31 h 153"/>
                              <a:gd name="T98" fmla="*/ 14 w 106"/>
                              <a:gd name="T99" fmla="*/ 29 h 153"/>
                              <a:gd name="T100" fmla="*/ 17 w 106"/>
                              <a:gd name="T101" fmla="*/ 29 h 153"/>
                              <a:gd name="T102" fmla="*/ 18 w 106"/>
                              <a:gd name="T103" fmla="*/ 29 h 153"/>
                              <a:gd name="T104" fmla="*/ 20 w 106"/>
                              <a:gd name="T105" fmla="*/ 29 h 153"/>
                              <a:gd name="T106" fmla="*/ 21 w 106"/>
                              <a:gd name="T107" fmla="*/ 29 h 153"/>
                              <a:gd name="T108" fmla="*/ 23 w 106"/>
                              <a:gd name="T109" fmla="*/ 27 h 153"/>
                              <a:gd name="T110" fmla="*/ 22 w 106"/>
                              <a:gd name="T111" fmla="*/ 25 h 153"/>
                              <a:gd name="T112" fmla="*/ 20 w 106"/>
                              <a:gd name="T113" fmla="*/ 20 h 153"/>
                              <a:gd name="T114" fmla="*/ 16 w 106"/>
                              <a:gd name="T115" fmla="*/ 14 h 153"/>
                              <a:gd name="T116" fmla="*/ 11 w 106"/>
                              <a:gd name="T117" fmla="*/ 12 h 153"/>
                              <a:gd name="T118" fmla="*/ 9 w 106"/>
                              <a:gd name="T119" fmla="*/ 7 h 153"/>
                              <a:gd name="T120" fmla="*/ 11 w 106"/>
                              <a:gd name="T121" fmla="*/ 0 h 153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60000 65536"/>
                              <a:gd name="T163" fmla="*/ 0 60000 65536"/>
                              <a:gd name="T164" fmla="*/ 0 60000 65536"/>
                              <a:gd name="T165" fmla="*/ 0 60000 65536"/>
                              <a:gd name="T166" fmla="*/ 0 60000 65536"/>
                              <a:gd name="T167" fmla="*/ 0 60000 65536"/>
                              <a:gd name="T168" fmla="*/ 0 60000 65536"/>
                              <a:gd name="T169" fmla="*/ 0 60000 65536"/>
                              <a:gd name="T170" fmla="*/ 0 60000 65536"/>
                              <a:gd name="T171" fmla="*/ 0 60000 65536"/>
                              <a:gd name="T172" fmla="*/ 0 60000 65536"/>
                              <a:gd name="T173" fmla="*/ 0 60000 65536"/>
                              <a:gd name="T174" fmla="*/ 0 60000 65536"/>
                              <a:gd name="T175" fmla="*/ 0 60000 65536"/>
                              <a:gd name="T176" fmla="*/ 0 60000 65536"/>
                              <a:gd name="T177" fmla="*/ 0 60000 65536"/>
                              <a:gd name="T178" fmla="*/ 0 60000 65536"/>
                              <a:gd name="T179" fmla="*/ 0 60000 65536"/>
                              <a:gd name="T180" fmla="*/ 0 60000 65536"/>
                              <a:gd name="T181" fmla="*/ 0 60000 65536"/>
                              <a:gd name="T182" fmla="*/ 0 60000 65536"/>
                              <a:gd name="T183" fmla="*/ 0 w 106"/>
                              <a:gd name="T184" fmla="*/ 0 h 153"/>
                              <a:gd name="T185" fmla="*/ 106 w 106"/>
                              <a:gd name="T186" fmla="*/ 153 h 153"/>
                            </a:gdLst>
                            <a:ahLst/>
                            <a:cxnLst>
                              <a:cxn ang="T122">
                                <a:pos x="T0" y="T1"/>
                              </a:cxn>
                              <a:cxn ang="T123">
                                <a:pos x="T2" y="T3"/>
                              </a:cxn>
                              <a:cxn ang="T124">
                                <a:pos x="T4" y="T5"/>
                              </a:cxn>
                              <a:cxn ang="T125">
                                <a:pos x="T6" y="T7"/>
                              </a:cxn>
                              <a:cxn ang="T126">
                                <a:pos x="T8" y="T9"/>
                              </a:cxn>
                              <a:cxn ang="T127">
                                <a:pos x="T10" y="T11"/>
                              </a:cxn>
                              <a:cxn ang="T128">
                                <a:pos x="T12" y="T13"/>
                              </a:cxn>
                              <a:cxn ang="T129">
                                <a:pos x="T14" y="T15"/>
                              </a:cxn>
                              <a:cxn ang="T130">
                                <a:pos x="T16" y="T17"/>
                              </a:cxn>
                              <a:cxn ang="T131">
                                <a:pos x="T18" y="T19"/>
                              </a:cxn>
                              <a:cxn ang="T132">
                                <a:pos x="T20" y="T21"/>
                              </a:cxn>
                              <a:cxn ang="T133">
                                <a:pos x="T22" y="T23"/>
                              </a:cxn>
                              <a:cxn ang="T134">
                                <a:pos x="T24" y="T25"/>
                              </a:cxn>
                              <a:cxn ang="T135">
                                <a:pos x="T26" y="T27"/>
                              </a:cxn>
                              <a:cxn ang="T136">
                                <a:pos x="T28" y="T29"/>
                              </a:cxn>
                              <a:cxn ang="T137">
                                <a:pos x="T30" y="T31"/>
                              </a:cxn>
                              <a:cxn ang="T138">
                                <a:pos x="T32" y="T33"/>
                              </a:cxn>
                              <a:cxn ang="T139">
                                <a:pos x="T34" y="T35"/>
                              </a:cxn>
                              <a:cxn ang="T140">
                                <a:pos x="T36" y="T37"/>
                              </a:cxn>
                              <a:cxn ang="T141">
                                <a:pos x="T38" y="T39"/>
                              </a:cxn>
                              <a:cxn ang="T142">
                                <a:pos x="T40" y="T41"/>
                              </a:cxn>
                              <a:cxn ang="T143">
                                <a:pos x="T42" y="T43"/>
                              </a:cxn>
                              <a:cxn ang="T144">
                                <a:pos x="T44" y="T45"/>
                              </a:cxn>
                              <a:cxn ang="T145">
                                <a:pos x="T46" y="T47"/>
                              </a:cxn>
                              <a:cxn ang="T146">
                                <a:pos x="T48" y="T49"/>
                              </a:cxn>
                              <a:cxn ang="T147">
                                <a:pos x="T50" y="T51"/>
                              </a:cxn>
                              <a:cxn ang="T148">
                                <a:pos x="T52" y="T53"/>
                              </a:cxn>
                              <a:cxn ang="T149">
                                <a:pos x="T54" y="T55"/>
                              </a:cxn>
                              <a:cxn ang="T150">
                                <a:pos x="T56" y="T57"/>
                              </a:cxn>
                              <a:cxn ang="T151">
                                <a:pos x="T58" y="T59"/>
                              </a:cxn>
                              <a:cxn ang="T152">
                                <a:pos x="T60" y="T61"/>
                              </a:cxn>
                              <a:cxn ang="T153">
                                <a:pos x="T62" y="T63"/>
                              </a:cxn>
                              <a:cxn ang="T154">
                                <a:pos x="T64" y="T65"/>
                              </a:cxn>
                              <a:cxn ang="T155">
                                <a:pos x="T66" y="T67"/>
                              </a:cxn>
                              <a:cxn ang="T156">
                                <a:pos x="T68" y="T69"/>
                              </a:cxn>
                              <a:cxn ang="T157">
                                <a:pos x="T70" y="T71"/>
                              </a:cxn>
                              <a:cxn ang="T158">
                                <a:pos x="T72" y="T73"/>
                              </a:cxn>
                              <a:cxn ang="T159">
                                <a:pos x="T74" y="T75"/>
                              </a:cxn>
                              <a:cxn ang="T160">
                                <a:pos x="T76" y="T77"/>
                              </a:cxn>
                              <a:cxn ang="T161">
                                <a:pos x="T78" y="T79"/>
                              </a:cxn>
                              <a:cxn ang="T162">
                                <a:pos x="T80" y="T81"/>
                              </a:cxn>
                              <a:cxn ang="T163">
                                <a:pos x="T82" y="T83"/>
                              </a:cxn>
                              <a:cxn ang="T164">
                                <a:pos x="T84" y="T85"/>
                              </a:cxn>
                              <a:cxn ang="T165">
                                <a:pos x="T86" y="T87"/>
                              </a:cxn>
                              <a:cxn ang="T166">
                                <a:pos x="T88" y="T89"/>
                              </a:cxn>
                              <a:cxn ang="T167">
                                <a:pos x="T90" y="T91"/>
                              </a:cxn>
                              <a:cxn ang="T168">
                                <a:pos x="T92" y="T93"/>
                              </a:cxn>
                              <a:cxn ang="T169">
                                <a:pos x="T94" y="T95"/>
                              </a:cxn>
                              <a:cxn ang="T170">
                                <a:pos x="T96" y="T97"/>
                              </a:cxn>
                              <a:cxn ang="T171">
                                <a:pos x="T98" y="T99"/>
                              </a:cxn>
                              <a:cxn ang="T172">
                                <a:pos x="T100" y="T101"/>
                              </a:cxn>
                              <a:cxn ang="T173">
                                <a:pos x="T102" y="T103"/>
                              </a:cxn>
                              <a:cxn ang="T174">
                                <a:pos x="T104" y="T105"/>
                              </a:cxn>
                              <a:cxn ang="T175">
                                <a:pos x="T106" y="T107"/>
                              </a:cxn>
                              <a:cxn ang="T176">
                                <a:pos x="T108" y="T109"/>
                              </a:cxn>
                              <a:cxn ang="T177">
                                <a:pos x="T110" y="T111"/>
                              </a:cxn>
                              <a:cxn ang="T178">
                                <a:pos x="T112" y="T113"/>
                              </a:cxn>
                              <a:cxn ang="T179">
                                <a:pos x="T114" y="T115"/>
                              </a:cxn>
                              <a:cxn ang="T180">
                                <a:pos x="T116" y="T117"/>
                              </a:cxn>
                              <a:cxn ang="T181">
                                <a:pos x="T118" y="T119"/>
                              </a:cxn>
                              <a:cxn ang="T182">
                                <a:pos x="T120" y="T121"/>
                              </a:cxn>
                            </a:cxnLst>
                            <a:rect l="T183" t="T184" r="T185" b="T186"/>
                            <a:pathLst>
                              <a:path w="106" h="153">
                                <a:moveTo>
                                  <a:pt x="22" y="0"/>
                                </a:moveTo>
                                <a:lnTo>
                                  <a:pt x="43" y="10"/>
                                </a:lnTo>
                                <a:lnTo>
                                  <a:pt x="55" y="22"/>
                                </a:lnTo>
                                <a:lnTo>
                                  <a:pt x="63" y="35"/>
                                </a:lnTo>
                                <a:lnTo>
                                  <a:pt x="70" y="35"/>
                                </a:lnTo>
                                <a:lnTo>
                                  <a:pt x="69" y="44"/>
                                </a:lnTo>
                                <a:lnTo>
                                  <a:pt x="77" y="50"/>
                                </a:lnTo>
                                <a:lnTo>
                                  <a:pt x="82" y="58"/>
                                </a:lnTo>
                                <a:lnTo>
                                  <a:pt x="96" y="76"/>
                                </a:lnTo>
                                <a:lnTo>
                                  <a:pt x="106" y="96"/>
                                </a:lnTo>
                                <a:lnTo>
                                  <a:pt x="88" y="95"/>
                                </a:lnTo>
                                <a:lnTo>
                                  <a:pt x="74" y="92"/>
                                </a:lnTo>
                                <a:lnTo>
                                  <a:pt x="84" y="106"/>
                                </a:lnTo>
                                <a:lnTo>
                                  <a:pt x="84" y="115"/>
                                </a:lnTo>
                                <a:lnTo>
                                  <a:pt x="84" y="124"/>
                                </a:lnTo>
                                <a:lnTo>
                                  <a:pt x="78" y="119"/>
                                </a:lnTo>
                                <a:lnTo>
                                  <a:pt x="71" y="112"/>
                                </a:lnTo>
                                <a:lnTo>
                                  <a:pt x="59" y="103"/>
                                </a:lnTo>
                                <a:lnTo>
                                  <a:pt x="52" y="99"/>
                                </a:lnTo>
                                <a:lnTo>
                                  <a:pt x="41" y="103"/>
                                </a:lnTo>
                                <a:lnTo>
                                  <a:pt x="34" y="106"/>
                                </a:lnTo>
                                <a:lnTo>
                                  <a:pt x="39" y="114"/>
                                </a:lnTo>
                                <a:lnTo>
                                  <a:pt x="50" y="119"/>
                                </a:lnTo>
                                <a:lnTo>
                                  <a:pt x="60" y="125"/>
                                </a:lnTo>
                                <a:lnTo>
                                  <a:pt x="65" y="135"/>
                                </a:lnTo>
                                <a:lnTo>
                                  <a:pt x="63" y="148"/>
                                </a:lnTo>
                                <a:lnTo>
                                  <a:pt x="63" y="153"/>
                                </a:lnTo>
                                <a:lnTo>
                                  <a:pt x="59" y="153"/>
                                </a:lnTo>
                                <a:lnTo>
                                  <a:pt x="52" y="148"/>
                                </a:lnTo>
                                <a:lnTo>
                                  <a:pt x="50" y="147"/>
                                </a:lnTo>
                                <a:lnTo>
                                  <a:pt x="45" y="144"/>
                                </a:lnTo>
                                <a:lnTo>
                                  <a:pt x="41" y="151"/>
                                </a:lnTo>
                                <a:lnTo>
                                  <a:pt x="34" y="153"/>
                                </a:lnTo>
                                <a:lnTo>
                                  <a:pt x="29" y="147"/>
                                </a:lnTo>
                                <a:lnTo>
                                  <a:pt x="29" y="134"/>
                                </a:lnTo>
                                <a:lnTo>
                                  <a:pt x="28" y="127"/>
                                </a:lnTo>
                                <a:lnTo>
                                  <a:pt x="21" y="122"/>
                                </a:lnTo>
                                <a:lnTo>
                                  <a:pt x="14" y="130"/>
                                </a:lnTo>
                                <a:lnTo>
                                  <a:pt x="3" y="130"/>
                                </a:lnTo>
                                <a:lnTo>
                                  <a:pt x="0" y="124"/>
                                </a:lnTo>
                                <a:lnTo>
                                  <a:pt x="3" y="109"/>
                                </a:lnTo>
                                <a:lnTo>
                                  <a:pt x="11" y="101"/>
                                </a:lnTo>
                                <a:lnTo>
                                  <a:pt x="10" y="77"/>
                                </a:lnTo>
                                <a:lnTo>
                                  <a:pt x="10" y="71"/>
                                </a:lnTo>
                                <a:lnTo>
                                  <a:pt x="18" y="70"/>
                                </a:lnTo>
                                <a:lnTo>
                                  <a:pt x="25" y="76"/>
                                </a:lnTo>
                                <a:lnTo>
                                  <a:pt x="37" y="79"/>
                                </a:lnTo>
                                <a:lnTo>
                                  <a:pt x="37" y="69"/>
                                </a:lnTo>
                                <a:lnTo>
                                  <a:pt x="32" y="63"/>
                                </a:lnTo>
                                <a:lnTo>
                                  <a:pt x="29" y="58"/>
                                </a:lnTo>
                                <a:lnTo>
                                  <a:pt x="33" y="58"/>
                                </a:lnTo>
                                <a:lnTo>
                                  <a:pt x="36" y="58"/>
                                </a:lnTo>
                                <a:lnTo>
                                  <a:pt x="39" y="58"/>
                                </a:lnTo>
                                <a:lnTo>
                                  <a:pt x="41" y="58"/>
                                </a:lnTo>
                                <a:lnTo>
                                  <a:pt x="45" y="54"/>
                                </a:lnTo>
                                <a:lnTo>
                                  <a:pt x="44" y="50"/>
                                </a:lnTo>
                                <a:lnTo>
                                  <a:pt x="40" y="40"/>
                                </a:lnTo>
                                <a:lnTo>
                                  <a:pt x="32" y="29"/>
                                </a:lnTo>
                                <a:lnTo>
                                  <a:pt x="21" y="24"/>
                                </a:lnTo>
                                <a:lnTo>
                                  <a:pt x="17" y="15"/>
                                </a:lnTo>
                                <a:lnTo>
                                  <a:pt x="22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2691" name="Freeform 15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03" y="2231"/>
                            <a:ext cx="57" cy="62"/>
                          </a:xfrm>
                          <a:custGeom>
                            <a:avLst/>
                            <a:gdLst>
                              <a:gd name="T0" fmla="*/ 0 w 116"/>
                              <a:gd name="T1" fmla="*/ 0 h 123"/>
                              <a:gd name="T2" fmla="*/ 5 w 116"/>
                              <a:gd name="T3" fmla="*/ 0 h 123"/>
                              <a:gd name="T4" fmla="*/ 8 w 116"/>
                              <a:gd name="T5" fmla="*/ 5 h 123"/>
                              <a:gd name="T6" fmla="*/ 15 w 116"/>
                              <a:gd name="T7" fmla="*/ 11 h 123"/>
                              <a:gd name="T8" fmla="*/ 18 w 116"/>
                              <a:gd name="T9" fmla="*/ 18 h 123"/>
                              <a:gd name="T10" fmla="*/ 24 w 116"/>
                              <a:gd name="T11" fmla="*/ 19 h 123"/>
                              <a:gd name="T12" fmla="*/ 28 w 116"/>
                              <a:gd name="T13" fmla="*/ 20 h 123"/>
                              <a:gd name="T14" fmla="*/ 31 w 116"/>
                              <a:gd name="T15" fmla="*/ 23 h 123"/>
                              <a:gd name="T16" fmla="*/ 35 w 116"/>
                              <a:gd name="T17" fmla="*/ 23 h 123"/>
                              <a:gd name="T18" fmla="*/ 40 w 116"/>
                              <a:gd name="T19" fmla="*/ 28 h 123"/>
                              <a:gd name="T20" fmla="*/ 44 w 116"/>
                              <a:gd name="T21" fmla="*/ 31 h 123"/>
                              <a:gd name="T22" fmla="*/ 49 w 116"/>
                              <a:gd name="T23" fmla="*/ 34 h 123"/>
                              <a:gd name="T24" fmla="*/ 48 w 116"/>
                              <a:gd name="T25" fmla="*/ 36 h 123"/>
                              <a:gd name="T26" fmla="*/ 45 w 116"/>
                              <a:gd name="T27" fmla="*/ 37 h 123"/>
                              <a:gd name="T28" fmla="*/ 43 w 116"/>
                              <a:gd name="T29" fmla="*/ 37 h 123"/>
                              <a:gd name="T30" fmla="*/ 41 w 116"/>
                              <a:gd name="T31" fmla="*/ 39 h 123"/>
                              <a:gd name="T32" fmla="*/ 47 w 116"/>
                              <a:gd name="T33" fmla="*/ 44 h 123"/>
                              <a:gd name="T34" fmla="*/ 51 w 116"/>
                              <a:gd name="T35" fmla="*/ 48 h 123"/>
                              <a:gd name="T36" fmla="*/ 57 w 116"/>
                              <a:gd name="T37" fmla="*/ 52 h 123"/>
                              <a:gd name="T38" fmla="*/ 53 w 116"/>
                              <a:gd name="T39" fmla="*/ 58 h 123"/>
                              <a:gd name="T40" fmla="*/ 50 w 116"/>
                              <a:gd name="T41" fmla="*/ 59 h 123"/>
                              <a:gd name="T42" fmla="*/ 50 w 116"/>
                              <a:gd name="T43" fmla="*/ 62 h 123"/>
                              <a:gd name="T44" fmla="*/ 44 w 116"/>
                              <a:gd name="T45" fmla="*/ 62 h 123"/>
                              <a:gd name="T46" fmla="*/ 42 w 116"/>
                              <a:gd name="T47" fmla="*/ 60 h 123"/>
                              <a:gd name="T48" fmla="*/ 37 w 116"/>
                              <a:gd name="T49" fmla="*/ 54 h 123"/>
                              <a:gd name="T50" fmla="*/ 34 w 116"/>
                              <a:gd name="T51" fmla="*/ 49 h 123"/>
                              <a:gd name="T52" fmla="*/ 29 w 116"/>
                              <a:gd name="T53" fmla="*/ 40 h 123"/>
                              <a:gd name="T54" fmla="*/ 23 w 116"/>
                              <a:gd name="T55" fmla="*/ 34 h 123"/>
                              <a:gd name="T56" fmla="*/ 16 w 116"/>
                              <a:gd name="T57" fmla="*/ 24 h 123"/>
                              <a:gd name="T58" fmla="*/ 12 w 116"/>
                              <a:gd name="T59" fmla="*/ 21 h 123"/>
                              <a:gd name="T60" fmla="*/ 8 w 116"/>
                              <a:gd name="T61" fmla="*/ 19 h 123"/>
                              <a:gd name="T62" fmla="*/ 7 w 116"/>
                              <a:gd name="T63" fmla="*/ 14 h 123"/>
                              <a:gd name="T64" fmla="*/ 1 w 116"/>
                              <a:gd name="T65" fmla="*/ 10 h 123"/>
                              <a:gd name="T66" fmla="*/ 1 w 116"/>
                              <a:gd name="T67" fmla="*/ 7 h 123"/>
                              <a:gd name="T68" fmla="*/ 0 w 116"/>
                              <a:gd name="T69" fmla="*/ 0 h 123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w 116"/>
                              <a:gd name="T106" fmla="*/ 0 h 123"/>
                              <a:gd name="T107" fmla="*/ 116 w 116"/>
                              <a:gd name="T108" fmla="*/ 123 h 123"/>
                            </a:gdLst>
                            <a:ahLst/>
                            <a:cxnLst>
                              <a:cxn ang="T70">
                                <a:pos x="T0" y="T1"/>
                              </a:cxn>
                              <a:cxn ang="T71">
                                <a:pos x="T2" y="T3"/>
                              </a:cxn>
                              <a:cxn ang="T72">
                                <a:pos x="T4" y="T5"/>
                              </a:cxn>
                              <a:cxn ang="T73">
                                <a:pos x="T6" y="T7"/>
                              </a:cxn>
                              <a:cxn ang="T74">
                                <a:pos x="T8" y="T9"/>
                              </a:cxn>
                              <a:cxn ang="T75">
                                <a:pos x="T10" y="T11"/>
                              </a:cxn>
                              <a:cxn ang="T76">
                                <a:pos x="T12" y="T13"/>
                              </a:cxn>
                              <a:cxn ang="T77">
                                <a:pos x="T14" y="T15"/>
                              </a:cxn>
                              <a:cxn ang="T78">
                                <a:pos x="T16" y="T17"/>
                              </a:cxn>
                              <a:cxn ang="T79">
                                <a:pos x="T18" y="T19"/>
                              </a:cxn>
                              <a:cxn ang="T80">
                                <a:pos x="T20" y="T21"/>
                              </a:cxn>
                              <a:cxn ang="T81">
                                <a:pos x="T22" y="T23"/>
                              </a:cxn>
                              <a:cxn ang="T82">
                                <a:pos x="T24" y="T25"/>
                              </a:cxn>
                              <a:cxn ang="T83">
                                <a:pos x="T26" y="T27"/>
                              </a:cxn>
                              <a:cxn ang="T84">
                                <a:pos x="T28" y="T29"/>
                              </a:cxn>
                              <a:cxn ang="T85">
                                <a:pos x="T30" y="T31"/>
                              </a:cxn>
                              <a:cxn ang="T86">
                                <a:pos x="T32" y="T33"/>
                              </a:cxn>
                              <a:cxn ang="T87">
                                <a:pos x="T34" y="T35"/>
                              </a:cxn>
                              <a:cxn ang="T88">
                                <a:pos x="T36" y="T37"/>
                              </a:cxn>
                              <a:cxn ang="T89">
                                <a:pos x="T38" y="T39"/>
                              </a:cxn>
                              <a:cxn ang="T90">
                                <a:pos x="T40" y="T41"/>
                              </a:cxn>
                              <a:cxn ang="T91">
                                <a:pos x="T42" y="T43"/>
                              </a:cxn>
                              <a:cxn ang="T92">
                                <a:pos x="T44" y="T45"/>
                              </a:cxn>
                              <a:cxn ang="T93">
                                <a:pos x="T46" y="T47"/>
                              </a:cxn>
                              <a:cxn ang="T94">
                                <a:pos x="T48" y="T49"/>
                              </a:cxn>
                              <a:cxn ang="T95">
                                <a:pos x="T50" y="T51"/>
                              </a:cxn>
                              <a:cxn ang="T96">
                                <a:pos x="T52" y="T53"/>
                              </a:cxn>
                              <a:cxn ang="T97">
                                <a:pos x="T54" y="T55"/>
                              </a:cxn>
                              <a:cxn ang="T98">
                                <a:pos x="T56" y="T57"/>
                              </a:cxn>
                              <a:cxn ang="T99">
                                <a:pos x="T58" y="T59"/>
                              </a:cxn>
                              <a:cxn ang="T100">
                                <a:pos x="T60" y="T61"/>
                              </a:cxn>
                              <a:cxn ang="T101">
                                <a:pos x="T62" y="T63"/>
                              </a:cxn>
                              <a:cxn ang="T102">
                                <a:pos x="T64" y="T65"/>
                              </a:cxn>
                              <a:cxn ang="T103">
                                <a:pos x="T66" y="T67"/>
                              </a:cxn>
                              <a:cxn ang="T104">
                                <a:pos x="T68" y="T69"/>
                              </a:cxn>
                            </a:cxnLst>
                            <a:rect l="T105" t="T106" r="T107" b="T108"/>
                            <a:pathLst>
                              <a:path w="116" h="123">
                                <a:moveTo>
                                  <a:pt x="0" y="0"/>
                                </a:moveTo>
                                <a:lnTo>
                                  <a:pt x="11" y="0"/>
                                </a:lnTo>
                                <a:lnTo>
                                  <a:pt x="16" y="9"/>
                                </a:lnTo>
                                <a:lnTo>
                                  <a:pt x="31" y="22"/>
                                </a:lnTo>
                                <a:lnTo>
                                  <a:pt x="37" y="36"/>
                                </a:lnTo>
                                <a:lnTo>
                                  <a:pt x="48" y="38"/>
                                </a:lnTo>
                                <a:lnTo>
                                  <a:pt x="57" y="40"/>
                                </a:lnTo>
                                <a:lnTo>
                                  <a:pt x="64" y="46"/>
                                </a:lnTo>
                                <a:lnTo>
                                  <a:pt x="72" y="46"/>
                                </a:lnTo>
                                <a:lnTo>
                                  <a:pt x="81" y="55"/>
                                </a:lnTo>
                                <a:lnTo>
                                  <a:pt x="90" y="62"/>
                                </a:lnTo>
                                <a:lnTo>
                                  <a:pt x="99" y="67"/>
                                </a:lnTo>
                                <a:lnTo>
                                  <a:pt x="98" y="71"/>
                                </a:lnTo>
                                <a:lnTo>
                                  <a:pt x="92" y="74"/>
                                </a:lnTo>
                                <a:lnTo>
                                  <a:pt x="87" y="74"/>
                                </a:lnTo>
                                <a:lnTo>
                                  <a:pt x="84" y="78"/>
                                </a:lnTo>
                                <a:lnTo>
                                  <a:pt x="95" y="87"/>
                                </a:lnTo>
                                <a:lnTo>
                                  <a:pt x="103" y="96"/>
                                </a:lnTo>
                                <a:lnTo>
                                  <a:pt x="116" y="104"/>
                                </a:lnTo>
                                <a:lnTo>
                                  <a:pt x="107" y="115"/>
                                </a:lnTo>
                                <a:lnTo>
                                  <a:pt x="101" y="117"/>
                                </a:lnTo>
                                <a:lnTo>
                                  <a:pt x="102" y="123"/>
                                </a:lnTo>
                                <a:lnTo>
                                  <a:pt x="90" y="123"/>
                                </a:lnTo>
                                <a:lnTo>
                                  <a:pt x="85" y="119"/>
                                </a:lnTo>
                                <a:lnTo>
                                  <a:pt x="76" y="107"/>
                                </a:lnTo>
                                <a:lnTo>
                                  <a:pt x="69" y="97"/>
                                </a:lnTo>
                                <a:lnTo>
                                  <a:pt x="58" y="80"/>
                                </a:lnTo>
                                <a:lnTo>
                                  <a:pt x="46" y="67"/>
                                </a:lnTo>
                                <a:lnTo>
                                  <a:pt x="32" y="48"/>
                                </a:lnTo>
                                <a:lnTo>
                                  <a:pt x="24" y="42"/>
                                </a:lnTo>
                                <a:lnTo>
                                  <a:pt x="17" y="38"/>
                                </a:lnTo>
                                <a:lnTo>
                                  <a:pt x="14" y="27"/>
                                </a:lnTo>
                                <a:lnTo>
                                  <a:pt x="2" y="19"/>
                                </a:lnTo>
                                <a:lnTo>
                                  <a:pt x="2" y="13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</p:grpSp>
                    <p:grpSp>
                      <p:nvGrpSpPr>
                        <p:cNvPr id="62672" name="Group 155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748" y="2104"/>
                          <a:ext cx="843" cy="1024"/>
                          <a:chOff x="2748" y="2104"/>
                          <a:chExt cx="843" cy="1024"/>
                        </a:xfrm>
                      </p:grpSpPr>
                      <p:sp>
                        <p:nvSpPr>
                          <p:cNvPr id="62673" name="Freeform 156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748" y="2358"/>
                            <a:ext cx="419" cy="469"/>
                          </a:xfrm>
                          <a:custGeom>
                            <a:avLst/>
                            <a:gdLst>
                              <a:gd name="T0" fmla="*/ 320 w 838"/>
                              <a:gd name="T1" fmla="*/ 76 h 938"/>
                              <a:gd name="T2" fmla="*/ 359 w 838"/>
                              <a:gd name="T3" fmla="*/ 153 h 938"/>
                              <a:gd name="T4" fmla="*/ 375 w 838"/>
                              <a:gd name="T5" fmla="*/ 174 h 938"/>
                              <a:gd name="T6" fmla="*/ 409 w 838"/>
                              <a:gd name="T7" fmla="*/ 169 h 938"/>
                              <a:gd name="T8" fmla="*/ 418 w 838"/>
                              <a:gd name="T9" fmla="*/ 188 h 938"/>
                              <a:gd name="T10" fmla="*/ 377 w 838"/>
                              <a:gd name="T11" fmla="*/ 239 h 938"/>
                              <a:gd name="T12" fmla="*/ 344 w 838"/>
                              <a:gd name="T13" fmla="*/ 300 h 938"/>
                              <a:gd name="T14" fmla="*/ 348 w 838"/>
                              <a:gd name="T15" fmla="*/ 322 h 938"/>
                              <a:gd name="T16" fmla="*/ 348 w 838"/>
                              <a:gd name="T17" fmla="*/ 344 h 938"/>
                              <a:gd name="T18" fmla="*/ 333 w 838"/>
                              <a:gd name="T19" fmla="*/ 352 h 938"/>
                              <a:gd name="T20" fmla="*/ 311 w 838"/>
                              <a:gd name="T21" fmla="*/ 382 h 938"/>
                              <a:gd name="T22" fmla="*/ 303 w 838"/>
                              <a:gd name="T23" fmla="*/ 408 h 938"/>
                              <a:gd name="T24" fmla="*/ 282 w 838"/>
                              <a:gd name="T25" fmla="*/ 442 h 938"/>
                              <a:gd name="T26" fmla="*/ 270 w 838"/>
                              <a:gd name="T27" fmla="*/ 450 h 938"/>
                              <a:gd name="T28" fmla="*/ 244 w 838"/>
                              <a:gd name="T29" fmla="*/ 468 h 938"/>
                              <a:gd name="T30" fmla="*/ 213 w 838"/>
                              <a:gd name="T31" fmla="*/ 462 h 938"/>
                              <a:gd name="T32" fmla="*/ 210 w 838"/>
                              <a:gd name="T33" fmla="*/ 445 h 938"/>
                              <a:gd name="T34" fmla="*/ 197 w 838"/>
                              <a:gd name="T35" fmla="*/ 422 h 938"/>
                              <a:gd name="T36" fmla="*/ 194 w 838"/>
                              <a:gd name="T37" fmla="*/ 402 h 938"/>
                              <a:gd name="T38" fmla="*/ 190 w 838"/>
                              <a:gd name="T39" fmla="*/ 389 h 938"/>
                              <a:gd name="T40" fmla="*/ 177 w 838"/>
                              <a:gd name="T41" fmla="*/ 375 h 938"/>
                              <a:gd name="T42" fmla="*/ 169 w 838"/>
                              <a:gd name="T43" fmla="*/ 356 h 938"/>
                              <a:gd name="T44" fmla="*/ 180 w 838"/>
                              <a:gd name="T45" fmla="*/ 323 h 938"/>
                              <a:gd name="T46" fmla="*/ 175 w 838"/>
                              <a:gd name="T47" fmla="*/ 278 h 938"/>
                              <a:gd name="T48" fmla="*/ 156 w 838"/>
                              <a:gd name="T49" fmla="*/ 255 h 938"/>
                              <a:gd name="T50" fmla="*/ 154 w 838"/>
                              <a:gd name="T51" fmla="*/ 220 h 938"/>
                              <a:gd name="T52" fmla="*/ 126 w 838"/>
                              <a:gd name="T53" fmla="*/ 207 h 938"/>
                              <a:gd name="T54" fmla="*/ 92 w 838"/>
                              <a:gd name="T55" fmla="*/ 211 h 938"/>
                              <a:gd name="T56" fmla="*/ 20 w 838"/>
                              <a:gd name="T57" fmla="*/ 182 h 938"/>
                              <a:gd name="T58" fmla="*/ 3 w 838"/>
                              <a:gd name="T59" fmla="*/ 136 h 938"/>
                              <a:gd name="T60" fmla="*/ 17 w 838"/>
                              <a:gd name="T61" fmla="*/ 103 h 938"/>
                              <a:gd name="T62" fmla="*/ 41 w 838"/>
                              <a:gd name="T63" fmla="*/ 68 h 938"/>
                              <a:gd name="T64" fmla="*/ 76 w 838"/>
                              <a:gd name="T65" fmla="*/ 41 h 938"/>
                              <a:gd name="T66" fmla="*/ 103 w 838"/>
                              <a:gd name="T67" fmla="*/ 13 h 938"/>
                              <a:gd name="T68" fmla="*/ 127 w 838"/>
                              <a:gd name="T69" fmla="*/ 20 h 938"/>
                              <a:gd name="T70" fmla="*/ 154 w 838"/>
                              <a:gd name="T71" fmla="*/ 7 h 938"/>
                              <a:gd name="T72" fmla="*/ 173 w 838"/>
                              <a:gd name="T73" fmla="*/ 2 h 938"/>
                              <a:gd name="T74" fmla="*/ 187 w 838"/>
                              <a:gd name="T75" fmla="*/ 16 h 938"/>
                              <a:gd name="T76" fmla="*/ 216 w 838"/>
                              <a:gd name="T77" fmla="*/ 39 h 938"/>
                              <a:gd name="T78" fmla="*/ 235 w 838"/>
                              <a:gd name="T79" fmla="*/ 29 h 938"/>
                              <a:gd name="T80" fmla="*/ 266 w 838"/>
                              <a:gd name="T81" fmla="*/ 37 h 938"/>
                              <a:gd name="T82" fmla="*/ 300 w 838"/>
                              <a:gd name="T83" fmla="*/ 36 h 938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w 838"/>
                              <a:gd name="T127" fmla="*/ 0 h 938"/>
                              <a:gd name="T128" fmla="*/ 838 w 838"/>
                              <a:gd name="T129" fmla="*/ 938 h 938"/>
                            </a:gdLst>
                            <a:ahLst/>
                            <a:cxnLst>
                              <a:cxn ang="T84">
                                <a:pos x="T0" y="T1"/>
                              </a:cxn>
                              <a:cxn ang="T85">
                                <a:pos x="T2" y="T3"/>
                              </a:cxn>
                              <a:cxn ang="T86">
                                <a:pos x="T4" y="T5"/>
                              </a:cxn>
                              <a:cxn ang="T87">
                                <a:pos x="T6" y="T7"/>
                              </a:cxn>
                              <a:cxn ang="T88">
                                <a:pos x="T8" y="T9"/>
                              </a:cxn>
                              <a:cxn ang="T89">
                                <a:pos x="T10" y="T11"/>
                              </a:cxn>
                              <a:cxn ang="T90">
                                <a:pos x="T12" y="T13"/>
                              </a:cxn>
                              <a:cxn ang="T91">
                                <a:pos x="T14" y="T15"/>
                              </a:cxn>
                              <a:cxn ang="T92">
                                <a:pos x="T16" y="T17"/>
                              </a:cxn>
                              <a:cxn ang="T93">
                                <a:pos x="T18" y="T19"/>
                              </a:cxn>
                              <a:cxn ang="T94">
                                <a:pos x="T20" y="T21"/>
                              </a:cxn>
                              <a:cxn ang="T95">
                                <a:pos x="T22" y="T23"/>
                              </a:cxn>
                              <a:cxn ang="T96">
                                <a:pos x="T24" y="T25"/>
                              </a:cxn>
                              <a:cxn ang="T97">
                                <a:pos x="T26" y="T27"/>
                              </a:cxn>
                              <a:cxn ang="T98">
                                <a:pos x="T28" y="T29"/>
                              </a:cxn>
                              <a:cxn ang="T99">
                                <a:pos x="T30" y="T31"/>
                              </a:cxn>
                              <a:cxn ang="T100">
                                <a:pos x="T32" y="T33"/>
                              </a:cxn>
                              <a:cxn ang="T101">
                                <a:pos x="T34" y="T35"/>
                              </a:cxn>
                              <a:cxn ang="T102">
                                <a:pos x="T36" y="T37"/>
                              </a:cxn>
                              <a:cxn ang="T103">
                                <a:pos x="T38" y="T39"/>
                              </a:cxn>
                              <a:cxn ang="T104">
                                <a:pos x="T40" y="T41"/>
                              </a:cxn>
                              <a:cxn ang="T105">
                                <a:pos x="T42" y="T43"/>
                              </a:cxn>
                              <a:cxn ang="T106">
                                <a:pos x="T44" y="T45"/>
                              </a:cxn>
                              <a:cxn ang="T107">
                                <a:pos x="T46" y="T47"/>
                              </a:cxn>
                              <a:cxn ang="T108">
                                <a:pos x="T48" y="T49"/>
                              </a:cxn>
                              <a:cxn ang="T109">
                                <a:pos x="T50" y="T51"/>
                              </a:cxn>
                              <a:cxn ang="T110">
                                <a:pos x="T52" y="T53"/>
                              </a:cxn>
                              <a:cxn ang="T111">
                                <a:pos x="T54" y="T55"/>
                              </a:cxn>
                              <a:cxn ang="T112">
                                <a:pos x="T56" y="T57"/>
                              </a:cxn>
                              <a:cxn ang="T113">
                                <a:pos x="T58" y="T59"/>
                              </a:cxn>
                              <a:cxn ang="T114">
                                <a:pos x="T60" y="T61"/>
                              </a:cxn>
                              <a:cxn ang="T115">
                                <a:pos x="T62" y="T63"/>
                              </a:cxn>
                              <a:cxn ang="T116">
                                <a:pos x="T64" y="T65"/>
                              </a:cxn>
                              <a:cxn ang="T117">
                                <a:pos x="T66" y="T67"/>
                              </a:cxn>
                              <a:cxn ang="T118">
                                <a:pos x="T68" y="T69"/>
                              </a:cxn>
                              <a:cxn ang="T119">
                                <a:pos x="T70" y="T71"/>
                              </a:cxn>
                              <a:cxn ang="T120">
                                <a:pos x="T72" y="T73"/>
                              </a:cxn>
                              <a:cxn ang="T121">
                                <a:pos x="T74" y="T75"/>
                              </a:cxn>
                              <a:cxn ang="T122">
                                <a:pos x="T76" y="T77"/>
                              </a:cxn>
                              <a:cxn ang="T123">
                                <a:pos x="T78" y="T79"/>
                              </a:cxn>
                              <a:cxn ang="T124">
                                <a:pos x="T80" y="T81"/>
                              </a:cxn>
                              <a:cxn ang="T125">
                                <a:pos x="T82" y="T83"/>
                              </a:cxn>
                            </a:cxnLst>
                            <a:rect l="T126" t="T127" r="T128" b="T129"/>
                            <a:pathLst>
                              <a:path w="838" h="938">
                                <a:moveTo>
                                  <a:pt x="626" y="112"/>
                                </a:moveTo>
                                <a:lnTo>
                                  <a:pt x="640" y="151"/>
                                </a:lnTo>
                                <a:lnTo>
                                  <a:pt x="666" y="210"/>
                                </a:lnTo>
                                <a:lnTo>
                                  <a:pt x="718" y="306"/>
                                </a:lnTo>
                                <a:lnTo>
                                  <a:pt x="737" y="319"/>
                                </a:lnTo>
                                <a:lnTo>
                                  <a:pt x="750" y="347"/>
                                </a:lnTo>
                                <a:lnTo>
                                  <a:pt x="791" y="346"/>
                                </a:lnTo>
                                <a:lnTo>
                                  <a:pt x="818" y="337"/>
                                </a:lnTo>
                                <a:lnTo>
                                  <a:pt x="838" y="337"/>
                                </a:lnTo>
                                <a:lnTo>
                                  <a:pt x="836" y="375"/>
                                </a:lnTo>
                                <a:lnTo>
                                  <a:pt x="829" y="395"/>
                                </a:lnTo>
                                <a:lnTo>
                                  <a:pt x="754" y="479"/>
                                </a:lnTo>
                                <a:lnTo>
                                  <a:pt x="685" y="566"/>
                                </a:lnTo>
                                <a:lnTo>
                                  <a:pt x="687" y="600"/>
                                </a:lnTo>
                                <a:lnTo>
                                  <a:pt x="706" y="624"/>
                                </a:lnTo>
                                <a:lnTo>
                                  <a:pt x="696" y="643"/>
                                </a:lnTo>
                                <a:lnTo>
                                  <a:pt x="702" y="669"/>
                                </a:lnTo>
                                <a:lnTo>
                                  <a:pt x="696" y="688"/>
                                </a:lnTo>
                                <a:lnTo>
                                  <a:pt x="680" y="704"/>
                                </a:lnTo>
                                <a:lnTo>
                                  <a:pt x="666" y="704"/>
                                </a:lnTo>
                                <a:lnTo>
                                  <a:pt x="643" y="732"/>
                                </a:lnTo>
                                <a:lnTo>
                                  <a:pt x="622" y="764"/>
                                </a:lnTo>
                                <a:lnTo>
                                  <a:pt x="626" y="799"/>
                                </a:lnTo>
                                <a:lnTo>
                                  <a:pt x="606" y="815"/>
                                </a:lnTo>
                                <a:lnTo>
                                  <a:pt x="587" y="851"/>
                                </a:lnTo>
                                <a:lnTo>
                                  <a:pt x="563" y="884"/>
                                </a:lnTo>
                                <a:lnTo>
                                  <a:pt x="551" y="897"/>
                                </a:lnTo>
                                <a:lnTo>
                                  <a:pt x="540" y="900"/>
                                </a:lnTo>
                                <a:lnTo>
                                  <a:pt x="521" y="922"/>
                                </a:lnTo>
                                <a:lnTo>
                                  <a:pt x="489" y="935"/>
                                </a:lnTo>
                                <a:lnTo>
                                  <a:pt x="449" y="938"/>
                                </a:lnTo>
                                <a:lnTo>
                                  <a:pt x="427" y="923"/>
                                </a:lnTo>
                                <a:lnTo>
                                  <a:pt x="425" y="909"/>
                                </a:lnTo>
                                <a:lnTo>
                                  <a:pt x="421" y="890"/>
                                </a:lnTo>
                                <a:lnTo>
                                  <a:pt x="406" y="880"/>
                                </a:lnTo>
                                <a:lnTo>
                                  <a:pt x="393" y="844"/>
                                </a:lnTo>
                                <a:lnTo>
                                  <a:pt x="389" y="826"/>
                                </a:lnTo>
                                <a:lnTo>
                                  <a:pt x="388" y="804"/>
                                </a:lnTo>
                                <a:lnTo>
                                  <a:pt x="381" y="788"/>
                                </a:lnTo>
                                <a:lnTo>
                                  <a:pt x="379" y="778"/>
                                </a:lnTo>
                                <a:lnTo>
                                  <a:pt x="367" y="762"/>
                                </a:lnTo>
                                <a:lnTo>
                                  <a:pt x="353" y="749"/>
                                </a:lnTo>
                                <a:lnTo>
                                  <a:pt x="344" y="727"/>
                                </a:lnTo>
                                <a:lnTo>
                                  <a:pt x="337" y="711"/>
                                </a:lnTo>
                                <a:lnTo>
                                  <a:pt x="340" y="685"/>
                                </a:lnTo>
                                <a:lnTo>
                                  <a:pt x="360" y="646"/>
                                </a:lnTo>
                                <a:lnTo>
                                  <a:pt x="364" y="604"/>
                                </a:lnTo>
                                <a:lnTo>
                                  <a:pt x="349" y="556"/>
                                </a:lnTo>
                                <a:lnTo>
                                  <a:pt x="327" y="537"/>
                                </a:lnTo>
                                <a:lnTo>
                                  <a:pt x="312" y="511"/>
                                </a:lnTo>
                                <a:lnTo>
                                  <a:pt x="318" y="470"/>
                                </a:lnTo>
                                <a:lnTo>
                                  <a:pt x="307" y="440"/>
                                </a:lnTo>
                                <a:lnTo>
                                  <a:pt x="281" y="437"/>
                                </a:lnTo>
                                <a:lnTo>
                                  <a:pt x="253" y="414"/>
                                </a:lnTo>
                                <a:lnTo>
                                  <a:pt x="219" y="401"/>
                                </a:lnTo>
                                <a:lnTo>
                                  <a:pt x="183" y="421"/>
                                </a:lnTo>
                                <a:lnTo>
                                  <a:pt x="90" y="415"/>
                                </a:lnTo>
                                <a:lnTo>
                                  <a:pt x="39" y="364"/>
                                </a:lnTo>
                                <a:lnTo>
                                  <a:pt x="0" y="295"/>
                                </a:lnTo>
                                <a:lnTo>
                                  <a:pt x="7" y="271"/>
                                </a:lnTo>
                                <a:lnTo>
                                  <a:pt x="24" y="254"/>
                                </a:lnTo>
                                <a:lnTo>
                                  <a:pt x="33" y="206"/>
                                </a:lnTo>
                                <a:lnTo>
                                  <a:pt x="45" y="171"/>
                                </a:lnTo>
                                <a:lnTo>
                                  <a:pt x="81" y="135"/>
                                </a:lnTo>
                                <a:lnTo>
                                  <a:pt x="118" y="119"/>
                                </a:lnTo>
                                <a:lnTo>
                                  <a:pt x="152" y="81"/>
                                </a:lnTo>
                                <a:lnTo>
                                  <a:pt x="160" y="65"/>
                                </a:lnTo>
                                <a:lnTo>
                                  <a:pt x="205" y="25"/>
                                </a:lnTo>
                                <a:lnTo>
                                  <a:pt x="234" y="41"/>
                                </a:lnTo>
                                <a:lnTo>
                                  <a:pt x="255" y="39"/>
                                </a:lnTo>
                                <a:lnTo>
                                  <a:pt x="279" y="17"/>
                                </a:lnTo>
                                <a:lnTo>
                                  <a:pt x="308" y="14"/>
                                </a:lnTo>
                                <a:lnTo>
                                  <a:pt x="327" y="20"/>
                                </a:lnTo>
                                <a:lnTo>
                                  <a:pt x="345" y="3"/>
                                </a:lnTo>
                                <a:lnTo>
                                  <a:pt x="369" y="0"/>
                                </a:lnTo>
                                <a:lnTo>
                                  <a:pt x="374" y="32"/>
                                </a:lnTo>
                                <a:lnTo>
                                  <a:pt x="389" y="55"/>
                                </a:lnTo>
                                <a:lnTo>
                                  <a:pt x="432" y="78"/>
                                </a:lnTo>
                                <a:lnTo>
                                  <a:pt x="467" y="83"/>
                                </a:lnTo>
                                <a:lnTo>
                                  <a:pt x="471" y="57"/>
                                </a:lnTo>
                                <a:lnTo>
                                  <a:pt x="499" y="57"/>
                                </a:lnTo>
                                <a:lnTo>
                                  <a:pt x="532" y="73"/>
                                </a:lnTo>
                                <a:lnTo>
                                  <a:pt x="567" y="81"/>
                                </a:lnTo>
                                <a:lnTo>
                                  <a:pt x="599" y="71"/>
                                </a:lnTo>
                                <a:lnTo>
                                  <a:pt x="626" y="112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grpSp>
                        <p:nvGrpSpPr>
                          <p:cNvPr id="62674" name="Group 157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776" y="2104"/>
                            <a:ext cx="185" cy="161"/>
                            <a:chOff x="2776" y="2104"/>
                            <a:chExt cx="185" cy="161"/>
                          </a:xfrm>
                        </p:grpSpPr>
                        <p:grpSp>
                          <p:nvGrpSpPr>
                            <p:cNvPr id="62678" name="Group 158"/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2850" y="2205"/>
                              <a:ext cx="57" cy="60"/>
                              <a:chOff x="2850" y="2205"/>
                              <a:chExt cx="57" cy="60"/>
                            </a:xfrm>
                          </p:grpSpPr>
                          <p:sp>
                            <p:nvSpPr>
                              <p:cNvPr id="62680" name="Freeform 159"/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2850" y="2227"/>
                                <a:ext cx="27" cy="34"/>
                              </a:xfrm>
                              <a:custGeom>
                                <a:avLst/>
                                <a:gdLst>
                                  <a:gd name="T0" fmla="*/ 6 w 53"/>
                                  <a:gd name="T1" fmla="*/ 10 h 66"/>
                                  <a:gd name="T2" fmla="*/ 8 w 53"/>
                                  <a:gd name="T3" fmla="*/ 7 h 66"/>
                                  <a:gd name="T4" fmla="*/ 13 w 53"/>
                                  <a:gd name="T5" fmla="*/ 7 h 66"/>
                                  <a:gd name="T6" fmla="*/ 20 w 53"/>
                                  <a:gd name="T7" fmla="*/ 0 h 66"/>
                                  <a:gd name="T8" fmla="*/ 22 w 53"/>
                                  <a:gd name="T9" fmla="*/ 4 h 66"/>
                                  <a:gd name="T10" fmla="*/ 26 w 53"/>
                                  <a:gd name="T11" fmla="*/ 4 h 66"/>
                                  <a:gd name="T12" fmla="*/ 27 w 53"/>
                                  <a:gd name="T13" fmla="*/ 7 h 66"/>
                                  <a:gd name="T14" fmla="*/ 25 w 53"/>
                                  <a:gd name="T15" fmla="*/ 10 h 66"/>
                                  <a:gd name="T16" fmla="*/ 22 w 53"/>
                                  <a:gd name="T17" fmla="*/ 12 h 66"/>
                                  <a:gd name="T18" fmla="*/ 22 w 53"/>
                                  <a:gd name="T19" fmla="*/ 15 h 66"/>
                                  <a:gd name="T20" fmla="*/ 21 w 53"/>
                                  <a:gd name="T21" fmla="*/ 16 h 66"/>
                                  <a:gd name="T22" fmla="*/ 21 w 53"/>
                                  <a:gd name="T23" fmla="*/ 19 h 66"/>
                                  <a:gd name="T24" fmla="*/ 22 w 53"/>
                                  <a:gd name="T25" fmla="*/ 22 h 66"/>
                                  <a:gd name="T26" fmla="*/ 20 w 53"/>
                                  <a:gd name="T27" fmla="*/ 24 h 66"/>
                                  <a:gd name="T28" fmla="*/ 18 w 53"/>
                                  <a:gd name="T29" fmla="*/ 26 h 66"/>
                                  <a:gd name="T30" fmla="*/ 16 w 53"/>
                                  <a:gd name="T31" fmla="*/ 26 h 66"/>
                                  <a:gd name="T32" fmla="*/ 15 w 53"/>
                                  <a:gd name="T33" fmla="*/ 27 h 66"/>
                                  <a:gd name="T34" fmla="*/ 15 w 53"/>
                                  <a:gd name="T35" fmla="*/ 29 h 66"/>
                                  <a:gd name="T36" fmla="*/ 11 w 53"/>
                                  <a:gd name="T37" fmla="*/ 30 h 66"/>
                                  <a:gd name="T38" fmla="*/ 11 w 53"/>
                                  <a:gd name="T39" fmla="*/ 29 h 66"/>
                                  <a:gd name="T40" fmla="*/ 8 w 53"/>
                                  <a:gd name="T41" fmla="*/ 31 h 66"/>
                                  <a:gd name="T42" fmla="*/ 7 w 53"/>
                                  <a:gd name="T43" fmla="*/ 32 h 66"/>
                                  <a:gd name="T44" fmla="*/ 4 w 53"/>
                                  <a:gd name="T45" fmla="*/ 34 h 66"/>
                                  <a:gd name="T46" fmla="*/ 2 w 53"/>
                                  <a:gd name="T47" fmla="*/ 34 h 66"/>
                                  <a:gd name="T48" fmla="*/ 2 w 53"/>
                                  <a:gd name="T49" fmla="*/ 32 h 66"/>
                                  <a:gd name="T50" fmla="*/ 1 w 53"/>
                                  <a:gd name="T51" fmla="*/ 29 h 66"/>
                                  <a:gd name="T52" fmla="*/ 0 w 53"/>
                                  <a:gd name="T53" fmla="*/ 28 h 66"/>
                                  <a:gd name="T54" fmla="*/ 0 w 53"/>
                                  <a:gd name="T55" fmla="*/ 25 h 66"/>
                                  <a:gd name="T56" fmla="*/ 2 w 53"/>
                                  <a:gd name="T57" fmla="*/ 24 h 66"/>
                                  <a:gd name="T58" fmla="*/ 4 w 53"/>
                                  <a:gd name="T59" fmla="*/ 22 h 66"/>
                                  <a:gd name="T60" fmla="*/ 6 w 53"/>
                                  <a:gd name="T61" fmla="*/ 19 h 66"/>
                                  <a:gd name="T62" fmla="*/ 8 w 53"/>
                                  <a:gd name="T63" fmla="*/ 19 h 66"/>
                                  <a:gd name="T64" fmla="*/ 9 w 53"/>
                                  <a:gd name="T65" fmla="*/ 20 h 66"/>
                                  <a:gd name="T66" fmla="*/ 11 w 53"/>
                                  <a:gd name="T67" fmla="*/ 19 h 66"/>
                                  <a:gd name="T68" fmla="*/ 9 w 53"/>
                                  <a:gd name="T69" fmla="*/ 19 h 66"/>
                                  <a:gd name="T70" fmla="*/ 6 w 53"/>
                                  <a:gd name="T71" fmla="*/ 10 h 66"/>
                                  <a:gd name="T72" fmla="*/ 0 60000 65536"/>
                                  <a:gd name="T73" fmla="*/ 0 60000 65536"/>
                                  <a:gd name="T74" fmla="*/ 0 60000 65536"/>
                                  <a:gd name="T75" fmla="*/ 0 60000 65536"/>
                                  <a:gd name="T76" fmla="*/ 0 60000 65536"/>
                                  <a:gd name="T77" fmla="*/ 0 60000 65536"/>
                                  <a:gd name="T78" fmla="*/ 0 60000 65536"/>
                                  <a:gd name="T79" fmla="*/ 0 60000 65536"/>
                                  <a:gd name="T80" fmla="*/ 0 60000 65536"/>
                                  <a:gd name="T81" fmla="*/ 0 60000 65536"/>
                                  <a:gd name="T82" fmla="*/ 0 60000 65536"/>
                                  <a:gd name="T83" fmla="*/ 0 60000 65536"/>
                                  <a:gd name="T84" fmla="*/ 0 60000 65536"/>
                                  <a:gd name="T85" fmla="*/ 0 60000 65536"/>
                                  <a:gd name="T86" fmla="*/ 0 60000 65536"/>
                                  <a:gd name="T87" fmla="*/ 0 60000 65536"/>
                                  <a:gd name="T88" fmla="*/ 0 60000 65536"/>
                                  <a:gd name="T89" fmla="*/ 0 60000 65536"/>
                                  <a:gd name="T90" fmla="*/ 0 60000 65536"/>
                                  <a:gd name="T91" fmla="*/ 0 60000 65536"/>
                                  <a:gd name="T92" fmla="*/ 0 60000 65536"/>
                                  <a:gd name="T93" fmla="*/ 0 60000 65536"/>
                                  <a:gd name="T94" fmla="*/ 0 60000 65536"/>
                                  <a:gd name="T95" fmla="*/ 0 60000 65536"/>
                                  <a:gd name="T96" fmla="*/ 0 60000 65536"/>
                                  <a:gd name="T97" fmla="*/ 0 60000 65536"/>
                                  <a:gd name="T98" fmla="*/ 0 60000 65536"/>
                                  <a:gd name="T99" fmla="*/ 0 60000 65536"/>
                                  <a:gd name="T100" fmla="*/ 0 60000 65536"/>
                                  <a:gd name="T101" fmla="*/ 0 60000 65536"/>
                                  <a:gd name="T102" fmla="*/ 0 60000 65536"/>
                                  <a:gd name="T103" fmla="*/ 0 60000 65536"/>
                                  <a:gd name="T104" fmla="*/ 0 60000 65536"/>
                                  <a:gd name="T105" fmla="*/ 0 60000 65536"/>
                                  <a:gd name="T106" fmla="*/ 0 60000 65536"/>
                                  <a:gd name="T107" fmla="*/ 0 60000 65536"/>
                                  <a:gd name="T108" fmla="*/ 0 w 53"/>
                                  <a:gd name="T109" fmla="*/ 0 h 66"/>
                                  <a:gd name="T110" fmla="*/ 53 w 53"/>
                                  <a:gd name="T111" fmla="*/ 66 h 66"/>
                                </a:gdLst>
                                <a:ahLst/>
                                <a:cxnLst>
                                  <a:cxn ang="T72">
                                    <a:pos x="T0" y="T1"/>
                                  </a:cxn>
                                  <a:cxn ang="T73">
                                    <a:pos x="T2" y="T3"/>
                                  </a:cxn>
                                  <a:cxn ang="T74">
                                    <a:pos x="T4" y="T5"/>
                                  </a:cxn>
                                  <a:cxn ang="T75">
                                    <a:pos x="T6" y="T7"/>
                                  </a:cxn>
                                  <a:cxn ang="T76">
                                    <a:pos x="T8" y="T9"/>
                                  </a:cxn>
                                  <a:cxn ang="T77">
                                    <a:pos x="T10" y="T11"/>
                                  </a:cxn>
                                  <a:cxn ang="T78">
                                    <a:pos x="T12" y="T13"/>
                                  </a:cxn>
                                  <a:cxn ang="T79">
                                    <a:pos x="T14" y="T15"/>
                                  </a:cxn>
                                  <a:cxn ang="T80">
                                    <a:pos x="T16" y="T17"/>
                                  </a:cxn>
                                  <a:cxn ang="T81">
                                    <a:pos x="T18" y="T19"/>
                                  </a:cxn>
                                  <a:cxn ang="T82">
                                    <a:pos x="T20" y="T21"/>
                                  </a:cxn>
                                  <a:cxn ang="T83">
                                    <a:pos x="T22" y="T23"/>
                                  </a:cxn>
                                  <a:cxn ang="T84">
                                    <a:pos x="T24" y="T25"/>
                                  </a:cxn>
                                  <a:cxn ang="T85">
                                    <a:pos x="T26" y="T27"/>
                                  </a:cxn>
                                  <a:cxn ang="T86">
                                    <a:pos x="T28" y="T29"/>
                                  </a:cxn>
                                  <a:cxn ang="T87">
                                    <a:pos x="T30" y="T31"/>
                                  </a:cxn>
                                  <a:cxn ang="T88">
                                    <a:pos x="T32" y="T33"/>
                                  </a:cxn>
                                  <a:cxn ang="T89">
                                    <a:pos x="T34" y="T35"/>
                                  </a:cxn>
                                  <a:cxn ang="T90">
                                    <a:pos x="T36" y="T37"/>
                                  </a:cxn>
                                  <a:cxn ang="T91">
                                    <a:pos x="T38" y="T39"/>
                                  </a:cxn>
                                  <a:cxn ang="T92">
                                    <a:pos x="T40" y="T41"/>
                                  </a:cxn>
                                  <a:cxn ang="T93">
                                    <a:pos x="T42" y="T43"/>
                                  </a:cxn>
                                  <a:cxn ang="T94">
                                    <a:pos x="T44" y="T45"/>
                                  </a:cxn>
                                  <a:cxn ang="T95">
                                    <a:pos x="T46" y="T47"/>
                                  </a:cxn>
                                  <a:cxn ang="T96">
                                    <a:pos x="T48" y="T49"/>
                                  </a:cxn>
                                  <a:cxn ang="T97">
                                    <a:pos x="T50" y="T51"/>
                                  </a:cxn>
                                  <a:cxn ang="T98">
                                    <a:pos x="T52" y="T53"/>
                                  </a:cxn>
                                  <a:cxn ang="T99">
                                    <a:pos x="T54" y="T55"/>
                                  </a:cxn>
                                  <a:cxn ang="T100">
                                    <a:pos x="T56" y="T57"/>
                                  </a:cxn>
                                  <a:cxn ang="T101">
                                    <a:pos x="T58" y="T59"/>
                                  </a:cxn>
                                  <a:cxn ang="T102">
                                    <a:pos x="T60" y="T61"/>
                                  </a:cxn>
                                  <a:cxn ang="T103">
                                    <a:pos x="T62" y="T63"/>
                                  </a:cxn>
                                  <a:cxn ang="T104">
                                    <a:pos x="T64" y="T65"/>
                                  </a:cxn>
                                  <a:cxn ang="T105">
                                    <a:pos x="T66" y="T67"/>
                                  </a:cxn>
                                  <a:cxn ang="T106">
                                    <a:pos x="T68" y="T69"/>
                                  </a:cxn>
                                  <a:cxn ang="T107">
                                    <a:pos x="T70" y="T71"/>
                                  </a:cxn>
                                </a:cxnLst>
                                <a:rect l="T108" t="T109" r="T110" b="T111"/>
                                <a:pathLst>
                                  <a:path w="53" h="66">
                                    <a:moveTo>
                                      <a:pt x="12" y="20"/>
                                    </a:moveTo>
                                    <a:lnTo>
                                      <a:pt x="16" y="13"/>
                                    </a:lnTo>
                                    <a:lnTo>
                                      <a:pt x="26" y="13"/>
                                    </a:lnTo>
                                    <a:lnTo>
                                      <a:pt x="40" y="0"/>
                                    </a:lnTo>
                                    <a:lnTo>
                                      <a:pt x="44" y="8"/>
                                    </a:lnTo>
                                    <a:lnTo>
                                      <a:pt x="51" y="8"/>
                                    </a:lnTo>
                                    <a:lnTo>
                                      <a:pt x="53" y="13"/>
                                    </a:lnTo>
                                    <a:lnTo>
                                      <a:pt x="49" y="20"/>
                                    </a:lnTo>
                                    <a:lnTo>
                                      <a:pt x="44" y="23"/>
                                    </a:lnTo>
                                    <a:lnTo>
                                      <a:pt x="44" y="29"/>
                                    </a:lnTo>
                                    <a:lnTo>
                                      <a:pt x="42" y="31"/>
                                    </a:lnTo>
                                    <a:lnTo>
                                      <a:pt x="41" y="36"/>
                                    </a:lnTo>
                                    <a:lnTo>
                                      <a:pt x="44" y="42"/>
                                    </a:lnTo>
                                    <a:lnTo>
                                      <a:pt x="40" y="47"/>
                                    </a:lnTo>
                                    <a:lnTo>
                                      <a:pt x="36" y="50"/>
                                    </a:lnTo>
                                    <a:lnTo>
                                      <a:pt x="32" y="50"/>
                                    </a:lnTo>
                                    <a:lnTo>
                                      <a:pt x="30" y="52"/>
                                    </a:lnTo>
                                    <a:lnTo>
                                      <a:pt x="29" y="56"/>
                                    </a:lnTo>
                                    <a:lnTo>
                                      <a:pt x="22" y="58"/>
                                    </a:lnTo>
                                    <a:lnTo>
                                      <a:pt x="21" y="56"/>
                                    </a:lnTo>
                                    <a:lnTo>
                                      <a:pt x="15" y="61"/>
                                    </a:lnTo>
                                    <a:lnTo>
                                      <a:pt x="14" y="62"/>
                                    </a:lnTo>
                                    <a:lnTo>
                                      <a:pt x="7" y="66"/>
                                    </a:lnTo>
                                    <a:lnTo>
                                      <a:pt x="4" y="66"/>
                                    </a:lnTo>
                                    <a:lnTo>
                                      <a:pt x="3" y="63"/>
                                    </a:lnTo>
                                    <a:lnTo>
                                      <a:pt x="1" y="56"/>
                                    </a:lnTo>
                                    <a:lnTo>
                                      <a:pt x="0" y="55"/>
                                    </a:lnTo>
                                    <a:lnTo>
                                      <a:pt x="0" y="49"/>
                                    </a:lnTo>
                                    <a:lnTo>
                                      <a:pt x="4" y="46"/>
                                    </a:lnTo>
                                    <a:lnTo>
                                      <a:pt x="8" y="43"/>
                                    </a:lnTo>
                                    <a:lnTo>
                                      <a:pt x="11" y="37"/>
                                    </a:lnTo>
                                    <a:lnTo>
                                      <a:pt x="15" y="37"/>
                                    </a:lnTo>
                                    <a:lnTo>
                                      <a:pt x="18" y="39"/>
                                    </a:lnTo>
                                    <a:lnTo>
                                      <a:pt x="22" y="37"/>
                                    </a:lnTo>
                                    <a:lnTo>
                                      <a:pt x="18" y="36"/>
                                    </a:lnTo>
                                    <a:lnTo>
                                      <a:pt x="12" y="20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CCFFCC"/>
                              </a:solidFill>
                              <a:ln w="7938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pt-BR"/>
                              </a:p>
                            </p:txBody>
                          </p:sp>
                          <p:sp>
                            <p:nvSpPr>
                              <p:cNvPr id="62681" name="Freeform 160"/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2875" y="2205"/>
                                <a:ext cx="32" cy="60"/>
                              </a:xfrm>
                              <a:custGeom>
                                <a:avLst/>
                                <a:gdLst>
                                  <a:gd name="T0" fmla="*/ 12 w 65"/>
                                  <a:gd name="T1" fmla="*/ 7 h 120"/>
                                  <a:gd name="T2" fmla="*/ 20 w 65"/>
                                  <a:gd name="T3" fmla="*/ 6 h 120"/>
                                  <a:gd name="T4" fmla="*/ 23 w 65"/>
                                  <a:gd name="T5" fmla="*/ 4 h 120"/>
                                  <a:gd name="T6" fmla="*/ 26 w 65"/>
                                  <a:gd name="T7" fmla="*/ 1 h 120"/>
                                  <a:gd name="T8" fmla="*/ 32 w 65"/>
                                  <a:gd name="T9" fmla="*/ 1 h 120"/>
                                  <a:gd name="T10" fmla="*/ 30 w 65"/>
                                  <a:gd name="T11" fmla="*/ 6 h 120"/>
                                  <a:gd name="T12" fmla="*/ 27 w 65"/>
                                  <a:gd name="T13" fmla="*/ 7 h 120"/>
                                  <a:gd name="T14" fmla="*/ 23 w 65"/>
                                  <a:gd name="T15" fmla="*/ 12 h 120"/>
                                  <a:gd name="T16" fmla="*/ 28 w 65"/>
                                  <a:gd name="T17" fmla="*/ 12 h 120"/>
                                  <a:gd name="T18" fmla="*/ 32 w 65"/>
                                  <a:gd name="T19" fmla="*/ 12 h 120"/>
                                  <a:gd name="T20" fmla="*/ 29 w 65"/>
                                  <a:gd name="T21" fmla="*/ 17 h 120"/>
                                  <a:gd name="T22" fmla="*/ 25 w 65"/>
                                  <a:gd name="T23" fmla="*/ 19 h 120"/>
                                  <a:gd name="T24" fmla="*/ 24 w 65"/>
                                  <a:gd name="T25" fmla="*/ 23 h 120"/>
                                  <a:gd name="T26" fmla="*/ 28 w 65"/>
                                  <a:gd name="T27" fmla="*/ 28 h 120"/>
                                  <a:gd name="T28" fmla="*/ 30 w 65"/>
                                  <a:gd name="T29" fmla="*/ 33 h 120"/>
                                  <a:gd name="T30" fmla="*/ 32 w 65"/>
                                  <a:gd name="T31" fmla="*/ 39 h 120"/>
                                  <a:gd name="T32" fmla="*/ 31 w 65"/>
                                  <a:gd name="T33" fmla="*/ 47 h 120"/>
                                  <a:gd name="T34" fmla="*/ 27 w 65"/>
                                  <a:gd name="T35" fmla="*/ 51 h 120"/>
                                  <a:gd name="T36" fmla="*/ 30 w 65"/>
                                  <a:gd name="T37" fmla="*/ 57 h 120"/>
                                  <a:gd name="T38" fmla="*/ 23 w 65"/>
                                  <a:gd name="T39" fmla="*/ 57 h 120"/>
                                  <a:gd name="T40" fmla="*/ 18 w 65"/>
                                  <a:gd name="T41" fmla="*/ 56 h 120"/>
                                  <a:gd name="T42" fmla="*/ 12 w 65"/>
                                  <a:gd name="T43" fmla="*/ 58 h 120"/>
                                  <a:gd name="T44" fmla="*/ 9 w 65"/>
                                  <a:gd name="T45" fmla="*/ 59 h 120"/>
                                  <a:gd name="T46" fmla="*/ 5 w 65"/>
                                  <a:gd name="T47" fmla="*/ 60 h 120"/>
                                  <a:gd name="T48" fmla="*/ 1 w 65"/>
                                  <a:gd name="T49" fmla="*/ 57 h 120"/>
                                  <a:gd name="T50" fmla="*/ 0 w 65"/>
                                  <a:gd name="T51" fmla="*/ 54 h 120"/>
                                  <a:gd name="T52" fmla="*/ 3 w 65"/>
                                  <a:gd name="T53" fmla="*/ 50 h 120"/>
                                  <a:gd name="T54" fmla="*/ 8 w 65"/>
                                  <a:gd name="T55" fmla="*/ 49 h 120"/>
                                  <a:gd name="T56" fmla="*/ 5 w 65"/>
                                  <a:gd name="T57" fmla="*/ 47 h 120"/>
                                  <a:gd name="T58" fmla="*/ 5 w 65"/>
                                  <a:gd name="T59" fmla="*/ 44 h 120"/>
                                  <a:gd name="T60" fmla="*/ 10 w 65"/>
                                  <a:gd name="T61" fmla="*/ 41 h 120"/>
                                  <a:gd name="T62" fmla="*/ 13 w 65"/>
                                  <a:gd name="T63" fmla="*/ 41 h 120"/>
                                  <a:gd name="T64" fmla="*/ 15 w 65"/>
                                  <a:gd name="T65" fmla="*/ 34 h 120"/>
                                  <a:gd name="T66" fmla="*/ 17 w 65"/>
                                  <a:gd name="T67" fmla="*/ 28 h 120"/>
                                  <a:gd name="T68" fmla="*/ 14 w 65"/>
                                  <a:gd name="T69" fmla="*/ 23 h 120"/>
                                  <a:gd name="T70" fmla="*/ 7 w 65"/>
                                  <a:gd name="T71" fmla="*/ 22 h 120"/>
                                  <a:gd name="T72" fmla="*/ 10 w 65"/>
                                  <a:gd name="T73" fmla="*/ 9 h 120"/>
                                  <a:gd name="T74" fmla="*/ 0 60000 65536"/>
                                  <a:gd name="T75" fmla="*/ 0 60000 65536"/>
                                  <a:gd name="T76" fmla="*/ 0 60000 65536"/>
                                  <a:gd name="T77" fmla="*/ 0 60000 65536"/>
                                  <a:gd name="T78" fmla="*/ 0 60000 65536"/>
                                  <a:gd name="T79" fmla="*/ 0 60000 65536"/>
                                  <a:gd name="T80" fmla="*/ 0 60000 65536"/>
                                  <a:gd name="T81" fmla="*/ 0 60000 65536"/>
                                  <a:gd name="T82" fmla="*/ 0 60000 65536"/>
                                  <a:gd name="T83" fmla="*/ 0 60000 65536"/>
                                  <a:gd name="T84" fmla="*/ 0 60000 65536"/>
                                  <a:gd name="T85" fmla="*/ 0 60000 65536"/>
                                  <a:gd name="T86" fmla="*/ 0 60000 65536"/>
                                  <a:gd name="T87" fmla="*/ 0 60000 65536"/>
                                  <a:gd name="T88" fmla="*/ 0 60000 65536"/>
                                  <a:gd name="T89" fmla="*/ 0 60000 65536"/>
                                  <a:gd name="T90" fmla="*/ 0 60000 65536"/>
                                  <a:gd name="T91" fmla="*/ 0 60000 65536"/>
                                  <a:gd name="T92" fmla="*/ 0 60000 65536"/>
                                  <a:gd name="T93" fmla="*/ 0 60000 65536"/>
                                  <a:gd name="T94" fmla="*/ 0 60000 65536"/>
                                  <a:gd name="T95" fmla="*/ 0 60000 65536"/>
                                  <a:gd name="T96" fmla="*/ 0 60000 65536"/>
                                  <a:gd name="T97" fmla="*/ 0 60000 65536"/>
                                  <a:gd name="T98" fmla="*/ 0 60000 65536"/>
                                  <a:gd name="T99" fmla="*/ 0 60000 65536"/>
                                  <a:gd name="T100" fmla="*/ 0 60000 65536"/>
                                  <a:gd name="T101" fmla="*/ 0 60000 65536"/>
                                  <a:gd name="T102" fmla="*/ 0 60000 65536"/>
                                  <a:gd name="T103" fmla="*/ 0 60000 65536"/>
                                  <a:gd name="T104" fmla="*/ 0 60000 65536"/>
                                  <a:gd name="T105" fmla="*/ 0 60000 65536"/>
                                  <a:gd name="T106" fmla="*/ 0 60000 65536"/>
                                  <a:gd name="T107" fmla="*/ 0 60000 65536"/>
                                  <a:gd name="T108" fmla="*/ 0 60000 65536"/>
                                  <a:gd name="T109" fmla="*/ 0 60000 65536"/>
                                  <a:gd name="T110" fmla="*/ 0 60000 65536"/>
                                  <a:gd name="T111" fmla="*/ 0 w 65"/>
                                  <a:gd name="T112" fmla="*/ 0 h 120"/>
                                  <a:gd name="T113" fmla="*/ 65 w 65"/>
                                  <a:gd name="T114" fmla="*/ 120 h 120"/>
                                </a:gdLst>
                                <a:ahLst/>
                                <a:cxnLst>
                                  <a:cxn ang="T74">
                                    <a:pos x="T0" y="T1"/>
                                  </a:cxn>
                                  <a:cxn ang="T75">
                                    <a:pos x="T2" y="T3"/>
                                  </a:cxn>
                                  <a:cxn ang="T76">
                                    <a:pos x="T4" y="T5"/>
                                  </a:cxn>
                                  <a:cxn ang="T77">
                                    <a:pos x="T6" y="T7"/>
                                  </a:cxn>
                                  <a:cxn ang="T78">
                                    <a:pos x="T8" y="T9"/>
                                  </a:cxn>
                                  <a:cxn ang="T79">
                                    <a:pos x="T10" y="T11"/>
                                  </a:cxn>
                                  <a:cxn ang="T80">
                                    <a:pos x="T12" y="T13"/>
                                  </a:cxn>
                                  <a:cxn ang="T81">
                                    <a:pos x="T14" y="T15"/>
                                  </a:cxn>
                                  <a:cxn ang="T82">
                                    <a:pos x="T16" y="T17"/>
                                  </a:cxn>
                                  <a:cxn ang="T83">
                                    <a:pos x="T18" y="T19"/>
                                  </a:cxn>
                                  <a:cxn ang="T84">
                                    <a:pos x="T20" y="T21"/>
                                  </a:cxn>
                                  <a:cxn ang="T85">
                                    <a:pos x="T22" y="T23"/>
                                  </a:cxn>
                                  <a:cxn ang="T86">
                                    <a:pos x="T24" y="T25"/>
                                  </a:cxn>
                                  <a:cxn ang="T87">
                                    <a:pos x="T26" y="T27"/>
                                  </a:cxn>
                                  <a:cxn ang="T88">
                                    <a:pos x="T28" y="T29"/>
                                  </a:cxn>
                                  <a:cxn ang="T89">
                                    <a:pos x="T30" y="T31"/>
                                  </a:cxn>
                                  <a:cxn ang="T90">
                                    <a:pos x="T32" y="T33"/>
                                  </a:cxn>
                                  <a:cxn ang="T91">
                                    <a:pos x="T34" y="T35"/>
                                  </a:cxn>
                                  <a:cxn ang="T92">
                                    <a:pos x="T36" y="T37"/>
                                  </a:cxn>
                                  <a:cxn ang="T93">
                                    <a:pos x="T38" y="T39"/>
                                  </a:cxn>
                                  <a:cxn ang="T94">
                                    <a:pos x="T40" y="T41"/>
                                  </a:cxn>
                                  <a:cxn ang="T95">
                                    <a:pos x="T42" y="T43"/>
                                  </a:cxn>
                                  <a:cxn ang="T96">
                                    <a:pos x="T44" y="T45"/>
                                  </a:cxn>
                                  <a:cxn ang="T97">
                                    <a:pos x="T46" y="T47"/>
                                  </a:cxn>
                                  <a:cxn ang="T98">
                                    <a:pos x="T48" y="T49"/>
                                  </a:cxn>
                                  <a:cxn ang="T99">
                                    <a:pos x="T50" y="T51"/>
                                  </a:cxn>
                                  <a:cxn ang="T100">
                                    <a:pos x="T52" y="T53"/>
                                  </a:cxn>
                                  <a:cxn ang="T101">
                                    <a:pos x="T54" y="T55"/>
                                  </a:cxn>
                                  <a:cxn ang="T102">
                                    <a:pos x="T56" y="T57"/>
                                  </a:cxn>
                                  <a:cxn ang="T103">
                                    <a:pos x="T58" y="T59"/>
                                  </a:cxn>
                                  <a:cxn ang="T104">
                                    <a:pos x="T60" y="T61"/>
                                  </a:cxn>
                                  <a:cxn ang="T105">
                                    <a:pos x="T62" y="T63"/>
                                  </a:cxn>
                                  <a:cxn ang="T106">
                                    <a:pos x="T64" y="T65"/>
                                  </a:cxn>
                                  <a:cxn ang="T107">
                                    <a:pos x="T66" y="T67"/>
                                  </a:cxn>
                                  <a:cxn ang="T108">
                                    <a:pos x="T68" y="T69"/>
                                  </a:cxn>
                                  <a:cxn ang="T109">
                                    <a:pos x="T70" y="T71"/>
                                  </a:cxn>
                                  <a:cxn ang="T110">
                                    <a:pos x="T72" y="T73"/>
                                  </a:cxn>
                                </a:cxnLst>
                                <a:rect l="T111" t="T112" r="T113" b="T114"/>
                                <a:pathLst>
                                  <a:path w="65" h="120">
                                    <a:moveTo>
                                      <a:pt x="21" y="17"/>
                                    </a:moveTo>
                                    <a:lnTo>
                                      <a:pt x="25" y="13"/>
                                    </a:lnTo>
                                    <a:lnTo>
                                      <a:pt x="37" y="14"/>
                                    </a:lnTo>
                                    <a:lnTo>
                                      <a:pt x="40" y="11"/>
                                    </a:lnTo>
                                    <a:lnTo>
                                      <a:pt x="43" y="7"/>
                                    </a:lnTo>
                                    <a:lnTo>
                                      <a:pt x="46" y="7"/>
                                    </a:lnTo>
                                    <a:lnTo>
                                      <a:pt x="48" y="5"/>
                                    </a:lnTo>
                                    <a:lnTo>
                                      <a:pt x="52" y="2"/>
                                    </a:lnTo>
                                    <a:lnTo>
                                      <a:pt x="58" y="0"/>
                                    </a:lnTo>
                                    <a:lnTo>
                                      <a:pt x="65" y="1"/>
                                    </a:lnTo>
                                    <a:lnTo>
                                      <a:pt x="63" y="7"/>
                                    </a:lnTo>
                                    <a:lnTo>
                                      <a:pt x="61" y="11"/>
                                    </a:lnTo>
                                    <a:lnTo>
                                      <a:pt x="58" y="13"/>
                                    </a:lnTo>
                                    <a:lnTo>
                                      <a:pt x="55" y="14"/>
                                    </a:lnTo>
                                    <a:lnTo>
                                      <a:pt x="47" y="17"/>
                                    </a:lnTo>
                                    <a:lnTo>
                                      <a:pt x="47" y="23"/>
                                    </a:lnTo>
                                    <a:lnTo>
                                      <a:pt x="48" y="26"/>
                                    </a:lnTo>
                                    <a:lnTo>
                                      <a:pt x="57" y="23"/>
                                    </a:lnTo>
                                    <a:lnTo>
                                      <a:pt x="63" y="20"/>
                                    </a:lnTo>
                                    <a:lnTo>
                                      <a:pt x="65" y="23"/>
                                    </a:lnTo>
                                    <a:lnTo>
                                      <a:pt x="65" y="31"/>
                                    </a:lnTo>
                                    <a:lnTo>
                                      <a:pt x="59" y="33"/>
                                    </a:lnTo>
                                    <a:lnTo>
                                      <a:pt x="54" y="33"/>
                                    </a:lnTo>
                                    <a:lnTo>
                                      <a:pt x="50" y="37"/>
                                    </a:lnTo>
                                    <a:lnTo>
                                      <a:pt x="48" y="40"/>
                                    </a:lnTo>
                                    <a:lnTo>
                                      <a:pt x="48" y="45"/>
                                    </a:lnTo>
                                    <a:lnTo>
                                      <a:pt x="52" y="50"/>
                                    </a:lnTo>
                                    <a:lnTo>
                                      <a:pt x="57" y="55"/>
                                    </a:lnTo>
                                    <a:lnTo>
                                      <a:pt x="59" y="59"/>
                                    </a:lnTo>
                                    <a:lnTo>
                                      <a:pt x="61" y="65"/>
                                    </a:lnTo>
                                    <a:lnTo>
                                      <a:pt x="62" y="71"/>
                                    </a:lnTo>
                                    <a:lnTo>
                                      <a:pt x="65" y="78"/>
                                    </a:lnTo>
                                    <a:lnTo>
                                      <a:pt x="65" y="88"/>
                                    </a:lnTo>
                                    <a:lnTo>
                                      <a:pt x="62" y="94"/>
                                    </a:lnTo>
                                    <a:lnTo>
                                      <a:pt x="57" y="98"/>
                                    </a:lnTo>
                                    <a:lnTo>
                                      <a:pt x="55" y="101"/>
                                    </a:lnTo>
                                    <a:lnTo>
                                      <a:pt x="58" y="107"/>
                                    </a:lnTo>
                                    <a:lnTo>
                                      <a:pt x="61" y="113"/>
                                    </a:lnTo>
                                    <a:lnTo>
                                      <a:pt x="52" y="113"/>
                                    </a:lnTo>
                                    <a:lnTo>
                                      <a:pt x="46" y="113"/>
                                    </a:lnTo>
                                    <a:lnTo>
                                      <a:pt x="43" y="111"/>
                                    </a:lnTo>
                                    <a:lnTo>
                                      <a:pt x="37" y="111"/>
                                    </a:lnTo>
                                    <a:lnTo>
                                      <a:pt x="31" y="113"/>
                                    </a:lnTo>
                                    <a:lnTo>
                                      <a:pt x="25" y="116"/>
                                    </a:lnTo>
                                    <a:lnTo>
                                      <a:pt x="21" y="116"/>
                                    </a:lnTo>
                                    <a:lnTo>
                                      <a:pt x="18" y="117"/>
                                    </a:lnTo>
                                    <a:lnTo>
                                      <a:pt x="11" y="120"/>
                                    </a:lnTo>
                                    <a:lnTo>
                                      <a:pt x="10" y="119"/>
                                    </a:lnTo>
                                    <a:lnTo>
                                      <a:pt x="7" y="116"/>
                                    </a:lnTo>
                                    <a:lnTo>
                                      <a:pt x="3" y="114"/>
                                    </a:lnTo>
                                    <a:lnTo>
                                      <a:pt x="0" y="113"/>
                                    </a:lnTo>
                                    <a:lnTo>
                                      <a:pt x="0" y="107"/>
                                    </a:lnTo>
                                    <a:lnTo>
                                      <a:pt x="3" y="100"/>
                                    </a:lnTo>
                                    <a:lnTo>
                                      <a:pt x="7" y="100"/>
                                    </a:lnTo>
                                    <a:lnTo>
                                      <a:pt x="11" y="98"/>
                                    </a:lnTo>
                                    <a:lnTo>
                                      <a:pt x="17" y="98"/>
                                    </a:lnTo>
                                    <a:lnTo>
                                      <a:pt x="17" y="97"/>
                                    </a:lnTo>
                                    <a:lnTo>
                                      <a:pt x="11" y="94"/>
                                    </a:lnTo>
                                    <a:lnTo>
                                      <a:pt x="11" y="90"/>
                                    </a:lnTo>
                                    <a:lnTo>
                                      <a:pt x="11" y="87"/>
                                    </a:lnTo>
                                    <a:lnTo>
                                      <a:pt x="17" y="84"/>
                                    </a:lnTo>
                                    <a:lnTo>
                                      <a:pt x="20" y="82"/>
                                    </a:lnTo>
                                    <a:lnTo>
                                      <a:pt x="22" y="81"/>
                                    </a:lnTo>
                                    <a:lnTo>
                                      <a:pt x="26" y="81"/>
                                    </a:lnTo>
                                    <a:lnTo>
                                      <a:pt x="29" y="79"/>
                                    </a:lnTo>
                                    <a:lnTo>
                                      <a:pt x="31" y="68"/>
                                    </a:lnTo>
                                    <a:lnTo>
                                      <a:pt x="35" y="59"/>
                                    </a:lnTo>
                                    <a:lnTo>
                                      <a:pt x="35" y="55"/>
                                    </a:lnTo>
                                    <a:lnTo>
                                      <a:pt x="25" y="53"/>
                                    </a:lnTo>
                                    <a:lnTo>
                                      <a:pt x="28" y="46"/>
                                    </a:lnTo>
                                    <a:lnTo>
                                      <a:pt x="21" y="42"/>
                                    </a:lnTo>
                                    <a:lnTo>
                                      <a:pt x="14" y="43"/>
                                    </a:lnTo>
                                    <a:lnTo>
                                      <a:pt x="22" y="33"/>
                                    </a:lnTo>
                                    <a:lnTo>
                                      <a:pt x="21" y="17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CCFFCC"/>
                              </a:solidFill>
                              <a:ln w="7938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pt-BR"/>
                              </a:p>
                            </p:txBody>
                          </p:sp>
                        </p:grpSp>
                        <p:sp>
                          <p:nvSpPr>
                            <p:cNvPr id="62679" name="Freeform 161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776" y="2104"/>
                              <a:ext cx="185" cy="101"/>
                            </a:xfrm>
                            <a:custGeom>
                              <a:avLst/>
                              <a:gdLst>
                                <a:gd name="T0" fmla="*/ 12 w 370"/>
                                <a:gd name="T1" fmla="*/ 99 h 203"/>
                                <a:gd name="T2" fmla="*/ 19 w 370"/>
                                <a:gd name="T3" fmla="*/ 92 h 203"/>
                                <a:gd name="T4" fmla="*/ 23 w 370"/>
                                <a:gd name="T5" fmla="*/ 90 h 203"/>
                                <a:gd name="T6" fmla="*/ 28 w 370"/>
                                <a:gd name="T7" fmla="*/ 87 h 203"/>
                                <a:gd name="T8" fmla="*/ 34 w 370"/>
                                <a:gd name="T9" fmla="*/ 87 h 203"/>
                                <a:gd name="T10" fmla="*/ 38 w 370"/>
                                <a:gd name="T11" fmla="*/ 85 h 203"/>
                                <a:gd name="T12" fmla="*/ 43 w 370"/>
                                <a:gd name="T13" fmla="*/ 80 h 203"/>
                                <a:gd name="T14" fmla="*/ 47 w 370"/>
                                <a:gd name="T15" fmla="*/ 78 h 203"/>
                                <a:gd name="T16" fmla="*/ 52 w 370"/>
                                <a:gd name="T17" fmla="*/ 76 h 203"/>
                                <a:gd name="T18" fmla="*/ 57 w 370"/>
                                <a:gd name="T19" fmla="*/ 73 h 203"/>
                                <a:gd name="T20" fmla="*/ 65 w 370"/>
                                <a:gd name="T21" fmla="*/ 71 h 203"/>
                                <a:gd name="T22" fmla="*/ 76 w 370"/>
                                <a:gd name="T23" fmla="*/ 73 h 203"/>
                                <a:gd name="T24" fmla="*/ 85 w 370"/>
                                <a:gd name="T25" fmla="*/ 70 h 203"/>
                                <a:gd name="T26" fmla="*/ 89 w 370"/>
                                <a:gd name="T27" fmla="*/ 63 h 203"/>
                                <a:gd name="T28" fmla="*/ 95 w 370"/>
                                <a:gd name="T29" fmla="*/ 57 h 203"/>
                                <a:gd name="T30" fmla="*/ 99 w 370"/>
                                <a:gd name="T31" fmla="*/ 52 h 203"/>
                                <a:gd name="T32" fmla="*/ 103 w 370"/>
                                <a:gd name="T33" fmla="*/ 48 h 203"/>
                                <a:gd name="T34" fmla="*/ 111 w 370"/>
                                <a:gd name="T35" fmla="*/ 42 h 203"/>
                                <a:gd name="T36" fmla="*/ 109 w 370"/>
                                <a:gd name="T37" fmla="*/ 49 h 203"/>
                                <a:gd name="T38" fmla="*/ 116 w 370"/>
                                <a:gd name="T39" fmla="*/ 52 h 203"/>
                                <a:gd name="T40" fmla="*/ 121 w 370"/>
                                <a:gd name="T41" fmla="*/ 50 h 203"/>
                                <a:gd name="T42" fmla="*/ 123 w 370"/>
                                <a:gd name="T43" fmla="*/ 45 h 203"/>
                                <a:gd name="T44" fmla="*/ 125 w 370"/>
                                <a:gd name="T45" fmla="*/ 40 h 203"/>
                                <a:gd name="T46" fmla="*/ 129 w 370"/>
                                <a:gd name="T47" fmla="*/ 36 h 203"/>
                                <a:gd name="T48" fmla="*/ 139 w 370"/>
                                <a:gd name="T49" fmla="*/ 36 h 203"/>
                                <a:gd name="T50" fmla="*/ 150 w 370"/>
                                <a:gd name="T51" fmla="*/ 29 h 203"/>
                                <a:gd name="T52" fmla="*/ 160 w 370"/>
                                <a:gd name="T53" fmla="*/ 24 h 203"/>
                                <a:gd name="T54" fmla="*/ 171 w 370"/>
                                <a:gd name="T55" fmla="*/ 11 h 203"/>
                                <a:gd name="T56" fmla="*/ 181 w 370"/>
                                <a:gd name="T57" fmla="*/ 5 h 203"/>
                                <a:gd name="T58" fmla="*/ 177 w 370"/>
                                <a:gd name="T59" fmla="*/ 0 h 203"/>
                                <a:gd name="T60" fmla="*/ 161 w 370"/>
                                <a:gd name="T61" fmla="*/ 3 h 203"/>
                                <a:gd name="T62" fmla="*/ 150 w 370"/>
                                <a:gd name="T63" fmla="*/ 7 h 203"/>
                                <a:gd name="T64" fmla="*/ 138 w 370"/>
                                <a:gd name="T65" fmla="*/ 9 h 203"/>
                                <a:gd name="T66" fmla="*/ 123 w 370"/>
                                <a:gd name="T67" fmla="*/ 15 h 203"/>
                                <a:gd name="T68" fmla="*/ 111 w 370"/>
                                <a:gd name="T69" fmla="*/ 18 h 203"/>
                                <a:gd name="T70" fmla="*/ 98 w 370"/>
                                <a:gd name="T71" fmla="*/ 24 h 203"/>
                                <a:gd name="T72" fmla="*/ 89 w 370"/>
                                <a:gd name="T73" fmla="*/ 31 h 203"/>
                                <a:gd name="T74" fmla="*/ 82 w 370"/>
                                <a:gd name="T75" fmla="*/ 36 h 203"/>
                                <a:gd name="T76" fmla="*/ 67 w 370"/>
                                <a:gd name="T77" fmla="*/ 45 h 203"/>
                                <a:gd name="T78" fmla="*/ 51 w 370"/>
                                <a:gd name="T79" fmla="*/ 56 h 203"/>
                                <a:gd name="T80" fmla="*/ 39 w 370"/>
                                <a:gd name="T81" fmla="*/ 64 h 203"/>
                                <a:gd name="T82" fmla="*/ 28 w 370"/>
                                <a:gd name="T83" fmla="*/ 75 h 203"/>
                                <a:gd name="T84" fmla="*/ 17 w 370"/>
                                <a:gd name="T85" fmla="*/ 82 h 203"/>
                                <a:gd name="T86" fmla="*/ 0 w 370"/>
                                <a:gd name="T87" fmla="*/ 101 h 203"/>
                                <a:gd name="T88" fmla="*/ 0 60000 65536"/>
                                <a:gd name="T89" fmla="*/ 0 60000 65536"/>
                                <a:gd name="T90" fmla="*/ 0 60000 65536"/>
                                <a:gd name="T91" fmla="*/ 0 60000 65536"/>
                                <a:gd name="T92" fmla="*/ 0 60000 65536"/>
                                <a:gd name="T93" fmla="*/ 0 60000 65536"/>
                                <a:gd name="T94" fmla="*/ 0 60000 65536"/>
                                <a:gd name="T95" fmla="*/ 0 60000 65536"/>
                                <a:gd name="T96" fmla="*/ 0 60000 65536"/>
                                <a:gd name="T97" fmla="*/ 0 60000 65536"/>
                                <a:gd name="T98" fmla="*/ 0 60000 65536"/>
                                <a:gd name="T99" fmla="*/ 0 60000 65536"/>
                                <a:gd name="T100" fmla="*/ 0 60000 65536"/>
                                <a:gd name="T101" fmla="*/ 0 60000 65536"/>
                                <a:gd name="T102" fmla="*/ 0 60000 65536"/>
                                <a:gd name="T103" fmla="*/ 0 60000 65536"/>
                                <a:gd name="T104" fmla="*/ 0 60000 65536"/>
                                <a:gd name="T105" fmla="*/ 0 60000 65536"/>
                                <a:gd name="T106" fmla="*/ 0 60000 65536"/>
                                <a:gd name="T107" fmla="*/ 0 60000 65536"/>
                                <a:gd name="T108" fmla="*/ 0 60000 65536"/>
                                <a:gd name="T109" fmla="*/ 0 60000 65536"/>
                                <a:gd name="T110" fmla="*/ 0 60000 65536"/>
                                <a:gd name="T111" fmla="*/ 0 60000 65536"/>
                                <a:gd name="T112" fmla="*/ 0 60000 65536"/>
                                <a:gd name="T113" fmla="*/ 0 60000 65536"/>
                                <a:gd name="T114" fmla="*/ 0 60000 65536"/>
                                <a:gd name="T115" fmla="*/ 0 60000 65536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w 370"/>
                                <a:gd name="T133" fmla="*/ 0 h 203"/>
                                <a:gd name="T134" fmla="*/ 370 w 370"/>
                                <a:gd name="T135" fmla="*/ 203 h 203"/>
                              </a:gdLst>
                              <a:ahLst/>
                              <a:cxnLst>
                                <a:cxn ang="T88">
                                  <a:pos x="T0" y="T1"/>
                                </a:cxn>
                                <a:cxn ang="T89">
                                  <a:pos x="T2" y="T3"/>
                                </a:cxn>
                                <a:cxn ang="T90">
                                  <a:pos x="T4" y="T5"/>
                                </a:cxn>
                                <a:cxn ang="T91">
                                  <a:pos x="T6" y="T7"/>
                                </a:cxn>
                                <a:cxn ang="T92">
                                  <a:pos x="T8" y="T9"/>
                                </a:cxn>
                                <a:cxn ang="T93">
                                  <a:pos x="T10" y="T11"/>
                                </a:cxn>
                                <a:cxn ang="T94">
                                  <a:pos x="T12" y="T13"/>
                                </a:cxn>
                                <a:cxn ang="T95">
                                  <a:pos x="T14" y="T15"/>
                                </a:cxn>
                                <a:cxn ang="T96">
                                  <a:pos x="T16" y="T17"/>
                                </a:cxn>
                                <a:cxn ang="T97">
                                  <a:pos x="T18" y="T19"/>
                                </a:cxn>
                                <a:cxn ang="T98">
                                  <a:pos x="T20" y="T21"/>
                                </a:cxn>
                                <a:cxn ang="T99">
                                  <a:pos x="T22" y="T23"/>
                                </a:cxn>
                                <a:cxn ang="T100">
                                  <a:pos x="T24" y="T25"/>
                                </a:cxn>
                                <a:cxn ang="T101">
                                  <a:pos x="T26" y="T27"/>
                                </a:cxn>
                                <a:cxn ang="T102">
                                  <a:pos x="T28" y="T29"/>
                                </a:cxn>
                                <a:cxn ang="T103">
                                  <a:pos x="T30" y="T31"/>
                                </a:cxn>
                                <a:cxn ang="T104">
                                  <a:pos x="T32" y="T33"/>
                                </a:cxn>
                                <a:cxn ang="T105">
                                  <a:pos x="T34" y="T35"/>
                                </a:cxn>
                                <a:cxn ang="T106">
                                  <a:pos x="T36" y="T37"/>
                                </a:cxn>
                                <a:cxn ang="T107">
                                  <a:pos x="T38" y="T39"/>
                                </a:cxn>
                                <a:cxn ang="T108">
                                  <a:pos x="T40" y="T41"/>
                                </a:cxn>
                                <a:cxn ang="T109">
                                  <a:pos x="T42" y="T43"/>
                                </a:cxn>
                                <a:cxn ang="T110">
                                  <a:pos x="T44" y="T45"/>
                                </a:cxn>
                                <a:cxn ang="T111">
                                  <a:pos x="T46" y="T47"/>
                                </a:cxn>
                                <a:cxn ang="T112">
                                  <a:pos x="T48" y="T49"/>
                                </a:cxn>
                                <a:cxn ang="T113">
                                  <a:pos x="T50" y="T51"/>
                                </a:cxn>
                                <a:cxn ang="T114">
                                  <a:pos x="T52" y="T53"/>
                                </a:cxn>
                                <a:cxn ang="T115">
                                  <a:pos x="T54" y="T55"/>
                                </a:cxn>
                                <a:cxn ang="T116">
                                  <a:pos x="T56" y="T57"/>
                                </a:cxn>
                                <a:cxn ang="T117">
                                  <a:pos x="T58" y="T59"/>
                                </a:cxn>
                                <a:cxn ang="T118">
                                  <a:pos x="T60" y="T61"/>
                                </a:cxn>
                                <a:cxn ang="T119">
                                  <a:pos x="T62" y="T63"/>
                                </a:cxn>
                                <a:cxn ang="T120">
                                  <a:pos x="T64" y="T65"/>
                                </a:cxn>
                                <a:cxn ang="T121">
                                  <a:pos x="T66" y="T67"/>
                                </a:cxn>
                                <a:cxn ang="T122">
                                  <a:pos x="T68" y="T69"/>
                                </a:cxn>
                                <a:cxn ang="T123">
                                  <a:pos x="T70" y="T71"/>
                                </a:cxn>
                                <a:cxn ang="T124">
                                  <a:pos x="T72" y="T73"/>
                                </a:cxn>
                                <a:cxn ang="T125">
                                  <a:pos x="T74" y="T75"/>
                                </a:cxn>
                                <a:cxn ang="T126">
                                  <a:pos x="T76" y="T77"/>
                                </a:cxn>
                                <a:cxn ang="T127">
                                  <a:pos x="T78" y="T79"/>
                                </a:cxn>
                                <a:cxn ang="T128">
                                  <a:pos x="T80" y="T81"/>
                                </a:cxn>
                                <a:cxn ang="T129">
                                  <a:pos x="T82" y="T83"/>
                                </a:cxn>
                                <a:cxn ang="T130">
                                  <a:pos x="T84" y="T85"/>
                                </a:cxn>
                                <a:cxn ang="T131">
                                  <a:pos x="T86" y="T87"/>
                                </a:cxn>
                              </a:cxnLst>
                              <a:rect l="T132" t="T133" r="T134" b="T135"/>
                              <a:pathLst>
                                <a:path w="370" h="203">
                                  <a:moveTo>
                                    <a:pt x="0" y="203"/>
                                  </a:moveTo>
                                  <a:lnTo>
                                    <a:pt x="23" y="199"/>
                                  </a:lnTo>
                                  <a:lnTo>
                                    <a:pt x="31" y="190"/>
                                  </a:lnTo>
                                  <a:lnTo>
                                    <a:pt x="37" y="184"/>
                                  </a:lnTo>
                                  <a:lnTo>
                                    <a:pt x="40" y="180"/>
                                  </a:lnTo>
                                  <a:lnTo>
                                    <a:pt x="45" y="180"/>
                                  </a:lnTo>
                                  <a:lnTo>
                                    <a:pt x="51" y="175"/>
                                  </a:lnTo>
                                  <a:lnTo>
                                    <a:pt x="57" y="175"/>
                                  </a:lnTo>
                                  <a:lnTo>
                                    <a:pt x="62" y="175"/>
                                  </a:lnTo>
                                  <a:lnTo>
                                    <a:pt x="67" y="175"/>
                                  </a:lnTo>
                                  <a:lnTo>
                                    <a:pt x="70" y="175"/>
                                  </a:lnTo>
                                  <a:lnTo>
                                    <a:pt x="75" y="170"/>
                                  </a:lnTo>
                                  <a:lnTo>
                                    <a:pt x="78" y="165"/>
                                  </a:lnTo>
                                  <a:lnTo>
                                    <a:pt x="85" y="161"/>
                                  </a:lnTo>
                                  <a:lnTo>
                                    <a:pt x="90" y="159"/>
                                  </a:lnTo>
                                  <a:lnTo>
                                    <a:pt x="94" y="157"/>
                                  </a:lnTo>
                                  <a:lnTo>
                                    <a:pt x="100" y="155"/>
                                  </a:lnTo>
                                  <a:lnTo>
                                    <a:pt x="104" y="152"/>
                                  </a:lnTo>
                                  <a:lnTo>
                                    <a:pt x="110" y="149"/>
                                  </a:lnTo>
                                  <a:lnTo>
                                    <a:pt x="115" y="146"/>
                                  </a:lnTo>
                                  <a:lnTo>
                                    <a:pt x="122" y="142"/>
                                  </a:lnTo>
                                  <a:lnTo>
                                    <a:pt x="129" y="143"/>
                                  </a:lnTo>
                                  <a:lnTo>
                                    <a:pt x="140" y="146"/>
                                  </a:lnTo>
                                  <a:lnTo>
                                    <a:pt x="151" y="146"/>
                                  </a:lnTo>
                                  <a:lnTo>
                                    <a:pt x="163" y="142"/>
                                  </a:lnTo>
                                  <a:lnTo>
                                    <a:pt x="169" y="141"/>
                                  </a:lnTo>
                                  <a:lnTo>
                                    <a:pt x="173" y="132"/>
                                  </a:lnTo>
                                  <a:lnTo>
                                    <a:pt x="178" y="126"/>
                                  </a:lnTo>
                                  <a:lnTo>
                                    <a:pt x="188" y="119"/>
                                  </a:lnTo>
                                  <a:lnTo>
                                    <a:pt x="190" y="114"/>
                                  </a:lnTo>
                                  <a:lnTo>
                                    <a:pt x="190" y="109"/>
                                  </a:lnTo>
                                  <a:lnTo>
                                    <a:pt x="199" y="104"/>
                                  </a:lnTo>
                                  <a:lnTo>
                                    <a:pt x="203" y="100"/>
                                  </a:lnTo>
                                  <a:lnTo>
                                    <a:pt x="206" y="96"/>
                                  </a:lnTo>
                                  <a:lnTo>
                                    <a:pt x="208" y="94"/>
                                  </a:lnTo>
                                  <a:lnTo>
                                    <a:pt x="222" y="85"/>
                                  </a:lnTo>
                                  <a:lnTo>
                                    <a:pt x="222" y="94"/>
                                  </a:lnTo>
                                  <a:lnTo>
                                    <a:pt x="219" y="98"/>
                                  </a:lnTo>
                                  <a:lnTo>
                                    <a:pt x="222" y="103"/>
                                  </a:lnTo>
                                  <a:lnTo>
                                    <a:pt x="232" y="104"/>
                                  </a:lnTo>
                                  <a:lnTo>
                                    <a:pt x="237" y="104"/>
                                  </a:lnTo>
                                  <a:lnTo>
                                    <a:pt x="243" y="100"/>
                                  </a:lnTo>
                                  <a:lnTo>
                                    <a:pt x="247" y="94"/>
                                  </a:lnTo>
                                  <a:lnTo>
                                    <a:pt x="247" y="90"/>
                                  </a:lnTo>
                                  <a:lnTo>
                                    <a:pt x="251" y="85"/>
                                  </a:lnTo>
                                  <a:lnTo>
                                    <a:pt x="251" y="81"/>
                                  </a:lnTo>
                                  <a:lnTo>
                                    <a:pt x="255" y="75"/>
                                  </a:lnTo>
                                  <a:lnTo>
                                    <a:pt x="258" y="72"/>
                                  </a:lnTo>
                                  <a:lnTo>
                                    <a:pt x="265" y="72"/>
                                  </a:lnTo>
                                  <a:lnTo>
                                    <a:pt x="278" y="72"/>
                                  </a:lnTo>
                                  <a:lnTo>
                                    <a:pt x="289" y="66"/>
                                  </a:lnTo>
                                  <a:lnTo>
                                    <a:pt x="299" y="58"/>
                                  </a:lnTo>
                                  <a:lnTo>
                                    <a:pt x="310" y="55"/>
                                  </a:lnTo>
                                  <a:lnTo>
                                    <a:pt x="319" y="48"/>
                                  </a:lnTo>
                                  <a:lnTo>
                                    <a:pt x="326" y="36"/>
                                  </a:lnTo>
                                  <a:lnTo>
                                    <a:pt x="341" y="23"/>
                                  </a:lnTo>
                                  <a:lnTo>
                                    <a:pt x="351" y="17"/>
                                  </a:lnTo>
                                  <a:lnTo>
                                    <a:pt x="361" y="11"/>
                                  </a:lnTo>
                                  <a:lnTo>
                                    <a:pt x="370" y="4"/>
                                  </a:lnTo>
                                  <a:lnTo>
                                    <a:pt x="354" y="0"/>
                                  </a:lnTo>
                                  <a:lnTo>
                                    <a:pt x="337" y="0"/>
                                  </a:lnTo>
                                  <a:lnTo>
                                    <a:pt x="321" y="7"/>
                                  </a:lnTo>
                                  <a:lnTo>
                                    <a:pt x="313" y="11"/>
                                  </a:lnTo>
                                  <a:lnTo>
                                    <a:pt x="299" y="14"/>
                                  </a:lnTo>
                                  <a:lnTo>
                                    <a:pt x="284" y="16"/>
                                  </a:lnTo>
                                  <a:lnTo>
                                    <a:pt x="276" y="19"/>
                                  </a:lnTo>
                                  <a:lnTo>
                                    <a:pt x="258" y="26"/>
                                  </a:lnTo>
                                  <a:lnTo>
                                    <a:pt x="247" y="30"/>
                                  </a:lnTo>
                                  <a:lnTo>
                                    <a:pt x="236" y="35"/>
                                  </a:lnTo>
                                  <a:lnTo>
                                    <a:pt x="222" y="37"/>
                                  </a:lnTo>
                                  <a:lnTo>
                                    <a:pt x="208" y="42"/>
                                  </a:lnTo>
                                  <a:lnTo>
                                    <a:pt x="196" y="48"/>
                                  </a:lnTo>
                                  <a:lnTo>
                                    <a:pt x="186" y="55"/>
                                  </a:lnTo>
                                  <a:lnTo>
                                    <a:pt x="178" y="62"/>
                                  </a:lnTo>
                                  <a:lnTo>
                                    <a:pt x="170" y="68"/>
                                  </a:lnTo>
                                  <a:lnTo>
                                    <a:pt x="163" y="72"/>
                                  </a:lnTo>
                                  <a:lnTo>
                                    <a:pt x="148" y="81"/>
                                  </a:lnTo>
                                  <a:lnTo>
                                    <a:pt x="133" y="90"/>
                                  </a:lnTo>
                                  <a:lnTo>
                                    <a:pt x="115" y="100"/>
                                  </a:lnTo>
                                  <a:lnTo>
                                    <a:pt x="103" y="113"/>
                                  </a:lnTo>
                                  <a:lnTo>
                                    <a:pt x="89" y="123"/>
                                  </a:lnTo>
                                  <a:lnTo>
                                    <a:pt x="77" y="129"/>
                                  </a:lnTo>
                                  <a:lnTo>
                                    <a:pt x="64" y="142"/>
                                  </a:lnTo>
                                  <a:lnTo>
                                    <a:pt x="56" y="151"/>
                                  </a:lnTo>
                                  <a:lnTo>
                                    <a:pt x="45" y="159"/>
                                  </a:lnTo>
                                  <a:lnTo>
                                    <a:pt x="34" y="165"/>
                                  </a:lnTo>
                                  <a:lnTo>
                                    <a:pt x="23" y="171"/>
                                  </a:lnTo>
                                  <a:lnTo>
                                    <a:pt x="0" y="20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</p:grpSp>
                      <p:sp>
                        <p:nvSpPr>
                          <p:cNvPr id="62675" name="Freeform 162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862" y="3033"/>
                            <a:ext cx="275" cy="95"/>
                          </a:xfrm>
                          <a:custGeom>
                            <a:avLst/>
                            <a:gdLst>
                              <a:gd name="T0" fmla="*/ 27 w 552"/>
                              <a:gd name="T1" fmla="*/ 29 h 189"/>
                              <a:gd name="T2" fmla="*/ 38 w 552"/>
                              <a:gd name="T3" fmla="*/ 27 h 189"/>
                              <a:gd name="T4" fmla="*/ 70 w 552"/>
                              <a:gd name="T5" fmla="*/ 25 h 189"/>
                              <a:gd name="T6" fmla="*/ 79 w 552"/>
                              <a:gd name="T7" fmla="*/ 21 h 189"/>
                              <a:gd name="T8" fmla="*/ 88 w 552"/>
                              <a:gd name="T9" fmla="*/ 19 h 189"/>
                              <a:gd name="T10" fmla="*/ 90 w 552"/>
                              <a:gd name="T11" fmla="*/ 19 h 189"/>
                              <a:gd name="T12" fmla="*/ 101 w 552"/>
                              <a:gd name="T13" fmla="*/ 21 h 189"/>
                              <a:gd name="T14" fmla="*/ 107 w 552"/>
                              <a:gd name="T15" fmla="*/ 25 h 189"/>
                              <a:gd name="T16" fmla="*/ 116 w 552"/>
                              <a:gd name="T17" fmla="*/ 28 h 189"/>
                              <a:gd name="T18" fmla="*/ 127 w 552"/>
                              <a:gd name="T19" fmla="*/ 25 h 189"/>
                              <a:gd name="T20" fmla="*/ 137 w 552"/>
                              <a:gd name="T21" fmla="*/ 21 h 189"/>
                              <a:gd name="T22" fmla="*/ 145 w 552"/>
                              <a:gd name="T23" fmla="*/ 19 h 189"/>
                              <a:gd name="T24" fmla="*/ 152 w 552"/>
                              <a:gd name="T25" fmla="*/ 19 h 189"/>
                              <a:gd name="T26" fmla="*/ 168 w 552"/>
                              <a:gd name="T27" fmla="*/ 23 h 189"/>
                              <a:gd name="T28" fmla="*/ 180 w 552"/>
                              <a:gd name="T29" fmla="*/ 19 h 189"/>
                              <a:gd name="T30" fmla="*/ 184 w 552"/>
                              <a:gd name="T31" fmla="*/ 17 h 189"/>
                              <a:gd name="T32" fmla="*/ 198 w 552"/>
                              <a:gd name="T33" fmla="*/ 12 h 189"/>
                              <a:gd name="T34" fmla="*/ 208 w 552"/>
                              <a:gd name="T35" fmla="*/ 10 h 189"/>
                              <a:gd name="T36" fmla="*/ 217 w 552"/>
                              <a:gd name="T37" fmla="*/ 5 h 189"/>
                              <a:gd name="T38" fmla="*/ 222 w 552"/>
                              <a:gd name="T39" fmla="*/ 3 h 189"/>
                              <a:gd name="T40" fmla="*/ 226 w 552"/>
                              <a:gd name="T41" fmla="*/ 0 h 189"/>
                              <a:gd name="T42" fmla="*/ 229 w 552"/>
                              <a:gd name="T43" fmla="*/ 7 h 189"/>
                              <a:gd name="T44" fmla="*/ 233 w 552"/>
                              <a:gd name="T45" fmla="*/ 13 h 189"/>
                              <a:gd name="T46" fmla="*/ 237 w 552"/>
                              <a:gd name="T47" fmla="*/ 14 h 189"/>
                              <a:gd name="T48" fmla="*/ 240 w 552"/>
                              <a:gd name="T49" fmla="*/ 16 h 189"/>
                              <a:gd name="T50" fmla="*/ 259 w 552"/>
                              <a:gd name="T51" fmla="*/ 20 h 189"/>
                              <a:gd name="T52" fmla="*/ 262 w 552"/>
                              <a:gd name="T53" fmla="*/ 23 h 189"/>
                              <a:gd name="T54" fmla="*/ 274 w 552"/>
                              <a:gd name="T55" fmla="*/ 24 h 189"/>
                              <a:gd name="T56" fmla="*/ 275 w 552"/>
                              <a:gd name="T57" fmla="*/ 32 h 189"/>
                              <a:gd name="T58" fmla="*/ 257 w 552"/>
                              <a:gd name="T59" fmla="*/ 46 h 189"/>
                              <a:gd name="T60" fmla="*/ 228 w 552"/>
                              <a:gd name="T61" fmla="*/ 68 h 189"/>
                              <a:gd name="T62" fmla="*/ 198 w 552"/>
                              <a:gd name="T63" fmla="*/ 83 h 189"/>
                              <a:gd name="T64" fmla="*/ 178 w 552"/>
                              <a:gd name="T65" fmla="*/ 88 h 189"/>
                              <a:gd name="T66" fmla="*/ 163 w 552"/>
                              <a:gd name="T67" fmla="*/ 90 h 189"/>
                              <a:gd name="T68" fmla="*/ 150 w 552"/>
                              <a:gd name="T69" fmla="*/ 92 h 189"/>
                              <a:gd name="T70" fmla="*/ 133 w 552"/>
                              <a:gd name="T71" fmla="*/ 93 h 189"/>
                              <a:gd name="T72" fmla="*/ 116 w 552"/>
                              <a:gd name="T73" fmla="*/ 95 h 189"/>
                              <a:gd name="T74" fmla="*/ 101 w 552"/>
                              <a:gd name="T75" fmla="*/ 91 h 189"/>
                              <a:gd name="T76" fmla="*/ 84 w 552"/>
                              <a:gd name="T77" fmla="*/ 91 h 189"/>
                              <a:gd name="T78" fmla="*/ 69 w 552"/>
                              <a:gd name="T79" fmla="*/ 89 h 189"/>
                              <a:gd name="T80" fmla="*/ 57 w 552"/>
                              <a:gd name="T81" fmla="*/ 85 h 189"/>
                              <a:gd name="T82" fmla="*/ 41 w 552"/>
                              <a:gd name="T83" fmla="*/ 77 h 189"/>
                              <a:gd name="T84" fmla="*/ 25 w 552"/>
                              <a:gd name="T85" fmla="*/ 67 h 189"/>
                              <a:gd name="T86" fmla="*/ 12 w 552"/>
                              <a:gd name="T87" fmla="*/ 55 h 189"/>
                              <a:gd name="T88" fmla="*/ 0 w 552"/>
                              <a:gd name="T89" fmla="*/ 42 h 189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w 552"/>
                              <a:gd name="T136" fmla="*/ 0 h 189"/>
                              <a:gd name="T137" fmla="*/ 552 w 552"/>
                              <a:gd name="T138" fmla="*/ 189 h 189"/>
                            </a:gdLst>
                            <a:ahLst/>
                            <a:cxnLst>
                              <a:cxn ang="T90">
                                <a:pos x="T0" y="T1"/>
                              </a:cxn>
                              <a:cxn ang="T91">
                                <a:pos x="T2" y="T3"/>
                              </a:cxn>
                              <a:cxn ang="T92">
                                <a:pos x="T4" y="T5"/>
                              </a:cxn>
                              <a:cxn ang="T93">
                                <a:pos x="T6" y="T7"/>
                              </a:cxn>
                              <a:cxn ang="T94">
                                <a:pos x="T8" y="T9"/>
                              </a:cxn>
                              <a:cxn ang="T95">
                                <a:pos x="T10" y="T11"/>
                              </a:cxn>
                              <a:cxn ang="T96">
                                <a:pos x="T12" y="T13"/>
                              </a:cxn>
                              <a:cxn ang="T97">
                                <a:pos x="T14" y="T15"/>
                              </a:cxn>
                              <a:cxn ang="T98">
                                <a:pos x="T16" y="T17"/>
                              </a:cxn>
                              <a:cxn ang="T99">
                                <a:pos x="T18" y="T19"/>
                              </a:cxn>
                              <a:cxn ang="T100">
                                <a:pos x="T20" y="T21"/>
                              </a:cxn>
                              <a:cxn ang="T101">
                                <a:pos x="T22" y="T23"/>
                              </a:cxn>
                              <a:cxn ang="T102">
                                <a:pos x="T24" y="T25"/>
                              </a:cxn>
                              <a:cxn ang="T103">
                                <a:pos x="T26" y="T27"/>
                              </a:cxn>
                              <a:cxn ang="T104">
                                <a:pos x="T28" y="T29"/>
                              </a:cxn>
                              <a:cxn ang="T105">
                                <a:pos x="T30" y="T31"/>
                              </a:cxn>
                              <a:cxn ang="T106">
                                <a:pos x="T32" y="T33"/>
                              </a:cxn>
                              <a:cxn ang="T107">
                                <a:pos x="T34" y="T35"/>
                              </a:cxn>
                              <a:cxn ang="T108">
                                <a:pos x="T36" y="T37"/>
                              </a:cxn>
                              <a:cxn ang="T109">
                                <a:pos x="T38" y="T39"/>
                              </a:cxn>
                              <a:cxn ang="T110">
                                <a:pos x="T40" y="T41"/>
                              </a:cxn>
                              <a:cxn ang="T111">
                                <a:pos x="T42" y="T43"/>
                              </a:cxn>
                              <a:cxn ang="T112">
                                <a:pos x="T44" y="T45"/>
                              </a:cxn>
                              <a:cxn ang="T113">
                                <a:pos x="T46" y="T47"/>
                              </a:cxn>
                              <a:cxn ang="T114">
                                <a:pos x="T48" y="T49"/>
                              </a:cxn>
                              <a:cxn ang="T115">
                                <a:pos x="T50" y="T51"/>
                              </a:cxn>
                              <a:cxn ang="T116">
                                <a:pos x="T52" y="T53"/>
                              </a:cxn>
                              <a:cxn ang="T117">
                                <a:pos x="T54" y="T55"/>
                              </a:cxn>
                              <a:cxn ang="T118">
                                <a:pos x="T56" y="T57"/>
                              </a:cxn>
                              <a:cxn ang="T119">
                                <a:pos x="T58" y="T59"/>
                              </a:cxn>
                              <a:cxn ang="T120">
                                <a:pos x="T60" y="T61"/>
                              </a:cxn>
                              <a:cxn ang="T121">
                                <a:pos x="T62" y="T63"/>
                              </a:cxn>
                              <a:cxn ang="T122">
                                <a:pos x="T64" y="T65"/>
                              </a:cxn>
                              <a:cxn ang="T123">
                                <a:pos x="T66" y="T67"/>
                              </a:cxn>
                              <a:cxn ang="T124">
                                <a:pos x="T68" y="T69"/>
                              </a:cxn>
                              <a:cxn ang="T125">
                                <a:pos x="T70" y="T71"/>
                              </a:cxn>
                              <a:cxn ang="T126">
                                <a:pos x="T72" y="T73"/>
                              </a:cxn>
                              <a:cxn ang="T127">
                                <a:pos x="T74" y="T75"/>
                              </a:cxn>
                              <a:cxn ang="T128">
                                <a:pos x="T76" y="T77"/>
                              </a:cxn>
                              <a:cxn ang="T129">
                                <a:pos x="T78" y="T79"/>
                              </a:cxn>
                              <a:cxn ang="T130">
                                <a:pos x="T80" y="T81"/>
                              </a:cxn>
                              <a:cxn ang="T131">
                                <a:pos x="T82" y="T83"/>
                              </a:cxn>
                              <a:cxn ang="T132">
                                <a:pos x="T84" y="T85"/>
                              </a:cxn>
                              <a:cxn ang="T133">
                                <a:pos x="T86" y="T87"/>
                              </a:cxn>
                              <a:cxn ang="T134">
                                <a:pos x="T88" y="T89"/>
                              </a:cxn>
                            </a:cxnLst>
                            <a:rect l="T135" t="T136" r="T137" b="T138"/>
                            <a:pathLst>
                              <a:path w="552" h="189">
                                <a:moveTo>
                                  <a:pt x="0" y="83"/>
                                </a:moveTo>
                                <a:lnTo>
                                  <a:pt x="54" y="58"/>
                                </a:lnTo>
                                <a:lnTo>
                                  <a:pt x="67" y="57"/>
                                </a:lnTo>
                                <a:lnTo>
                                  <a:pt x="76" y="53"/>
                                </a:lnTo>
                                <a:lnTo>
                                  <a:pt x="136" y="56"/>
                                </a:lnTo>
                                <a:lnTo>
                                  <a:pt x="140" y="50"/>
                                </a:lnTo>
                                <a:lnTo>
                                  <a:pt x="147" y="47"/>
                                </a:lnTo>
                                <a:lnTo>
                                  <a:pt x="159" y="42"/>
                                </a:lnTo>
                                <a:lnTo>
                                  <a:pt x="168" y="37"/>
                                </a:lnTo>
                                <a:lnTo>
                                  <a:pt x="176" y="37"/>
                                </a:lnTo>
                                <a:lnTo>
                                  <a:pt x="179" y="37"/>
                                </a:lnTo>
                                <a:lnTo>
                                  <a:pt x="181" y="37"/>
                                </a:lnTo>
                                <a:lnTo>
                                  <a:pt x="192" y="38"/>
                                </a:lnTo>
                                <a:lnTo>
                                  <a:pt x="203" y="42"/>
                                </a:lnTo>
                                <a:lnTo>
                                  <a:pt x="210" y="51"/>
                                </a:lnTo>
                                <a:lnTo>
                                  <a:pt x="214" y="50"/>
                                </a:lnTo>
                                <a:lnTo>
                                  <a:pt x="217" y="57"/>
                                </a:lnTo>
                                <a:lnTo>
                                  <a:pt x="232" y="56"/>
                                </a:lnTo>
                                <a:lnTo>
                                  <a:pt x="246" y="51"/>
                                </a:lnTo>
                                <a:lnTo>
                                  <a:pt x="254" y="50"/>
                                </a:lnTo>
                                <a:lnTo>
                                  <a:pt x="264" y="45"/>
                                </a:lnTo>
                                <a:lnTo>
                                  <a:pt x="275" y="41"/>
                                </a:lnTo>
                                <a:lnTo>
                                  <a:pt x="284" y="41"/>
                                </a:lnTo>
                                <a:lnTo>
                                  <a:pt x="291" y="38"/>
                                </a:lnTo>
                                <a:lnTo>
                                  <a:pt x="299" y="34"/>
                                </a:lnTo>
                                <a:lnTo>
                                  <a:pt x="305" y="38"/>
                                </a:lnTo>
                                <a:lnTo>
                                  <a:pt x="321" y="42"/>
                                </a:lnTo>
                                <a:lnTo>
                                  <a:pt x="338" y="45"/>
                                </a:lnTo>
                                <a:lnTo>
                                  <a:pt x="354" y="45"/>
                                </a:lnTo>
                                <a:lnTo>
                                  <a:pt x="361" y="38"/>
                                </a:lnTo>
                                <a:lnTo>
                                  <a:pt x="365" y="38"/>
                                </a:lnTo>
                                <a:lnTo>
                                  <a:pt x="369" y="34"/>
                                </a:lnTo>
                                <a:lnTo>
                                  <a:pt x="382" y="27"/>
                                </a:lnTo>
                                <a:lnTo>
                                  <a:pt x="397" y="24"/>
                                </a:lnTo>
                                <a:lnTo>
                                  <a:pt x="405" y="24"/>
                                </a:lnTo>
                                <a:lnTo>
                                  <a:pt x="417" y="19"/>
                                </a:lnTo>
                                <a:lnTo>
                                  <a:pt x="423" y="19"/>
                                </a:lnTo>
                                <a:lnTo>
                                  <a:pt x="436" y="9"/>
                                </a:lnTo>
                                <a:lnTo>
                                  <a:pt x="440" y="11"/>
                                </a:lnTo>
                                <a:lnTo>
                                  <a:pt x="445" y="5"/>
                                </a:lnTo>
                                <a:lnTo>
                                  <a:pt x="449" y="3"/>
                                </a:lnTo>
                                <a:lnTo>
                                  <a:pt x="454" y="0"/>
                                </a:lnTo>
                                <a:lnTo>
                                  <a:pt x="454" y="8"/>
                                </a:lnTo>
                                <a:lnTo>
                                  <a:pt x="460" y="13"/>
                                </a:lnTo>
                                <a:lnTo>
                                  <a:pt x="464" y="21"/>
                                </a:lnTo>
                                <a:lnTo>
                                  <a:pt x="468" y="25"/>
                                </a:lnTo>
                                <a:lnTo>
                                  <a:pt x="472" y="25"/>
                                </a:lnTo>
                                <a:lnTo>
                                  <a:pt x="476" y="28"/>
                                </a:lnTo>
                                <a:lnTo>
                                  <a:pt x="482" y="28"/>
                                </a:lnTo>
                                <a:lnTo>
                                  <a:pt x="482" y="31"/>
                                </a:lnTo>
                                <a:lnTo>
                                  <a:pt x="509" y="31"/>
                                </a:lnTo>
                                <a:lnTo>
                                  <a:pt x="520" y="40"/>
                                </a:lnTo>
                                <a:lnTo>
                                  <a:pt x="523" y="40"/>
                                </a:lnTo>
                                <a:lnTo>
                                  <a:pt x="525" y="45"/>
                                </a:lnTo>
                                <a:lnTo>
                                  <a:pt x="532" y="42"/>
                                </a:lnTo>
                                <a:lnTo>
                                  <a:pt x="550" y="47"/>
                                </a:lnTo>
                                <a:lnTo>
                                  <a:pt x="546" y="56"/>
                                </a:lnTo>
                                <a:lnTo>
                                  <a:pt x="552" y="63"/>
                                </a:lnTo>
                                <a:lnTo>
                                  <a:pt x="531" y="79"/>
                                </a:lnTo>
                                <a:lnTo>
                                  <a:pt x="515" y="92"/>
                                </a:lnTo>
                                <a:lnTo>
                                  <a:pt x="494" y="111"/>
                                </a:lnTo>
                                <a:lnTo>
                                  <a:pt x="458" y="135"/>
                                </a:lnTo>
                                <a:lnTo>
                                  <a:pt x="424" y="151"/>
                                </a:lnTo>
                                <a:lnTo>
                                  <a:pt x="397" y="166"/>
                                </a:lnTo>
                                <a:lnTo>
                                  <a:pt x="379" y="170"/>
                                </a:lnTo>
                                <a:lnTo>
                                  <a:pt x="357" y="176"/>
                                </a:lnTo>
                                <a:lnTo>
                                  <a:pt x="339" y="180"/>
                                </a:lnTo>
                                <a:lnTo>
                                  <a:pt x="328" y="180"/>
                                </a:lnTo>
                                <a:lnTo>
                                  <a:pt x="310" y="185"/>
                                </a:lnTo>
                                <a:lnTo>
                                  <a:pt x="301" y="183"/>
                                </a:lnTo>
                                <a:lnTo>
                                  <a:pt x="284" y="186"/>
                                </a:lnTo>
                                <a:lnTo>
                                  <a:pt x="266" y="185"/>
                                </a:lnTo>
                                <a:lnTo>
                                  <a:pt x="244" y="186"/>
                                </a:lnTo>
                                <a:lnTo>
                                  <a:pt x="232" y="189"/>
                                </a:lnTo>
                                <a:lnTo>
                                  <a:pt x="218" y="185"/>
                                </a:lnTo>
                                <a:lnTo>
                                  <a:pt x="202" y="182"/>
                                </a:lnTo>
                                <a:lnTo>
                                  <a:pt x="185" y="183"/>
                                </a:lnTo>
                                <a:lnTo>
                                  <a:pt x="168" y="182"/>
                                </a:lnTo>
                                <a:lnTo>
                                  <a:pt x="152" y="179"/>
                                </a:lnTo>
                                <a:lnTo>
                                  <a:pt x="139" y="178"/>
                                </a:lnTo>
                                <a:lnTo>
                                  <a:pt x="128" y="178"/>
                                </a:lnTo>
                                <a:lnTo>
                                  <a:pt x="115" y="170"/>
                                </a:lnTo>
                                <a:lnTo>
                                  <a:pt x="98" y="163"/>
                                </a:lnTo>
                                <a:lnTo>
                                  <a:pt x="83" y="153"/>
                                </a:lnTo>
                                <a:lnTo>
                                  <a:pt x="67" y="144"/>
                                </a:lnTo>
                                <a:lnTo>
                                  <a:pt x="50" y="133"/>
                                </a:lnTo>
                                <a:lnTo>
                                  <a:pt x="35" y="121"/>
                                </a:lnTo>
                                <a:lnTo>
                                  <a:pt x="24" y="109"/>
                                </a:lnTo>
                                <a:lnTo>
                                  <a:pt x="13" y="99"/>
                                </a:lnTo>
                                <a:lnTo>
                                  <a:pt x="0" y="8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2676" name="Freeform 163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105" y="2679"/>
                            <a:ext cx="55" cy="99"/>
                          </a:xfrm>
                          <a:custGeom>
                            <a:avLst/>
                            <a:gdLst>
                              <a:gd name="T0" fmla="*/ 11 w 110"/>
                              <a:gd name="T1" fmla="*/ 31 h 197"/>
                              <a:gd name="T2" fmla="*/ 9 w 110"/>
                              <a:gd name="T3" fmla="*/ 51 h 197"/>
                              <a:gd name="T4" fmla="*/ 4 w 110"/>
                              <a:gd name="T5" fmla="*/ 63 h 197"/>
                              <a:gd name="T6" fmla="*/ 0 w 110"/>
                              <a:gd name="T7" fmla="*/ 75 h 197"/>
                              <a:gd name="T8" fmla="*/ 0 w 110"/>
                              <a:gd name="T9" fmla="*/ 84 h 197"/>
                              <a:gd name="T10" fmla="*/ 2 w 110"/>
                              <a:gd name="T11" fmla="*/ 91 h 197"/>
                              <a:gd name="T12" fmla="*/ 6 w 110"/>
                              <a:gd name="T13" fmla="*/ 97 h 197"/>
                              <a:gd name="T14" fmla="*/ 11 w 110"/>
                              <a:gd name="T15" fmla="*/ 98 h 197"/>
                              <a:gd name="T16" fmla="*/ 14 w 110"/>
                              <a:gd name="T17" fmla="*/ 98 h 197"/>
                              <a:gd name="T18" fmla="*/ 18 w 110"/>
                              <a:gd name="T19" fmla="*/ 99 h 197"/>
                              <a:gd name="T20" fmla="*/ 20 w 110"/>
                              <a:gd name="T21" fmla="*/ 94 h 197"/>
                              <a:gd name="T22" fmla="*/ 22 w 110"/>
                              <a:gd name="T23" fmla="*/ 81 h 197"/>
                              <a:gd name="T24" fmla="*/ 28 w 110"/>
                              <a:gd name="T25" fmla="*/ 72 h 197"/>
                              <a:gd name="T26" fmla="*/ 29 w 110"/>
                              <a:gd name="T27" fmla="*/ 59 h 197"/>
                              <a:gd name="T28" fmla="*/ 33 w 110"/>
                              <a:gd name="T29" fmla="*/ 54 h 197"/>
                              <a:gd name="T30" fmla="*/ 35 w 110"/>
                              <a:gd name="T31" fmla="*/ 50 h 197"/>
                              <a:gd name="T32" fmla="*/ 37 w 110"/>
                              <a:gd name="T33" fmla="*/ 41 h 197"/>
                              <a:gd name="T34" fmla="*/ 41 w 110"/>
                              <a:gd name="T35" fmla="*/ 35 h 197"/>
                              <a:gd name="T36" fmla="*/ 44 w 110"/>
                              <a:gd name="T37" fmla="*/ 31 h 197"/>
                              <a:gd name="T38" fmla="*/ 47 w 110"/>
                              <a:gd name="T39" fmla="*/ 27 h 197"/>
                              <a:gd name="T40" fmla="*/ 47 w 110"/>
                              <a:gd name="T41" fmla="*/ 25 h 197"/>
                              <a:gd name="T42" fmla="*/ 53 w 110"/>
                              <a:gd name="T43" fmla="*/ 20 h 197"/>
                              <a:gd name="T44" fmla="*/ 54 w 110"/>
                              <a:gd name="T45" fmla="*/ 11 h 197"/>
                              <a:gd name="T46" fmla="*/ 55 w 110"/>
                              <a:gd name="T47" fmla="*/ 6 h 197"/>
                              <a:gd name="T48" fmla="*/ 50 w 110"/>
                              <a:gd name="T49" fmla="*/ 4 h 197"/>
                              <a:gd name="T50" fmla="*/ 46 w 110"/>
                              <a:gd name="T51" fmla="*/ 0 h 197"/>
                              <a:gd name="T52" fmla="*/ 41 w 110"/>
                              <a:gd name="T53" fmla="*/ 4 h 197"/>
                              <a:gd name="T54" fmla="*/ 37 w 110"/>
                              <a:gd name="T55" fmla="*/ 12 h 197"/>
                              <a:gd name="T56" fmla="*/ 33 w 110"/>
                              <a:gd name="T57" fmla="*/ 19 h 197"/>
                              <a:gd name="T58" fmla="*/ 28 w 110"/>
                              <a:gd name="T59" fmla="*/ 24 h 197"/>
                              <a:gd name="T60" fmla="*/ 26 w 110"/>
                              <a:gd name="T61" fmla="*/ 24 h 197"/>
                              <a:gd name="T62" fmla="*/ 22 w 110"/>
                              <a:gd name="T63" fmla="*/ 27 h 197"/>
                              <a:gd name="T64" fmla="*/ 20 w 110"/>
                              <a:gd name="T65" fmla="*/ 30 h 197"/>
                              <a:gd name="T66" fmla="*/ 11 w 110"/>
                              <a:gd name="T67" fmla="*/ 31 h 197"/>
                              <a:gd name="T68" fmla="*/ 0 60000 65536"/>
                              <a:gd name="T69" fmla="*/ 0 60000 65536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w 110"/>
                              <a:gd name="T103" fmla="*/ 0 h 197"/>
                              <a:gd name="T104" fmla="*/ 110 w 110"/>
                              <a:gd name="T105" fmla="*/ 197 h 197"/>
                            </a:gdLst>
                            <a:ahLst/>
                            <a:cxnLst>
                              <a:cxn ang="T68">
                                <a:pos x="T0" y="T1"/>
                              </a:cxn>
                              <a:cxn ang="T69">
                                <a:pos x="T2" y="T3"/>
                              </a:cxn>
                              <a:cxn ang="T70">
                                <a:pos x="T4" y="T5"/>
                              </a:cxn>
                              <a:cxn ang="T71">
                                <a:pos x="T6" y="T7"/>
                              </a:cxn>
                              <a:cxn ang="T72">
                                <a:pos x="T8" y="T9"/>
                              </a:cxn>
                              <a:cxn ang="T73">
                                <a:pos x="T10" y="T11"/>
                              </a:cxn>
                              <a:cxn ang="T74">
                                <a:pos x="T12" y="T13"/>
                              </a:cxn>
                              <a:cxn ang="T75">
                                <a:pos x="T14" y="T15"/>
                              </a:cxn>
                              <a:cxn ang="T76">
                                <a:pos x="T16" y="T17"/>
                              </a:cxn>
                              <a:cxn ang="T77">
                                <a:pos x="T18" y="T19"/>
                              </a:cxn>
                              <a:cxn ang="T78">
                                <a:pos x="T20" y="T21"/>
                              </a:cxn>
                              <a:cxn ang="T79">
                                <a:pos x="T22" y="T23"/>
                              </a:cxn>
                              <a:cxn ang="T80">
                                <a:pos x="T24" y="T25"/>
                              </a:cxn>
                              <a:cxn ang="T81">
                                <a:pos x="T26" y="T27"/>
                              </a:cxn>
                              <a:cxn ang="T82">
                                <a:pos x="T28" y="T29"/>
                              </a:cxn>
                              <a:cxn ang="T83">
                                <a:pos x="T30" y="T31"/>
                              </a:cxn>
                              <a:cxn ang="T84">
                                <a:pos x="T32" y="T33"/>
                              </a:cxn>
                              <a:cxn ang="T85">
                                <a:pos x="T34" y="T35"/>
                              </a:cxn>
                              <a:cxn ang="T86">
                                <a:pos x="T36" y="T37"/>
                              </a:cxn>
                              <a:cxn ang="T87">
                                <a:pos x="T38" y="T39"/>
                              </a:cxn>
                              <a:cxn ang="T88">
                                <a:pos x="T40" y="T41"/>
                              </a:cxn>
                              <a:cxn ang="T89">
                                <a:pos x="T42" y="T43"/>
                              </a:cxn>
                              <a:cxn ang="T90">
                                <a:pos x="T44" y="T45"/>
                              </a:cxn>
                              <a:cxn ang="T91">
                                <a:pos x="T46" y="T47"/>
                              </a:cxn>
                              <a:cxn ang="T92">
                                <a:pos x="T48" y="T49"/>
                              </a:cxn>
                              <a:cxn ang="T93">
                                <a:pos x="T50" y="T51"/>
                              </a:cxn>
                              <a:cxn ang="T94">
                                <a:pos x="T52" y="T53"/>
                              </a:cxn>
                              <a:cxn ang="T95">
                                <a:pos x="T54" y="T55"/>
                              </a:cxn>
                              <a:cxn ang="T96">
                                <a:pos x="T56" y="T57"/>
                              </a:cxn>
                              <a:cxn ang="T97">
                                <a:pos x="T58" y="T59"/>
                              </a:cxn>
                              <a:cxn ang="T98">
                                <a:pos x="T60" y="T61"/>
                              </a:cxn>
                              <a:cxn ang="T99">
                                <a:pos x="T62" y="T63"/>
                              </a:cxn>
                              <a:cxn ang="T100">
                                <a:pos x="T64" y="T65"/>
                              </a:cxn>
                              <a:cxn ang="T101">
                                <a:pos x="T66" y="T67"/>
                              </a:cxn>
                            </a:cxnLst>
                            <a:rect l="T102" t="T103" r="T104" b="T105"/>
                            <a:pathLst>
                              <a:path w="110" h="197">
                                <a:moveTo>
                                  <a:pt x="21" y="62"/>
                                </a:moveTo>
                                <a:lnTo>
                                  <a:pt x="18" y="101"/>
                                </a:lnTo>
                                <a:lnTo>
                                  <a:pt x="8" y="126"/>
                                </a:lnTo>
                                <a:lnTo>
                                  <a:pt x="0" y="149"/>
                                </a:lnTo>
                                <a:lnTo>
                                  <a:pt x="0" y="167"/>
                                </a:lnTo>
                                <a:lnTo>
                                  <a:pt x="3" y="181"/>
                                </a:lnTo>
                                <a:lnTo>
                                  <a:pt x="12" y="194"/>
                                </a:lnTo>
                                <a:lnTo>
                                  <a:pt x="21" y="196"/>
                                </a:lnTo>
                                <a:lnTo>
                                  <a:pt x="28" y="196"/>
                                </a:lnTo>
                                <a:lnTo>
                                  <a:pt x="36" y="197"/>
                                </a:lnTo>
                                <a:lnTo>
                                  <a:pt x="40" y="187"/>
                                </a:lnTo>
                                <a:lnTo>
                                  <a:pt x="44" y="161"/>
                                </a:lnTo>
                                <a:lnTo>
                                  <a:pt x="56" y="144"/>
                                </a:lnTo>
                                <a:lnTo>
                                  <a:pt x="59" y="117"/>
                                </a:lnTo>
                                <a:lnTo>
                                  <a:pt x="65" y="107"/>
                                </a:lnTo>
                                <a:lnTo>
                                  <a:pt x="70" y="100"/>
                                </a:lnTo>
                                <a:lnTo>
                                  <a:pt x="74" y="81"/>
                                </a:lnTo>
                                <a:lnTo>
                                  <a:pt x="82" y="69"/>
                                </a:lnTo>
                                <a:lnTo>
                                  <a:pt x="88" y="61"/>
                                </a:lnTo>
                                <a:lnTo>
                                  <a:pt x="93" y="53"/>
                                </a:lnTo>
                                <a:lnTo>
                                  <a:pt x="93" y="49"/>
                                </a:lnTo>
                                <a:lnTo>
                                  <a:pt x="106" y="39"/>
                                </a:lnTo>
                                <a:lnTo>
                                  <a:pt x="107" y="22"/>
                                </a:lnTo>
                                <a:lnTo>
                                  <a:pt x="110" y="11"/>
                                </a:lnTo>
                                <a:lnTo>
                                  <a:pt x="99" y="7"/>
                                </a:lnTo>
                                <a:lnTo>
                                  <a:pt x="92" y="0"/>
                                </a:lnTo>
                                <a:lnTo>
                                  <a:pt x="82" y="7"/>
                                </a:lnTo>
                                <a:lnTo>
                                  <a:pt x="74" y="24"/>
                                </a:lnTo>
                                <a:lnTo>
                                  <a:pt x="65" y="38"/>
                                </a:lnTo>
                                <a:lnTo>
                                  <a:pt x="56" y="48"/>
                                </a:lnTo>
                                <a:lnTo>
                                  <a:pt x="52" y="48"/>
                                </a:lnTo>
                                <a:lnTo>
                                  <a:pt x="44" y="53"/>
                                </a:lnTo>
                                <a:lnTo>
                                  <a:pt x="40" y="59"/>
                                </a:lnTo>
                                <a:lnTo>
                                  <a:pt x="21" y="62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2677" name="Freeform 16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840" y="2113"/>
                            <a:ext cx="751" cy="469"/>
                          </a:xfrm>
                          <a:custGeom>
                            <a:avLst/>
                            <a:gdLst>
                              <a:gd name="T0" fmla="*/ 44 w 1503"/>
                              <a:gd name="T1" fmla="*/ 196 h 936"/>
                              <a:gd name="T2" fmla="*/ 50 w 1503"/>
                              <a:gd name="T3" fmla="*/ 162 h 936"/>
                              <a:gd name="T4" fmla="*/ 75 w 1503"/>
                              <a:gd name="T5" fmla="*/ 142 h 936"/>
                              <a:gd name="T6" fmla="*/ 104 w 1503"/>
                              <a:gd name="T7" fmla="*/ 133 h 936"/>
                              <a:gd name="T8" fmla="*/ 112 w 1503"/>
                              <a:gd name="T9" fmla="*/ 113 h 936"/>
                              <a:gd name="T10" fmla="*/ 149 w 1503"/>
                              <a:gd name="T11" fmla="*/ 96 h 936"/>
                              <a:gd name="T12" fmla="*/ 173 w 1503"/>
                              <a:gd name="T13" fmla="*/ 71 h 936"/>
                              <a:gd name="T14" fmla="*/ 162 w 1503"/>
                              <a:gd name="T15" fmla="*/ 59 h 936"/>
                              <a:gd name="T16" fmla="*/ 165 w 1503"/>
                              <a:gd name="T17" fmla="*/ 47 h 936"/>
                              <a:gd name="T18" fmla="*/ 141 w 1503"/>
                              <a:gd name="T19" fmla="*/ 64 h 936"/>
                              <a:gd name="T20" fmla="*/ 133 w 1503"/>
                              <a:gd name="T21" fmla="*/ 97 h 936"/>
                              <a:gd name="T22" fmla="*/ 117 w 1503"/>
                              <a:gd name="T23" fmla="*/ 107 h 936"/>
                              <a:gd name="T24" fmla="*/ 108 w 1503"/>
                              <a:gd name="T25" fmla="*/ 90 h 936"/>
                              <a:gd name="T26" fmla="*/ 86 w 1503"/>
                              <a:gd name="T27" fmla="*/ 98 h 936"/>
                              <a:gd name="T28" fmla="*/ 79 w 1503"/>
                              <a:gd name="T29" fmla="*/ 85 h 936"/>
                              <a:gd name="T30" fmla="*/ 80 w 1503"/>
                              <a:gd name="T31" fmla="*/ 72 h 936"/>
                              <a:gd name="T32" fmla="*/ 104 w 1503"/>
                              <a:gd name="T33" fmla="*/ 63 h 936"/>
                              <a:gd name="T34" fmla="*/ 120 w 1503"/>
                              <a:gd name="T35" fmla="*/ 41 h 936"/>
                              <a:gd name="T36" fmla="*/ 145 w 1503"/>
                              <a:gd name="T37" fmla="*/ 14 h 936"/>
                              <a:gd name="T38" fmla="*/ 180 w 1503"/>
                              <a:gd name="T39" fmla="*/ 7 h 936"/>
                              <a:gd name="T40" fmla="*/ 227 w 1503"/>
                              <a:gd name="T41" fmla="*/ 27 h 936"/>
                              <a:gd name="T42" fmla="*/ 210 w 1503"/>
                              <a:gd name="T43" fmla="*/ 59 h 936"/>
                              <a:gd name="T44" fmla="*/ 227 w 1503"/>
                              <a:gd name="T45" fmla="*/ 75 h 936"/>
                              <a:gd name="T46" fmla="*/ 241 w 1503"/>
                              <a:gd name="T47" fmla="*/ 57 h 936"/>
                              <a:gd name="T48" fmla="*/ 304 w 1503"/>
                              <a:gd name="T49" fmla="*/ 49 h 936"/>
                              <a:gd name="T50" fmla="*/ 379 w 1503"/>
                              <a:gd name="T51" fmla="*/ 9 h 936"/>
                              <a:gd name="T52" fmla="*/ 496 w 1503"/>
                              <a:gd name="T53" fmla="*/ 27 h 936"/>
                              <a:gd name="T54" fmla="*/ 709 w 1503"/>
                              <a:gd name="T55" fmla="*/ 60 h 936"/>
                              <a:gd name="T56" fmla="*/ 727 w 1503"/>
                              <a:gd name="T57" fmla="*/ 78 h 936"/>
                              <a:gd name="T58" fmla="*/ 734 w 1503"/>
                              <a:gd name="T59" fmla="*/ 142 h 936"/>
                              <a:gd name="T60" fmla="*/ 673 w 1503"/>
                              <a:gd name="T61" fmla="*/ 91 h 936"/>
                              <a:gd name="T62" fmla="*/ 624 w 1503"/>
                              <a:gd name="T63" fmla="*/ 114 h 936"/>
                              <a:gd name="T64" fmla="*/ 691 w 1503"/>
                              <a:gd name="T65" fmla="*/ 203 h 936"/>
                              <a:gd name="T66" fmla="*/ 664 w 1503"/>
                              <a:gd name="T67" fmla="*/ 242 h 936"/>
                              <a:gd name="T68" fmla="*/ 708 w 1503"/>
                              <a:gd name="T69" fmla="*/ 329 h 936"/>
                              <a:gd name="T70" fmla="*/ 663 w 1503"/>
                              <a:gd name="T71" fmla="*/ 374 h 936"/>
                              <a:gd name="T72" fmla="*/ 651 w 1503"/>
                              <a:gd name="T73" fmla="*/ 409 h 936"/>
                              <a:gd name="T74" fmla="*/ 649 w 1503"/>
                              <a:gd name="T75" fmla="*/ 443 h 936"/>
                              <a:gd name="T76" fmla="*/ 633 w 1503"/>
                              <a:gd name="T77" fmla="*/ 442 h 936"/>
                              <a:gd name="T78" fmla="*/ 586 w 1503"/>
                              <a:gd name="T79" fmla="*/ 370 h 936"/>
                              <a:gd name="T80" fmla="*/ 520 w 1503"/>
                              <a:gd name="T81" fmla="*/ 368 h 936"/>
                              <a:gd name="T82" fmla="*/ 480 w 1503"/>
                              <a:gd name="T83" fmla="*/ 410 h 936"/>
                              <a:gd name="T84" fmla="*/ 398 w 1503"/>
                              <a:gd name="T85" fmla="*/ 319 h 936"/>
                              <a:gd name="T86" fmla="*/ 291 w 1503"/>
                              <a:gd name="T87" fmla="*/ 287 h 936"/>
                              <a:gd name="T88" fmla="*/ 372 w 1503"/>
                              <a:gd name="T89" fmla="*/ 343 h 936"/>
                              <a:gd name="T90" fmla="*/ 277 w 1503"/>
                              <a:gd name="T91" fmla="*/ 394 h 936"/>
                              <a:gd name="T92" fmla="*/ 252 w 1503"/>
                              <a:gd name="T93" fmla="*/ 346 h 936"/>
                              <a:gd name="T94" fmla="*/ 213 w 1503"/>
                              <a:gd name="T95" fmla="*/ 290 h 936"/>
                              <a:gd name="T96" fmla="*/ 189 w 1503"/>
                              <a:gd name="T97" fmla="*/ 249 h 936"/>
                              <a:gd name="T98" fmla="*/ 178 w 1503"/>
                              <a:gd name="T99" fmla="*/ 229 h 936"/>
                              <a:gd name="T100" fmla="*/ 164 w 1503"/>
                              <a:gd name="T101" fmla="*/ 217 h 936"/>
                              <a:gd name="T102" fmla="*/ 158 w 1503"/>
                              <a:gd name="T103" fmla="*/ 239 h 936"/>
                              <a:gd name="T104" fmla="*/ 138 w 1503"/>
                              <a:gd name="T105" fmla="*/ 205 h 936"/>
                              <a:gd name="T106" fmla="*/ 116 w 1503"/>
                              <a:gd name="T107" fmla="*/ 194 h 936"/>
                              <a:gd name="T108" fmla="*/ 140 w 1503"/>
                              <a:gd name="T109" fmla="*/ 223 h 936"/>
                              <a:gd name="T110" fmla="*/ 130 w 1503"/>
                              <a:gd name="T111" fmla="*/ 229 h 936"/>
                              <a:gd name="T112" fmla="*/ 110 w 1503"/>
                              <a:gd name="T113" fmla="*/ 210 h 936"/>
                              <a:gd name="T114" fmla="*/ 88 w 1503"/>
                              <a:gd name="T115" fmla="*/ 197 h 936"/>
                              <a:gd name="T116" fmla="*/ 60 w 1503"/>
                              <a:gd name="T117" fmla="*/ 213 h 936"/>
                              <a:gd name="T118" fmla="*/ 53 w 1503"/>
                              <a:gd name="T119" fmla="*/ 234 h 936"/>
                              <a:gd name="T120" fmla="*/ 34 w 1503"/>
                              <a:gd name="T121" fmla="*/ 248 h 936"/>
                              <a:gd name="T122" fmla="*/ 4 w 1503"/>
                              <a:gd name="T123" fmla="*/ 239 h 9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60000 65536"/>
                              <a:gd name="T163" fmla="*/ 0 60000 65536"/>
                              <a:gd name="T164" fmla="*/ 0 60000 65536"/>
                              <a:gd name="T165" fmla="*/ 0 60000 65536"/>
                              <a:gd name="T166" fmla="*/ 0 60000 65536"/>
                              <a:gd name="T167" fmla="*/ 0 60000 65536"/>
                              <a:gd name="T168" fmla="*/ 0 60000 65536"/>
                              <a:gd name="T169" fmla="*/ 0 60000 65536"/>
                              <a:gd name="T170" fmla="*/ 0 60000 65536"/>
                              <a:gd name="T171" fmla="*/ 0 60000 65536"/>
                              <a:gd name="T172" fmla="*/ 0 60000 65536"/>
                              <a:gd name="T173" fmla="*/ 0 60000 65536"/>
                              <a:gd name="T174" fmla="*/ 0 60000 65536"/>
                              <a:gd name="T175" fmla="*/ 0 60000 65536"/>
                              <a:gd name="T176" fmla="*/ 0 60000 65536"/>
                              <a:gd name="T177" fmla="*/ 0 60000 65536"/>
                              <a:gd name="T178" fmla="*/ 0 60000 65536"/>
                              <a:gd name="T179" fmla="*/ 0 60000 65536"/>
                              <a:gd name="T180" fmla="*/ 0 60000 65536"/>
                              <a:gd name="T181" fmla="*/ 0 60000 65536"/>
                              <a:gd name="T182" fmla="*/ 0 60000 65536"/>
                              <a:gd name="T183" fmla="*/ 0 60000 65536"/>
                              <a:gd name="T184" fmla="*/ 0 60000 65536"/>
                              <a:gd name="T185" fmla="*/ 0 60000 65536"/>
                              <a:gd name="T186" fmla="*/ 0 w 1503"/>
                              <a:gd name="T187" fmla="*/ 0 h 936"/>
                              <a:gd name="T188" fmla="*/ 1503 w 1503"/>
                              <a:gd name="T189" fmla="*/ 936 h 936"/>
                            </a:gdLst>
                            <a:ahLst/>
                            <a:cxnLst>
                              <a:cxn ang="T124">
                                <a:pos x="T0" y="T1"/>
                              </a:cxn>
                              <a:cxn ang="T125">
                                <a:pos x="T2" y="T3"/>
                              </a:cxn>
                              <a:cxn ang="T126">
                                <a:pos x="T4" y="T5"/>
                              </a:cxn>
                              <a:cxn ang="T127">
                                <a:pos x="T6" y="T7"/>
                              </a:cxn>
                              <a:cxn ang="T128">
                                <a:pos x="T8" y="T9"/>
                              </a:cxn>
                              <a:cxn ang="T129">
                                <a:pos x="T10" y="T11"/>
                              </a:cxn>
                              <a:cxn ang="T130">
                                <a:pos x="T12" y="T13"/>
                              </a:cxn>
                              <a:cxn ang="T131">
                                <a:pos x="T14" y="T15"/>
                              </a:cxn>
                              <a:cxn ang="T132">
                                <a:pos x="T16" y="T17"/>
                              </a:cxn>
                              <a:cxn ang="T133">
                                <a:pos x="T18" y="T19"/>
                              </a:cxn>
                              <a:cxn ang="T134">
                                <a:pos x="T20" y="T21"/>
                              </a:cxn>
                              <a:cxn ang="T135">
                                <a:pos x="T22" y="T23"/>
                              </a:cxn>
                              <a:cxn ang="T136">
                                <a:pos x="T24" y="T25"/>
                              </a:cxn>
                              <a:cxn ang="T137">
                                <a:pos x="T26" y="T27"/>
                              </a:cxn>
                              <a:cxn ang="T138">
                                <a:pos x="T28" y="T29"/>
                              </a:cxn>
                              <a:cxn ang="T139">
                                <a:pos x="T30" y="T31"/>
                              </a:cxn>
                              <a:cxn ang="T140">
                                <a:pos x="T32" y="T33"/>
                              </a:cxn>
                              <a:cxn ang="T141">
                                <a:pos x="T34" y="T35"/>
                              </a:cxn>
                              <a:cxn ang="T142">
                                <a:pos x="T36" y="T37"/>
                              </a:cxn>
                              <a:cxn ang="T143">
                                <a:pos x="T38" y="T39"/>
                              </a:cxn>
                              <a:cxn ang="T144">
                                <a:pos x="T40" y="T41"/>
                              </a:cxn>
                              <a:cxn ang="T145">
                                <a:pos x="T42" y="T43"/>
                              </a:cxn>
                              <a:cxn ang="T146">
                                <a:pos x="T44" y="T45"/>
                              </a:cxn>
                              <a:cxn ang="T147">
                                <a:pos x="T46" y="T47"/>
                              </a:cxn>
                              <a:cxn ang="T148">
                                <a:pos x="T48" y="T49"/>
                              </a:cxn>
                              <a:cxn ang="T149">
                                <a:pos x="T50" y="T51"/>
                              </a:cxn>
                              <a:cxn ang="T150">
                                <a:pos x="T52" y="T53"/>
                              </a:cxn>
                              <a:cxn ang="T151">
                                <a:pos x="T54" y="T55"/>
                              </a:cxn>
                              <a:cxn ang="T152">
                                <a:pos x="T56" y="T57"/>
                              </a:cxn>
                              <a:cxn ang="T153">
                                <a:pos x="T58" y="T59"/>
                              </a:cxn>
                              <a:cxn ang="T154">
                                <a:pos x="T60" y="T61"/>
                              </a:cxn>
                              <a:cxn ang="T155">
                                <a:pos x="T62" y="T63"/>
                              </a:cxn>
                              <a:cxn ang="T156">
                                <a:pos x="T64" y="T65"/>
                              </a:cxn>
                              <a:cxn ang="T157">
                                <a:pos x="T66" y="T67"/>
                              </a:cxn>
                              <a:cxn ang="T158">
                                <a:pos x="T68" y="T69"/>
                              </a:cxn>
                              <a:cxn ang="T159">
                                <a:pos x="T70" y="T71"/>
                              </a:cxn>
                              <a:cxn ang="T160">
                                <a:pos x="T72" y="T73"/>
                              </a:cxn>
                              <a:cxn ang="T161">
                                <a:pos x="T74" y="T75"/>
                              </a:cxn>
                              <a:cxn ang="T162">
                                <a:pos x="T76" y="T77"/>
                              </a:cxn>
                              <a:cxn ang="T163">
                                <a:pos x="T78" y="T79"/>
                              </a:cxn>
                              <a:cxn ang="T164">
                                <a:pos x="T80" y="T81"/>
                              </a:cxn>
                              <a:cxn ang="T165">
                                <a:pos x="T82" y="T83"/>
                              </a:cxn>
                              <a:cxn ang="T166">
                                <a:pos x="T84" y="T85"/>
                              </a:cxn>
                              <a:cxn ang="T167">
                                <a:pos x="T86" y="T87"/>
                              </a:cxn>
                              <a:cxn ang="T168">
                                <a:pos x="T88" y="T89"/>
                              </a:cxn>
                              <a:cxn ang="T169">
                                <a:pos x="T90" y="T91"/>
                              </a:cxn>
                              <a:cxn ang="T170">
                                <a:pos x="T92" y="T93"/>
                              </a:cxn>
                              <a:cxn ang="T171">
                                <a:pos x="T94" y="T95"/>
                              </a:cxn>
                              <a:cxn ang="T172">
                                <a:pos x="T96" y="T97"/>
                              </a:cxn>
                              <a:cxn ang="T173">
                                <a:pos x="T98" y="T99"/>
                              </a:cxn>
                              <a:cxn ang="T174">
                                <a:pos x="T100" y="T101"/>
                              </a:cxn>
                              <a:cxn ang="T175">
                                <a:pos x="T102" y="T103"/>
                              </a:cxn>
                              <a:cxn ang="T176">
                                <a:pos x="T104" y="T105"/>
                              </a:cxn>
                              <a:cxn ang="T177">
                                <a:pos x="T106" y="T107"/>
                              </a:cxn>
                              <a:cxn ang="T178">
                                <a:pos x="T108" y="T109"/>
                              </a:cxn>
                              <a:cxn ang="T179">
                                <a:pos x="T110" y="T111"/>
                              </a:cxn>
                              <a:cxn ang="T180">
                                <a:pos x="T112" y="T113"/>
                              </a:cxn>
                              <a:cxn ang="T181">
                                <a:pos x="T114" y="T115"/>
                              </a:cxn>
                              <a:cxn ang="T182">
                                <a:pos x="T116" y="T117"/>
                              </a:cxn>
                              <a:cxn ang="T183">
                                <a:pos x="T118" y="T119"/>
                              </a:cxn>
                              <a:cxn ang="T184">
                                <a:pos x="T120" y="T121"/>
                              </a:cxn>
                              <a:cxn ang="T185">
                                <a:pos x="T122" y="T123"/>
                              </a:cxn>
                            </a:cxnLst>
                            <a:rect l="T186" t="T187" r="T188" b="T189"/>
                            <a:pathLst>
                              <a:path w="1503" h="936">
                                <a:moveTo>
                                  <a:pt x="0" y="419"/>
                                </a:moveTo>
                                <a:lnTo>
                                  <a:pt x="14" y="406"/>
                                </a:lnTo>
                                <a:lnTo>
                                  <a:pt x="22" y="396"/>
                                </a:lnTo>
                                <a:lnTo>
                                  <a:pt x="40" y="396"/>
                                </a:lnTo>
                                <a:lnTo>
                                  <a:pt x="59" y="399"/>
                                </a:lnTo>
                                <a:lnTo>
                                  <a:pt x="73" y="393"/>
                                </a:lnTo>
                                <a:lnTo>
                                  <a:pt x="88" y="392"/>
                                </a:lnTo>
                                <a:lnTo>
                                  <a:pt x="90" y="374"/>
                                </a:lnTo>
                                <a:lnTo>
                                  <a:pt x="98" y="363"/>
                                </a:lnTo>
                                <a:lnTo>
                                  <a:pt x="77" y="350"/>
                                </a:lnTo>
                                <a:lnTo>
                                  <a:pt x="74" y="339"/>
                                </a:lnTo>
                                <a:lnTo>
                                  <a:pt x="76" y="325"/>
                                </a:lnTo>
                                <a:lnTo>
                                  <a:pt x="91" y="325"/>
                                </a:lnTo>
                                <a:lnTo>
                                  <a:pt x="101" y="323"/>
                                </a:lnTo>
                                <a:lnTo>
                                  <a:pt x="102" y="325"/>
                                </a:lnTo>
                                <a:lnTo>
                                  <a:pt x="113" y="316"/>
                                </a:lnTo>
                                <a:lnTo>
                                  <a:pt x="124" y="312"/>
                                </a:lnTo>
                                <a:lnTo>
                                  <a:pt x="128" y="312"/>
                                </a:lnTo>
                                <a:lnTo>
                                  <a:pt x="135" y="303"/>
                                </a:lnTo>
                                <a:lnTo>
                                  <a:pt x="143" y="300"/>
                                </a:lnTo>
                                <a:lnTo>
                                  <a:pt x="151" y="284"/>
                                </a:lnTo>
                                <a:lnTo>
                                  <a:pt x="157" y="289"/>
                                </a:lnTo>
                                <a:lnTo>
                                  <a:pt x="168" y="278"/>
                                </a:lnTo>
                                <a:lnTo>
                                  <a:pt x="169" y="278"/>
                                </a:lnTo>
                                <a:lnTo>
                                  <a:pt x="183" y="267"/>
                                </a:lnTo>
                                <a:lnTo>
                                  <a:pt x="191" y="265"/>
                                </a:lnTo>
                                <a:lnTo>
                                  <a:pt x="202" y="265"/>
                                </a:lnTo>
                                <a:lnTo>
                                  <a:pt x="209" y="265"/>
                                </a:lnTo>
                                <a:lnTo>
                                  <a:pt x="203" y="251"/>
                                </a:lnTo>
                                <a:lnTo>
                                  <a:pt x="201" y="239"/>
                                </a:lnTo>
                                <a:lnTo>
                                  <a:pt x="198" y="214"/>
                                </a:lnTo>
                                <a:lnTo>
                                  <a:pt x="214" y="213"/>
                                </a:lnTo>
                                <a:lnTo>
                                  <a:pt x="223" y="209"/>
                                </a:lnTo>
                                <a:lnTo>
                                  <a:pt x="218" y="219"/>
                                </a:lnTo>
                                <a:lnTo>
                                  <a:pt x="225" y="226"/>
                                </a:lnTo>
                                <a:lnTo>
                                  <a:pt x="232" y="235"/>
                                </a:lnTo>
                                <a:lnTo>
                                  <a:pt x="236" y="241"/>
                                </a:lnTo>
                                <a:lnTo>
                                  <a:pt x="255" y="239"/>
                                </a:lnTo>
                                <a:lnTo>
                                  <a:pt x="272" y="217"/>
                                </a:lnTo>
                                <a:lnTo>
                                  <a:pt x="284" y="207"/>
                                </a:lnTo>
                                <a:lnTo>
                                  <a:pt x="291" y="200"/>
                                </a:lnTo>
                                <a:lnTo>
                                  <a:pt x="299" y="191"/>
                                </a:lnTo>
                                <a:lnTo>
                                  <a:pt x="308" y="180"/>
                                </a:lnTo>
                                <a:lnTo>
                                  <a:pt x="314" y="184"/>
                                </a:lnTo>
                                <a:lnTo>
                                  <a:pt x="314" y="177"/>
                                </a:lnTo>
                                <a:lnTo>
                                  <a:pt x="319" y="172"/>
                                </a:lnTo>
                                <a:lnTo>
                                  <a:pt x="331" y="175"/>
                                </a:lnTo>
                                <a:lnTo>
                                  <a:pt x="351" y="194"/>
                                </a:lnTo>
                                <a:lnTo>
                                  <a:pt x="347" y="142"/>
                                </a:lnTo>
                                <a:lnTo>
                                  <a:pt x="330" y="165"/>
                                </a:lnTo>
                                <a:lnTo>
                                  <a:pt x="316" y="164"/>
                                </a:lnTo>
                                <a:lnTo>
                                  <a:pt x="312" y="149"/>
                                </a:lnTo>
                                <a:lnTo>
                                  <a:pt x="312" y="142"/>
                                </a:lnTo>
                                <a:lnTo>
                                  <a:pt x="308" y="138"/>
                                </a:lnTo>
                                <a:lnTo>
                                  <a:pt x="319" y="126"/>
                                </a:lnTo>
                                <a:lnTo>
                                  <a:pt x="325" y="117"/>
                                </a:lnTo>
                                <a:lnTo>
                                  <a:pt x="332" y="114"/>
                                </a:lnTo>
                                <a:lnTo>
                                  <a:pt x="338" y="113"/>
                                </a:lnTo>
                                <a:lnTo>
                                  <a:pt x="342" y="106"/>
                                </a:lnTo>
                                <a:lnTo>
                                  <a:pt x="347" y="104"/>
                                </a:lnTo>
                                <a:lnTo>
                                  <a:pt x="354" y="104"/>
                                </a:lnTo>
                                <a:lnTo>
                                  <a:pt x="342" y="91"/>
                                </a:lnTo>
                                <a:lnTo>
                                  <a:pt x="330" y="94"/>
                                </a:lnTo>
                                <a:lnTo>
                                  <a:pt x="321" y="94"/>
                                </a:lnTo>
                                <a:lnTo>
                                  <a:pt x="314" y="90"/>
                                </a:lnTo>
                                <a:lnTo>
                                  <a:pt x="314" y="98"/>
                                </a:lnTo>
                                <a:lnTo>
                                  <a:pt x="308" y="107"/>
                                </a:lnTo>
                                <a:lnTo>
                                  <a:pt x="298" y="122"/>
                                </a:lnTo>
                                <a:lnTo>
                                  <a:pt x="288" y="127"/>
                                </a:lnTo>
                                <a:lnTo>
                                  <a:pt x="282" y="127"/>
                                </a:lnTo>
                                <a:lnTo>
                                  <a:pt x="279" y="138"/>
                                </a:lnTo>
                                <a:lnTo>
                                  <a:pt x="279" y="142"/>
                                </a:lnTo>
                                <a:lnTo>
                                  <a:pt x="273" y="146"/>
                                </a:lnTo>
                                <a:lnTo>
                                  <a:pt x="280" y="164"/>
                                </a:lnTo>
                                <a:lnTo>
                                  <a:pt x="284" y="172"/>
                                </a:lnTo>
                                <a:lnTo>
                                  <a:pt x="276" y="185"/>
                                </a:lnTo>
                                <a:lnTo>
                                  <a:pt x="266" y="194"/>
                                </a:lnTo>
                                <a:lnTo>
                                  <a:pt x="264" y="207"/>
                                </a:lnTo>
                                <a:lnTo>
                                  <a:pt x="258" y="217"/>
                                </a:lnTo>
                                <a:lnTo>
                                  <a:pt x="253" y="217"/>
                                </a:lnTo>
                                <a:lnTo>
                                  <a:pt x="244" y="219"/>
                                </a:lnTo>
                                <a:lnTo>
                                  <a:pt x="236" y="223"/>
                                </a:lnTo>
                                <a:lnTo>
                                  <a:pt x="234" y="222"/>
                                </a:lnTo>
                                <a:lnTo>
                                  <a:pt x="234" y="214"/>
                                </a:lnTo>
                                <a:lnTo>
                                  <a:pt x="232" y="203"/>
                                </a:lnTo>
                                <a:lnTo>
                                  <a:pt x="225" y="203"/>
                                </a:lnTo>
                                <a:lnTo>
                                  <a:pt x="221" y="196"/>
                                </a:lnTo>
                                <a:lnTo>
                                  <a:pt x="223" y="185"/>
                                </a:lnTo>
                                <a:lnTo>
                                  <a:pt x="224" y="180"/>
                                </a:lnTo>
                                <a:lnTo>
                                  <a:pt x="223" y="177"/>
                                </a:lnTo>
                                <a:lnTo>
                                  <a:pt x="217" y="180"/>
                                </a:lnTo>
                                <a:lnTo>
                                  <a:pt x="214" y="180"/>
                                </a:lnTo>
                                <a:lnTo>
                                  <a:pt x="210" y="178"/>
                                </a:lnTo>
                                <a:lnTo>
                                  <a:pt x="207" y="177"/>
                                </a:lnTo>
                                <a:lnTo>
                                  <a:pt x="201" y="183"/>
                                </a:lnTo>
                                <a:lnTo>
                                  <a:pt x="194" y="190"/>
                                </a:lnTo>
                                <a:lnTo>
                                  <a:pt x="187" y="197"/>
                                </a:lnTo>
                                <a:lnTo>
                                  <a:pt x="172" y="196"/>
                                </a:lnTo>
                                <a:lnTo>
                                  <a:pt x="162" y="194"/>
                                </a:lnTo>
                                <a:lnTo>
                                  <a:pt x="155" y="187"/>
                                </a:lnTo>
                                <a:lnTo>
                                  <a:pt x="155" y="183"/>
                                </a:lnTo>
                                <a:lnTo>
                                  <a:pt x="159" y="177"/>
                                </a:lnTo>
                                <a:lnTo>
                                  <a:pt x="165" y="172"/>
                                </a:lnTo>
                                <a:lnTo>
                                  <a:pt x="169" y="167"/>
                                </a:lnTo>
                                <a:lnTo>
                                  <a:pt x="159" y="169"/>
                                </a:lnTo>
                                <a:lnTo>
                                  <a:pt x="155" y="162"/>
                                </a:lnTo>
                                <a:lnTo>
                                  <a:pt x="155" y="158"/>
                                </a:lnTo>
                                <a:lnTo>
                                  <a:pt x="169" y="156"/>
                                </a:lnTo>
                                <a:lnTo>
                                  <a:pt x="181" y="155"/>
                                </a:lnTo>
                                <a:lnTo>
                                  <a:pt x="173" y="151"/>
                                </a:lnTo>
                                <a:lnTo>
                                  <a:pt x="161" y="152"/>
                                </a:lnTo>
                                <a:lnTo>
                                  <a:pt x="161" y="143"/>
                                </a:lnTo>
                                <a:lnTo>
                                  <a:pt x="166" y="138"/>
                                </a:lnTo>
                                <a:lnTo>
                                  <a:pt x="179" y="132"/>
                                </a:lnTo>
                                <a:lnTo>
                                  <a:pt x="183" y="126"/>
                                </a:lnTo>
                                <a:lnTo>
                                  <a:pt x="187" y="123"/>
                                </a:lnTo>
                                <a:lnTo>
                                  <a:pt x="196" y="122"/>
                                </a:lnTo>
                                <a:lnTo>
                                  <a:pt x="205" y="123"/>
                                </a:lnTo>
                                <a:lnTo>
                                  <a:pt x="209" y="126"/>
                                </a:lnTo>
                                <a:lnTo>
                                  <a:pt x="216" y="122"/>
                                </a:lnTo>
                                <a:lnTo>
                                  <a:pt x="209" y="120"/>
                                </a:lnTo>
                                <a:lnTo>
                                  <a:pt x="209" y="108"/>
                                </a:lnTo>
                                <a:lnTo>
                                  <a:pt x="227" y="95"/>
                                </a:lnTo>
                                <a:lnTo>
                                  <a:pt x="236" y="87"/>
                                </a:lnTo>
                                <a:lnTo>
                                  <a:pt x="242" y="85"/>
                                </a:lnTo>
                                <a:lnTo>
                                  <a:pt x="240" y="81"/>
                                </a:lnTo>
                                <a:lnTo>
                                  <a:pt x="249" y="71"/>
                                </a:lnTo>
                                <a:lnTo>
                                  <a:pt x="258" y="58"/>
                                </a:lnTo>
                                <a:lnTo>
                                  <a:pt x="269" y="52"/>
                                </a:lnTo>
                                <a:lnTo>
                                  <a:pt x="261" y="46"/>
                                </a:lnTo>
                                <a:lnTo>
                                  <a:pt x="283" y="33"/>
                                </a:lnTo>
                                <a:lnTo>
                                  <a:pt x="292" y="34"/>
                                </a:lnTo>
                                <a:lnTo>
                                  <a:pt x="291" y="27"/>
                                </a:lnTo>
                                <a:lnTo>
                                  <a:pt x="310" y="26"/>
                                </a:lnTo>
                                <a:lnTo>
                                  <a:pt x="346" y="2"/>
                                </a:lnTo>
                                <a:lnTo>
                                  <a:pt x="351" y="0"/>
                                </a:lnTo>
                                <a:lnTo>
                                  <a:pt x="345" y="17"/>
                                </a:lnTo>
                                <a:lnTo>
                                  <a:pt x="353" y="8"/>
                                </a:lnTo>
                                <a:lnTo>
                                  <a:pt x="362" y="5"/>
                                </a:lnTo>
                                <a:lnTo>
                                  <a:pt x="361" y="13"/>
                                </a:lnTo>
                                <a:lnTo>
                                  <a:pt x="388" y="4"/>
                                </a:lnTo>
                                <a:lnTo>
                                  <a:pt x="402" y="11"/>
                                </a:lnTo>
                                <a:lnTo>
                                  <a:pt x="383" y="18"/>
                                </a:lnTo>
                                <a:lnTo>
                                  <a:pt x="390" y="27"/>
                                </a:lnTo>
                                <a:lnTo>
                                  <a:pt x="417" y="26"/>
                                </a:lnTo>
                                <a:lnTo>
                                  <a:pt x="457" y="39"/>
                                </a:lnTo>
                                <a:lnTo>
                                  <a:pt x="454" y="53"/>
                                </a:lnTo>
                                <a:lnTo>
                                  <a:pt x="438" y="66"/>
                                </a:lnTo>
                                <a:lnTo>
                                  <a:pt x="413" y="74"/>
                                </a:lnTo>
                                <a:lnTo>
                                  <a:pt x="409" y="90"/>
                                </a:lnTo>
                                <a:lnTo>
                                  <a:pt x="410" y="104"/>
                                </a:lnTo>
                                <a:lnTo>
                                  <a:pt x="417" y="107"/>
                                </a:lnTo>
                                <a:lnTo>
                                  <a:pt x="419" y="114"/>
                                </a:lnTo>
                                <a:lnTo>
                                  <a:pt x="421" y="117"/>
                                </a:lnTo>
                                <a:lnTo>
                                  <a:pt x="427" y="120"/>
                                </a:lnTo>
                                <a:lnTo>
                                  <a:pt x="428" y="129"/>
                                </a:lnTo>
                                <a:lnTo>
                                  <a:pt x="436" y="139"/>
                                </a:lnTo>
                                <a:lnTo>
                                  <a:pt x="436" y="143"/>
                                </a:lnTo>
                                <a:lnTo>
                                  <a:pt x="445" y="143"/>
                                </a:lnTo>
                                <a:lnTo>
                                  <a:pt x="447" y="146"/>
                                </a:lnTo>
                                <a:lnTo>
                                  <a:pt x="454" y="149"/>
                                </a:lnTo>
                                <a:lnTo>
                                  <a:pt x="458" y="145"/>
                                </a:lnTo>
                                <a:lnTo>
                                  <a:pt x="463" y="138"/>
                                </a:lnTo>
                                <a:lnTo>
                                  <a:pt x="465" y="133"/>
                                </a:lnTo>
                                <a:lnTo>
                                  <a:pt x="472" y="136"/>
                                </a:lnTo>
                                <a:lnTo>
                                  <a:pt x="480" y="126"/>
                                </a:lnTo>
                                <a:lnTo>
                                  <a:pt x="480" y="119"/>
                                </a:lnTo>
                                <a:lnTo>
                                  <a:pt x="483" y="113"/>
                                </a:lnTo>
                                <a:lnTo>
                                  <a:pt x="484" y="108"/>
                                </a:lnTo>
                                <a:lnTo>
                                  <a:pt x="501" y="104"/>
                                </a:lnTo>
                                <a:lnTo>
                                  <a:pt x="515" y="100"/>
                                </a:lnTo>
                                <a:lnTo>
                                  <a:pt x="532" y="94"/>
                                </a:lnTo>
                                <a:lnTo>
                                  <a:pt x="553" y="98"/>
                                </a:lnTo>
                                <a:lnTo>
                                  <a:pt x="574" y="98"/>
                                </a:lnTo>
                                <a:lnTo>
                                  <a:pt x="608" y="98"/>
                                </a:lnTo>
                                <a:lnTo>
                                  <a:pt x="613" y="62"/>
                                </a:lnTo>
                                <a:lnTo>
                                  <a:pt x="633" y="63"/>
                                </a:lnTo>
                                <a:lnTo>
                                  <a:pt x="646" y="91"/>
                                </a:lnTo>
                                <a:lnTo>
                                  <a:pt x="649" y="68"/>
                                </a:lnTo>
                                <a:lnTo>
                                  <a:pt x="712" y="4"/>
                                </a:lnTo>
                                <a:lnTo>
                                  <a:pt x="737" y="4"/>
                                </a:lnTo>
                                <a:lnTo>
                                  <a:pt x="759" y="17"/>
                                </a:lnTo>
                                <a:lnTo>
                                  <a:pt x="788" y="16"/>
                                </a:lnTo>
                                <a:lnTo>
                                  <a:pt x="826" y="39"/>
                                </a:lnTo>
                                <a:lnTo>
                                  <a:pt x="870" y="52"/>
                                </a:lnTo>
                                <a:lnTo>
                                  <a:pt x="901" y="49"/>
                                </a:lnTo>
                                <a:lnTo>
                                  <a:pt x="942" y="63"/>
                                </a:lnTo>
                                <a:lnTo>
                                  <a:pt x="977" y="63"/>
                                </a:lnTo>
                                <a:lnTo>
                                  <a:pt x="993" y="53"/>
                                </a:lnTo>
                                <a:lnTo>
                                  <a:pt x="1032" y="53"/>
                                </a:lnTo>
                                <a:lnTo>
                                  <a:pt x="1052" y="65"/>
                                </a:lnTo>
                                <a:lnTo>
                                  <a:pt x="1104" y="65"/>
                                </a:lnTo>
                                <a:lnTo>
                                  <a:pt x="1148" y="85"/>
                                </a:lnTo>
                                <a:lnTo>
                                  <a:pt x="1229" y="82"/>
                                </a:lnTo>
                                <a:lnTo>
                                  <a:pt x="1357" y="91"/>
                                </a:lnTo>
                                <a:lnTo>
                                  <a:pt x="1418" y="119"/>
                                </a:lnTo>
                                <a:lnTo>
                                  <a:pt x="1470" y="136"/>
                                </a:lnTo>
                                <a:lnTo>
                                  <a:pt x="1503" y="151"/>
                                </a:lnTo>
                                <a:lnTo>
                                  <a:pt x="1494" y="155"/>
                                </a:lnTo>
                                <a:lnTo>
                                  <a:pt x="1470" y="143"/>
                                </a:lnTo>
                                <a:lnTo>
                                  <a:pt x="1417" y="139"/>
                                </a:lnTo>
                                <a:lnTo>
                                  <a:pt x="1432" y="151"/>
                                </a:lnTo>
                                <a:lnTo>
                                  <a:pt x="1455" y="156"/>
                                </a:lnTo>
                                <a:lnTo>
                                  <a:pt x="1449" y="175"/>
                                </a:lnTo>
                                <a:lnTo>
                                  <a:pt x="1424" y="187"/>
                                </a:lnTo>
                                <a:lnTo>
                                  <a:pt x="1416" y="206"/>
                                </a:lnTo>
                                <a:lnTo>
                                  <a:pt x="1449" y="223"/>
                                </a:lnTo>
                                <a:lnTo>
                                  <a:pt x="1472" y="246"/>
                                </a:lnTo>
                                <a:lnTo>
                                  <a:pt x="1484" y="280"/>
                                </a:lnTo>
                                <a:lnTo>
                                  <a:pt x="1469" y="283"/>
                                </a:lnTo>
                                <a:lnTo>
                                  <a:pt x="1436" y="273"/>
                                </a:lnTo>
                                <a:lnTo>
                                  <a:pt x="1402" y="248"/>
                                </a:lnTo>
                                <a:lnTo>
                                  <a:pt x="1388" y="235"/>
                                </a:lnTo>
                                <a:lnTo>
                                  <a:pt x="1380" y="217"/>
                                </a:lnTo>
                                <a:lnTo>
                                  <a:pt x="1372" y="191"/>
                                </a:lnTo>
                                <a:lnTo>
                                  <a:pt x="1358" y="183"/>
                                </a:lnTo>
                                <a:lnTo>
                                  <a:pt x="1346" y="181"/>
                                </a:lnTo>
                                <a:lnTo>
                                  <a:pt x="1335" y="184"/>
                                </a:lnTo>
                                <a:lnTo>
                                  <a:pt x="1347" y="204"/>
                                </a:lnTo>
                                <a:lnTo>
                                  <a:pt x="1314" y="207"/>
                                </a:lnTo>
                                <a:lnTo>
                                  <a:pt x="1299" y="197"/>
                                </a:lnTo>
                                <a:lnTo>
                                  <a:pt x="1270" y="203"/>
                                </a:lnTo>
                                <a:lnTo>
                                  <a:pt x="1248" y="219"/>
                                </a:lnTo>
                                <a:lnTo>
                                  <a:pt x="1248" y="228"/>
                                </a:lnTo>
                                <a:lnTo>
                                  <a:pt x="1257" y="242"/>
                                </a:lnTo>
                                <a:lnTo>
                                  <a:pt x="1291" y="246"/>
                                </a:lnTo>
                                <a:lnTo>
                                  <a:pt x="1318" y="264"/>
                                </a:lnTo>
                                <a:lnTo>
                                  <a:pt x="1365" y="312"/>
                                </a:lnTo>
                                <a:lnTo>
                                  <a:pt x="1384" y="344"/>
                                </a:lnTo>
                                <a:lnTo>
                                  <a:pt x="1387" y="377"/>
                                </a:lnTo>
                                <a:lnTo>
                                  <a:pt x="1383" y="405"/>
                                </a:lnTo>
                                <a:lnTo>
                                  <a:pt x="1372" y="405"/>
                                </a:lnTo>
                                <a:lnTo>
                                  <a:pt x="1359" y="395"/>
                                </a:lnTo>
                                <a:lnTo>
                                  <a:pt x="1342" y="408"/>
                                </a:lnTo>
                                <a:lnTo>
                                  <a:pt x="1324" y="419"/>
                                </a:lnTo>
                                <a:lnTo>
                                  <a:pt x="1321" y="441"/>
                                </a:lnTo>
                                <a:lnTo>
                                  <a:pt x="1340" y="464"/>
                                </a:lnTo>
                                <a:lnTo>
                                  <a:pt x="1328" y="483"/>
                                </a:lnTo>
                                <a:lnTo>
                                  <a:pt x="1324" y="515"/>
                                </a:lnTo>
                                <a:lnTo>
                                  <a:pt x="1347" y="535"/>
                                </a:lnTo>
                                <a:lnTo>
                                  <a:pt x="1373" y="541"/>
                                </a:lnTo>
                                <a:lnTo>
                                  <a:pt x="1401" y="563"/>
                                </a:lnTo>
                                <a:lnTo>
                                  <a:pt x="1424" y="592"/>
                                </a:lnTo>
                                <a:lnTo>
                                  <a:pt x="1425" y="636"/>
                                </a:lnTo>
                                <a:lnTo>
                                  <a:pt x="1417" y="656"/>
                                </a:lnTo>
                                <a:lnTo>
                                  <a:pt x="1392" y="673"/>
                                </a:lnTo>
                                <a:lnTo>
                                  <a:pt x="1362" y="682"/>
                                </a:lnTo>
                                <a:lnTo>
                                  <a:pt x="1343" y="695"/>
                                </a:lnTo>
                                <a:lnTo>
                                  <a:pt x="1332" y="688"/>
                                </a:lnTo>
                                <a:lnTo>
                                  <a:pt x="1322" y="695"/>
                                </a:lnTo>
                                <a:lnTo>
                                  <a:pt x="1320" y="727"/>
                                </a:lnTo>
                                <a:lnTo>
                                  <a:pt x="1326" y="746"/>
                                </a:lnTo>
                                <a:lnTo>
                                  <a:pt x="1357" y="768"/>
                                </a:lnTo>
                                <a:lnTo>
                                  <a:pt x="1369" y="789"/>
                                </a:lnTo>
                                <a:lnTo>
                                  <a:pt x="1379" y="803"/>
                                </a:lnTo>
                                <a:lnTo>
                                  <a:pt x="1376" y="826"/>
                                </a:lnTo>
                                <a:lnTo>
                                  <a:pt x="1357" y="845"/>
                                </a:lnTo>
                                <a:lnTo>
                                  <a:pt x="1336" y="845"/>
                                </a:lnTo>
                                <a:lnTo>
                                  <a:pt x="1303" y="817"/>
                                </a:lnTo>
                                <a:lnTo>
                                  <a:pt x="1280" y="807"/>
                                </a:lnTo>
                                <a:lnTo>
                                  <a:pt x="1270" y="801"/>
                                </a:lnTo>
                                <a:lnTo>
                                  <a:pt x="1261" y="816"/>
                                </a:lnTo>
                                <a:lnTo>
                                  <a:pt x="1263" y="836"/>
                                </a:lnTo>
                                <a:lnTo>
                                  <a:pt x="1272" y="852"/>
                                </a:lnTo>
                                <a:lnTo>
                                  <a:pt x="1277" y="877"/>
                                </a:lnTo>
                                <a:lnTo>
                                  <a:pt x="1298" y="885"/>
                                </a:lnTo>
                                <a:lnTo>
                                  <a:pt x="1291" y="898"/>
                                </a:lnTo>
                                <a:lnTo>
                                  <a:pt x="1292" y="917"/>
                                </a:lnTo>
                                <a:lnTo>
                                  <a:pt x="1299" y="936"/>
                                </a:lnTo>
                                <a:lnTo>
                                  <a:pt x="1285" y="935"/>
                                </a:lnTo>
                                <a:lnTo>
                                  <a:pt x="1270" y="913"/>
                                </a:lnTo>
                                <a:lnTo>
                                  <a:pt x="1272" y="890"/>
                                </a:lnTo>
                                <a:lnTo>
                                  <a:pt x="1266" y="882"/>
                                </a:lnTo>
                                <a:lnTo>
                                  <a:pt x="1261" y="856"/>
                                </a:lnTo>
                                <a:lnTo>
                                  <a:pt x="1254" y="849"/>
                                </a:lnTo>
                                <a:lnTo>
                                  <a:pt x="1251" y="813"/>
                                </a:lnTo>
                                <a:lnTo>
                                  <a:pt x="1241" y="789"/>
                                </a:lnTo>
                                <a:lnTo>
                                  <a:pt x="1225" y="769"/>
                                </a:lnTo>
                                <a:lnTo>
                                  <a:pt x="1195" y="758"/>
                                </a:lnTo>
                                <a:lnTo>
                                  <a:pt x="1173" y="739"/>
                                </a:lnTo>
                                <a:lnTo>
                                  <a:pt x="1163" y="724"/>
                                </a:lnTo>
                                <a:lnTo>
                                  <a:pt x="1148" y="708"/>
                                </a:lnTo>
                                <a:lnTo>
                                  <a:pt x="1125" y="672"/>
                                </a:lnTo>
                                <a:lnTo>
                                  <a:pt x="1104" y="675"/>
                                </a:lnTo>
                                <a:lnTo>
                                  <a:pt x="1077" y="692"/>
                                </a:lnTo>
                                <a:lnTo>
                                  <a:pt x="1065" y="707"/>
                                </a:lnTo>
                                <a:lnTo>
                                  <a:pt x="1040" y="734"/>
                                </a:lnTo>
                                <a:lnTo>
                                  <a:pt x="1022" y="763"/>
                                </a:lnTo>
                                <a:lnTo>
                                  <a:pt x="1015" y="774"/>
                                </a:lnTo>
                                <a:lnTo>
                                  <a:pt x="1022" y="808"/>
                                </a:lnTo>
                                <a:lnTo>
                                  <a:pt x="1021" y="842"/>
                                </a:lnTo>
                                <a:lnTo>
                                  <a:pt x="999" y="865"/>
                                </a:lnTo>
                                <a:lnTo>
                                  <a:pt x="986" y="866"/>
                                </a:lnTo>
                                <a:lnTo>
                                  <a:pt x="960" y="819"/>
                                </a:lnTo>
                                <a:lnTo>
                                  <a:pt x="940" y="784"/>
                                </a:lnTo>
                                <a:lnTo>
                                  <a:pt x="899" y="720"/>
                                </a:lnTo>
                                <a:lnTo>
                                  <a:pt x="897" y="695"/>
                                </a:lnTo>
                                <a:lnTo>
                                  <a:pt x="888" y="683"/>
                                </a:lnTo>
                                <a:lnTo>
                                  <a:pt x="881" y="699"/>
                                </a:lnTo>
                                <a:lnTo>
                                  <a:pt x="845" y="663"/>
                                </a:lnTo>
                                <a:lnTo>
                                  <a:pt x="797" y="636"/>
                                </a:lnTo>
                                <a:lnTo>
                                  <a:pt x="767" y="641"/>
                                </a:lnTo>
                                <a:lnTo>
                                  <a:pt x="723" y="638"/>
                                </a:lnTo>
                                <a:lnTo>
                                  <a:pt x="703" y="618"/>
                                </a:lnTo>
                                <a:lnTo>
                                  <a:pt x="679" y="621"/>
                                </a:lnTo>
                                <a:lnTo>
                                  <a:pt x="646" y="612"/>
                                </a:lnTo>
                                <a:lnTo>
                                  <a:pt x="578" y="544"/>
                                </a:lnTo>
                                <a:lnTo>
                                  <a:pt x="582" y="572"/>
                                </a:lnTo>
                                <a:lnTo>
                                  <a:pt x="602" y="611"/>
                                </a:lnTo>
                                <a:lnTo>
                                  <a:pt x="626" y="638"/>
                                </a:lnTo>
                                <a:lnTo>
                                  <a:pt x="650" y="653"/>
                                </a:lnTo>
                                <a:lnTo>
                                  <a:pt x="678" y="641"/>
                                </a:lnTo>
                                <a:lnTo>
                                  <a:pt x="700" y="641"/>
                                </a:lnTo>
                                <a:lnTo>
                                  <a:pt x="729" y="666"/>
                                </a:lnTo>
                                <a:lnTo>
                                  <a:pt x="745" y="685"/>
                                </a:lnTo>
                                <a:lnTo>
                                  <a:pt x="742" y="697"/>
                                </a:lnTo>
                                <a:lnTo>
                                  <a:pt x="693" y="750"/>
                                </a:lnTo>
                                <a:lnTo>
                                  <a:pt x="660" y="771"/>
                                </a:lnTo>
                                <a:lnTo>
                                  <a:pt x="591" y="798"/>
                                </a:lnTo>
                                <a:lnTo>
                                  <a:pt x="571" y="807"/>
                                </a:lnTo>
                                <a:lnTo>
                                  <a:pt x="559" y="798"/>
                                </a:lnTo>
                                <a:lnTo>
                                  <a:pt x="554" y="787"/>
                                </a:lnTo>
                                <a:lnTo>
                                  <a:pt x="553" y="771"/>
                                </a:lnTo>
                                <a:lnTo>
                                  <a:pt x="548" y="755"/>
                                </a:lnTo>
                                <a:lnTo>
                                  <a:pt x="538" y="742"/>
                                </a:lnTo>
                                <a:lnTo>
                                  <a:pt x="530" y="730"/>
                                </a:lnTo>
                                <a:lnTo>
                                  <a:pt x="517" y="714"/>
                                </a:lnTo>
                                <a:lnTo>
                                  <a:pt x="511" y="704"/>
                                </a:lnTo>
                                <a:lnTo>
                                  <a:pt x="505" y="691"/>
                                </a:lnTo>
                                <a:lnTo>
                                  <a:pt x="495" y="679"/>
                                </a:lnTo>
                                <a:lnTo>
                                  <a:pt x="480" y="650"/>
                                </a:lnTo>
                                <a:lnTo>
                                  <a:pt x="472" y="638"/>
                                </a:lnTo>
                                <a:lnTo>
                                  <a:pt x="461" y="623"/>
                                </a:lnTo>
                                <a:lnTo>
                                  <a:pt x="443" y="601"/>
                                </a:lnTo>
                                <a:lnTo>
                                  <a:pt x="434" y="588"/>
                                </a:lnTo>
                                <a:lnTo>
                                  <a:pt x="426" y="579"/>
                                </a:lnTo>
                                <a:lnTo>
                                  <a:pt x="416" y="560"/>
                                </a:lnTo>
                                <a:lnTo>
                                  <a:pt x="445" y="543"/>
                                </a:lnTo>
                                <a:lnTo>
                                  <a:pt x="457" y="505"/>
                                </a:lnTo>
                                <a:lnTo>
                                  <a:pt x="430" y="495"/>
                                </a:lnTo>
                                <a:lnTo>
                                  <a:pt x="391" y="501"/>
                                </a:lnTo>
                                <a:lnTo>
                                  <a:pt x="383" y="496"/>
                                </a:lnTo>
                                <a:lnTo>
                                  <a:pt x="379" y="496"/>
                                </a:lnTo>
                                <a:lnTo>
                                  <a:pt x="373" y="496"/>
                                </a:lnTo>
                                <a:lnTo>
                                  <a:pt x="369" y="496"/>
                                </a:lnTo>
                                <a:lnTo>
                                  <a:pt x="368" y="489"/>
                                </a:lnTo>
                                <a:lnTo>
                                  <a:pt x="365" y="483"/>
                                </a:lnTo>
                                <a:lnTo>
                                  <a:pt x="365" y="471"/>
                                </a:lnTo>
                                <a:lnTo>
                                  <a:pt x="358" y="466"/>
                                </a:lnTo>
                                <a:lnTo>
                                  <a:pt x="357" y="458"/>
                                </a:lnTo>
                                <a:lnTo>
                                  <a:pt x="353" y="457"/>
                                </a:lnTo>
                                <a:lnTo>
                                  <a:pt x="349" y="451"/>
                                </a:lnTo>
                                <a:lnTo>
                                  <a:pt x="347" y="445"/>
                                </a:lnTo>
                                <a:lnTo>
                                  <a:pt x="345" y="440"/>
                                </a:lnTo>
                                <a:lnTo>
                                  <a:pt x="342" y="434"/>
                                </a:lnTo>
                                <a:lnTo>
                                  <a:pt x="334" y="434"/>
                                </a:lnTo>
                                <a:lnTo>
                                  <a:pt x="328" y="434"/>
                                </a:lnTo>
                                <a:lnTo>
                                  <a:pt x="325" y="434"/>
                                </a:lnTo>
                                <a:lnTo>
                                  <a:pt x="324" y="444"/>
                                </a:lnTo>
                                <a:lnTo>
                                  <a:pt x="324" y="451"/>
                                </a:lnTo>
                                <a:lnTo>
                                  <a:pt x="324" y="460"/>
                                </a:lnTo>
                                <a:lnTo>
                                  <a:pt x="324" y="469"/>
                                </a:lnTo>
                                <a:lnTo>
                                  <a:pt x="324" y="474"/>
                                </a:lnTo>
                                <a:lnTo>
                                  <a:pt x="317" y="477"/>
                                </a:lnTo>
                                <a:lnTo>
                                  <a:pt x="312" y="483"/>
                                </a:lnTo>
                                <a:lnTo>
                                  <a:pt x="303" y="474"/>
                                </a:lnTo>
                                <a:lnTo>
                                  <a:pt x="298" y="463"/>
                                </a:lnTo>
                                <a:lnTo>
                                  <a:pt x="299" y="450"/>
                                </a:lnTo>
                                <a:lnTo>
                                  <a:pt x="291" y="429"/>
                                </a:lnTo>
                                <a:lnTo>
                                  <a:pt x="287" y="418"/>
                                </a:lnTo>
                                <a:lnTo>
                                  <a:pt x="277" y="410"/>
                                </a:lnTo>
                                <a:lnTo>
                                  <a:pt x="266" y="403"/>
                                </a:lnTo>
                                <a:lnTo>
                                  <a:pt x="261" y="393"/>
                                </a:lnTo>
                                <a:lnTo>
                                  <a:pt x="257" y="386"/>
                                </a:lnTo>
                                <a:lnTo>
                                  <a:pt x="247" y="384"/>
                                </a:lnTo>
                                <a:lnTo>
                                  <a:pt x="244" y="380"/>
                                </a:lnTo>
                                <a:lnTo>
                                  <a:pt x="238" y="380"/>
                                </a:lnTo>
                                <a:lnTo>
                                  <a:pt x="232" y="387"/>
                                </a:lnTo>
                                <a:lnTo>
                                  <a:pt x="227" y="393"/>
                                </a:lnTo>
                                <a:lnTo>
                                  <a:pt x="239" y="400"/>
                                </a:lnTo>
                                <a:lnTo>
                                  <a:pt x="246" y="410"/>
                                </a:lnTo>
                                <a:lnTo>
                                  <a:pt x="258" y="424"/>
                                </a:lnTo>
                                <a:lnTo>
                                  <a:pt x="264" y="429"/>
                                </a:lnTo>
                                <a:lnTo>
                                  <a:pt x="273" y="434"/>
                                </a:lnTo>
                                <a:lnTo>
                                  <a:pt x="280" y="445"/>
                                </a:lnTo>
                                <a:lnTo>
                                  <a:pt x="272" y="456"/>
                                </a:lnTo>
                                <a:lnTo>
                                  <a:pt x="271" y="451"/>
                                </a:lnTo>
                                <a:lnTo>
                                  <a:pt x="271" y="445"/>
                                </a:lnTo>
                                <a:lnTo>
                                  <a:pt x="266" y="458"/>
                                </a:lnTo>
                                <a:lnTo>
                                  <a:pt x="265" y="470"/>
                                </a:lnTo>
                                <a:lnTo>
                                  <a:pt x="257" y="473"/>
                                </a:lnTo>
                                <a:lnTo>
                                  <a:pt x="260" y="458"/>
                                </a:lnTo>
                                <a:lnTo>
                                  <a:pt x="258" y="451"/>
                                </a:lnTo>
                                <a:lnTo>
                                  <a:pt x="249" y="447"/>
                                </a:lnTo>
                                <a:lnTo>
                                  <a:pt x="244" y="444"/>
                                </a:lnTo>
                                <a:lnTo>
                                  <a:pt x="240" y="438"/>
                                </a:lnTo>
                                <a:lnTo>
                                  <a:pt x="232" y="432"/>
                                </a:lnTo>
                                <a:lnTo>
                                  <a:pt x="227" y="428"/>
                                </a:lnTo>
                                <a:lnTo>
                                  <a:pt x="221" y="419"/>
                                </a:lnTo>
                                <a:lnTo>
                                  <a:pt x="214" y="415"/>
                                </a:lnTo>
                                <a:lnTo>
                                  <a:pt x="210" y="406"/>
                                </a:lnTo>
                                <a:lnTo>
                                  <a:pt x="209" y="399"/>
                                </a:lnTo>
                                <a:lnTo>
                                  <a:pt x="203" y="396"/>
                                </a:lnTo>
                                <a:lnTo>
                                  <a:pt x="198" y="392"/>
                                </a:lnTo>
                                <a:lnTo>
                                  <a:pt x="187" y="392"/>
                                </a:lnTo>
                                <a:lnTo>
                                  <a:pt x="177" y="393"/>
                                </a:lnTo>
                                <a:lnTo>
                                  <a:pt x="166" y="392"/>
                                </a:lnTo>
                                <a:lnTo>
                                  <a:pt x="147" y="393"/>
                                </a:lnTo>
                                <a:lnTo>
                                  <a:pt x="133" y="395"/>
                                </a:lnTo>
                                <a:lnTo>
                                  <a:pt x="129" y="397"/>
                                </a:lnTo>
                                <a:lnTo>
                                  <a:pt x="128" y="406"/>
                                </a:lnTo>
                                <a:lnTo>
                                  <a:pt x="128" y="416"/>
                                </a:lnTo>
                                <a:lnTo>
                                  <a:pt x="120" y="426"/>
                                </a:lnTo>
                                <a:lnTo>
                                  <a:pt x="114" y="431"/>
                                </a:lnTo>
                                <a:lnTo>
                                  <a:pt x="111" y="434"/>
                                </a:lnTo>
                                <a:lnTo>
                                  <a:pt x="107" y="444"/>
                                </a:lnTo>
                                <a:lnTo>
                                  <a:pt x="105" y="450"/>
                                </a:lnTo>
                                <a:lnTo>
                                  <a:pt x="109" y="454"/>
                                </a:lnTo>
                                <a:lnTo>
                                  <a:pt x="109" y="463"/>
                                </a:lnTo>
                                <a:lnTo>
                                  <a:pt x="107" y="467"/>
                                </a:lnTo>
                                <a:lnTo>
                                  <a:pt x="105" y="473"/>
                                </a:lnTo>
                                <a:lnTo>
                                  <a:pt x="98" y="483"/>
                                </a:lnTo>
                                <a:lnTo>
                                  <a:pt x="94" y="479"/>
                                </a:lnTo>
                                <a:lnTo>
                                  <a:pt x="90" y="482"/>
                                </a:lnTo>
                                <a:lnTo>
                                  <a:pt x="84" y="486"/>
                                </a:lnTo>
                                <a:lnTo>
                                  <a:pt x="76" y="487"/>
                                </a:lnTo>
                                <a:lnTo>
                                  <a:pt x="68" y="495"/>
                                </a:lnTo>
                                <a:lnTo>
                                  <a:pt x="59" y="496"/>
                                </a:lnTo>
                                <a:lnTo>
                                  <a:pt x="51" y="496"/>
                                </a:lnTo>
                                <a:lnTo>
                                  <a:pt x="43" y="496"/>
                                </a:lnTo>
                                <a:lnTo>
                                  <a:pt x="25" y="501"/>
                                </a:lnTo>
                                <a:lnTo>
                                  <a:pt x="17" y="501"/>
                                </a:lnTo>
                                <a:lnTo>
                                  <a:pt x="13" y="490"/>
                                </a:lnTo>
                                <a:lnTo>
                                  <a:pt x="9" y="477"/>
                                </a:lnTo>
                                <a:lnTo>
                                  <a:pt x="6" y="466"/>
                                </a:lnTo>
                                <a:lnTo>
                                  <a:pt x="5" y="454"/>
                                </a:lnTo>
                                <a:lnTo>
                                  <a:pt x="5" y="440"/>
                                </a:lnTo>
                                <a:lnTo>
                                  <a:pt x="0" y="419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</p:grpSp>
                  </p:grpSp>
                  <p:grpSp>
                    <p:nvGrpSpPr>
                      <p:cNvPr id="62661" name="Group 16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803" y="2102"/>
                        <a:ext cx="817" cy="1033"/>
                        <a:chOff x="1803" y="2102"/>
                        <a:chExt cx="817" cy="1033"/>
                      </a:xfrm>
                    </p:grpSpPr>
                    <p:sp>
                      <p:nvSpPr>
                        <p:cNvPr id="62662" name="Freeform 166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803" y="3062"/>
                          <a:ext cx="205" cy="68"/>
                        </a:xfrm>
                        <a:custGeom>
                          <a:avLst/>
                          <a:gdLst>
                            <a:gd name="T0" fmla="*/ 43 w 410"/>
                            <a:gd name="T1" fmla="*/ 25 h 137"/>
                            <a:gd name="T2" fmla="*/ 53 w 410"/>
                            <a:gd name="T3" fmla="*/ 26 h 137"/>
                            <a:gd name="T4" fmla="*/ 67 w 410"/>
                            <a:gd name="T5" fmla="*/ 22 h 137"/>
                            <a:gd name="T6" fmla="*/ 76 w 410"/>
                            <a:gd name="T7" fmla="*/ 20 h 137"/>
                            <a:gd name="T8" fmla="*/ 84 w 410"/>
                            <a:gd name="T9" fmla="*/ 21 h 137"/>
                            <a:gd name="T10" fmla="*/ 100 w 410"/>
                            <a:gd name="T11" fmla="*/ 13 h 137"/>
                            <a:gd name="T12" fmla="*/ 114 w 410"/>
                            <a:gd name="T13" fmla="*/ 11 h 137"/>
                            <a:gd name="T14" fmla="*/ 131 w 410"/>
                            <a:gd name="T15" fmla="*/ 11 h 137"/>
                            <a:gd name="T16" fmla="*/ 149 w 410"/>
                            <a:gd name="T17" fmla="*/ 11 h 137"/>
                            <a:gd name="T18" fmla="*/ 164 w 410"/>
                            <a:gd name="T19" fmla="*/ 16 h 137"/>
                            <a:gd name="T20" fmla="*/ 180 w 410"/>
                            <a:gd name="T21" fmla="*/ 8 h 137"/>
                            <a:gd name="T22" fmla="*/ 194 w 410"/>
                            <a:gd name="T23" fmla="*/ 0 h 137"/>
                            <a:gd name="T24" fmla="*/ 201 w 410"/>
                            <a:gd name="T25" fmla="*/ 5 h 137"/>
                            <a:gd name="T26" fmla="*/ 193 w 410"/>
                            <a:gd name="T27" fmla="*/ 12 h 137"/>
                            <a:gd name="T28" fmla="*/ 183 w 410"/>
                            <a:gd name="T29" fmla="*/ 21 h 137"/>
                            <a:gd name="T30" fmla="*/ 174 w 410"/>
                            <a:gd name="T31" fmla="*/ 27 h 137"/>
                            <a:gd name="T32" fmla="*/ 166 w 410"/>
                            <a:gd name="T33" fmla="*/ 32 h 137"/>
                            <a:gd name="T34" fmla="*/ 157 w 410"/>
                            <a:gd name="T35" fmla="*/ 35 h 137"/>
                            <a:gd name="T36" fmla="*/ 144 w 410"/>
                            <a:gd name="T37" fmla="*/ 42 h 137"/>
                            <a:gd name="T38" fmla="*/ 131 w 410"/>
                            <a:gd name="T39" fmla="*/ 47 h 137"/>
                            <a:gd name="T40" fmla="*/ 118 w 410"/>
                            <a:gd name="T41" fmla="*/ 52 h 137"/>
                            <a:gd name="T42" fmla="*/ 104 w 410"/>
                            <a:gd name="T43" fmla="*/ 57 h 137"/>
                            <a:gd name="T44" fmla="*/ 92 w 410"/>
                            <a:gd name="T45" fmla="*/ 60 h 137"/>
                            <a:gd name="T46" fmla="*/ 78 w 410"/>
                            <a:gd name="T47" fmla="*/ 64 h 137"/>
                            <a:gd name="T48" fmla="*/ 63 w 410"/>
                            <a:gd name="T49" fmla="*/ 67 h 137"/>
                            <a:gd name="T50" fmla="*/ 48 w 410"/>
                            <a:gd name="T51" fmla="*/ 68 h 137"/>
                            <a:gd name="T52" fmla="*/ 32 w 410"/>
                            <a:gd name="T53" fmla="*/ 68 h 137"/>
                            <a:gd name="T54" fmla="*/ 19 w 410"/>
                            <a:gd name="T55" fmla="*/ 61 h 137"/>
                            <a:gd name="T56" fmla="*/ 6 w 410"/>
                            <a:gd name="T57" fmla="*/ 52 h 137"/>
                            <a:gd name="T58" fmla="*/ 18 w 410"/>
                            <a:gd name="T59" fmla="*/ 45 h 137"/>
                            <a:gd name="T60" fmla="*/ 22 w 410"/>
                            <a:gd name="T61" fmla="*/ 44 h 137"/>
                            <a:gd name="T62" fmla="*/ 33 w 410"/>
                            <a:gd name="T63" fmla="*/ 45 h 137"/>
                            <a:gd name="T64" fmla="*/ 39 w 410"/>
                            <a:gd name="T65" fmla="*/ 49 h 137"/>
                            <a:gd name="T66" fmla="*/ 46 w 410"/>
                            <a:gd name="T67" fmla="*/ 49 h 137"/>
                            <a:gd name="T68" fmla="*/ 49 w 410"/>
                            <a:gd name="T69" fmla="*/ 38 h 137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60000 65536"/>
                            <a:gd name="T82" fmla="*/ 0 60000 65536"/>
                            <a:gd name="T83" fmla="*/ 0 60000 65536"/>
                            <a:gd name="T84" fmla="*/ 0 60000 65536"/>
                            <a:gd name="T85" fmla="*/ 0 60000 65536"/>
                            <a:gd name="T86" fmla="*/ 0 60000 65536"/>
                            <a:gd name="T87" fmla="*/ 0 60000 65536"/>
                            <a:gd name="T88" fmla="*/ 0 60000 65536"/>
                            <a:gd name="T89" fmla="*/ 0 60000 65536"/>
                            <a:gd name="T90" fmla="*/ 0 60000 65536"/>
                            <a:gd name="T91" fmla="*/ 0 60000 65536"/>
                            <a:gd name="T92" fmla="*/ 0 60000 65536"/>
                            <a:gd name="T93" fmla="*/ 0 60000 65536"/>
                            <a:gd name="T94" fmla="*/ 0 60000 65536"/>
                            <a:gd name="T95" fmla="*/ 0 60000 65536"/>
                            <a:gd name="T96" fmla="*/ 0 60000 65536"/>
                            <a:gd name="T97" fmla="*/ 0 60000 65536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w 410"/>
                            <a:gd name="T106" fmla="*/ 0 h 137"/>
                            <a:gd name="T107" fmla="*/ 410 w 410"/>
                            <a:gd name="T108" fmla="*/ 137 h 137"/>
                          </a:gdLst>
                          <a:ahLst/>
                          <a:cxnLst>
                            <a:cxn ang="T70">
                              <a:pos x="T0" y="T1"/>
                            </a:cxn>
                            <a:cxn ang="T71">
                              <a:pos x="T2" y="T3"/>
                            </a:cxn>
                            <a:cxn ang="T72">
                              <a:pos x="T4" y="T5"/>
                            </a:cxn>
                            <a:cxn ang="T73">
                              <a:pos x="T6" y="T7"/>
                            </a:cxn>
                            <a:cxn ang="T74">
                              <a:pos x="T8" y="T9"/>
                            </a:cxn>
                            <a:cxn ang="T75">
                              <a:pos x="T10" y="T11"/>
                            </a:cxn>
                            <a:cxn ang="T76">
                              <a:pos x="T12" y="T13"/>
                            </a:cxn>
                            <a:cxn ang="T77">
                              <a:pos x="T14" y="T15"/>
                            </a:cxn>
                            <a:cxn ang="T78">
                              <a:pos x="T16" y="T17"/>
                            </a:cxn>
                            <a:cxn ang="T79">
                              <a:pos x="T18" y="T19"/>
                            </a:cxn>
                            <a:cxn ang="T80">
                              <a:pos x="T20" y="T21"/>
                            </a:cxn>
                            <a:cxn ang="T81">
                              <a:pos x="T22" y="T23"/>
                            </a:cxn>
                            <a:cxn ang="T82">
                              <a:pos x="T24" y="T25"/>
                            </a:cxn>
                            <a:cxn ang="T83">
                              <a:pos x="T26" y="T27"/>
                            </a:cxn>
                            <a:cxn ang="T84">
                              <a:pos x="T28" y="T29"/>
                            </a:cxn>
                            <a:cxn ang="T85">
                              <a:pos x="T30" y="T31"/>
                            </a:cxn>
                            <a:cxn ang="T86">
                              <a:pos x="T32" y="T33"/>
                            </a:cxn>
                            <a:cxn ang="T87">
                              <a:pos x="T34" y="T35"/>
                            </a:cxn>
                            <a:cxn ang="T88">
                              <a:pos x="T36" y="T37"/>
                            </a:cxn>
                            <a:cxn ang="T89">
                              <a:pos x="T38" y="T39"/>
                            </a:cxn>
                            <a:cxn ang="T90">
                              <a:pos x="T40" y="T41"/>
                            </a:cxn>
                            <a:cxn ang="T91">
                              <a:pos x="T42" y="T43"/>
                            </a:cxn>
                            <a:cxn ang="T92">
                              <a:pos x="T44" y="T45"/>
                            </a:cxn>
                            <a:cxn ang="T93">
                              <a:pos x="T46" y="T47"/>
                            </a:cxn>
                            <a:cxn ang="T94">
                              <a:pos x="T48" y="T49"/>
                            </a:cxn>
                            <a:cxn ang="T95">
                              <a:pos x="T50" y="T51"/>
                            </a:cxn>
                            <a:cxn ang="T96">
                              <a:pos x="T52" y="T53"/>
                            </a:cxn>
                            <a:cxn ang="T97">
                              <a:pos x="T54" y="T55"/>
                            </a:cxn>
                            <a:cxn ang="T98">
                              <a:pos x="T56" y="T57"/>
                            </a:cxn>
                            <a:cxn ang="T99">
                              <a:pos x="T58" y="T59"/>
                            </a:cxn>
                            <a:cxn ang="T100">
                              <a:pos x="T60" y="T61"/>
                            </a:cxn>
                            <a:cxn ang="T101">
                              <a:pos x="T62" y="T63"/>
                            </a:cxn>
                            <a:cxn ang="T102">
                              <a:pos x="T64" y="T65"/>
                            </a:cxn>
                            <a:cxn ang="T103">
                              <a:pos x="T66" y="T67"/>
                            </a:cxn>
                            <a:cxn ang="T104">
                              <a:pos x="T68" y="T69"/>
                            </a:cxn>
                          </a:cxnLst>
                          <a:rect l="T105" t="T106" r="T107" b="T108"/>
                          <a:pathLst>
                            <a:path w="410" h="137">
                              <a:moveTo>
                                <a:pt x="86" y="65"/>
                              </a:moveTo>
                              <a:lnTo>
                                <a:pt x="85" y="51"/>
                              </a:lnTo>
                              <a:lnTo>
                                <a:pt x="93" y="48"/>
                              </a:lnTo>
                              <a:lnTo>
                                <a:pt x="106" y="52"/>
                              </a:lnTo>
                              <a:lnTo>
                                <a:pt x="121" y="57"/>
                              </a:lnTo>
                              <a:lnTo>
                                <a:pt x="133" y="44"/>
                              </a:lnTo>
                              <a:lnTo>
                                <a:pt x="132" y="35"/>
                              </a:lnTo>
                              <a:lnTo>
                                <a:pt x="151" y="41"/>
                              </a:lnTo>
                              <a:lnTo>
                                <a:pt x="159" y="41"/>
                              </a:lnTo>
                              <a:lnTo>
                                <a:pt x="167" y="42"/>
                              </a:lnTo>
                              <a:lnTo>
                                <a:pt x="182" y="31"/>
                              </a:lnTo>
                              <a:lnTo>
                                <a:pt x="200" y="26"/>
                              </a:lnTo>
                              <a:lnTo>
                                <a:pt x="218" y="26"/>
                              </a:lnTo>
                              <a:lnTo>
                                <a:pt x="229" y="22"/>
                              </a:lnTo>
                              <a:lnTo>
                                <a:pt x="247" y="23"/>
                              </a:lnTo>
                              <a:lnTo>
                                <a:pt x="262" y="23"/>
                              </a:lnTo>
                              <a:lnTo>
                                <a:pt x="276" y="22"/>
                              </a:lnTo>
                              <a:lnTo>
                                <a:pt x="298" y="23"/>
                              </a:lnTo>
                              <a:lnTo>
                                <a:pt x="307" y="22"/>
                              </a:lnTo>
                              <a:lnTo>
                                <a:pt x="328" y="32"/>
                              </a:lnTo>
                              <a:lnTo>
                                <a:pt x="347" y="29"/>
                              </a:lnTo>
                              <a:lnTo>
                                <a:pt x="359" y="16"/>
                              </a:lnTo>
                              <a:lnTo>
                                <a:pt x="370" y="13"/>
                              </a:lnTo>
                              <a:lnTo>
                                <a:pt x="387" y="1"/>
                              </a:lnTo>
                              <a:lnTo>
                                <a:pt x="410" y="0"/>
                              </a:lnTo>
                              <a:lnTo>
                                <a:pt x="402" y="10"/>
                              </a:lnTo>
                              <a:lnTo>
                                <a:pt x="394" y="16"/>
                              </a:lnTo>
                              <a:lnTo>
                                <a:pt x="385" y="25"/>
                              </a:lnTo>
                              <a:lnTo>
                                <a:pt x="373" y="33"/>
                              </a:lnTo>
                              <a:lnTo>
                                <a:pt x="366" y="42"/>
                              </a:lnTo>
                              <a:lnTo>
                                <a:pt x="355" y="48"/>
                              </a:lnTo>
                              <a:lnTo>
                                <a:pt x="347" y="54"/>
                              </a:lnTo>
                              <a:lnTo>
                                <a:pt x="339" y="58"/>
                              </a:lnTo>
                              <a:lnTo>
                                <a:pt x="332" y="64"/>
                              </a:lnTo>
                              <a:lnTo>
                                <a:pt x="321" y="65"/>
                              </a:lnTo>
                              <a:lnTo>
                                <a:pt x="313" y="70"/>
                              </a:lnTo>
                              <a:lnTo>
                                <a:pt x="304" y="76"/>
                              </a:lnTo>
                              <a:lnTo>
                                <a:pt x="288" y="84"/>
                              </a:lnTo>
                              <a:lnTo>
                                <a:pt x="276" y="87"/>
                              </a:lnTo>
                              <a:lnTo>
                                <a:pt x="262" y="94"/>
                              </a:lnTo>
                              <a:lnTo>
                                <a:pt x="248" y="99"/>
                              </a:lnTo>
                              <a:lnTo>
                                <a:pt x="236" y="105"/>
                              </a:lnTo>
                              <a:lnTo>
                                <a:pt x="222" y="109"/>
                              </a:lnTo>
                              <a:lnTo>
                                <a:pt x="208" y="115"/>
                              </a:lnTo>
                              <a:lnTo>
                                <a:pt x="196" y="118"/>
                              </a:lnTo>
                              <a:lnTo>
                                <a:pt x="184" y="121"/>
                              </a:lnTo>
                              <a:lnTo>
                                <a:pt x="171" y="125"/>
                              </a:lnTo>
                              <a:lnTo>
                                <a:pt x="155" y="128"/>
                              </a:lnTo>
                              <a:lnTo>
                                <a:pt x="140" y="129"/>
                              </a:lnTo>
                              <a:lnTo>
                                <a:pt x="126" y="134"/>
                              </a:lnTo>
                              <a:lnTo>
                                <a:pt x="110" y="137"/>
                              </a:lnTo>
                              <a:lnTo>
                                <a:pt x="95" y="137"/>
                              </a:lnTo>
                              <a:lnTo>
                                <a:pt x="80" y="135"/>
                              </a:lnTo>
                              <a:lnTo>
                                <a:pt x="64" y="137"/>
                              </a:lnTo>
                              <a:lnTo>
                                <a:pt x="51" y="129"/>
                              </a:lnTo>
                              <a:lnTo>
                                <a:pt x="38" y="123"/>
                              </a:lnTo>
                              <a:lnTo>
                                <a:pt x="26" y="116"/>
                              </a:lnTo>
                              <a:lnTo>
                                <a:pt x="12" y="105"/>
                              </a:lnTo>
                              <a:lnTo>
                                <a:pt x="0" y="96"/>
                              </a:lnTo>
                              <a:lnTo>
                                <a:pt x="36" y="91"/>
                              </a:lnTo>
                              <a:lnTo>
                                <a:pt x="41" y="91"/>
                              </a:lnTo>
                              <a:lnTo>
                                <a:pt x="44" y="89"/>
                              </a:lnTo>
                              <a:lnTo>
                                <a:pt x="55" y="87"/>
                              </a:lnTo>
                              <a:lnTo>
                                <a:pt x="66" y="91"/>
                              </a:lnTo>
                              <a:lnTo>
                                <a:pt x="74" y="99"/>
                              </a:lnTo>
                              <a:lnTo>
                                <a:pt x="78" y="99"/>
                              </a:lnTo>
                              <a:lnTo>
                                <a:pt x="84" y="103"/>
                              </a:lnTo>
                              <a:lnTo>
                                <a:pt x="92" y="99"/>
                              </a:lnTo>
                              <a:lnTo>
                                <a:pt x="95" y="87"/>
                              </a:lnTo>
                              <a:lnTo>
                                <a:pt x="97" y="77"/>
                              </a:lnTo>
                              <a:lnTo>
                                <a:pt x="86" y="6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62663" name="Freeform 167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69" y="3014"/>
                          <a:ext cx="209" cy="121"/>
                        </a:xfrm>
                        <a:custGeom>
                          <a:avLst/>
                          <a:gdLst>
                            <a:gd name="T0" fmla="*/ 102 w 419"/>
                            <a:gd name="T1" fmla="*/ 16 h 241"/>
                            <a:gd name="T2" fmla="*/ 95 w 419"/>
                            <a:gd name="T3" fmla="*/ 23 h 241"/>
                            <a:gd name="T4" fmla="*/ 89 w 419"/>
                            <a:gd name="T5" fmla="*/ 26 h 241"/>
                            <a:gd name="T6" fmla="*/ 96 w 419"/>
                            <a:gd name="T7" fmla="*/ 36 h 241"/>
                            <a:gd name="T8" fmla="*/ 105 w 419"/>
                            <a:gd name="T9" fmla="*/ 54 h 241"/>
                            <a:gd name="T10" fmla="*/ 104 w 419"/>
                            <a:gd name="T11" fmla="*/ 69 h 241"/>
                            <a:gd name="T12" fmla="*/ 88 w 419"/>
                            <a:gd name="T13" fmla="*/ 85 h 241"/>
                            <a:gd name="T14" fmla="*/ 73 w 419"/>
                            <a:gd name="T15" fmla="*/ 86 h 241"/>
                            <a:gd name="T16" fmla="*/ 64 w 419"/>
                            <a:gd name="T17" fmla="*/ 85 h 241"/>
                            <a:gd name="T18" fmla="*/ 66 w 419"/>
                            <a:gd name="T19" fmla="*/ 92 h 241"/>
                            <a:gd name="T20" fmla="*/ 73 w 419"/>
                            <a:gd name="T21" fmla="*/ 95 h 241"/>
                            <a:gd name="T22" fmla="*/ 100 w 419"/>
                            <a:gd name="T23" fmla="*/ 98 h 241"/>
                            <a:gd name="T24" fmla="*/ 132 w 419"/>
                            <a:gd name="T25" fmla="*/ 98 h 241"/>
                            <a:gd name="T26" fmla="*/ 153 w 419"/>
                            <a:gd name="T27" fmla="*/ 90 h 241"/>
                            <a:gd name="T28" fmla="*/ 164 w 419"/>
                            <a:gd name="T29" fmla="*/ 83 h 241"/>
                            <a:gd name="T30" fmla="*/ 173 w 419"/>
                            <a:gd name="T31" fmla="*/ 78 h 241"/>
                            <a:gd name="T32" fmla="*/ 188 w 419"/>
                            <a:gd name="T33" fmla="*/ 71 h 241"/>
                            <a:gd name="T34" fmla="*/ 207 w 419"/>
                            <a:gd name="T35" fmla="*/ 69 h 241"/>
                            <a:gd name="T36" fmla="*/ 199 w 419"/>
                            <a:gd name="T37" fmla="*/ 81 h 241"/>
                            <a:gd name="T38" fmla="*/ 188 w 419"/>
                            <a:gd name="T39" fmla="*/ 92 h 241"/>
                            <a:gd name="T40" fmla="*/ 177 w 419"/>
                            <a:gd name="T41" fmla="*/ 100 h 241"/>
                            <a:gd name="T42" fmla="*/ 160 w 419"/>
                            <a:gd name="T43" fmla="*/ 111 h 241"/>
                            <a:gd name="T44" fmla="*/ 143 w 419"/>
                            <a:gd name="T45" fmla="*/ 117 h 241"/>
                            <a:gd name="T46" fmla="*/ 117 w 419"/>
                            <a:gd name="T47" fmla="*/ 121 h 241"/>
                            <a:gd name="T48" fmla="*/ 90 w 419"/>
                            <a:gd name="T49" fmla="*/ 120 h 241"/>
                            <a:gd name="T50" fmla="*/ 69 w 419"/>
                            <a:gd name="T51" fmla="*/ 116 h 241"/>
                            <a:gd name="T52" fmla="*/ 53 w 419"/>
                            <a:gd name="T53" fmla="*/ 108 h 241"/>
                            <a:gd name="T54" fmla="*/ 40 w 419"/>
                            <a:gd name="T55" fmla="*/ 102 h 241"/>
                            <a:gd name="T56" fmla="*/ 30 w 419"/>
                            <a:gd name="T57" fmla="*/ 98 h 241"/>
                            <a:gd name="T58" fmla="*/ 18 w 419"/>
                            <a:gd name="T59" fmla="*/ 91 h 241"/>
                            <a:gd name="T60" fmla="*/ 11 w 419"/>
                            <a:gd name="T61" fmla="*/ 84 h 241"/>
                            <a:gd name="T62" fmla="*/ 3 w 419"/>
                            <a:gd name="T63" fmla="*/ 77 h 241"/>
                            <a:gd name="T64" fmla="*/ 7 w 419"/>
                            <a:gd name="T65" fmla="*/ 68 h 241"/>
                            <a:gd name="T66" fmla="*/ 14 w 419"/>
                            <a:gd name="T67" fmla="*/ 67 h 241"/>
                            <a:gd name="T68" fmla="*/ 23 w 419"/>
                            <a:gd name="T69" fmla="*/ 64 h 241"/>
                            <a:gd name="T70" fmla="*/ 33 w 419"/>
                            <a:gd name="T71" fmla="*/ 63 h 241"/>
                            <a:gd name="T72" fmla="*/ 44 w 419"/>
                            <a:gd name="T73" fmla="*/ 63 h 241"/>
                            <a:gd name="T74" fmla="*/ 52 w 419"/>
                            <a:gd name="T75" fmla="*/ 64 h 241"/>
                            <a:gd name="T76" fmla="*/ 58 w 419"/>
                            <a:gd name="T77" fmla="*/ 65 h 241"/>
                            <a:gd name="T78" fmla="*/ 69 w 419"/>
                            <a:gd name="T79" fmla="*/ 63 h 241"/>
                            <a:gd name="T80" fmla="*/ 80 w 419"/>
                            <a:gd name="T81" fmla="*/ 63 h 241"/>
                            <a:gd name="T82" fmla="*/ 79 w 419"/>
                            <a:gd name="T83" fmla="*/ 57 h 241"/>
                            <a:gd name="T84" fmla="*/ 77 w 419"/>
                            <a:gd name="T85" fmla="*/ 52 h 241"/>
                            <a:gd name="T86" fmla="*/ 79 w 419"/>
                            <a:gd name="T87" fmla="*/ 45 h 241"/>
                            <a:gd name="T88" fmla="*/ 86 w 419"/>
                            <a:gd name="T89" fmla="*/ 36 h 241"/>
                            <a:gd name="T90" fmla="*/ 81 w 419"/>
                            <a:gd name="T91" fmla="*/ 31 h 241"/>
                            <a:gd name="T92" fmla="*/ 82 w 419"/>
                            <a:gd name="T93" fmla="*/ 24 h 241"/>
                            <a:gd name="T94" fmla="*/ 87 w 419"/>
                            <a:gd name="T95" fmla="*/ 15 h 241"/>
                            <a:gd name="T96" fmla="*/ 92 w 419"/>
                            <a:gd name="T97" fmla="*/ 10 h 241"/>
                            <a:gd name="T98" fmla="*/ 98 w 419"/>
                            <a:gd name="T99" fmla="*/ 4 h 241"/>
                            <a:gd name="T100" fmla="*/ 105 w 419"/>
                            <a:gd name="T101" fmla="*/ 1 h 241"/>
                            <a:gd name="T102" fmla="*/ 112 w 419"/>
                            <a:gd name="T103" fmla="*/ 1 h 241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w 419"/>
                            <a:gd name="T157" fmla="*/ 0 h 241"/>
                            <a:gd name="T158" fmla="*/ 419 w 419"/>
                            <a:gd name="T159" fmla="*/ 241 h 241"/>
                          </a:gdLst>
                          <a:ahLst/>
                          <a:cxnLst>
                            <a:cxn ang="T104">
                              <a:pos x="T0" y="T1"/>
                            </a:cxn>
                            <a:cxn ang="T105">
                              <a:pos x="T2" y="T3"/>
                            </a:cxn>
                            <a:cxn ang="T106">
                              <a:pos x="T4" y="T5"/>
                            </a:cxn>
                            <a:cxn ang="T107">
                              <a:pos x="T6" y="T7"/>
                            </a:cxn>
                            <a:cxn ang="T108">
                              <a:pos x="T8" y="T9"/>
                            </a:cxn>
                            <a:cxn ang="T109">
                              <a:pos x="T10" y="T11"/>
                            </a:cxn>
                            <a:cxn ang="T110">
                              <a:pos x="T12" y="T13"/>
                            </a:cxn>
                            <a:cxn ang="T111">
                              <a:pos x="T14" y="T15"/>
                            </a:cxn>
                            <a:cxn ang="T112">
                              <a:pos x="T16" y="T17"/>
                            </a:cxn>
                            <a:cxn ang="T113">
                              <a:pos x="T18" y="T19"/>
                            </a:cxn>
                            <a:cxn ang="T114">
                              <a:pos x="T20" y="T21"/>
                            </a:cxn>
                            <a:cxn ang="T115">
                              <a:pos x="T22" y="T23"/>
                            </a:cxn>
                            <a:cxn ang="T116">
                              <a:pos x="T24" y="T25"/>
                            </a:cxn>
                            <a:cxn ang="T117">
                              <a:pos x="T26" y="T27"/>
                            </a:cxn>
                            <a:cxn ang="T118">
                              <a:pos x="T28" y="T29"/>
                            </a:cxn>
                            <a:cxn ang="T119">
                              <a:pos x="T30" y="T31"/>
                            </a:cxn>
                            <a:cxn ang="T120">
                              <a:pos x="T32" y="T33"/>
                            </a:cxn>
                            <a:cxn ang="T121">
                              <a:pos x="T34" y="T35"/>
                            </a:cxn>
                            <a:cxn ang="T122">
                              <a:pos x="T36" y="T37"/>
                            </a:cxn>
                            <a:cxn ang="T123">
                              <a:pos x="T38" y="T39"/>
                            </a:cxn>
                            <a:cxn ang="T124">
                              <a:pos x="T40" y="T41"/>
                            </a:cxn>
                            <a:cxn ang="T125">
                              <a:pos x="T42" y="T43"/>
                            </a:cxn>
                            <a:cxn ang="T126">
                              <a:pos x="T44" y="T45"/>
                            </a:cxn>
                            <a:cxn ang="T127">
                              <a:pos x="T46" y="T47"/>
                            </a:cxn>
                            <a:cxn ang="T128">
                              <a:pos x="T48" y="T49"/>
                            </a:cxn>
                            <a:cxn ang="T129">
                              <a:pos x="T50" y="T51"/>
                            </a:cxn>
                            <a:cxn ang="T130">
                              <a:pos x="T52" y="T53"/>
                            </a:cxn>
                            <a:cxn ang="T131">
                              <a:pos x="T54" y="T55"/>
                            </a:cxn>
                            <a:cxn ang="T132">
                              <a:pos x="T56" y="T57"/>
                            </a:cxn>
                            <a:cxn ang="T133">
                              <a:pos x="T58" y="T59"/>
                            </a:cxn>
                            <a:cxn ang="T134">
                              <a:pos x="T60" y="T61"/>
                            </a:cxn>
                            <a:cxn ang="T135">
                              <a:pos x="T62" y="T63"/>
                            </a:cxn>
                            <a:cxn ang="T136">
                              <a:pos x="T64" y="T65"/>
                            </a:cxn>
                            <a:cxn ang="T137">
                              <a:pos x="T66" y="T67"/>
                            </a:cxn>
                            <a:cxn ang="T138">
                              <a:pos x="T68" y="T69"/>
                            </a:cxn>
                            <a:cxn ang="T139">
                              <a:pos x="T70" y="T71"/>
                            </a:cxn>
                            <a:cxn ang="T140">
                              <a:pos x="T72" y="T73"/>
                            </a:cxn>
                            <a:cxn ang="T141">
                              <a:pos x="T74" y="T75"/>
                            </a:cxn>
                            <a:cxn ang="T142">
                              <a:pos x="T76" y="T77"/>
                            </a:cxn>
                            <a:cxn ang="T143">
                              <a:pos x="T78" y="T79"/>
                            </a:cxn>
                            <a:cxn ang="T144">
                              <a:pos x="T80" y="T81"/>
                            </a:cxn>
                            <a:cxn ang="T145">
                              <a:pos x="T82" y="T83"/>
                            </a:cxn>
                            <a:cxn ang="T146">
                              <a:pos x="T84" y="T85"/>
                            </a:cxn>
                            <a:cxn ang="T147">
                              <a:pos x="T86" y="T87"/>
                            </a:cxn>
                            <a:cxn ang="T148">
                              <a:pos x="T88" y="T89"/>
                            </a:cxn>
                            <a:cxn ang="T149">
                              <a:pos x="T90" y="T91"/>
                            </a:cxn>
                            <a:cxn ang="T150">
                              <a:pos x="T92" y="T93"/>
                            </a:cxn>
                            <a:cxn ang="T151">
                              <a:pos x="T94" y="T95"/>
                            </a:cxn>
                            <a:cxn ang="T152">
                              <a:pos x="T96" y="T97"/>
                            </a:cxn>
                            <a:cxn ang="T153">
                              <a:pos x="T98" y="T99"/>
                            </a:cxn>
                            <a:cxn ang="T154">
                              <a:pos x="T100" y="T101"/>
                            </a:cxn>
                            <a:cxn ang="T155">
                              <a:pos x="T102" y="T103"/>
                            </a:cxn>
                          </a:cxnLst>
                          <a:rect l="T156" t="T157" r="T158" b="T159"/>
                          <a:pathLst>
                            <a:path w="419" h="241">
                              <a:moveTo>
                                <a:pt x="229" y="18"/>
                              </a:moveTo>
                              <a:lnTo>
                                <a:pt x="205" y="32"/>
                              </a:lnTo>
                              <a:lnTo>
                                <a:pt x="201" y="40"/>
                              </a:lnTo>
                              <a:lnTo>
                                <a:pt x="191" y="46"/>
                              </a:lnTo>
                              <a:lnTo>
                                <a:pt x="187" y="48"/>
                              </a:lnTo>
                              <a:lnTo>
                                <a:pt x="179" y="52"/>
                              </a:lnTo>
                              <a:lnTo>
                                <a:pt x="188" y="65"/>
                              </a:lnTo>
                              <a:lnTo>
                                <a:pt x="192" y="71"/>
                              </a:lnTo>
                              <a:lnTo>
                                <a:pt x="192" y="81"/>
                              </a:lnTo>
                              <a:lnTo>
                                <a:pt x="211" y="107"/>
                              </a:lnTo>
                              <a:lnTo>
                                <a:pt x="211" y="123"/>
                              </a:lnTo>
                              <a:lnTo>
                                <a:pt x="209" y="138"/>
                              </a:lnTo>
                              <a:lnTo>
                                <a:pt x="184" y="161"/>
                              </a:lnTo>
                              <a:lnTo>
                                <a:pt x="176" y="170"/>
                              </a:lnTo>
                              <a:lnTo>
                                <a:pt x="165" y="174"/>
                              </a:lnTo>
                              <a:lnTo>
                                <a:pt x="147" y="171"/>
                              </a:lnTo>
                              <a:lnTo>
                                <a:pt x="143" y="167"/>
                              </a:lnTo>
                              <a:lnTo>
                                <a:pt x="128" y="170"/>
                              </a:lnTo>
                              <a:lnTo>
                                <a:pt x="133" y="174"/>
                              </a:lnTo>
                              <a:lnTo>
                                <a:pt x="133" y="183"/>
                              </a:lnTo>
                              <a:lnTo>
                                <a:pt x="142" y="191"/>
                              </a:lnTo>
                              <a:lnTo>
                                <a:pt x="147" y="190"/>
                              </a:lnTo>
                              <a:lnTo>
                                <a:pt x="165" y="196"/>
                              </a:lnTo>
                              <a:lnTo>
                                <a:pt x="201" y="196"/>
                              </a:lnTo>
                              <a:lnTo>
                                <a:pt x="206" y="200"/>
                              </a:lnTo>
                              <a:lnTo>
                                <a:pt x="265" y="196"/>
                              </a:lnTo>
                              <a:lnTo>
                                <a:pt x="292" y="185"/>
                              </a:lnTo>
                              <a:lnTo>
                                <a:pt x="307" y="180"/>
                              </a:lnTo>
                              <a:lnTo>
                                <a:pt x="324" y="171"/>
                              </a:lnTo>
                              <a:lnTo>
                                <a:pt x="329" y="165"/>
                              </a:lnTo>
                              <a:lnTo>
                                <a:pt x="335" y="161"/>
                              </a:lnTo>
                              <a:lnTo>
                                <a:pt x="347" y="155"/>
                              </a:lnTo>
                              <a:lnTo>
                                <a:pt x="360" y="146"/>
                              </a:lnTo>
                              <a:lnTo>
                                <a:pt x="377" y="142"/>
                              </a:lnTo>
                              <a:lnTo>
                                <a:pt x="419" y="119"/>
                              </a:lnTo>
                              <a:lnTo>
                                <a:pt x="414" y="138"/>
                              </a:lnTo>
                              <a:lnTo>
                                <a:pt x="406" y="151"/>
                              </a:lnTo>
                              <a:lnTo>
                                <a:pt x="398" y="162"/>
                              </a:lnTo>
                              <a:lnTo>
                                <a:pt x="390" y="172"/>
                              </a:lnTo>
                              <a:lnTo>
                                <a:pt x="376" y="183"/>
                              </a:lnTo>
                              <a:lnTo>
                                <a:pt x="365" y="191"/>
                              </a:lnTo>
                              <a:lnTo>
                                <a:pt x="354" y="200"/>
                              </a:lnTo>
                              <a:lnTo>
                                <a:pt x="339" y="210"/>
                              </a:lnTo>
                              <a:lnTo>
                                <a:pt x="320" y="222"/>
                              </a:lnTo>
                              <a:lnTo>
                                <a:pt x="303" y="229"/>
                              </a:lnTo>
                              <a:lnTo>
                                <a:pt x="287" y="233"/>
                              </a:lnTo>
                              <a:lnTo>
                                <a:pt x="262" y="238"/>
                              </a:lnTo>
                              <a:lnTo>
                                <a:pt x="235" y="241"/>
                              </a:lnTo>
                              <a:lnTo>
                                <a:pt x="210" y="241"/>
                              </a:lnTo>
                              <a:lnTo>
                                <a:pt x="181" y="239"/>
                              </a:lnTo>
                              <a:lnTo>
                                <a:pt x="163" y="236"/>
                              </a:lnTo>
                              <a:lnTo>
                                <a:pt x="139" y="232"/>
                              </a:lnTo>
                              <a:lnTo>
                                <a:pt x="124" y="226"/>
                              </a:lnTo>
                              <a:lnTo>
                                <a:pt x="107" y="216"/>
                              </a:lnTo>
                              <a:lnTo>
                                <a:pt x="91" y="210"/>
                              </a:lnTo>
                              <a:lnTo>
                                <a:pt x="80" y="204"/>
                              </a:lnTo>
                              <a:lnTo>
                                <a:pt x="69" y="199"/>
                              </a:lnTo>
                              <a:lnTo>
                                <a:pt x="61" y="196"/>
                              </a:lnTo>
                              <a:lnTo>
                                <a:pt x="47" y="188"/>
                              </a:lnTo>
                              <a:lnTo>
                                <a:pt x="37" y="181"/>
                              </a:lnTo>
                              <a:lnTo>
                                <a:pt x="29" y="175"/>
                              </a:lnTo>
                              <a:lnTo>
                                <a:pt x="22" y="167"/>
                              </a:lnTo>
                              <a:lnTo>
                                <a:pt x="14" y="159"/>
                              </a:lnTo>
                              <a:lnTo>
                                <a:pt x="7" y="154"/>
                              </a:lnTo>
                              <a:lnTo>
                                <a:pt x="0" y="148"/>
                              </a:lnTo>
                              <a:lnTo>
                                <a:pt x="14" y="135"/>
                              </a:lnTo>
                              <a:lnTo>
                                <a:pt x="22" y="133"/>
                              </a:lnTo>
                              <a:lnTo>
                                <a:pt x="28" y="133"/>
                              </a:lnTo>
                              <a:lnTo>
                                <a:pt x="36" y="132"/>
                              </a:lnTo>
                              <a:lnTo>
                                <a:pt x="47" y="127"/>
                              </a:lnTo>
                              <a:lnTo>
                                <a:pt x="55" y="129"/>
                              </a:lnTo>
                              <a:lnTo>
                                <a:pt x="66" y="126"/>
                              </a:lnTo>
                              <a:lnTo>
                                <a:pt x="80" y="125"/>
                              </a:lnTo>
                              <a:lnTo>
                                <a:pt x="89" y="126"/>
                              </a:lnTo>
                              <a:lnTo>
                                <a:pt x="98" y="127"/>
                              </a:lnTo>
                              <a:lnTo>
                                <a:pt x="105" y="127"/>
                              </a:lnTo>
                              <a:lnTo>
                                <a:pt x="109" y="129"/>
                              </a:lnTo>
                              <a:lnTo>
                                <a:pt x="117" y="129"/>
                              </a:lnTo>
                              <a:lnTo>
                                <a:pt x="121" y="127"/>
                              </a:lnTo>
                              <a:lnTo>
                                <a:pt x="139" y="125"/>
                              </a:lnTo>
                              <a:lnTo>
                                <a:pt x="153" y="123"/>
                              </a:lnTo>
                              <a:lnTo>
                                <a:pt x="161" y="125"/>
                              </a:lnTo>
                              <a:lnTo>
                                <a:pt x="162" y="120"/>
                              </a:lnTo>
                              <a:lnTo>
                                <a:pt x="159" y="114"/>
                              </a:lnTo>
                              <a:lnTo>
                                <a:pt x="157" y="107"/>
                              </a:lnTo>
                              <a:lnTo>
                                <a:pt x="155" y="103"/>
                              </a:lnTo>
                              <a:lnTo>
                                <a:pt x="153" y="97"/>
                              </a:lnTo>
                              <a:lnTo>
                                <a:pt x="159" y="90"/>
                              </a:lnTo>
                              <a:lnTo>
                                <a:pt x="165" y="82"/>
                              </a:lnTo>
                              <a:lnTo>
                                <a:pt x="172" y="71"/>
                              </a:lnTo>
                              <a:lnTo>
                                <a:pt x="165" y="66"/>
                              </a:lnTo>
                              <a:lnTo>
                                <a:pt x="163" y="62"/>
                              </a:lnTo>
                              <a:lnTo>
                                <a:pt x="159" y="58"/>
                              </a:lnTo>
                              <a:lnTo>
                                <a:pt x="165" y="48"/>
                              </a:lnTo>
                              <a:lnTo>
                                <a:pt x="170" y="39"/>
                              </a:lnTo>
                              <a:lnTo>
                                <a:pt x="174" y="29"/>
                              </a:lnTo>
                              <a:lnTo>
                                <a:pt x="180" y="21"/>
                              </a:lnTo>
                              <a:lnTo>
                                <a:pt x="184" y="20"/>
                              </a:lnTo>
                              <a:lnTo>
                                <a:pt x="191" y="10"/>
                              </a:lnTo>
                              <a:lnTo>
                                <a:pt x="196" y="7"/>
                              </a:lnTo>
                              <a:lnTo>
                                <a:pt x="201" y="7"/>
                              </a:lnTo>
                              <a:lnTo>
                                <a:pt x="210" y="1"/>
                              </a:lnTo>
                              <a:lnTo>
                                <a:pt x="216" y="0"/>
                              </a:lnTo>
                              <a:lnTo>
                                <a:pt x="224" y="1"/>
                              </a:lnTo>
                              <a:lnTo>
                                <a:pt x="229" y="1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62664" name="Freeform 16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961" y="2141"/>
                          <a:ext cx="447" cy="406"/>
                        </a:xfrm>
                        <a:custGeom>
                          <a:avLst/>
                          <a:gdLst>
                            <a:gd name="T0" fmla="*/ 36 w 892"/>
                            <a:gd name="T1" fmla="*/ 76 h 813"/>
                            <a:gd name="T2" fmla="*/ 29 w 892"/>
                            <a:gd name="T3" fmla="*/ 53 h 813"/>
                            <a:gd name="T4" fmla="*/ 64 w 892"/>
                            <a:gd name="T5" fmla="*/ 34 h 813"/>
                            <a:gd name="T6" fmla="*/ 80 w 892"/>
                            <a:gd name="T7" fmla="*/ 20 h 813"/>
                            <a:gd name="T8" fmla="*/ 107 w 892"/>
                            <a:gd name="T9" fmla="*/ 17 h 813"/>
                            <a:gd name="T10" fmla="*/ 192 w 892"/>
                            <a:gd name="T11" fmla="*/ 18 h 813"/>
                            <a:gd name="T12" fmla="*/ 236 w 892"/>
                            <a:gd name="T13" fmla="*/ 25 h 813"/>
                            <a:gd name="T14" fmla="*/ 219 w 892"/>
                            <a:gd name="T15" fmla="*/ 24 h 813"/>
                            <a:gd name="T16" fmla="*/ 208 w 892"/>
                            <a:gd name="T17" fmla="*/ 0 h 813"/>
                            <a:gd name="T18" fmla="*/ 230 w 892"/>
                            <a:gd name="T19" fmla="*/ 0 h 813"/>
                            <a:gd name="T20" fmla="*/ 246 w 892"/>
                            <a:gd name="T21" fmla="*/ 11 h 813"/>
                            <a:gd name="T22" fmla="*/ 271 w 892"/>
                            <a:gd name="T23" fmla="*/ 27 h 813"/>
                            <a:gd name="T24" fmla="*/ 267 w 892"/>
                            <a:gd name="T25" fmla="*/ 8 h 813"/>
                            <a:gd name="T26" fmla="*/ 314 w 892"/>
                            <a:gd name="T27" fmla="*/ 26 h 813"/>
                            <a:gd name="T28" fmla="*/ 315 w 892"/>
                            <a:gd name="T29" fmla="*/ 34 h 813"/>
                            <a:gd name="T30" fmla="*/ 300 w 892"/>
                            <a:gd name="T31" fmla="*/ 52 h 813"/>
                            <a:gd name="T32" fmla="*/ 288 w 892"/>
                            <a:gd name="T33" fmla="*/ 82 h 813"/>
                            <a:gd name="T34" fmla="*/ 332 w 892"/>
                            <a:gd name="T35" fmla="*/ 98 h 813"/>
                            <a:gd name="T36" fmla="*/ 333 w 892"/>
                            <a:gd name="T37" fmla="*/ 124 h 813"/>
                            <a:gd name="T38" fmla="*/ 339 w 892"/>
                            <a:gd name="T39" fmla="*/ 104 h 813"/>
                            <a:gd name="T40" fmla="*/ 339 w 892"/>
                            <a:gd name="T41" fmla="*/ 66 h 813"/>
                            <a:gd name="T42" fmla="*/ 370 w 892"/>
                            <a:gd name="T43" fmla="*/ 77 h 813"/>
                            <a:gd name="T44" fmla="*/ 389 w 892"/>
                            <a:gd name="T45" fmla="*/ 66 h 813"/>
                            <a:gd name="T46" fmla="*/ 424 w 892"/>
                            <a:gd name="T47" fmla="*/ 93 h 813"/>
                            <a:gd name="T48" fmla="*/ 447 w 892"/>
                            <a:gd name="T49" fmla="*/ 117 h 813"/>
                            <a:gd name="T50" fmla="*/ 428 w 892"/>
                            <a:gd name="T51" fmla="*/ 127 h 813"/>
                            <a:gd name="T52" fmla="*/ 396 w 892"/>
                            <a:gd name="T53" fmla="*/ 135 h 813"/>
                            <a:gd name="T54" fmla="*/ 419 w 892"/>
                            <a:gd name="T55" fmla="*/ 140 h 813"/>
                            <a:gd name="T56" fmla="*/ 428 w 892"/>
                            <a:gd name="T57" fmla="*/ 162 h 813"/>
                            <a:gd name="T58" fmla="*/ 420 w 892"/>
                            <a:gd name="T59" fmla="*/ 163 h 813"/>
                            <a:gd name="T60" fmla="*/ 407 w 892"/>
                            <a:gd name="T61" fmla="*/ 172 h 813"/>
                            <a:gd name="T62" fmla="*/ 386 w 892"/>
                            <a:gd name="T63" fmla="*/ 192 h 813"/>
                            <a:gd name="T64" fmla="*/ 384 w 892"/>
                            <a:gd name="T65" fmla="*/ 220 h 813"/>
                            <a:gd name="T66" fmla="*/ 362 w 892"/>
                            <a:gd name="T67" fmla="*/ 263 h 813"/>
                            <a:gd name="T68" fmla="*/ 368 w 892"/>
                            <a:gd name="T69" fmla="*/ 299 h 813"/>
                            <a:gd name="T70" fmla="*/ 356 w 892"/>
                            <a:gd name="T71" fmla="*/ 275 h 813"/>
                            <a:gd name="T72" fmla="*/ 335 w 892"/>
                            <a:gd name="T73" fmla="*/ 264 h 813"/>
                            <a:gd name="T74" fmla="*/ 316 w 892"/>
                            <a:gd name="T75" fmla="*/ 271 h 813"/>
                            <a:gd name="T76" fmla="*/ 284 w 892"/>
                            <a:gd name="T77" fmla="*/ 275 h 813"/>
                            <a:gd name="T78" fmla="*/ 269 w 892"/>
                            <a:gd name="T79" fmla="*/ 302 h 813"/>
                            <a:gd name="T80" fmla="*/ 304 w 892"/>
                            <a:gd name="T81" fmla="*/ 338 h 813"/>
                            <a:gd name="T82" fmla="*/ 311 w 892"/>
                            <a:gd name="T83" fmla="*/ 318 h 813"/>
                            <a:gd name="T84" fmla="*/ 330 w 892"/>
                            <a:gd name="T85" fmla="*/ 332 h 813"/>
                            <a:gd name="T86" fmla="*/ 341 w 892"/>
                            <a:gd name="T87" fmla="*/ 352 h 813"/>
                            <a:gd name="T88" fmla="*/ 350 w 892"/>
                            <a:gd name="T89" fmla="*/ 371 h 813"/>
                            <a:gd name="T90" fmla="*/ 371 w 892"/>
                            <a:gd name="T91" fmla="*/ 399 h 813"/>
                            <a:gd name="T92" fmla="*/ 402 w 892"/>
                            <a:gd name="T93" fmla="*/ 398 h 813"/>
                            <a:gd name="T94" fmla="*/ 383 w 892"/>
                            <a:gd name="T95" fmla="*/ 402 h 813"/>
                            <a:gd name="T96" fmla="*/ 347 w 892"/>
                            <a:gd name="T97" fmla="*/ 397 h 813"/>
                            <a:gd name="T98" fmla="*/ 322 w 892"/>
                            <a:gd name="T99" fmla="*/ 373 h 813"/>
                            <a:gd name="T100" fmla="*/ 302 w 892"/>
                            <a:gd name="T101" fmla="*/ 363 h 813"/>
                            <a:gd name="T102" fmla="*/ 272 w 892"/>
                            <a:gd name="T103" fmla="*/ 351 h 813"/>
                            <a:gd name="T104" fmla="*/ 220 w 892"/>
                            <a:gd name="T105" fmla="*/ 312 h 813"/>
                            <a:gd name="T106" fmla="*/ 177 w 892"/>
                            <a:gd name="T107" fmla="*/ 254 h 813"/>
                            <a:gd name="T108" fmla="*/ 191 w 892"/>
                            <a:gd name="T109" fmla="*/ 306 h 813"/>
                            <a:gd name="T110" fmla="*/ 164 w 892"/>
                            <a:gd name="T111" fmla="*/ 270 h 813"/>
                            <a:gd name="T112" fmla="*/ 139 w 892"/>
                            <a:gd name="T113" fmla="*/ 201 h 813"/>
                            <a:gd name="T114" fmla="*/ 141 w 892"/>
                            <a:gd name="T115" fmla="*/ 148 h 813"/>
                            <a:gd name="T116" fmla="*/ 132 w 892"/>
                            <a:gd name="T117" fmla="*/ 109 h 813"/>
                            <a:gd name="T118" fmla="*/ 125 w 892"/>
                            <a:gd name="T119" fmla="*/ 86 h 813"/>
                            <a:gd name="T120" fmla="*/ 108 w 892"/>
                            <a:gd name="T121" fmla="*/ 72 h 813"/>
                            <a:gd name="T122" fmla="*/ 71 w 892"/>
                            <a:gd name="T123" fmla="*/ 76 h 813"/>
                            <a:gd name="T124" fmla="*/ 44 w 892"/>
                            <a:gd name="T125" fmla="*/ 90 h 813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60000 65536"/>
                            <a:gd name="T157" fmla="*/ 0 60000 65536"/>
                            <a:gd name="T158" fmla="*/ 0 60000 65536"/>
                            <a:gd name="T159" fmla="*/ 0 60000 65536"/>
                            <a:gd name="T160" fmla="*/ 0 60000 65536"/>
                            <a:gd name="T161" fmla="*/ 0 60000 65536"/>
                            <a:gd name="T162" fmla="*/ 0 60000 65536"/>
                            <a:gd name="T163" fmla="*/ 0 60000 65536"/>
                            <a:gd name="T164" fmla="*/ 0 60000 65536"/>
                            <a:gd name="T165" fmla="*/ 0 60000 65536"/>
                            <a:gd name="T166" fmla="*/ 0 60000 65536"/>
                            <a:gd name="T167" fmla="*/ 0 60000 65536"/>
                            <a:gd name="T168" fmla="*/ 0 60000 65536"/>
                            <a:gd name="T169" fmla="*/ 0 60000 65536"/>
                            <a:gd name="T170" fmla="*/ 0 60000 65536"/>
                            <a:gd name="T171" fmla="*/ 0 60000 65536"/>
                            <a:gd name="T172" fmla="*/ 0 60000 65536"/>
                            <a:gd name="T173" fmla="*/ 0 60000 65536"/>
                            <a:gd name="T174" fmla="*/ 0 60000 65536"/>
                            <a:gd name="T175" fmla="*/ 0 60000 65536"/>
                            <a:gd name="T176" fmla="*/ 0 60000 65536"/>
                            <a:gd name="T177" fmla="*/ 0 60000 65536"/>
                            <a:gd name="T178" fmla="*/ 0 60000 65536"/>
                            <a:gd name="T179" fmla="*/ 0 60000 65536"/>
                            <a:gd name="T180" fmla="*/ 0 60000 65536"/>
                            <a:gd name="T181" fmla="*/ 0 60000 65536"/>
                            <a:gd name="T182" fmla="*/ 0 60000 65536"/>
                            <a:gd name="T183" fmla="*/ 0 60000 65536"/>
                            <a:gd name="T184" fmla="*/ 0 60000 65536"/>
                            <a:gd name="T185" fmla="*/ 0 60000 65536"/>
                            <a:gd name="T186" fmla="*/ 0 60000 65536"/>
                            <a:gd name="T187" fmla="*/ 0 60000 65536"/>
                            <a:gd name="T188" fmla="*/ 0 60000 65536"/>
                            <a:gd name="T189" fmla="*/ 0 w 892"/>
                            <a:gd name="T190" fmla="*/ 0 h 813"/>
                            <a:gd name="T191" fmla="*/ 892 w 892"/>
                            <a:gd name="T192" fmla="*/ 813 h 813"/>
                          </a:gdLst>
                          <a:ahLst/>
                          <a:cxnLst>
                            <a:cxn ang="T126">
                              <a:pos x="T0" y="T1"/>
                            </a:cxn>
                            <a:cxn ang="T127">
                              <a:pos x="T2" y="T3"/>
                            </a:cxn>
                            <a:cxn ang="T128">
                              <a:pos x="T4" y="T5"/>
                            </a:cxn>
                            <a:cxn ang="T129">
                              <a:pos x="T6" y="T7"/>
                            </a:cxn>
                            <a:cxn ang="T130">
                              <a:pos x="T8" y="T9"/>
                            </a:cxn>
                            <a:cxn ang="T131">
                              <a:pos x="T10" y="T11"/>
                            </a:cxn>
                            <a:cxn ang="T132">
                              <a:pos x="T12" y="T13"/>
                            </a:cxn>
                            <a:cxn ang="T133">
                              <a:pos x="T14" y="T15"/>
                            </a:cxn>
                            <a:cxn ang="T134">
                              <a:pos x="T16" y="T17"/>
                            </a:cxn>
                            <a:cxn ang="T135">
                              <a:pos x="T18" y="T19"/>
                            </a:cxn>
                            <a:cxn ang="T136">
                              <a:pos x="T20" y="T21"/>
                            </a:cxn>
                            <a:cxn ang="T137">
                              <a:pos x="T22" y="T23"/>
                            </a:cxn>
                            <a:cxn ang="T138">
                              <a:pos x="T24" y="T25"/>
                            </a:cxn>
                            <a:cxn ang="T139">
                              <a:pos x="T26" y="T27"/>
                            </a:cxn>
                            <a:cxn ang="T140">
                              <a:pos x="T28" y="T29"/>
                            </a:cxn>
                            <a:cxn ang="T141">
                              <a:pos x="T30" y="T31"/>
                            </a:cxn>
                            <a:cxn ang="T142">
                              <a:pos x="T32" y="T33"/>
                            </a:cxn>
                            <a:cxn ang="T143">
                              <a:pos x="T34" y="T35"/>
                            </a:cxn>
                            <a:cxn ang="T144">
                              <a:pos x="T36" y="T37"/>
                            </a:cxn>
                            <a:cxn ang="T145">
                              <a:pos x="T38" y="T39"/>
                            </a:cxn>
                            <a:cxn ang="T146">
                              <a:pos x="T40" y="T41"/>
                            </a:cxn>
                            <a:cxn ang="T147">
                              <a:pos x="T42" y="T43"/>
                            </a:cxn>
                            <a:cxn ang="T148">
                              <a:pos x="T44" y="T45"/>
                            </a:cxn>
                            <a:cxn ang="T149">
                              <a:pos x="T46" y="T47"/>
                            </a:cxn>
                            <a:cxn ang="T150">
                              <a:pos x="T48" y="T49"/>
                            </a:cxn>
                            <a:cxn ang="T151">
                              <a:pos x="T50" y="T51"/>
                            </a:cxn>
                            <a:cxn ang="T152">
                              <a:pos x="T52" y="T53"/>
                            </a:cxn>
                            <a:cxn ang="T153">
                              <a:pos x="T54" y="T55"/>
                            </a:cxn>
                            <a:cxn ang="T154">
                              <a:pos x="T56" y="T57"/>
                            </a:cxn>
                            <a:cxn ang="T155">
                              <a:pos x="T58" y="T59"/>
                            </a:cxn>
                            <a:cxn ang="T156">
                              <a:pos x="T60" y="T61"/>
                            </a:cxn>
                            <a:cxn ang="T157">
                              <a:pos x="T62" y="T63"/>
                            </a:cxn>
                            <a:cxn ang="T158">
                              <a:pos x="T64" y="T65"/>
                            </a:cxn>
                            <a:cxn ang="T159">
                              <a:pos x="T66" y="T67"/>
                            </a:cxn>
                            <a:cxn ang="T160">
                              <a:pos x="T68" y="T69"/>
                            </a:cxn>
                            <a:cxn ang="T161">
                              <a:pos x="T70" y="T71"/>
                            </a:cxn>
                            <a:cxn ang="T162">
                              <a:pos x="T72" y="T73"/>
                            </a:cxn>
                            <a:cxn ang="T163">
                              <a:pos x="T74" y="T75"/>
                            </a:cxn>
                            <a:cxn ang="T164">
                              <a:pos x="T76" y="T77"/>
                            </a:cxn>
                            <a:cxn ang="T165">
                              <a:pos x="T78" y="T79"/>
                            </a:cxn>
                            <a:cxn ang="T166">
                              <a:pos x="T80" y="T81"/>
                            </a:cxn>
                            <a:cxn ang="T167">
                              <a:pos x="T82" y="T83"/>
                            </a:cxn>
                            <a:cxn ang="T168">
                              <a:pos x="T84" y="T85"/>
                            </a:cxn>
                            <a:cxn ang="T169">
                              <a:pos x="T86" y="T87"/>
                            </a:cxn>
                            <a:cxn ang="T170">
                              <a:pos x="T88" y="T89"/>
                            </a:cxn>
                            <a:cxn ang="T171">
                              <a:pos x="T90" y="T91"/>
                            </a:cxn>
                            <a:cxn ang="T172">
                              <a:pos x="T92" y="T93"/>
                            </a:cxn>
                            <a:cxn ang="T173">
                              <a:pos x="T94" y="T95"/>
                            </a:cxn>
                            <a:cxn ang="T174">
                              <a:pos x="T96" y="T97"/>
                            </a:cxn>
                            <a:cxn ang="T175">
                              <a:pos x="T98" y="T99"/>
                            </a:cxn>
                            <a:cxn ang="T176">
                              <a:pos x="T100" y="T101"/>
                            </a:cxn>
                            <a:cxn ang="T177">
                              <a:pos x="T102" y="T103"/>
                            </a:cxn>
                            <a:cxn ang="T178">
                              <a:pos x="T104" y="T105"/>
                            </a:cxn>
                            <a:cxn ang="T179">
                              <a:pos x="T106" y="T107"/>
                            </a:cxn>
                            <a:cxn ang="T180">
                              <a:pos x="T108" y="T109"/>
                            </a:cxn>
                            <a:cxn ang="T181">
                              <a:pos x="T110" y="T111"/>
                            </a:cxn>
                            <a:cxn ang="T182">
                              <a:pos x="T112" y="T113"/>
                            </a:cxn>
                            <a:cxn ang="T183">
                              <a:pos x="T114" y="T115"/>
                            </a:cxn>
                            <a:cxn ang="T184">
                              <a:pos x="T116" y="T117"/>
                            </a:cxn>
                            <a:cxn ang="T185">
                              <a:pos x="T118" y="T119"/>
                            </a:cxn>
                            <a:cxn ang="T186">
                              <a:pos x="T120" y="T121"/>
                            </a:cxn>
                            <a:cxn ang="T187">
                              <a:pos x="T122" y="T123"/>
                            </a:cxn>
                            <a:cxn ang="T188">
                              <a:pos x="T124" y="T125"/>
                            </a:cxn>
                          </a:cxnLst>
                          <a:rect l="T189" t="T190" r="T191" b="T192"/>
                          <a:pathLst>
                            <a:path w="892" h="813">
                              <a:moveTo>
                                <a:pt x="0" y="209"/>
                              </a:moveTo>
                              <a:lnTo>
                                <a:pt x="42" y="181"/>
                              </a:lnTo>
                              <a:lnTo>
                                <a:pt x="67" y="170"/>
                              </a:lnTo>
                              <a:lnTo>
                                <a:pt x="71" y="152"/>
                              </a:lnTo>
                              <a:lnTo>
                                <a:pt x="52" y="142"/>
                              </a:lnTo>
                              <a:lnTo>
                                <a:pt x="50" y="122"/>
                              </a:lnTo>
                              <a:lnTo>
                                <a:pt x="59" y="116"/>
                              </a:lnTo>
                              <a:lnTo>
                                <a:pt x="57" y="107"/>
                              </a:lnTo>
                              <a:lnTo>
                                <a:pt x="90" y="104"/>
                              </a:lnTo>
                              <a:lnTo>
                                <a:pt x="98" y="88"/>
                              </a:lnTo>
                              <a:lnTo>
                                <a:pt x="100" y="74"/>
                              </a:lnTo>
                              <a:lnTo>
                                <a:pt x="127" y="69"/>
                              </a:lnTo>
                              <a:lnTo>
                                <a:pt x="130" y="55"/>
                              </a:lnTo>
                              <a:lnTo>
                                <a:pt x="104" y="51"/>
                              </a:lnTo>
                              <a:lnTo>
                                <a:pt x="116" y="40"/>
                              </a:lnTo>
                              <a:lnTo>
                                <a:pt x="159" y="40"/>
                              </a:lnTo>
                              <a:lnTo>
                                <a:pt x="171" y="29"/>
                              </a:lnTo>
                              <a:lnTo>
                                <a:pt x="189" y="27"/>
                              </a:lnTo>
                              <a:lnTo>
                                <a:pt x="200" y="17"/>
                              </a:lnTo>
                              <a:lnTo>
                                <a:pt x="214" y="35"/>
                              </a:lnTo>
                              <a:lnTo>
                                <a:pt x="267" y="32"/>
                              </a:lnTo>
                              <a:lnTo>
                                <a:pt x="292" y="49"/>
                              </a:lnTo>
                              <a:lnTo>
                                <a:pt x="371" y="45"/>
                              </a:lnTo>
                              <a:lnTo>
                                <a:pt x="384" y="36"/>
                              </a:lnTo>
                              <a:lnTo>
                                <a:pt x="414" y="51"/>
                              </a:lnTo>
                              <a:lnTo>
                                <a:pt x="445" y="64"/>
                              </a:lnTo>
                              <a:lnTo>
                                <a:pt x="461" y="58"/>
                              </a:lnTo>
                              <a:lnTo>
                                <a:pt x="470" y="51"/>
                              </a:lnTo>
                              <a:lnTo>
                                <a:pt x="496" y="55"/>
                              </a:lnTo>
                              <a:lnTo>
                                <a:pt x="478" y="45"/>
                              </a:lnTo>
                              <a:lnTo>
                                <a:pt x="462" y="46"/>
                              </a:lnTo>
                              <a:lnTo>
                                <a:pt x="437" y="49"/>
                              </a:lnTo>
                              <a:lnTo>
                                <a:pt x="425" y="35"/>
                              </a:lnTo>
                              <a:lnTo>
                                <a:pt x="411" y="27"/>
                              </a:lnTo>
                              <a:lnTo>
                                <a:pt x="411" y="14"/>
                              </a:lnTo>
                              <a:lnTo>
                                <a:pt x="415" y="1"/>
                              </a:lnTo>
                              <a:lnTo>
                                <a:pt x="426" y="0"/>
                              </a:lnTo>
                              <a:lnTo>
                                <a:pt x="441" y="11"/>
                              </a:lnTo>
                              <a:lnTo>
                                <a:pt x="445" y="6"/>
                              </a:lnTo>
                              <a:lnTo>
                                <a:pt x="458" y="0"/>
                              </a:lnTo>
                              <a:lnTo>
                                <a:pt x="473" y="8"/>
                              </a:lnTo>
                              <a:lnTo>
                                <a:pt x="481" y="1"/>
                              </a:lnTo>
                              <a:lnTo>
                                <a:pt x="489" y="13"/>
                              </a:lnTo>
                              <a:lnTo>
                                <a:pt x="491" y="22"/>
                              </a:lnTo>
                              <a:lnTo>
                                <a:pt x="513" y="32"/>
                              </a:lnTo>
                              <a:lnTo>
                                <a:pt x="504" y="40"/>
                              </a:lnTo>
                              <a:lnTo>
                                <a:pt x="504" y="52"/>
                              </a:lnTo>
                              <a:lnTo>
                                <a:pt x="541" y="55"/>
                              </a:lnTo>
                              <a:lnTo>
                                <a:pt x="551" y="40"/>
                              </a:lnTo>
                              <a:lnTo>
                                <a:pt x="544" y="33"/>
                              </a:lnTo>
                              <a:lnTo>
                                <a:pt x="528" y="35"/>
                              </a:lnTo>
                              <a:lnTo>
                                <a:pt x="532" y="17"/>
                              </a:lnTo>
                              <a:lnTo>
                                <a:pt x="565" y="27"/>
                              </a:lnTo>
                              <a:lnTo>
                                <a:pt x="572" y="39"/>
                              </a:lnTo>
                              <a:lnTo>
                                <a:pt x="599" y="39"/>
                              </a:lnTo>
                              <a:lnTo>
                                <a:pt x="626" y="53"/>
                              </a:lnTo>
                              <a:lnTo>
                                <a:pt x="640" y="51"/>
                              </a:lnTo>
                              <a:lnTo>
                                <a:pt x="655" y="64"/>
                              </a:lnTo>
                              <a:lnTo>
                                <a:pt x="640" y="81"/>
                              </a:lnTo>
                              <a:lnTo>
                                <a:pt x="628" y="68"/>
                              </a:lnTo>
                              <a:lnTo>
                                <a:pt x="620" y="72"/>
                              </a:lnTo>
                              <a:lnTo>
                                <a:pt x="607" y="83"/>
                              </a:lnTo>
                              <a:lnTo>
                                <a:pt x="588" y="91"/>
                              </a:lnTo>
                              <a:lnTo>
                                <a:pt x="598" y="104"/>
                              </a:lnTo>
                              <a:lnTo>
                                <a:pt x="581" y="106"/>
                              </a:lnTo>
                              <a:lnTo>
                                <a:pt x="567" y="123"/>
                              </a:lnTo>
                              <a:lnTo>
                                <a:pt x="554" y="145"/>
                              </a:lnTo>
                              <a:lnTo>
                                <a:pt x="574" y="164"/>
                              </a:lnTo>
                              <a:lnTo>
                                <a:pt x="591" y="186"/>
                              </a:lnTo>
                              <a:lnTo>
                                <a:pt x="622" y="189"/>
                              </a:lnTo>
                              <a:lnTo>
                                <a:pt x="650" y="186"/>
                              </a:lnTo>
                              <a:lnTo>
                                <a:pt x="662" y="197"/>
                              </a:lnTo>
                              <a:lnTo>
                                <a:pt x="657" y="203"/>
                              </a:lnTo>
                              <a:lnTo>
                                <a:pt x="648" y="215"/>
                              </a:lnTo>
                              <a:lnTo>
                                <a:pt x="661" y="235"/>
                              </a:lnTo>
                              <a:lnTo>
                                <a:pt x="665" y="249"/>
                              </a:lnTo>
                              <a:lnTo>
                                <a:pt x="680" y="257"/>
                              </a:lnTo>
                              <a:lnTo>
                                <a:pt x="700" y="244"/>
                              </a:lnTo>
                              <a:lnTo>
                                <a:pt x="695" y="225"/>
                              </a:lnTo>
                              <a:lnTo>
                                <a:pt x="677" y="209"/>
                              </a:lnTo>
                              <a:lnTo>
                                <a:pt x="698" y="190"/>
                              </a:lnTo>
                              <a:lnTo>
                                <a:pt x="680" y="158"/>
                              </a:lnTo>
                              <a:lnTo>
                                <a:pt x="663" y="145"/>
                              </a:lnTo>
                              <a:lnTo>
                                <a:pt x="677" y="133"/>
                              </a:lnTo>
                              <a:lnTo>
                                <a:pt x="674" y="116"/>
                              </a:lnTo>
                              <a:lnTo>
                                <a:pt x="684" y="106"/>
                              </a:lnTo>
                              <a:lnTo>
                                <a:pt x="700" y="116"/>
                              </a:lnTo>
                              <a:lnTo>
                                <a:pt x="739" y="154"/>
                              </a:lnTo>
                              <a:lnTo>
                                <a:pt x="762" y="159"/>
                              </a:lnTo>
                              <a:lnTo>
                                <a:pt x="769" y="149"/>
                              </a:lnTo>
                              <a:lnTo>
                                <a:pt x="764" y="129"/>
                              </a:lnTo>
                              <a:lnTo>
                                <a:pt x="777" y="132"/>
                              </a:lnTo>
                              <a:lnTo>
                                <a:pt x="801" y="155"/>
                              </a:lnTo>
                              <a:lnTo>
                                <a:pt x="805" y="168"/>
                              </a:lnTo>
                              <a:lnTo>
                                <a:pt x="818" y="177"/>
                              </a:lnTo>
                              <a:lnTo>
                                <a:pt x="846" y="187"/>
                              </a:lnTo>
                              <a:lnTo>
                                <a:pt x="860" y="206"/>
                              </a:lnTo>
                              <a:lnTo>
                                <a:pt x="880" y="219"/>
                              </a:lnTo>
                              <a:lnTo>
                                <a:pt x="891" y="223"/>
                              </a:lnTo>
                              <a:lnTo>
                                <a:pt x="892" y="235"/>
                              </a:lnTo>
                              <a:lnTo>
                                <a:pt x="876" y="242"/>
                              </a:lnTo>
                              <a:lnTo>
                                <a:pt x="866" y="234"/>
                              </a:lnTo>
                              <a:lnTo>
                                <a:pt x="858" y="235"/>
                              </a:lnTo>
                              <a:lnTo>
                                <a:pt x="855" y="254"/>
                              </a:lnTo>
                              <a:lnTo>
                                <a:pt x="842" y="258"/>
                              </a:lnTo>
                              <a:lnTo>
                                <a:pt x="827" y="248"/>
                              </a:lnTo>
                              <a:lnTo>
                                <a:pt x="795" y="248"/>
                              </a:lnTo>
                              <a:lnTo>
                                <a:pt x="791" y="270"/>
                              </a:lnTo>
                              <a:lnTo>
                                <a:pt x="799" y="283"/>
                              </a:lnTo>
                              <a:lnTo>
                                <a:pt x="812" y="276"/>
                              </a:lnTo>
                              <a:lnTo>
                                <a:pt x="824" y="273"/>
                              </a:lnTo>
                              <a:lnTo>
                                <a:pt x="836" y="280"/>
                              </a:lnTo>
                              <a:lnTo>
                                <a:pt x="820" y="296"/>
                              </a:lnTo>
                              <a:lnTo>
                                <a:pt x="836" y="310"/>
                              </a:lnTo>
                              <a:lnTo>
                                <a:pt x="858" y="315"/>
                              </a:lnTo>
                              <a:lnTo>
                                <a:pt x="855" y="324"/>
                              </a:lnTo>
                              <a:lnTo>
                                <a:pt x="847" y="325"/>
                              </a:lnTo>
                              <a:lnTo>
                                <a:pt x="827" y="374"/>
                              </a:lnTo>
                              <a:lnTo>
                                <a:pt x="828" y="342"/>
                              </a:lnTo>
                              <a:lnTo>
                                <a:pt x="838" y="326"/>
                              </a:lnTo>
                              <a:lnTo>
                                <a:pt x="827" y="319"/>
                              </a:lnTo>
                              <a:lnTo>
                                <a:pt x="814" y="329"/>
                              </a:lnTo>
                              <a:lnTo>
                                <a:pt x="821" y="338"/>
                              </a:lnTo>
                              <a:lnTo>
                                <a:pt x="812" y="344"/>
                              </a:lnTo>
                              <a:lnTo>
                                <a:pt x="802" y="351"/>
                              </a:lnTo>
                              <a:lnTo>
                                <a:pt x="803" y="373"/>
                              </a:lnTo>
                              <a:lnTo>
                                <a:pt x="790" y="382"/>
                              </a:lnTo>
                              <a:lnTo>
                                <a:pt x="770" y="385"/>
                              </a:lnTo>
                              <a:lnTo>
                                <a:pt x="777" y="396"/>
                              </a:lnTo>
                              <a:lnTo>
                                <a:pt x="770" y="409"/>
                              </a:lnTo>
                              <a:lnTo>
                                <a:pt x="777" y="419"/>
                              </a:lnTo>
                              <a:lnTo>
                                <a:pt x="766" y="441"/>
                              </a:lnTo>
                              <a:lnTo>
                                <a:pt x="762" y="462"/>
                              </a:lnTo>
                              <a:lnTo>
                                <a:pt x="746" y="473"/>
                              </a:lnTo>
                              <a:lnTo>
                                <a:pt x="725" y="505"/>
                              </a:lnTo>
                              <a:lnTo>
                                <a:pt x="722" y="527"/>
                              </a:lnTo>
                              <a:lnTo>
                                <a:pt x="729" y="544"/>
                              </a:lnTo>
                              <a:lnTo>
                                <a:pt x="739" y="566"/>
                              </a:lnTo>
                              <a:lnTo>
                                <a:pt x="744" y="589"/>
                              </a:lnTo>
                              <a:lnTo>
                                <a:pt x="735" y="599"/>
                              </a:lnTo>
                              <a:lnTo>
                                <a:pt x="722" y="592"/>
                              </a:lnTo>
                              <a:lnTo>
                                <a:pt x="725" y="581"/>
                              </a:lnTo>
                              <a:lnTo>
                                <a:pt x="718" y="554"/>
                              </a:lnTo>
                              <a:lnTo>
                                <a:pt x="710" y="550"/>
                              </a:lnTo>
                              <a:lnTo>
                                <a:pt x="705" y="534"/>
                              </a:lnTo>
                              <a:lnTo>
                                <a:pt x="694" y="534"/>
                              </a:lnTo>
                              <a:lnTo>
                                <a:pt x="681" y="525"/>
                              </a:lnTo>
                              <a:lnTo>
                                <a:pt x="668" y="528"/>
                              </a:lnTo>
                              <a:lnTo>
                                <a:pt x="655" y="522"/>
                              </a:lnTo>
                              <a:lnTo>
                                <a:pt x="640" y="530"/>
                              </a:lnTo>
                              <a:lnTo>
                                <a:pt x="613" y="524"/>
                              </a:lnTo>
                              <a:lnTo>
                                <a:pt x="631" y="543"/>
                              </a:lnTo>
                              <a:lnTo>
                                <a:pt x="607" y="541"/>
                              </a:lnTo>
                              <a:lnTo>
                                <a:pt x="591" y="527"/>
                              </a:lnTo>
                              <a:lnTo>
                                <a:pt x="563" y="527"/>
                              </a:lnTo>
                              <a:lnTo>
                                <a:pt x="567" y="550"/>
                              </a:lnTo>
                              <a:lnTo>
                                <a:pt x="547" y="543"/>
                              </a:lnTo>
                              <a:lnTo>
                                <a:pt x="536" y="566"/>
                              </a:lnTo>
                              <a:lnTo>
                                <a:pt x="544" y="576"/>
                              </a:lnTo>
                              <a:lnTo>
                                <a:pt x="536" y="604"/>
                              </a:lnTo>
                              <a:lnTo>
                                <a:pt x="546" y="636"/>
                              </a:lnTo>
                              <a:lnTo>
                                <a:pt x="557" y="658"/>
                              </a:lnTo>
                              <a:lnTo>
                                <a:pt x="569" y="678"/>
                              </a:lnTo>
                              <a:lnTo>
                                <a:pt x="607" y="676"/>
                              </a:lnTo>
                              <a:lnTo>
                                <a:pt x="624" y="672"/>
                              </a:lnTo>
                              <a:lnTo>
                                <a:pt x="626" y="658"/>
                              </a:lnTo>
                              <a:lnTo>
                                <a:pt x="618" y="646"/>
                              </a:lnTo>
                              <a:lnTo>
                                <a:pt x="620" y="636"/>
                              </a:lnTo>
                              <a:lnTo>
                                <a:pt x="643" y="639"/>
                              </a:lnTo>
                              <a:lnTo>
                                <a:pt x="666" y="633"/>
                              </a:lnTo>
                              <a:lnTo>
                                <a:pt x="666" y="646"/>
                              </a:lnTo>
                              <a:lnTo>
                                <a:pt x="659" y="665"/>
                              </a:lnTo>
                              <a:lnTo>
                                <a:pt x="648" y="679"/>
                              </a:lnTo>
                              <a:lnTo>
                                <a:pt x="646" y="700"/>
                              </a:lnTo>
                              <a:lnTo>
                                <a:pt x="661" y="708"/>
                              </a:lnTo>
                              <a:lnTo>
                                <a:pt x="681" y="705"/>
                              </a:lnTo>
                              <a:lnTo>
                                <a:pt x="694" y="713"/>
                              </a:lnTo>
                              <a:lnTo>
                                <a:pt x="705" y="710"/>
                              </a:lnTo>
                              <a:lnTo>
                                <a:pt x="709" y="723"/>
                              </a:lnTo>
                              <a:lnTo>
                                <a:pt x="699" y="743"/>
                              </a:lnTo>
                              <a:lnTo>
                                <a:pt x="707" y="755"/>
                              </a:lnTo>
                              <a:lnTo>
                                <a:pt x="709" y="778"/>
                              </a:lnTo>
                              <a:lnTo>
                                <a:pt x="722" y="794"/>
                              </a:lnTo>
                              <a:lnTo>
                                <a:pt x="740" y="798"/>
                              </a:lnTo>
                              <a:lnTo>
                                <a:pt x="753" y="794"/>
                              </a:lnTo>
                              <a:lnTo>
                                <a:pt x="758" y="795"/>
                              </a:lnTo>
                              <a:lnTo>
                                <a:pt x="781" y="795"/>
                              </a:lnTo>
                              <a:lnTo>
                                <a:pt x="802" y="797"/>
                              </a:lnTo>
                              <a:lnTo>
                                <a:pt x="807" y="787"/>
                              </a:lnTo>
                              <a:lnTo>
                                <a:pt x="790" y="804"/>
                              </a:lnTo>
                              <a:lnTo>
                                <a:pt x="777" y="803"/>
                              </a:lnTo>
                              <a:lnTo>
                                <a:pt x="765" y="804"/>
                              </a:lnTo>
                              <a:lnTo>
                                <a:pt x="740" y="813"/>
                              </a:lnTo>
                              <a:lnTo>
                                <a:pt x="720" y="801"/>
                              </a:lnTo>
                              <a:lnTo>
                                <a:pt x="700" y="794"/>
                              </a:lnTo>
                              <a:lnTo>
                                <a:pt x="692" y="795"/>
                              </a:lnTo>
                              <a:lnTo>
                                <a:pt x="694" y="785"/>
                              </a:lnTo>
                              <a:lnTo>
                                <a:pt x="692" y="769"/>
                              </a:lnTo>
                              <a:lnTo>
                                <a:pt x="676" y="755"/>
                              </a:lnTo>
                              <a:lnTo>
                                <a:pt x="642" y="746"/>
                              </a:lnTo>
                              <a:lnTo>
                                <a:pt x="636" y="739"/>
                              </a:lnTo>
                              <a:lnTo>
                                <a:pt x="626" y="740"/>
                              </a:lnTo>
                              <a:lnTo>
                                <a:pt x="617" y="733"/>
                              </a:lnTo>
                              <a:lnTo>
                                <a:pt x="602" y="726"/>
                              </a:lnTo>
                              <a:lnTo>
                                <a:pt x="585" y="705"/>
                              </a:lnTo>
                              <a:lnTo>
                                <a:pt x="566" y="700"/>
                              </a:lnTo>
                              <a:lnTo>
                                <a:pt x="555" y="713"/>
                              </a:lnTo>
                              <a:lnTo>
                                <a:pt x="543" y="703"/>
                              </a:lnTo>
                              <a:lnTo>
                                <a:pt x="528" y="703"/>
                              </a:lnTo>
                              <a:lnTo>
                                <a:pt x="498" y="695"/>
                              </a:lnTo>
                              <a:lnTo>
                                <a:pt x="443" y="660"/>
                              </a:lnTo>
                              <a:lnTo>
                                <a:pt x="439" y="624"/>
                              </a:lnTo>
                              <a:lnTo>
                                <a:pt x="433" y="610"/>
                              </a:lnTo>
                              <a:lnTo>
                                <a:pt x="423" y="599"/>
                              </a:lnTo>
                              <a:lnTo>
                                <a:pt x="411" y="579"/>
                              </a:lnTo>
                              <a:lnTo>
                                <a:pt x="354" y="509"/>
                              </a:lnTo>
                              <a:lnTo>
                                <a:pt x="354" y="536"/>
                              </a:lnTo>
                              <a:lnTo>
                                <a:pt x="389" y="582"/>
                              </a:lnTo>
                              <a:lnTo>
                                <a:pt x="404" y="621"/>
                              </a:lnTo>
                              <a:lnTo>
                                <a:pt x="382" y="613"/>
                              </a:lnTo>
                              <a:lnTo>
                                <a:pt x="378" y="589"/>
                              </a:lnTo>
                              <a:lnTo>
                                <a:pt x="349" y="575"/>
                              </a:lnTo>
                              <a:lnTo>
                                <a:pt x="366" y="566"/>
                              </a:lnTo>
                              <a:lnTo>
                                <a:pt x="327" y="541"/>
                              </a:lnTo>
                              <a:lnTo>
                                <a:pt x="343" y="527"/>
                              </a:lnTo>
                              <a:lnTo>
                                <a:pt x="329" y="498"/>
                              </a:lnTo>
                              <a:lnTo>
                                <a:pt x="282" y="437"/>
                              </a:lnTo>
                              <a:lnTo>
                                <a:pt x="277" y="402"/>
                              </a:lnTo>
                              <a:lnTo>
                                <a:pt x="279" y="373"/>
                              </a:lnTo>
                              <a:lnTo>
                                <a:pt x="292" y="344"/>
                              </a:lnTo>
                              <a:lnTo>
                                <a:pt x="292" y="315"/>
                              </a:lnTo>
                              <a:lnTo>
                                <a:pt x="282" y="297"/>
                              </a:lnTo>
                              <a:lnTo>
                                <a:pt x="308" y="292"/>
                              </a:lnTo>
                              <a:lnTo>
                                <a:pt x="277" y="257"/>
                              </a:lnTo>
                              <a:lnTo>
                                <a:pt x="278" y="241"/>
                              </a:lnTo>
                              <a:lnTo>
                                <a:pt x="264" y="219"/>
                              </a:lnTo>
                              <a:lnTo>
                                <a:pt x="270" y="206"/>
                              </a:lnTo>
                              <a:lnTo>
                                <a:pt x="260" y="199"/>
                              </a:lnTo>
                              <a:lnTo>
                                <a:pt x="259" y="184"/>
                              </a:lnTo>
                              <a:lnTo>
                                <a:pt x="249" y="173"/>
                              </a:lnTo>
                              <a:lnTo>
                                <a:pt x="260" y="162"/>
                              </a:lnTo>
                              <a:lnTo>
                                <a:pt x="245" y="155"/>
                              </a:lnTo>
                              <a:lnTo>
                                <a:pt x="233" y="165"/>
                              </a:lnTo>
                              <a:lnTo>
                                <a:pt x="215" y="145"/>
                              </a:lnTo>
                              <a:lnTo>
                                <a:pt x="196" y="139"/>
                              </a:lnTo>
                              <a:lnTo>
                                <a:pt x="168" y="139"/>
                              </a:lnTo>
                              <a:lnTo>
                                <a:pt x="151" y="158"/>
                              </a:lnTo>
                              <a:lnTo>
                                <a:pt x="142" y="152"/>
                              </a:lnTo>
                              <a:lnTo>
                                <a:pt x="157" y="128"/>
                              </a:lnTo>
                              <a:lnTo>
                                <a:pt x="144" y="132"/>
                              </a:lnTo>
                              <a:lnTo>
                                <a:pt x="116" y="158"/>
                              </a:lnTo>
                              <a:lnTo>
                                <a:pt x="88" y="181"/>
                              </a:lnTo>
                              <a:lnTo>
                                <a:pt x="61" y="187"/>
                              </a:lnTo>
                              <a:lnTo>
                                <a:pt x="18" y="210"/>
                              </a:lnTo>
                              <a:lnTo>
                                <a:pt x="0" y="20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62665" name="Freeform 16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81" y="2102"/>
                          <a:ext cx="151" cy="107"/>
                        </a:xfrm>
                        <a:custGeom>
                          <a:avLst/>
                          <a:gdLst>
                            <a:gd name="T0" fmla="*/ 0 w 303"/>
                            <a:gd name="T1" fmla="*/ 22 h 213"/>
                            <a:gd name="T2" fmla="*/ 3 w 303"/>
                            <a:gd name="T3" fmla="*/ 14 h 213"/>
                            <a:gd name="T4" fmla="*/ 3 w 303"/>
                            <a:gd name="T5" fmla="*/ 8 h 213"/>
                            <a:gd name="T6" fmla="*/ 9 w 303"/>
                            <a:gd name="T7" fmla="*/ 0 h 213"/>
                            <a:gd name="T8" fmla="*/ 36 w 303"/>
                            <a:gd name="T9" fmla="*/ 5 h 213"/>
                            <a:gd name="T10" fmla="*/ 83 w 303"/>
                            <a:gd name="T11" fmla="*/ 15 h 213"/>
                            <a:gd name="T12" fmla="*/ 102 w 303"/>
                            <a:gd name="T13" fmla="*/ 23 h 213"/>
                            <a:gd name="T14" fmla="*/ 126 w 303"/>
                            <a:gd name="T15" fmla="*/ 30 h 213"/>
                            <a:gd name="T16" fmla="*/ 139 w 303"/>
                            <a:gd name="T17" fmla="*/ 44 h 213"/>
                            <a:gd name="T18" fmla="*/ 151 w 303"/>
                            <a:gd name="T19" fmla="*/ 51 h 213"/>
                            <a:gd name="T20" fmla="*/ 146 w 303"/>
                            <a:gd name="T21" fmla="*/ 56 h 213"/>
                            <a:gd name="T22" fmla="*/ 146 w 303"/>
                            <a:gd name="T23" fmla="*/ 63 h 213"/>
                            <a:gd name="T24" fmla="*/ 142 w 303"/>
                            <a:gd name="T25" fmla="*/ 64 h 213"/>
                            <a:gd name="T26" fmla="*/ 137 w 303"/>
                            <a:gd name="T27" fmla="*/ 70 h 213"/>
                            <a:gd name="T28" fmla="*/ 142 w 303"/>
                            <a:gd name="T29" fmla="*/ 76 h 213"/>
                            <a:gd name="T30" fmla="*/ 141 w 303"/>
                            <a:gd name="T31" fmla="*/ 80 h 213"/>
                            <a:gd name="T32" fmla="*/ 136 w 303"/>
                            <a:gd name="T33" fmla="*/ 86 h 213"/>
                            <a:gd name="T34" fmla="*/ 137 w 303"/>
                            <a:gd name="T35" fmla="*/ 92 h 213"/>
                            <a:gd name="T36" fmla="*/ 145 w 303"/>
                            <a:gd name="T37" fmla="*/ 97 h 213"/>
                            <a:gd name="T38" fmla="*/ 146 w 303"/>
                            <a:gd name="T39" fmla="*/ 103 h 213"/>
                            <a:gd name="T40" fmla="*/ 144 w 303"/>
                            <a:gd name="T41" fmla="*/ 106 h 213"/>
                            <a:gd name="T42" fmla="*/ 135 w 303"/>
                            <a:gd name="T43" fmla="*/ 107 h 213"/>
                            <a:gd name="T44" fmla="*/ 129 w 303"/>
                            <a:gd name="T45" fmla="*/ 104 h 213"/>
                            <a:gd name="T46" fmla="*/ 122 w 303"/>
                            <a:gd name="T47" fmla="*/ 97 h 213"/>
                            <a:gd name="T48" fmla="*/ 120 w 303"/>
                            <a:gd name="T49" fmla="*/ 97 h 213"/>
                            <a:gd name="T50" fmla="*/ 116 w 303"/>
                            <a:gd name="T51" fmla="*/ 94 h 213"/>
                            <a:gd name="T52" fmla="*/ 113 w 303"/>
                            <a:gd name="T53" fmla="*/ 85 h 213"/>
                            <a:gd name="T54" fmla="*/ 109 w 303"/>
                            <a:gd name="T55" fmla="*/ 82 h 213"/>
                            <a:gd name="T56" fmla="*/ 100 w 303"/>
                            <a:gd name="T57" fmla="*/ 78 h 213"/>
                            <a:gd name="T58" fmla="*/ 92 w 303"/>
                            <a:gd name="T59" fmla="*/ 75 h 213"/>
                            <a:gd name="T60" fmla="*/ 81 w 303"/>
                            <a:gd name="T61" fmla="*/ 67 h 213"/>
                            <a:gd name="T62" fmla="*/ 76 w 303"/>
                            <a:gd name="T63" fmla="*/ 61 h 213"/>
                            <a:gd name="T64" fmla="*/ 77 w 303"/>
                            <a:gd name="T65" fmla="*/ 57 h 213"/>
                            <a:gd name="T66" fmla="*/ 82 w 303"/>
                            <a:gd name="T67" fmla="*/ 53 h 213"/>
                            <a:gd name="T68" fmla="*/ 78 w 303"/>
                            <a:gd name="T69" fmla="*/ 48 h 213"/>
                            <a:gd name="T70" fmla="*/ 74 w 303"/>
                            <a:gd name="T71" fmla="*/ 51 h 213"/>
                            <a:gd name="T72" fmla="*/ 67 w 303"/>
                            <a:gd name="T73" fmla="*/ 44 h 213"/>
                            <a:gd name="T74" fmla="*/ 65 w 303"/>
                            <a:gd name="T75" fmla="*/ 47 h 213"/>
                            <a:gd name="T76" fmla="*/ 59 w 303"/>
                            <a:gd name="T77" fmla="*/ 47 h 213"/>
                            <a:gd name="T78" fmla="*/ 58 w 303"/>
                            <a:gd name="T79" fmla="*/ 44 h 213"/>
                            <a:gd name="T80" fmla="*/ 58 w 303"/>
                            <a:gd name="T81" fmla="*/ 39 h 213"/>
                            <a:gd name="T82" fmla="*/ 55 w 303"/>
                            <a:gd name="T83" fmla="*/ 36 h 213"/>
                            <a:gd name="T84" fmla="*/ 51 w 303"/>
                            <a:gd name="T85" fmla="*/ 37 h 213"/>
                            <a:gd name="T86" fmla="*/ 46 w 303"/>
                            <a:gd name="T87" fmla="*/ 29 h 213"/>
                            <a:gd name="T88" fmla="*/ 41 w 303"/>
                            <a:gd name="T89" fmla="*/ 28 h 213"/>
                            <a:gd name="T90" fmla="*/ 35 w 303"/>
                            <a:gd name="T91" fmla="*/ 25 h 213"/>
                            <a:gd name="T92" fmla="*/ 22 w 303"/>
                            <a:gd name="T93" fmla="*/ 26 h 213"/>
                            <a:gd name="T94" fmla="*/ 9 w 303"/>
                            <a:gd name="T95" fmla="*/ 25 h 213"/>
                            <a:gd name="T96" fmla="*/ 0 w 303"/>
                            <a:gd name="T97" fmla="*/ 22 h 213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w 303"/>
                            <a:gd name="T148" fmla="*/ 0 h 213"/>
                            <a:gd name="T149" fmla="*/ 303 w 303"/>
                            <a:gd name="T150" fmla="*/ 213 h 213"/>
                          </a:gdLst>
                          <a:ahLst/>
                          <a:cxnLst>
                            <a:cxn ang="T98">
                              <a:pos x="T0" y="T1"/>
                            </a:cxn>
                            <a:cxn ang="T99">
                              <a:pos x="T2" y="T3"/>
                            </a:cxn>
                            <a:cxn ang="T100">
                              <a:pos x="T4" y="T5"/>
                            </a:cxn>
                            <a:cxn ang="T101">
                              <a:pos x="T6" y="T7"/>
                            </a:cxn>
                            <a:cxn ang="T102">
                              <a:pos x="T8" y="T9"/>
                            </a:cxn>
                            <a:cxn ang="T103">
                              <a:pos x="T10" y="T11"/>
                            </a:cxn>
                            <a:cxn ang="T104">
                              <a:pos x="T12" y="T13"/>
                            </a:cxn>
                            <a:cxn ang="T105">
                              <a:pos x="T14" y="T15"/>
                            </a:cxn>
                            <a:cxn ang="T106">
                              <a:pos x="T16" y="T17"/>
                            </a:cxn>
                            <a:cxn ang="T107">
                              <a:pos x="T18" y="T19"/>
                            </a:cxn>
                            <a:cxn ang="T108">
                              <a:pos x="T20" y="T21"/>
                            </a:cxn>
                            <a:cxn ang="T109">
                              <a:pos x="T22" y="T23"/>
                            </a:cxn>
                            <a:cxn ang="T110">
                              <a:pos x="T24" y="T25"/>
                            </a:cxn>
                            <a:cxn ang="T111">
                              <a:pos x="T26" y="T27"/>
                            </a:cxn>
                            <a:cxn ang="T112">
                              <a:pos x="T28" y="T29"/>
                            </a:cxn>
                            <a:cxn ang="T113">
                              <a:pos x="T30" y="T31"/>
                            </a:cxn>
                            <a:cxn ang="T114">
                              <a:pos x="T32" y="T33"/>
                            </a:cxn>
                            <a:cxn ang="T115">
                              <a:pos x="T34" y="T35"/>
                            </a:cxn>
                            <a:cxn ang="T116">
                              <a:pos x="T36" y="T37"/>
                            </a:cxn>
                            <a:cxn ang="T117">
                              <a:pos x="T38" y="T39"/>
                            </a:cxn>
                            <a:cxn ang="T118">
                              <a:pos x="T40" y="T41"/>
                            </a:cxn>
                            <a:cxn ang="T119">
                              <a:pos x="T42" y="T43"/>
                            </a:cxn>
                            <a:cxn ang="T120">
                              <a:pos x="T44" y="T45"/>
                            </a:cxn>
                            <a:cxn ang="T121">
                              <a:pos x="T46" y="T47"/>
                            </a:cxn>
                            <a:cxn ang="T122">
                              <a:pos x="T48" y="T49"/>
                            </a:cxn>
                            <a:cxn ang="T123">
                              <a:pos x="T50" y="T51"/>
                            </a:cxn>
                            <a:cxn ang="T124">
                              <a:pos x="T52" y="T53"/>
                            </a:cxn>
                            <a:cxn ang="T125">
                              <a:pos x="T54" y="T55"/>
                            </a:cxn>
                            <a:cxn ang="T126">
                              <a:pos x="T56" y="T57"/>
                            </a:cxn>
                            <a:cxn ang="T127">
                              <a:pos x="T58" y="T59"/>
                            </a:cxn>
                            <a:cxn ang="T128">
                              <a:pos x="T60" y="T61"/>
                            </a:cxn>
                            <a:cxn ang="T129">
                              <a:pos x="T62" y="T63"/>
                            </a:cxn>
                            <a:cxn ang="T130">
                              <a:pos x="T64" y="T65"/>
                            </a:cxn>
                            <a:cxn ang="T131">
                              <a:pos x="T66" y="T67"/>
                            </a:cxn>
                            <a:cxn ang="T132">
                              <a:pos x="T68" y="T69"/>
                            </a:cxn>
                            <a:cxn ang="T133">
                              <a:pos x="T70" y="T71"/>
                            </a:cxn>
                            <a:cxn ang="T134">
                              <a:pos x="T72" y="T73"/>
                            </a:cxn>
                            <a:cxn ang="T135">
                              <a:pos x="T74" y="T75"/>
                            </a:cxn>
                            <a:cxn ang="T136">
                              <a:pos x="T76" y="T77"/>
                            </a:cxn>
                            <a:cxn ang="T137">
                              <a:pos x="T78" y="T79"/>
                            </a:cxn>
                            <a:cxn ang="T138">
                              <a:pos x="T80" y="T81"/>
                            </a:cxn>
                            <a:cxn ang="T139">
                              <a:pos x="T82" y="T83"/>
                            </a:cxn>
                            <a:cxn ang="T140">
                              <a:pos x="T84" y="T85"/>
                            </a:cxn>
                            <a:cxn ang="T141">
                              <a:pos x="T86" y="T87"/>
                            </a:cxn>
                            <a:cxn ang="T142">
                              <a:pos x="T88" y="T89"/>
                            </a:cxn>
                            <a:cxn ang="T143">
                              <a:pos x="T90" y="T91"/>
                            </a:cxn>
                            <a:cxn ang="T144">
                              <a:pos x="T92" y="T93"/>
                            </a:cxn>
                            <a:cxn ang="T145">
                              <a:pos x="T94" y="T95"/>
                            </a:cxn>
                            <a:cxn ang="T146">
                              <a:pos x="T96" y="T97"/>
                            </a:cxn>
                          </a:cxnLst>
                          <a:rect l="T147" t="T148" r="T149" b="T150"/>
                          <a:pathLst>
                            <a:path w="303" h="213">
                              <a:moveTo>
                                <a:pt x="0" y="43"/>
                              </a:moveTo>
                              <a:lnTo>
                                <a:pt x="7" y="27"/>
                              </a:lnTo>
                              <a:lnTo>
                                <a:pt x="7" y="16"/>
                              </a:lnTo>
                              <a:lnTo>
                                <a:pt x="18" y="0"/>
                              </a:lnTo>
                              <a:lnTo>
                                <a:pt x="72" y="10"/>
                              </a:lnTo>
                              <a:lnTo>
                                <a:pt x="167" y="29"/>
                              </a:lnTo>
                              <a:lnTo>
                                <a:pt x="204" y="45"/>
                              </a:lnTo>
                              <a:lnTo>
                                <a:pt x="253" y="59"/>
                              </a:lnTo>
                              <a:lnTo>
                                <a:pt x="278" y="87"/>
                              </a:lnTo>
                              <a:lnTo>
                                <a:pt x="303" y="101"/>
                              </a:lnTo>
                              <a:lnTo>
                                <a:pt x="293" y="112"/>
                              </a:lnTo>
                              <a:lnTo>
                                <a:pt x="293" y="125"/>
                              </a:lnTo>
                              <a:lnTo>
                                <a:pt x="284" y="128"/>
                              </a:lnTo>
                              <a:lnTo>
                                <a:pt x="275" y="139"/>
                              </a:lnTo>
                              <a:lnTo>
                                <a:pt x="284" y="151"/>
                              </a:lnTo>
                              <a:lnTo>
                                <a:pt x="282" y="160"/>
                              </a:lnTo>
                              <a:lnTo>
                                <a:pt x="273" y="171"/>
                              </a:lnTo>
                              <a:lnTo>
                                <a:pt x="274" y="183"/>
                              </a:lnTo>
                              <a:lnTo>
                                <a:pt x="291" y="194"/>
                              </a:lnTo>
                              <a:lnTo>
                                <a:pt x="292" y="206"/>
                              </a:lnTo>
                              <a:lnTo>
                                <a:pt x="288" y="212"/>
                              </a:lnTo>
                              <a:lnTo>
                                <a:pt x="271" y="213"/>
                              </a:lnTo>
                              <a:lnTo>
                                <a:pt x="259" y="207"/>
                              </a:lnTo>
                              <a:lnTo>
                                <a:pt x="245" y="193"/>
                              </a:lnTo>
                              <a:lnTo>
                                <a:pt x="240" y="193"/>
                              </a:lnTo>
                              <a:lnTo>
                                <a:pt x="233" y="187"/>
                              </a:lnTo>
                              <a:lnTo>
                                <a:pt x="226" y="170"/>
                              </a:lnTo>
                              <a:lnTo>
                                <a:pt x="218" y="164"/>
                              </a:lnTo>
                              <a:lnTo>
                                <a:pt x="200" y="155"/>
                              </a:lnTo>
                              <a:lnTo>
                                <a:pt x="185" y="149"/>
                              </a:lnTo>
                              <a:lnTo>
                                <a:pt x="163" y="133"/>
                              </a:lnTo>
                              <a:lnTo>
                                <a:pt x="153" y="122"/>
                              </a:lnTo>
                              <a:lnTo>
                                <a:pt x="155" y="113"/>
                              </a:lnTo>
                              <a:lnTo>
                                <a:pt x="164" y="106"/>
                              </a:lnTo>
                              <a:lnTo>
                                <a:pt x="156" y="96"/>
                              </a:lnTo>
                              <a:lnTo>
                                <a:pt x="148" y="101"/>
                              </a:lnTo>
                              <a:lnTo>
                                <a:pt x="134" y="87"/>
                              </a:lnTo>
                              <a:lnTo>
                                <a:pt x="131" y="94"/>
                              </a:lnTo>
                              <a:lnTo>
                                <a:pt x="119" y="94"/>
                              </a:lnTo>
                              <a:lnTo>
                                <a:pt x="116" y="88"/>
                              </a:lnTo>
                              <a:lnTo>
                                <a:pt x="116" y="78"/>
                              </a:lnTo>
                              <a:lnTo>
                                <a:pt x="111" y="72"/>
                              </a:lnTo>
                              <a:lnTo>
                                <a:pt x="103" y="74"/>
                              </a:lnTo>
                              <a:lnTo>
                                <a:pt x="92" y="58"/>
                              </a:lnTo>
                              <a:lnTo>
                                <a:pt x="83" y="56"/>
                              </a:lnTo>
                              <a:lnTo>
                                <a:pt x="71" y="49"/>
                              </a:lnTo>
                              <a:lnTo>
                                <a:pt x="45" y="51"/>
                              </a:lnTo>
                              <a:lnTo>
                                <a:pt x="19" y="49"/>
                              </a:lnTo>
                              <a:lnTo>
                                <a:pt x="0" y="4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62666" name="Freeform 170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49" y="2140"/>
                          <a:ext cx="98" cy="55"/>
                        </a:xfrm>
                        <a:custGeom>
                          <a:avLst/>
                          <a:gdLst>
                            <a:gd name="T0" fmla="*/ 3 w 198"/>
                            <a:gd name="T1" fmla="*/ 0 h 111"/>
                            <a:gd name="T2" fmla="*/ 0 w 198"/>
                            <a:gd name="T3" fmla="*/ 4 h 111"/>
                            <a:gd name="T4" fmla="*/ 0 w 198"/>
                            <a:gd name="T5" fmla="*/ 9 h 111"/>
                            <a:gd name="T6" fmla="*/ 7 w 198"/>
                            <a:gd name="T7" fmla="*/ 15 h 111"/>
                            <a:gd name="T8" fmla="*/ 11 w 198"/>
                            <a:gd name="T9" fmla="*/ 14 h 111"/>
                            <a:gd name="T10" fmla="*/ 12 w 198"/>
                            <a:gd name="T11" fmla="*/ 16 h 111"/>
                            <a:gd name="T12" fmla="*/ 18 w 198"/>
                            <a:gd name="T13" fmla="*/ 17 h 111"/>
                            <a:gd name="T14" fmla="*/ 20 w 198"/>
                            <a:gd name="T15" fmla="*/ 13 h 111"/>
                            <a:gd name="T16" fmla="*/ 30 w 198"/>
                            <a:gd name="T17" fmla="*/ 14 h 111"/>
                            <a:gd name="T18" fmla="*/ 31 w 198"/>
                            <a:gd name="T19" fmla="*/ 17 h 111"/>
                            <a:gd name="T20" fmla="*/ 35 w 198"/>
                            <a:gd name="T21" fmla="*/ 19 h 111"/>
                            <a:gd name="T22" fmla="*/ 43 w 198"/>
                            <a:gd name="T23" fmla="*/ 18 h 111"/>
                            <a:gd name="T24" fmla="*/ 46 w 198"/>
                            <a:gd name="T25" fmla="*/ 20 h 111"/>
                            <a:gd name="T26" fmla="*/ 49 w 198"/>
                            <a:gd name="T27" fmla="*/ 22 h 111"/>
                            <a:gd name="T28" fmla="*/ 53 w 198"/>
                            <a:gd name="T29" fmla="*/ 27 h 111"/>
                            <a:gd name="T30" fmla="*/ 53 w 198"/>
                            <a:gd name="T31" fmla="*/ 33 h 111"/>
                            <a:gd name="T32" fmla="*/ 50 w 198"/>
                            <a:gd name="T33" fmla="*/ 34 h 111"/>
                            <a:gd name="T34" fmla="*/ 52 w 198"/>
                            <a:gd name="T35" fmla="*/ 36 h 111"/>
                            <a:gd name="T36" fmla="*/ 48 w 198"/>
                            <a:gd name="T37" fmla="*/ 40 h 111"/>
                            <a:gd name="T38" fmla="*/ 48 w 198"/>
                            <a:gd name="T39" fmla="*/ 45 h 111"/>
                            <a:gd name="T40" fmla="*/ 54 w 198"/>
                            <a:gd name="T41" fmla="*/ 46 h 111"/>
                            <a:gd name="T42" fmla="*/ 57 w 198"/>
                            <a:gd name="T43" fmla="*/ 44 h 111"/>
                            <a:gd name="T44" fmla="*/ 58 w 198"/>
                            <a:gd name="T45" fmla="*/ 42 h 111"/>
                            <a:gd name="T46" fmla="*/ 60 w 198"/>
                            <a:gd name="T47" fmla="*/ 44 h 111"/>
                            <a:gd name="T48" fmla="*/ 64 w 198"/>
                            <a:gd name="T49" fmla="*/ 43 h 111"/>
                            <a:gd name="T50" fmla="*/ 71 w 198"/>
                            <a:gd name="T51" fmla="*/ 46 h 111"/>
                            <a:gd name="T52" fmla="*/ 76 w 198"/>
                            <a:gd name="T53" fmla="*/ 51 h 111"/>
                            <a:gd name="T54" fmla="*/ 78 w 198"/>
                            <a:gd name="T55" fmla="*/ 51 h 111"/>
                            <a:gd name="T56" fmla="*/ 78 w 198"/>
                            <a:gd name="T57" fmla="*/ 54 h 111"/>
                            <a:gd name="T58" fmla="*/ 83 w 198"/>
                            <a:gd name="T59" fmla="*/ 55 h 111"/>
                            <a:gd name="T60" fmla="*/ 89 w 198"/>
                            <a:gd name="T61" fmla="*/ 55 h 111"/>
                            <a:gd name="T62" fmla="*/ 85 w 198"/>
                            <a:gd name="T63" fmla="*/ 52 h 111"/>
                            <a:gd name="T64" fmla="*/ 86 w 198"/>
                            <a:gd name="T65" fmla="*/ 49 h 111"/>
                            <a:gd name="T66" fmla="*/ 91 w 198"/>
                            <a:gd name="T67" fmla="*/ 52 h 111"/>
                            <a:gd name="T68" fmla="*/ 95 w 198"/>
                            <a:gd name="T69" fmla="*/ 53 h 111"/>
                            <a:gd name="T70" fmla="*/ 96 w 198"/>
                            <a:gd name="T71" fmla="*/ 49 h 111"/>
                            <a:gd name="T72" fmla="*/ 91 w 198"/>
                            <a:gd name="T73" fmla="*/ 45 h 111"/>
                            <a:gd name="T74" fmla="*/ 88 w 198"/>
                            <a:gd name="T75" fmla="*/ 45 h 111"/>
                            <a:gd name="T76" fmla="*/ 83 w 198"/>
                            <a:gd name="T77" fmla="*/ 41 h 111"/>
                            <a:gd name="T78" fmla="*/ 88 w 198"/>
                            <a:gd name="T79" fmla="*/ 41 h 111"/>
                            <a:gd name="T80" fmla="*/ 91 w 198"/>
                            <a:gd name="T81" fmla="*/ 43 h 111"/>
                            <a:gd name="T82" fmla="*/ 98 w 198"/>
                            <a:gd name="T83" fmla="*/ 43 h 111"/>
                            <a:gd name="T84" fmla="*/ 97 w 198"/>
                            <a:gd name="T85" fmla="*/ 39 h 111"/>
                            <a:gd name="T86" fmla="*/ 91 w 198"/>
                            <a:gd name="T87" fmla="*/ 35 h 111"/>
                            <a:gd name="T88" fmla="*/ 86 w 198"/>
                            <a:gd name="T89" fmla="*/ 34 h 111"/>
                            <a:gd name="T90" fmla="*/ 80 w 198"/>
                            <a:gd name="T91" fmla="*/ 29 h 111"/>
                            <a:gd name="T92" fmla="*/ 73 w 198"/>
                            <a:gd name="T93" fmla="*/ 27 h 111"/>
                            <a:gd name="T94" fmla="*/ 67 w 198"/>
                            <a:gd name="T95" fmla="*/ 25 h 111"/>
                            <a:gd name="T96" fmla="*/ 62 w 198"/>
                            <a:gd name="T97" fmla="*/ 19 h 111"/>
                            <a:gd name="T98" fmla="*/ 58 w 198"/>
                            <a:gd name="T99" fmla="*/ 10 h 111"/>
                            <a:gd name="T100" fmla="*/ 54 w 198"/>
                            <a:gd name="T101" fmla="*/ 10 h 111"/>
                            <a:gd name="T102" fmla="*/ 52 w 198"/>
                            <a:gd name="T103" fmla="*/ 8 h 111"/>
                            <a:gd name="T104" fmla="*/ 49 w 198"/>
                            <a:gd name="T105" fmla="*/ 9 h 111"/>
                            <a:gd name="T106" fmla="*/ 45 w 198"/>
                            <a:gd name="T107" fmla="*/ 5 h 111"/>
                            <a:gd name="T108" fmla="*/ 37 w 198"/>
                            <a:gd name="T109" fmla="*/ 4 h 111"/>
                            <a:gd name="T110" fmla="*/ 34 w 198"/>
                            <a:gd name="T111" fmla="*/ 6 h 111"/>
                            <a:gd name="T112" fmla="*/ 26 w 198"/>
                            <a:gd name="T113" fmla="*/ 4 h 111"/>
                            <a:gd name="T114" fmla="*/ 21 w 198"/>
                            <a:gd name="T115" fmla="*/ 4 h 111"/>
                            <a:gd name="T116" fmla="*/ 19 w 198"/>
                            <a:gd name="T117" fmla="*/ 1 h 111"/>
                            <a:gd name="T118" fmla="*/ 16 w 198"/>
                            <a:gd name="T119" fmla="*/ 0 h 111"/>
                            <a:gd name="T120" fmla="*/ 12 w 198"/>
                            <a:gd name="T121" fmla="*/ 1 h 111"/>
                            <a:gd name="T122" fmla="*/ 3 w 198"/>
                            <a:gd name="T123" fmla="*/ 0 h 111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60000 65536"/>
                            <a:gd name="T157" fmla="*/ 0 60000 65536"/>
                            <a:gd name="T158" fmla="*/ 0 60000 65536"/>
                            <a:gd name="T159" fmla="*/ 0 60000 65536"/>
                            <a:gd name="T160" fmla="*/ 0 60000 65536"/>
                            <a:gd name="T161" fmla="*/ 0 60000 65536"/>
                            <a:gd name="T162" fmla="*/ 0 60000 65536"/>
                            <a:gd name="T163" fmla="*/ 0 60000 65536"/>
                            <a:gd name="T164" fmla="*/ 0 60000 65536"/>
                            <a:gd name="T165" fmla="*/ 0 60000 65536"/>
                            <a:gd name="T166" fmla="*/ 0 60000 65536"/>
                            <a:gd name="T167" fmla="*/ 0 60000 65536"/>
                            <a:gd name="T168" fmla="*/ 0 60000 65536"/>
                            <a:gd name="T169" fmla="*/ 0 60000 65536"/>
                            <a:gd name="T170" fmla="*/ 0 60000 65536"/>
                            <a:gd name="T171" fmla="*/ 0 60000 65536"/>
                            <a:gd name="T172" fmla="*/ 0 60000 65536"/>
                            <a:gd name="T173" fmla="*/ 0 60000 65536"/>
                            <a:gd name="T174" fmla="*/ 0 60000 65536"/>
                            <a:gd name="T175" fmla="*/ 0 60000 65536"/>
                            <a:gd name="T176" fmla="*/ 0 60000 65536"/>
                            <a:gd name="T177" fmla="*/ 0 60000 65536"/>
                            <a:gd name="T178" fmla="*/ 0 60000 65536"/>
                            <a:gd name="T179" fmla="*/ 0 60000 65536"/>
                            <a:gd name="T180" fmla="*/ 0 60000 65536"/>
                            <a:gd name="T181" fmla="*/ 0 60000 65536"/>
                            <a:gd name="T182" fmla="*/ 0 60000 65536"/>
                            <a:gd name="T183" fmla="*/ 0 60000 65536"/>
                            <a:gd name="T184" fmla="*/ 0 60000 65536"/>
                            <a:gd name="T185" fmla="*/ 0 60000 65536"/>
                            <a:gd name="T186" fmla="*/ 0 w 198"/>
                            <a:gd name="T187" fmla="*/ 0 h 111"/>
                            <a:gd name="T188" fmla="*/ 198 w 198"/>
                            <a:gd name="T189" fmla="*/ 111 h 111"/>
                          </a:gdLst>
                          <a:ahLst/>
                          <a:cxnLst>
                            <a:cxn ang="T124">
                              <a:pos x="T0" y="T1"/>
                            </a:cxn>
                            <a:cxn ang="T125">
                              <a:pos x="T2" y="T3"/>
                            </a:cxn>
                            <a:cxn ang="T126">
                              <a:pos x="T4" y="T5"/>
                            </a:cxn>
                            <a:cxn ang="T127">
                              <a:pos x="T6" y="T7"/>
                            </a:cxn>
                            <a:cxn ang="T128">
                              <a:pos x="T8" y="T9"/>
                            </a:cxn>
                            <a:cxn ang="T129">
                              <a:pos x="T10" y="T11"/>
                            </a:cxn>
                            <a:cxn ang="T130">
                              <a:pos x="T12" y="T13"/>
                            </a:cxn>
                            <a:cxn ang="T131">
                              <a:pos x="T14" y="T15"/>
                            </a:cxn>
                            <a:cxn ang="T132">
                              <a:pos x="T16" y="T17"/>
                            </a:cxn>
                            <a:cxn ang="T133">
                              <a:pos x="T18" y="T19"/>
                            </a:cxn>
                            <a:cxn ang="T134">
                              <a:pos x="T20" y="T21"/>
                            </a:cxn>
                            <a:cxn ang="T135">
                              <a:pos x="T22" y="T23"/>
                            </a:cxn>
                            <a:cxn ang="T136">
                              <a:pos x="T24" y="T25"/>
                            </a:cxn>
                            <a:cxn ang="T137">
                              <a:pos x="T26" y="T27"/>
                            </a:cxn>
                            <a:cxn ang="T138">
                              <a:pos x="T28" y="T29"/>
                            </a:cxn>
                            <a:cxn ang="T139">
                              <a:pos x="T30" y="T31"/>
                            </a:cxn>
                            <a:cxn ang="T140">
                              <a:pos x="T32" y="T33"/>
                            </a:cxn>
                            <a:cxn ang="T141">
                              <a:pos x="T34" y="T35"/>
                            </a:cxn>
                            <a:cxn ang="T142">
                              <a:pos x="T36" y="T37"/>
                            </a:cxn>
                            <a:cxn ang="T143">
                              <a:pos x="T38" y="T39"/>
                            </a:cxn>
                            <a:cxn ang="T144">
                              <a:pos x="T40" y="T41"/>
                            </a:cxn>
                            <a:cxn ang="T145">
                              <a:pos x="T42" y="T43"/>
                            </a:cxn>
                            <a:cxn ang="T146">
                              <a:pos x="T44" y="T45"/>
                            </a:cxn>
                            <a:cxn ang="T147">
                              <a:pos x="T46" y="T47"/>
                            </a:cxn>
                            <a:cxn ang="T148">
                              <a:pos x="T48" y="T49"/>
                            </a:cxn>
                            <a:cxn ang="T149">
                              <a:pos x="T50" y="T51"/>
                            </a:cxn>
                            <a:cxn ang="T150">
                              <a:pos x="T52" y="T53"/>
                            </a:cxn>
                            <a:cxn ang="T151">
                              <a:pos x="T54" y="T55"/>
                            </a:cxn>
                            <a:cxn ang="T152">
                              <a:pos x="T56" y="T57"/>
                            </a:cxn>
                            <a:cxn ang="T153">
                              <a:pos x="T58" y="T59"/>
                            </a:cxn>
                            <a:cxn ang="T154">
                              <a:pos x="T60" y="T61"/>
                            </a:cxn>
                            <a:cxn ang="T155">
                              <a:pos x="T62" y="T63"/>
                            </a:cxn>
                            <a:cxn ang="T156">
                              <a:pos x="T64" y="T65"/>
                            </a:cxn>
                            <a:cxn ang="T157">
                              <a:pos x="T66" y="T67"/>
                            </a:cxn>
                            <a:cxn ang="T158">
                              <a:pos x="T68" y="T69"/>
                            </a:cxn>
                            <a:cxn ang="T159">
                              <a:pos x="T70" y="T71"/>
                            </a:cxn>
                            <a:cxn ang="T160">
                              <a:pos x="T72" y="T73"/>
                            </a:cxn>
                            <a:cxn ang="T161">
                              <a:pos x="T74" y="T75"/>
                            </a:cxn>
                            <a:cxn ang="T162">
                              <a:pos x="T76" y="T77"/>
                            </a:cxn>
                            <a:cxn ang="T163">
                              <a:pos x="T78" y="T79"/>
                            </a:cxn>
                            <a:cxn ang="T164">
                              <a:pos x="T80" y="T81"/>
                            </a:cxn>
                            <a:cxn ang="T165">
                              <a:pos x="T82" y="T83"/>
                            </a:cxn>
                            <a:cxn ang="T166">
                              <a:pos x="T84" y="T85"/>
                            </a:cxn>
                            <a:cxn ang="T167">
                              <a:pos x="T86" y="T87"/>
                            </a:cxn>
                            <a:cxn ang="T168">
                              <a:pos x="T88" y="T89"/>
                            </a:cxn>
                            <a:cxn ang="T169">
                              <a:pos x="T90" y="T91"/>
                            </a:cxn>
                            <a:cxn ang="T170">
                              <a:pos x="T92" y="T93"/>
                            </a:cxn>
                            <a:cxn ang="T171">
                              <a:pos x="T94" y="T95"/>
                            </a:cxn>
                            <a:cxn ang="T172">
                              <a:pos x="T96" y="T97"/>
                            </a:cxn>
                            <a:cxn ang="T173">
                              <a:pos x="T98" y="T99"/>
                            </a:cxn>
                            <a:cxn ang="T174">
                              <a:pos x="T100" y="T101"/>
                            </a:cxn>
                            <a:cxn ang="T175">
                              <a:pos x="T102" y="T103"/>
                            </a:cxn>
                            <a:cxn ang="T176">
                              <a:pos x="T104" y="T105"/>
                            </a:cxn>
                            <a:cxn ang="T177">
                              <a:pos x="T106" y="T107"/>
                            </a:cxn>
                            <a:cxn ang="T178">
                              <a:pos x="T108" y="T109"/>
                            </a:cxn>
                            <a:cxn ang="T179">
                              <a:pos x="T110" y="T111"/>
                            </a:cxn>
                            <a:cxn ang="T180">
                              <a:pos x="T112" y="T113"/>
                            </a:cxn>
                            <a:cxn ang="T181">
                              <a:pos x="T114" y="T115"/>
                            </a:cxn>
                            <a:cxn ang="T182">
                              <a:pos x="T116" y="T117"/>
                            </a:cxn>
                            <a:cxn ang="T183">
                              <a:pos x="T118" y="T119"/>
                            </a:cxn>
                            <a:cxn ang="T184">
                              <a:pos x="T120" y="T121"/>
                            </a:cxn>
                            <a:cxn ang="T185">
                              <a:pos x="T122" y="T123"/>
                            </a:cxn>
                          </a:cxnLst>
                          <a:rect l="T186" t="T187" r="T188" b="T189"/>
                          <a:pathLst>
                            <a:path w="198" h="111">
                              <a:moveTo>
                                <a:pt x="7" y="0"/>
                              </a:moveTo>
                              <a:lnTo>
                                <a:pt x="0" y="9"/>
                              </a:lnTo>
                              <a:lnTo>
                                <a:pt x="0" y="19"/>
                              </a:lnTo>
                              <a:lnTo>
                                <a:pt x="14" y="31"/>
                              </a:lnTo>
                              <a:lnTo>
                                <a:pt x="22" y="28"/>
                              </a:lnTo>
                              <a:lnTo>
                                <a:pt x="25" y="32"/>
                              </a:lnTo>
                              <a:lnTo>
                                <a:pt x="36" y="34"/>
                              </a:lnTo>
                              <a:lnTo>
                                <a:pt x="41" y="26"/>
                              </a:lnTo>
                              <a:lnTo>
                                <a:pt x="61" y="28"/>
                              </a:lnTo>
                              <a:lnTo>
                                <a:pt x="63" y="35"/>
                              </a:lnTo>
                              <a:lnTo>
                                <a:pt x="70" y="38"/>
                              </a:lnTo>
                              <a:lnTo>
                                <a:pt x="87" y="37"/>
                              </a:lnTo>
                              <a:lnTo>
                                <a:pt x="92" y="41"/>
                              </a:lnTo>
                              <a:lnTo>
                                <a:pt x="100" y="45"/>
                              </a:lnTo>
                              <a:lnTo>
                                <a:pt x="107" y="54"/>
                              </a:lnTo>
                              <a:lnTo>
                                <a:pt x="107" y="66"/>
                              </a:lnTo>
                              <a:lnTo>
                                <a:pt x="102" y="69"/>
                              </a:lnTo>
                              <a:lnTo>
                                <a:pt x="105" y="73"/>
                              </a:lnTo>
                              <a:lnTo>
                                <a:pt x="96" y="80"/>
                              </a:lnTo>
                              <a:lnTo>
                                <a:pt x="96" y="90"/>
                              </a:lnTo>
                              <a:lnTo>
                                <a:pt x="109" y="92"/>
                              </a:lnTo>
                              <a:lnTo>
                                <a:pt x="116" y="89"/>
                              </a:lnTo>
                              <a:lnTo>
                                <a:pt x="118" y="85"/>
                              </a:lnTo>
                              <a:lnTo>
                                <a:pt x="122" y="89"/>
                              </a:lnTo>
                              <a:lnTo>
                                <a:pt x="129" y="86"/>
                              </a:lnTo>
                              <a:lnTo>
                                <a:pt x="144" y="92"/>
                              </a:lnTo>
                              <a:lnTo>
                                <a:pt x="154" y="102"/>
                              </a:lnTo>
                              <a:lnTo>
                                <a:pt x="157" y="102"/>
                              </a:lnTo>
                              <a:lnTo>
                                <a:pt x="158" y="108"/>
                              </a:lnTo>
                              <a:lnTo>
                                <a:pt x="168" y="111"/>
                              </a:lnTo>
                              <a:lnTo>
                                <a:pt x="179" y="111"/>
                              </a:lnTo>
                              <a:lnTo>
                                <a:pt x="172" y="105"/>
                              </a:lnTo>
                              <a:lnTo>
                                <a:pt x="174" y="99"/>
                              </a:lnTo>
                              <a:lnTo>
                                <a:pt x="183" y="105"/>
                              </a:lnTo>
                              <a:lnTo>
                                <a:pt x="192" y="106"/>
                              </a:lnTo>
                              <a:lnTo>
                                <a:pt x="194" y="98"/>
                              </a:lnTo>
                              <a:lnTo>
                                <a:pt x="184" y="90"/>
                              </a:lnTo>
                              <a:lnTo>
                                <a:pt x="177" y="90"/>
                              </a:lnTo>
                              <a:lnTo>
                                <a:pt x="168" y="83"/>
                              </a:lnTo>
                              <a:lnTo>
                                <a:pt x="177" y="83"/>
                              </a:lnTo>
                              <a:lnTo>
                                <a:pt x="184" y="87"/>
                              </a:lnTo>
                              <a:lnTo>
                                <a:pt x="198" y="87"/>
                              </a:lnTo>
                              <a:lnTo>
                                <a:pt x="195" y="79"/>
                              </a:lnTo>
                              <a:lnTo>
                                <a:pt x="183" y="70"/>
                              </a:lnTo>
                              <a:lnTo>
                                <a:pt x="174" y="69"/>
                              </a:lnTo>
                              <a:lnTo>
                                <a:pt x="162" y="58"/>
                              </a:lnTo>
                              <a:lnTo>
                                <a:pt x="147" y="55"/>
                              </a:lnTo>
                              <a:lnTo>
                                <a:pt x="135" y="51"/>
                              </a:lnTo>
                              <a:lnTo>
                                <a:pt x="125" y="38"/>
                              </a:lnTo>
                              <a:lnTo>
                                <a:pt x="118" y="21"/>
                              </a:lnTo>
                              <a:lnTo>
                                <a:pt x="109" y="21"/>
                              </a:lnTo>
                              <a:lnTo>
                                <a:pt x="106" y="16"/>
                              </a:lnTo>
                              <a:lnTo>
                                <a:pt x="100" y="18"/>
                              </a:lnTo>
                              <a:lnTo>
                                <a:pt x="91" y="10"/>
                              </a:lnTo>
                              <a:lnTo>
                                <a:pt x="74" y="8"/>
                              </a:lnTo>
                              <a:lnTo>
                                <a:pt x="68" y="12"/>
                              </a:lnTo>
                              <a:lnTo>
                                <a:pt x="52" y="8"/>
                              </a:lnTo>
                              <a:lnTo>
                                <a:pt x="43" y="8"/>
                              </a:lnTo>
                              <a:lnTo>
                                <a:pt x="39" y="2"/>
                              </a:lnTo>
                              <a:lnTo>
                                <a:pt x="33" y="0"/>
                              </a:lnTo>
                              <a:lnTo>
                                <a:pt x="25" y="2"/>
                              </a:lnTo>
                              <a:lnTo>
                                <a:pt x="7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62667" name="Freeform 171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05" y="2447"/>
                          <a:ext cx="69" cy="24"/>
                        </a:xfrm>
                        <a:custGeom>
                          <a:avLst/>
                          <a:gdLst>
                            <a:gd name="T0" fmla="*/ 0 w 138"/>
                            <a:gd name="T1" fmla="*/ 12 h 49"/>
                            <a:gd name="T2" fmla="*/ 6 w 138"/>
                            <a:gd name="T3" fmla="*/ 5 h 49"/>
                            <a:gd name="T4" fmla="*/ 9 w 138"/>
                            <a:gd name="T5" fmla="*/ 5 h 49"/>
                            <a:gd name="T6" fmla="*/ 13 w 138"/>
                            <a:gd name="T7" fmla="*/ 1 h 49"/>
                            <a:gd name="T8" fmla="*/ 19 w 138"/>
                            <a:gd name="T9" fmla="*/ 1 h 49"/>
                            <a:gd name="T10" fmla="*/ 20 w 138"/>
                            <a:gd name="T11" fmla="*/ 1 h 49"/>
                            <a:gd name="T12" fmla="*/ 22 w 138"/>
                            <a:gd name="T13" fmla="*/ 0 h 49"/>
                            <a:gd name="T14" fmla="*/ 29 w 138"/>
                            <a:gd name="T15" fmla="*/ 4 h 49"/>
                            <a:gd name="T16" fmla="*/ 31 w 138"/>
                            <a:gd name="T17" fmla="*/ 7 h 49"/>
                            <a:gd name="T18" fmla="*/ 33 w 138"/>
                            <a:gd name="T19" fmla="*/ 6 h 49"/>
                            <a:gd name="T20" fmla="*/ 38 w 138"/>
                            <a:gd name="T21" fmla="*/ 8 h 49"/>
                            <a:gd name="T22" fmla="*/ 41 w 138"/>
                            <a:gd name="T23" fmla="*/ 8 h 49"/>
                            <a:gd name="T24" fmla="*/ 44 w 138"/>
                            <a:gd name="T25" fmla="*/ 11 h 49"/>
                            <a:gd name="T26" fmla="*/ 49 w 138"/>
                            <a:gd name="T27" fmla="*/ 12 h 49"/>
                            <a:gd name="T28" fmla="*/ 49 w 138"/>
                            <a:gd name="T29" fmla="*/ 16 h 49"/>
                            <a:gd name="T30" fmla="*/ 58 w 138"/>
                            <a:gd name="T31" fmla="*/ 16 h 49"/>
                            <a:gd name="T32" fmla="*/ 60 w 138"/>
                            <a:gd name="T33" fmla="*/ 19 h 49"/>
                            <a:gd name="T34" fmla="*/ 66 w 138"/>
                            <a:gd name="T35" fmla="*/ 19 h 49"/>
                            <a:gd name="T36" fmla="*/ 69 w 138"/>
                            <a:gd name="T37" fmla="*/ 24 h 49"/>
                            <a:gd name="T38" fmla="*/ 67 w 138"/>
                            <a:gd name="T39" fmla="*/ 24 h 49"/>
                            <a:gd name="T40" fmla="*/ 66 w 138"/>
                            <a:gd name="T41" fmla="*/ 23 h 49"/>
                            <a:gd name="T42" fmla="*/ 65 w 138"/>
                            <a:gd name="T43" fmla="*/ 22 h 49"/>
                            <a:gd name="T44" fmla="*/ 60 w 138"/>
                            <a:gd name="T45" fmla="*/ 23 h 49"/>
                            <a:gd name="T46" fmla="*/ 59 w 138"/>
                            <a:gd name="T47" fmla="*/ 24 h 49"/>
                            <a:gd name="T48" fmla="*/ 54 w 138"/>
                            <a:gd name="T49" fmla="*/ 24 h 49"/>
                            <a:gd name="T50" fmla="*/ 48 w 138"/>
                            <a:gd name="T51" fmla="*/ 24 h 49"/>
                            <a:gd name="T52" fmla="*/ 44 w 138"/>
                            <a:gd name="T53" fmla="*/ 24 h 49"/>
                            <a:gd name="T54" fmla="*/ 44 w 138"/>
                            <a:gd name="T55" fmla="*/ 22 h 49"/>
                            <a:gd name="T56" fmla="*/ 38 w 138"/>
                            <a:gd name="T57" fmla="*/ 16 h 49"/>
                            <a:gd name="T58" fmla="*/ 38 w 138"/>
                            <a:gd name="T59" fmla="*/ 13 h 49"/>
                            <a:gd name="T60" fmla="*/ 31 w 138"/>
                            <a:gd name="T61" fmla="*/ 13 h 49"/>
                            <a:gd name="T62" fmla="*/ 28 w 138"/>
                            <a:gd name="T63" fmla="*/ 11 h 49"/>
                            <a:gd name="T64" fmla="*/ 26 w 138"/>
                            <a:gd name="T65" fmla="*/ 13 h 49"/>
                            <a:gd name="T66" fmla="*/ 24 w 138"/>
                            <a:gd name="T67" fmla="*/ 10 h 49"/>
                            <a:gd name="T68" fmla="*/ 22 w 138"/>
                            <a:gd name="T69" fmla="*/ 10 h 49"/>
                            <a:gd name="T70" fmla="*/ 22 w 138"/>
                            <a:gd name="T71" fmla="*/ 6 h 49"/>
                            <a:gd name="T72" fmla="*/ 20 w 138"/>
                            <a:gd name="T73" fmla="*/ 5 h 49"/>
                            <a:gd name="T74" fmla="*/ 14 w 138"/>
                            <a:gd name="T75" fmla="*/ 6 h 49"/>
                            <a:gd name="T76" fmla="*/ 10 w 138"/>
                            <a:gd name="T77" fmla="*/ 10 h 49"/>
                            <a:gd name="T78" fmla="*/ 5 w 138"/>
                            <a:gd name="T79" fmla="*/ 11 h 49"/>
                            <a:gd name="T80" fmla="*/ 0 w 138"/>
                            <a:gd name="T81" fmla="*/ 12 h 49"/>
                            <a:gd name="T82" fmla="*/ 0 60000 65536"/>
                            <a:gd name="T83" fmla="*/ 0 60000 65536"/>
                            <a:gd name="T84" fmla="*/ 0 60000 65536"/>
                            <a:gd name="T85" fmla="*/ 0 60000 65536"/>
                            <a:gd name="T86" fmla="*/ 0 60000 65536"/>
                            <a:gd name="T87" fmla="*/ 0 60000 65536"/>
                            <a:gd name="T88" fmla="*/ 0 60000 65536"/>
                            <a:gd name="T89" fmla="*/ 0 60000 65536"/>
                            <a:gd name="T90" fmla="*/ 0 60000 65536"/>
                            <a:gd name="T91" fmla="*/ 0 60000 65536"/>
                            <a:gd name="T92" fmla="*/ 0 60000 65536"/>
                            <a:gd name="T93" fmla="*/ 0 60000 65536"/>
                            <a:gd name="T94" fmla="*/ 0 60000 65536"/>
                            <a:gd name="T95" fmla="*/ 0 60000 65536"/>
                            <a:gd name="T96" fmla="*/ 0 60000 65536"/>
                            <a:gd name="T97" fmla="*/ 0 60000 65536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w 138"/>
                            <a:gd name="T124" fmla="*/ 0 h 49"/>
                            <a:gd name="T125" fmla="*/ 138 w 138"/>
                            <a:gd name="T126" fmla="*/ 49 h 49"/>
                          </a:gdLst>
                          <a:ahLst/>
                          <a:cxnLst>
                            <a:cxn ang="T82">
                              <a:pos x="T0" y="T1"/>
                            </a:cxn>
                            <a:cxn ang="T83">
                              <a:pos x="T2" y="T3"/>
                            </a:cxn>
                            <a:cxn ang="T84">
                              <a:pos x="T4" y="T5"/>
                            </a:cxn>
                            <a:cxn ang="T85">
                              <a:pos x="T6" y="T7"/>
                            </a:cxn>
                            <a:cxn ang="T86">
                              <a:pos x="T8" y="T9"/>
                            </a:cxn>
                            <a:cxn ang="T87">
                              <a:pos x="T10" y="T11"/>
                            </a:cxn>
                            <a:cxn ang="T88">
                              <a:pos x="T12" y="T13"/>
                            </a:cxn>
                            <a:cxn ang="T89">
                              <a:pos x="T14" y="T15"/>
                            </a:cxn>
                            <a:cxn ang="T90">
                              <a:pos x="T16" y="T17"/>
                            </a:cxn>
                            <a:cxn ang="T91">
                              <a:pos x="T18" y="T19"/>
                            </a:cxn>
                            <a:cxn ang="T92">
                              <a:pos x="T20" y="T21"/>
                            </a:cxn>
                            <a:cxn ang="T93">
                              <a:pos x="T22" y="T23"/>
                            </a:cxn>
                            <a:cxn ang="T94">
                              <a:pos x="T24" y="T25"/>
                            </a:cxn>
                            <a:cxn ang="T95">
                              <a:pos x="T26" y="T27"/>
                            </a:cxn>
                            <a:cxn ang="T96">
                              <a:pos x="T28" y="T29"/>
                            </a:cxn>
                            <a:cxn ang="T97">
                              <a:pos x="T30" y="T31"/>
                            </a:cxn>
                            <a:cxn ang="T98">
                              <a:pos x="T32" y="T33"/>
                            </a:cxn>
                            <a:cxn ang="T99">
                              <a:pos x="T34" y="T35"/>
                            </a:cxn>
                            <a:cxn ang="T100">
                              <a:pos x="T36" y="T37"/>
                            </a:cxn>
                            <a:cxn ang="T101">
                              <a:pos x="T38" y="T39"/>
                            </a:cxn>
                            <a:cxn ang="T102">
                              <a:pos x="T40" y="T41"/>
                            </a:cxn>
                            <a:cxn ang="T103">
                              <a:pos x="T42" y="T43"/>
                            </a:cxn>
                            <a:cxn ang="T104">
                              <a:pos x="T44" y="T45"/>
                            </a:cxn>
                            <a:cxn ang="T105">
                              <a:pos x="T46" y="T47"/>
                            </a:cxn>
                            <a:cxn ang="T106">
                              <a:pos x="T48" y="T49"/>
                            </a:cxn>
                            <a:cxn ang="T107">
                              <a:pos x="T50" y="T51"/>
                            </a:cxn>
                            <a:cxn ang="T108">
                              <a:pos x="T52" y="T53"/>
                            </a:cxn>
                            <a:cxn ang="T109">
                              <a:pos x="T54" y="T55"/>
                            </a:cxn>
                            <a:cxn ang="T110">
                              <a:pos x="T56" y="T57"/>
                            </a:cxn>
                            <a:cxn ang="T111">
                              <a:pos x="T58" y="T59"/>
                            </a:cxn>
                            <a:cxn ang="T112">
                              <a:pos x="T60" y="T61"/>
                            </a:cxn>
                            <a:cxn ang="T113">
                              <a:pos x="T62" y="T63"/>
                            </a:cxn>
                            <a:cxn ang="T114">
                              <a:pos x="T64" y="T65"/>
                            </a:cxn>
                            <a:cxn ang="T115">
                              <a:pos x="T66" y="T67"/>
                            </a:cxn>
                            <a:cxn ang="T116">
                              <a:pos x="T68" y="T69"/>
                            </a:cxn>
                            <a:cxn ang="T117">
                              <a:pos x="T70" y="T71"/>
                            </a:cxn>
                            <a:cxn ang="T118">
                              <a:pos x="T72" y="T73"/>
                            </a:cxn>
                            <a:cxn ang="T119">
                              <a:pos x="T74" y="T75"/>
                            </a:cxn>
                            <a:cxn ang="T120">
                              <a:pos x="T76" y="T77"/>
                            </a:cxn>
                            <a:cxn ang="T121">
                              <a:pos x="T78" y="T79"/>
                            </a:cxn>
                            <a:cxn ang="T122">
                              <a:pos x="T80" y="T81"/>
                            </a:cxn>
                          </a:cxnLst>
                          <a:rect l="T123" t="T124" r="T125" b="T126"/>
                          <a:pathLst>
                            <a:path w="138" h="49">
                              <a:moveTo>
                                <a:pt x="0" y="25"/>
                              </a:moveTo>
                              <a:lnTo>
                                <a:pt x="12" y="10"/>
                              </a:lnTo>
                              <a:lnTo>
                                <a:pt x="18" y="10"/>
                              </a:lnTo>
                              <a:lnTo>
                                <a:pt x="27" y="3"/>
                              </a:lnTo>
                              <a:lnTo>
                                <a:pt x="38" y="3"/>
                              </a:lnTo>
                              <a:lnTo>
                                <a:pt x="41" y="2"/>
                              </a:lnTo>
                              <a:lnTo>
                                <a:pt x="45" y="0"/>
                              </a:lnTo>
                              <a:lnTo>
                                <a:pt x="59" y="9"/>
                              </a:lnTo>
                              <a:lnTo>
                                <a:pt x="63" y="15"/>
                              </a:lnTo>
                              <a:lnTo>
                                <a:pt x="66" y="12"/>
                              </a:lnTo>
                              <a:lnTo>
                                <a:pt x="77" y="17"/>
                              </a:lnTo>
                              <a:lnTo>
                                <a:pt x="83" y="17"/>
                              </a:lnTo>
                              <a:lnTo>
                                <a:pt x="89" y="22"/>
                              </a:lnTo>
                              <a:lnTo>
                                <a:pt x="99" y="25"/>
                              </a:lnTo>
                              <a:lnTo>
                                <a:pt x="99" y="32"/>
                              </a:lnTo>
                              <a:lnTo>
                                <a:pt x="116" y="32"/>
                              </a:lnTo>
                              <a:lnTo>
                                <a:pt x="120" y="39"/>
                              </a:lnTo>
                              <a:lnTo>
                                <a:pt x="131" y="39"/>
                              </a:lnTo>
                              <a:lnTo>
                                <a:pt x="138" y="48"/>
                              </a:lnTo>
                              <a:lnTo>
                                <a:pt x="134" y="49"/>
                              </a:lnTo>
                              <a:lnTo>
                                <a:pt x="131" y="47"/>
                              </a:lnTo>
                              <a:lnTo>
                                <a:pt x="130" y="45"/>
                              </a:lnTo>
                              <a:lnTo>
                                <a:pt x="120" y="47"/>
                              </a:lnTo>
                              <a:lnTo>
                                <a:pt x="118" y="48"/>
                              </a:lnTo>
                              <a:lnTo>
                                <a:pt x="109" y="49"/>
                              </a:lnTo>
                              <a:lnTo>
                                <a:pt x="97" y="49"/>
                              </a:lnTo>
                              <a:lnTo>
                                <a:pt x="89" y="49"/>
                              </a:lnTo>
                              <a:lnTo>
                                <a:pt x="89" y="45"/>
                              </a:lnTo>
                              <a:lnTo>
                                <a:pt x="77" y="33"/>
                              </a:lnTo>
                              <a:lnTo>
                                <a:pt x="77" y="26"/>
                              </a:lnTo>
                              <a:lnTo>
                                <a:pt x="63" y="26"/>
                              </a:lnTo>
                              <a:lnTo>
                                <a:pt x="57" y="22"/>
                              </a:lnTo>
                              <a:lnTo>
                                <a:pt x="53" y="26"/>
                              </a:lnTo>
                              <a:lnTo>
                                <a:pt x="49" y="20"/>
                              </a:lnTo>
                              <a:lnTo>
                                <a:pt x="45" y="20"/>
                              </a:lnTo>
                              <a:lnTo>
                                <a:pt x="45" y="13"/>
                              </a:lnTo>
                              <a:lnTo>
                                <a:pt x="41" y="10"/>
                              </a:lnTo>
                              <a:lnTo>
                                <a:pt x="29" y="12"/>
                              </a:lnTo>
                              <a:lnTo>
                                <a:pt x="20" y="20"/>
                              </a:lnTo>
                              <a:lnTo>
                                <a:pt x="11" y="22"/>
                              </a:lnTo>
                              <a:lnTo>
                                <a:pt x="0" y="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62668" name="Freeform 172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66" y="2465"/>
                          <a:ext cx="44" cy="21"/>
                        </a:xfrm>
                        <a:custGeom>
                          <a:avLst/>
                          <a:gdLst>
                            <a:gd name="T0" fmla="*/ 0 w 88"/>
                            <a:gd name="T1" fmla="*/ 16 h 42"/>
                            <a:gd name="T2" fmla="*/ 4 w 88"/>
                            <a:gd name="T3" fmla="*/ 17 h 42"/>
                            <a:gd name="T4" fmla="*/ 13 w 88"/>
                            <a:gd name="T5" fmla="*/ 16 h 42"/>
                            <a:gd name="T6" fmla="*/ 18 w 88"/>
                            <a:gd name="T7" fmla="*/ 21 h 42"/>
                            <a:gd name="T8" fmla="*/ 23 w 88"/>
                            <a:gd name="T9" fmla="*/ 21 h 42"/>
                            <a:gd name="T10" fmla="*/ 26 w 88"/>
                            <a:gd name="T11" fmla="*/ 16 h 42"/>
                            <a:gd name="T12" fmla="*/ 24 w 88"/>
                            <a:gd name="T13" fmla="*/ 14 h 42"/>
                            <a:gd name="T14" fmla="*/ 27 w 88"/>
                            <a:gd name="T15" fmla="*/ 12 h 42"/>
                            <a:gd name="T16" fmla="*/ 33 w 88"/>
                            <a:gd name="T17" fmla="*/ 16 h 42"/>
                            <a:gd name="T18" fmla="*/ 37 w 88"/>
                            <a:gd name="T19" fmla="*/ 16 h 42"/>
                            <a:gd name="T20" fmla="*/ 37 w 88"/>
                            <a:gd name="T21" fmla="*/ 14 h 42"/>
                            <a:gd name="T22" fmla="*/ 40 w 88"/>
                            <a:gd name="T23" fmla="*/ 14 h 42"/>
                            <a:gd name="T24" fmla="*/ 44 w 88"/>
                            <a:gd name="T25" fmla="*/ 11 h 42"/>
                            <a:gd name="T26" fmla="*/ 41 w 88"/>
                            <a:gd name="T27" fmla="*/ 10 h 42"/>
                            <a:gd name="T28" fmla="*/ 41 w 88"/>
                            <a:gd name="T29" fmla="*/ 6 h 42"/>
                            <a:gd name="T30" fmla="*/ 41 w 88"/>
                            <a:gd name="T31" fmla="*/ 3 h 42"/>
                            <a:gd name="T32" fmla="*/ 35 w 88"/>
                            <a:gd name="T33" fmla="*/ 3 h 42"/>
                            <a:gd name="T34" fmla="*/ 30 w 88"/>
                            <a:gd name="T35" fmla="*/ 3 h 42"/>
                            <a:gd name="T36" fmla="*/ 26 w 88"/>
                            <a:gd name="T37" fmla="*/ 3 h 42"/>
                            <a:gd name="T38" fmla="*/ 20 w 88"/>
                            <a:gd name="T39" fmla="*/ 3 h 42"/>
                            <a:gd name="T40" fmla="*/ 15 w 88"/>
                            <a:gd name="T41" fmla="*/ 0 h 42"/>
                            <a:gd name="T42" fmla="*/ 13 w 88"/>
                            <a:gd name="T43" fmla="*/ 3 h 42"/>
                            <a:gd name="T44" fmla="*/ 13 w 88"/>
                            <a:gd name="T45" fmla="*/ 6 h 42"/>
                            <a:gd name="T46" fmla="*/ 8 w 88"/>
                            <a:gd name="T47" fmla="*/ 6 h 42"/>
                            <a:gd name="T48" fmla="*/ 7 w 88"/>
                            <a:gd name="T49" fmla="*/ 11 h 42"/>
                            <a:gd name="T50" fmla="*/ 4 w 88"/>
                            <a:gd name="T51" fmla="*/ 12 h 42"/>
                            <a:gd name="T52" fmla="*/ 0 w 88"/>
                            <a:gd name="T53" fmla="*/ 16 h 42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88"/>
                            <a:gd name="T82" fmla="*/ 0 h 42"/>
                            <a:gd name="T83" fmla="*/ 88 w 88"/>
                            <a:gd name="T84" fmla="*/ 42 h 42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88" h="42">
                              <a:moveTo>
                                <a:pt x="0" y="32"/>
                              </a:moveTo>
                              <a:lnTo>
                                <a:pt x="8" y="34"/>
                              </a:lnTo>
                              <a:lnTo>
                                <a:pt x="27" y="32"/>
                              </a:lnTo>
                              <a:lnTo>
                                <a:pt x="35" y="41"/>
                              </a:lnTo>
                              <a:lnTo>
                                <a:pt x="46" y="42"/>
                              </a:lnTo>
                              <a:lnTo>
                                <a:pt x="52" y="32"/>
                              </a:lnTo>
                              <a:lnTo>
                                <a:pt x="49" y="29"/>
                              </a:lnTo>
                              <a:lnTo>
                                <a:pt x="55" y="25"/>
                              </a:lnTo>
                              <a:lnTo>
                                <a:pt x="66" y="32"/>
                              </a:lnTo>
                              <a:lnTo>
                                <a:pt x="74" y="32"/>
                              </a:lnTo>
                              <a:lnTo>
                                <a:pt x="74" y="28"/>
                              </a:lnTo>
                              <a:lnTo>
                                <a:pt x="79" y="28"/>
                              </a:lnTo>
                              <a:lnTo>
                                <a:pt x="88" y="21"/>
                              </a:lnTo>
                              <a:lnTo>
                                <a:pt x="82" y="19"/>
                              </a:lnTo>
                              <a:lnTo>
                                <a:pt x="82" y="12"/>
                              </a:lnTo>
                              <a:lnTo>
                                <a:pt x="82" y="6"/>
                              </a:lnTo>
                              <a:lnTo>
                                <a:pt x="70" y="5"/>
                              </a:lnTo>
                              <a:lnTo>
                                <a:pt x="60" y="6"/>
                              </a:lnTo>
                              <a:lnTo>
                                <a:pt x="52" y="6"/>
                              </a:lnTo>
                              <a:lnTo>
                                <a:pt x="40" y="5"/>
                              </a:lnTo>
                              <a:lnTo>
                                <a:pt x="30" y="0"/>
                              </a:lnTo>
                              <a:lnTo>
                                <a:pt x="27" y="5"/>
                              </a:lnTo>
                              <a:lnTo>
                                <a:pt x="26" y="13"/>
                              </a:lnTo>
                              <a:lnTo>
                                <a:pt x="16" y="13"/>
                              </a:lnTo>
                              <a:lnTo>
                                <a:pt x="14" y="21"/>
                              </a:lnTo>
                              <a:lnTo>
                                <a:pt x="8" y="24"/>
                              </a:lnTo>
                              <a:lnTo>
                                <a:pt x="0" y="3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62669" name="Freeform 173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38" y="2526"/>
                          <a:ext cx="282" cy="444"/>
                        </a:xfrm>
                        <a:custGeom>
                          <a:avLst/>
                          <a:gdLst>
                            <a:gd name="T0" fmla="*/ 32 w 563"/>
                            <a:gd name="T1" fmla="*/ 7 h 887"/>
                            <a:gd name="T2" fmla="*/ 54 w 563"/>
                            <a:gd name="T3" fmla="*/ 1 h 887"/>
                            <a:gd name="T4" fmla="*/ 45 w 563"/>
                            <a:gd name="T5" fmla="*/ 15 h 887"/>
                            <a:gd name="T6" fmla="*/ 54 w 563"/>
                            <a:gd name="T7" fmla="*/ 15 h 887"/>
                            <a:gd name="T8" fmla="*/ 62 w 563"/>
                            <a:gd name="T9" fmla="*/ 14 h 887"/>
                            <a:gd name="T10" fmla="*/ 75 w 563"/>
                            <a:gd name="T11" fmla="*/ 19 h 887"/>
                            <a:gd name="T12" fmla="*/ 113 w 563"/>
                            <a:gd name="T13" fmla="*/ 27 h 887"/>
                            <a:gd name="T14" fmla="*/ 131 w 563"/>
                            <a:gd name="T15" fmla="*/ 35 h 887"/>
                            <a:gd name="T16" fmla="*/ 154 w 563"/>
                            <a:gd name="T17" fmla="*/ 39 h 887"/>
                            <a:gd name="T18" fmla="*/ 187 w 563"/>
                            <a:gd name="T19" fmla="*/ 61 h 887"/>
                            <a:gd name="T20" fmla="*/ 204 w 563"/>
                            <a:gd name="T21" fmla="*/ 88 h 887"/>
                            <a:gd name="T22" fmla="*/ 274 w 563"/>
                            <a:gd name="T23" fmla="*/ 111 h 887"/>
                            <a:gd name="T24" fmla="*/ 275 w 563"/>
                            <a:gd name="T25" fmla="*/ 148 h 887"/>
                            <a:gd name="T26" fmla="*/ 257 w 563"/>
                            <a:gd name="T27" fmla="*/ 168 h 887"/>
                            <a:gd name="T28" fmla="*/ 254 w 563"/>
                            <a:gd name="T29" fmla="*/ 196 h 887"/>
                            <a:gd name="T30" fmla="*/ 244 w 563"/>
                            <a:gd name="T31" fmla="*/ 209 h 887"/>
                            <a:gd name="T32" fmla="*/ 228 w 563"/>
                            <a:gd name="T33" fmla="*/ 230 h 887"/>
                            <a:gd name="T34" fmla="*/ 204 w 563"/>
                            <a:gd name="T35" fmla="*/ 237 h 887"/>
                            <a:gd name="T36" fmla="*/ 191 w 563"/>
                            <a:gd name="T37" fmla="*/ 259 h 887"/>
                            <a:gd name="T38" fmla="*/ 189 w 563"/>
                            <a:gd name="T39" fmla="*/ 277 h 887"/>
                            <a:gd name="T40" fmla="*/ 169 w 563"/>
                            <a:gd name="T41" fmla="*/ 293 h 887"/>
                            <a:gd name="T42" fmla="*/ 158 w 563"/>
                            <a:gd name="T43" fmla="*/ 307 h 887"/>
                            <a:gd name="T44" fmla="*/ 150 w 563"/>
                            <a:gd name="T45" fmla="*/ 313 h 887"/>
                            <a:gd name="T46" fmla="*/ 146 w 563"/>
                            <a:gd name="T47" fmla="*/ 331 h 887"/>
                            <a:gd name="T48" fmla="*/ 127 w 563"/>
                            <a:gd name="T49" fmla="*/ 338 h 887"/>
                            <a:gd name="T50" fmla="*/ 112 w 563"/>
                            <a:gd name="T51" fmla="*/ 345 h 887"/>
                            <a:gd name="T52" fmla="*/ 111 w 563"/>
                            <a:gd name="T53" fmla="*/ 363 h 887"/>
                            <a:gd name="T54" fmla="*/ 97 w 563"/>
                            <a:gd name="T55" fmla="*/ 376 h 887"/>
                            <a:gd name="T56" fmla="*/ 106 w 563"/>
                            <a:gd name="T57" fmla="*/ 388 h 887"/>
                            <a:gd name="T58" fmla="*/ 91 w 563"/>
                            <a:gd name="T59" fmla="*/ 399 h 887"/>
                            <a:gd name="T60" fmla="*/ 84 w 563"/>
                            <a:gd name="T61" fmla="*/ 418 h 887"/>
                            <a:gd name="T62" fmla="*/ 103 w 563"/>
                            <a:gd name="T63" fmla="*/ 444 h 887"/>
                            <a:gd name="T64" fmla="*/ 80 w 563"/>
                            <a:gd name="T65" fmla="*/ 431 h 887"/>
                            <a:gd name="T66" fmla="*/ 66 w 563"/>
                            <a:gd name="T67" fmla="*/ 407 h 887"/>
                            <a:gd name="T68" fmla="*/ 65 w 563"/>
                            <a:gd name="T69" fmla="*/ 345 h 887"/>
                            <a:gd name="T70" fmla="*/ 62 w 563"/>
                            <a:gd name="T71" fmla="*/ 319 h 887"/>
                            <a:gd name="T72" fmla="*/ 64 w 563"/>
                            <a:gd name="T73" fmla="*/ 291 h 887"/>
                            <a:gd name="T74" fmla="*/ 67 w 563"/>
                            <a:gd name="T75" fmla="*/ 268 h 887"/>
                            <a:gd name="T76" fmla="*/ 65 w 563"/>
                            <a:gd name="T77" fmla="*/ 232 h 887"/>
                            <a:gd name="T78" fmla="*/ 67 w 563"/>
                            <a:gd name="T79" fmla="*/ 202 h 887"/>
                            <a:gd name="T80" fmla="*/ 51 w 563"/>
                            <a:gd name="T81" fmla="*/ 182 h 887"/>
                            <a:gd name="T82" fmla="*/ 25 w 563"/>
                            <a:gd name="T83" fmla="*/ 165 h 887"/>
                            <a:gd name="T84" fmla="*/ 17 w 563"/>
                            <a:gd name="T85" fmla="*/ 140 h 887"/>
                            <a:gd name="T86" fmla="*/ 5 w 563"/>
                            <a:gd name="T87" fmla="*/ 126 h 887"/>
                            <a:gd name="T88" fmla="*/ 6 w 563"/>
                            <a:gd name="T89" fmla="*/ 103 h 887"/>
                            <a:gd name="T90" fmla="*/ 3 w 563"/>
                            <a:gd name="T91" fmla="*/ 81 h 887"/>
                            <a:gd name="T92" fmla="*/ 21 w 563"/>
                            <a:gd name="T93" fmla="*/ 36 h 887"/>
                            <a:gd name="T94" fmla="*/ 0 60000 65536"/>
                            <a:gd name="T95" fmla="*/ 0 60000 65536"/>
                            <a:gd name="T96" fmla="*/ 0 60000 65536"/>
                            <a:gd name="T97" fmla="*/ 0 60000 65536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w 563"/>
                            <a:gd name="T142" fmla="*/ 0 h 887"/>
                            <a:gd name="T143" fmla="*/ 563 w 563"/>
                            <a:gd name="T144" fmla="*/ 887 h 887"/>
                          </a:gdLst>
                          <a:ahLst/>
                          <a:cxnLst>
                            <a:cxn ang="T94">
                              <a:pos x="T0" y="T1"/>
                            </a:cxn>
                            <a:cxn ang="T95">
                              <a:pos x="T2" y="T3"/>
                            </a:cxn>
                            <a:cxn ang="T96">
                              <a:pos x="T4" y="T5"/>
                            </a:cxn>
                            <a:cxn ang="T97">
                              <a:pos x="T6" y="T7"/>
                            </a:cxn>
                            <a:cxn ang="T98">
                              <a:pos x="T8" y="T9"/>
                            </a:cxn>
                            <a:cxn ang="T99">
                              <a:pos x="T10" y="T11"/>
                            </a:cxn>
                            <a:cxn ang="T100">
                              <a:pos x="T12" y="T13"/>
                            </a:cxn>
                            <a:cxn ang="T101">
                              <a:pos x="T14" y="T15"/>
                            </a:cxn>
                            <a:cxn ang="T102">
                              <a:pos x="T16" y="T17"/>
                            </a:cxn>
                            <a:cxn ang="T103">
                              <a:pos x="T18" y="T19"/>
                            </a:cxn>
                            <a:cxn ang="T104">
                              <a:pos x="T20" y="T21"/>
                            </a:cxn>
                            <a:cxn ang="T105">
                              <a:pos x="T22" y="T23"/>
                            </a:cxn>
                            <a:cxn ang="T106">
                              <a:pos x="T24" y="T25"/>
                            </a:cxn>
                            <a:cxn ang="T107">
                              <a:pos x="T26" y="T27"/>
                            </a:cxn>
                            <a:cxn ang="T108">
                              <a:pos x="T28" y="T29"/>
                            </a:cxn>
                            <a:cxn ang="T109">
                              <a:pos x="T30" y="T31"/>
                            </a:cxn>
                            <a:cxn ang="T110">
                              <a:pos x="T32" y="T33"/>
                            </a:cxn>
                            <a:cxn ang="T111">
                              <a:pos x="T34" y="T35"/>
                            </a:cxn>
                            <a:cxn ang="T112">
                              <a:pos x="T36" y="T37"/>
                            </a:cxn>
                            <a:cxn ang="T113">
                              <a:pos x="T38" y="T39"/>
                            </a:cxn>
                            <a:cxn ang="T114">
                              <a:pos x="T40" y="T41"/>
                            </a:cxn>
                            <a:cxn ang="T115">
                              <a:pos x="T42" y="T43"/>
                            </a:cxn>
                            <a:cxn ang="T116">
                              <a:pos x="T44" y="T45"/>
                            </a:cxn>
                            <a:cxn ang="T117">
                              <a:pos x="T46" y="T47"/>
                            </a:cxn>
                            <a:cxn ang="T118">
                              <a:pos x="T48" y="T49"/>
                            </a:cxn>
                            <a:cxn ang="T119">
                              <a:pos x="T50" y="T51"/>
                            </a:cxn>
                            <a:cxn ang="T120">
                              <a:pos x="T52" y="T53"/>
                            </a:cxn>
                            <a:cxn ang="T121">
                              <a:pos x="T54" y="T55"/>
                            </a:cxn>
                            <a:cxn ang="T122">
                              <a:pos x="T56" y="T57"/>
                            </a:cxn>
                            <a:cxn ang="T123">
                              <a:pos x="T58" y="T59"/>
                            </a:cxn>
                            <a:cxn ang="T124">
                              <a:pos x="T60" y="T61"/>
                            </a:cxn>
                            <a:cxn ang="T125">
                              <a:pos x="T62" y="T63"/>
                            </a:cxn>
                            <a:cxn ang="T126">
                              <a:pos x="T64" y="T65"/>
                            </a:cxn>
                            <a:cxn ang="T127">
                              <a:pos x="T66" y="T67"/>
                            </a:cxn>
                            <a:cxn ang="T128">
                              <a:pos x="T68" y="T69"/>
                            </a:cxn>
                            <a:cxn ang="T129">
                              <a:pos x="T70" y="T71"/>
                            </a:cxn>
                            <a:cxn ang="T130">
                              <a:pos x="T72" y="T73"/>
                            </a:cxn>
                            <a:cxn ang="T131">
                              <a:pos x="T74" y="T75"/>
                            </a:cxn>
                            <a:cxn ang="T132">
                              <a:pos x="T76" y="T77"/>
                            </a:cxn>
                            <a:cxn ang="T133">
                              <a:pos x="T78" y="T79"/>
                            </a:cxn>
                            <a:cxn ang="T134">
                              <a:pos x="T80" y="T81"/>
                            </a:cxn>
                            <a:cxn ang="T135">
                              <a:pos x="T82" y="T83"/>
                            </a:cxn>
                            <a:cxn ang="T136">
                              <a:pos x="T84" y="T85"/>
                            </a:cxn>
                            <a:cxn ang="T137">
                              <a:pos x="T86" y="T87"/>
                            </a:cxn>
                            <a:cxn ang="T138">
                              <a:pos x="T88" y="T89"/>
                            </a:cxn>
                            <a:cxn ang="T139">
                              <a:pos x="T90" y="T91"/>
                            </a:cxn>
                            <a:cxn ang="T140">
                              <a:pos x="T92" y="T93"/>
                            </a:cxn>
                          </a:cxnLst>
                          <a:rect l="T141" t="T142" r="T143" b="T144"/>
                          <a:pathLst>
                            <a:path w="563" h="887">
                              <a:moveTo>
                                <a:pt x="43" y="39"/>
                              </a:moveTo>
                              <a:lnTo>
                                <a:pt x="50" y="29"/>
                              </a:lnTo>
                              <a:lnTo>
                                <a:pt x="64" y="14"/>
                              </a:lnTo>
                              <a:lnTo>
                                <a:pt x="85" y="6"/>
                              </a:lnTo>
                              <a:lnTo>
                                <a:pt x="96" y="0"/>
                              </a:lnTo>
                              <a:lnTo>
                                <a:pt x="107" y="1"/>
                              </a:lnTo>
                              <a:lnTo>
                                <a:pt x="104" y="9"/>
                              </a:lnTo>
                              <a:lnTo>
                                <a:pt x="91" y="16"/>
                              </a:lnTo>
                              <a:lnTo>
                                <a:pt x="89" y="30"/>
                              </a:lnTo>
                              <a:lnTo>
                                <a:pt x="91" y="42"/>
                              </a:lnTo>
                              <a:lnTo>
                                <a:pt x="102" y="42"/>
                              </a:lnTo>
                              <a:lnTo>
                                <a:pt x="107" y="29"/>
                              </a:lnTo>
                              <a:lnTo>
                                <a:pt x="109" y="16"/>
                              </a:lnTo>
                              <a:lnTo>
                                <a:pt x="116" y="20"/>
                              </a:lnTo>
                              <a:lnTo>
                                <a:pt x="124" y="27"/>
                              </a:lnTo>
                              <a:lnTo>
                                <a:pt x="138" y="24"/>
                              </a:lnTo>
                              <a:lnTo>
                                <a:pt x="146" y="30"/>
                              </a:lnTo>
                              <a:lnTo>
                                <a:pt x="149" y="38"/>
                              </a:lnTo>
                              <a:lnTo>
                                <a:pt x="170" y="35"/>
                              </a:lnTo>
                              <a:lnTo>
                                <a:pt x="211" y="30"/>
                              </a:lnTo>
                              <a:lnTo>
                                <a:pt x="226" y="54"/>
                              </a:lnTo>
                              <a:lnTo>
                                <a:pt x="252" y="65"/>
                              </a:lnTo>
                              <a:lnTo>
                                <a:pt x="251" y="75"/>
                              </a:lnTo>
                              <a:lnTo>
                                <a:pt x="262" y="70"/>
                              </a:lnTo>
                              <a:lnTo>
                                <a:pt x="274" y="70"/>
                              </a:lnTo>
                              <a:lnTo>
                                <a:pt x="289" y="80"/>
                              </a:lnTo>
                              <a:lnTo>
                                <a:pt x="307" y="78"/>
                              </a:lnTo>
                              <a:lnTo>
                                <a:pt x="322" y="80"/>
                              </a:lnTo>
                              <a:lnTo>
                                <a:pt x="347" y="99"/>
                              </a:lnTo>
                              <a:lnTo>
                                <a:pt x="373" y="122"/>
                              </a:lnTo>
                              <a:lnTo>
                                <a:pt x="384" y="148"/>
                              </a:lnTo>
                              <a:lnTo>
                                <a:pt x="377" y="168"/>
                              </a:lnTo>
                              <a:lnTo>
                                <a:pt x="408" y="176"/>
                              </a:lnTo>
                              <a:lnTo>
                                <a:pt x="460" y="186"/>
                              </a:lnTo>
                              <a:lnTo>
                                <a:pt x="514" y="197"/>
                              </a:lnTo>
                              <a:lnTo>
                                <a:pt x="548" y="221"/>
                              </a:lnTo>
                              <a:lnTo>
                                <a:pt x="563" y="242"/>
                              </a:lnTo>
                              <a:lnTo>
                                <a:pt x="563" y="270"/>
                              </a:lnTo>
                              <a:lnTo>
                                <a:pt x="549" y="295"/>
                              </a:lnTo>
                              <a:lnTo>
                                <a:pt x="534" y="308"/>
                              </a:lnTo>
                              <a:lnTo>
                                <a:pt x="525" y="316"/>
                              </a:lnTo>
                              <a:lnTo>
                                <a:pt x="514" y="335"/>
                              </a:lnTo>
                              <a:lnTo>
                                <a:pt x="512" y="351"/>
                              </a:lnTo>
                              <a:lnTo>
                                <a:pt x="514" y="372"/>
                              </a:lnTo>
                              <a:lnTo>
                                <a:pt x="508" y="392"/>
                              </a:lnTo>
                              <a:lnTo>
                                <a:pt x="500" y="396"/>
                              </a:lnTo>
                              <a:lnTo>
                                <a:pt x="497" y="408"/>
                              </a:lnTo>
                              <a:lnTo>
                                <a:pt x="488" y="417"/>
                              </a:lnTo>
                              <a:lnTo>
                                <a:pt x="486" y="427"/>
                              </a:lnTo>
                              <a:lnTo>
                                <a:pt x="474" y="438"/>
                              </a:lnTo>
                              <a:lnTo>
                                <a:pt x="455" y="459"/>
                              </a:lnTo>
                              <a:lnTo>
                                <a:pt x="438" y="464"/>
                              </a:lnTo>
                              <a:lnTo>
                                <a:pt x="427" y="463"/>
                              </a:lnTo>
                              <a:lnTo>
                                <a:pt x="407" y="473"/>
                              </a:lnTo>
                              <a:lnTo>
                                <a:pt x="386" y="496"/>
                              </a:lnTo>
                              <a:lnTo>
                                <a:pt x="382" y="505"/>
                              </a:lnTo>
                              <a:lnTo>
                                <a:pt x="382" y="517"/>
                              </a:lnTo>
                              <a:lnTo>
                                <a:pt x="386" y="530"/>
                              </a:lnTo>
                              <a:lnTo>
                                <a:pt x="377" y="543"/>
                              </a:lnTo>
                              <a:lnTo>
                                <a:pt x="377" y="553"/>
                              </a:lnTo>
                              <a:lnTo>
                                <a:pt x="360" y="565"/>
                              </a:lnTo>
                              <a:lnTo>
                                <a:pt x="348" y="573"/>
                              </a:lnTo>
                              <a:lnTo>
                                <a:pt x="338" y="586"/>
                              </a:lnTo>
                              <a:lnTo>
                                <a:pt x="334" y="600"/>
                              </a:lnTo>
                              <a:lnTo>
                                <a:pt x="320" y="615"/>
                              </a:lnTo>
                              <a:lnTo>
                                <a:pt x="315" y="613"/>
                              </a:lnTo>
                              <a:lnTo>
                                <a:pt x="304" y="613"/>
                              </a:lnTo>
                              <a:lnTo>
                                <a:pt x="290" y="618"/>
                              </a:lnTo>
                              <a:lnTo>
                                <a:pt x="300" y="626"/>
                              </a:lnTo>
                              <a:lnTo>
                                <a:pt x="300" y="640"/>
                              </a:lnTo>
                              <a:lnTo>
                                <a:pt x="299" y="652"/>
                              </a:lnTo>
                              <a:lnTo>
                                <a:pt x="292" y="661"/>
                              </a:lnTo>
                              <a:lnTo>
                                <a:pt x="274" y="662"/>
                              </a:lnTo>
                              <a:lnTo>
                                <a:pt x="260" y="666"/>
                              </a:lnTo>
                              <a:lnTo>
                                <a:pt x="253" y="675"/>
                              </a:lnTo>
                              <a:lnTo>
                                <a:pt x="253" y="690"/>
                              </a:lnTo>
                              <a:lnTo>
                                <a:pt x="237" y="694"/>
                              </a:lnTo>
                              <a:lnTo>
                                <a:pt x="223" y="690"/>
                              </a:lnTo>
                              <a:lnTo>
                                <a:pt x="219" y="698"/>
                              </a:lnTo>
                              <a:lnTo>
                                <a:pt x="226" y="704"/>
                              </a:lnTo>
                              <a:lnTo>
                                <a:pt x="222" y="726"/>
                              </a:lnTo>
                              <a:lnTo>
                                <a:pt x="216" y="745"/>
                              </a:lnTo>
                              <a:lnTo>
                                <a:pt x="198" y="745"/>
                              </a:lnTo>
                              <a:lnTo>
                                <a:pt x="193" y="752"/>
                              </a:lnTo>
                              <a:lnTo>
                                <a:pt x="194" y="767"/>
                              </a:lnTo>
                              <a:lnTo>
                                <a:pt x="204" y="767"/>
                              </a:lnTo>
                              <a:lnTo>
                                <a:pt x="211" y="775"/>
                              </a:lnTo>
                              <a:lnTo>
                                <a:pt x="207" y="790"/>
                              </a:lnTo>
                              <a:lnTo>
                                <a:pt x="197" y="791"/>
                              </a:lnTo>
                              <a:lnTo>
                                <a:pt x="182" y="797"/>
                              </a:lnTo>
                              <a:lnTo>
                                <a:pt x="178" y="809"/>
                              </a:lnTo>
                              <a:lnTo>
                                <a:pt x="177" y="826"/>
                              </a:lnTo>
                              <a:lnTo>
                                <a:pt x="167" y="835"/>
                              </a:lnTo>
                              <a:lnTo>
                                <a:pt x="201" y="864"/>
                              </a:lnTo>
                              <a:lnTo>
                                <a:pt x="211" y="878"/>
                              </a:lnTo>
                              <a:lnTo>
                                <a:pt x="205" y="887"/>
                              </a:lnTo>
                              <a:lnTo>
                                <a:pt x="190" y="881"/>
                              </a:lnTo>
                              <a:lnTo>
                                <a:pt x="178" y="870"/>
                              </a:lnTo>
                              <a:lnTo>
                                <a:pt x="160" y="861"/>
                              </a:lnTo>
                              <a:lnTo>
                                <a:pt x="144" y="846"/>
                              </a:lnTo>
                              <a:lnTo>
                                <a:pt x="133" y="829"/>
                              </a:lnTo>
                              <a:lnTo>
                                <a:pt x="131" y="814"/>
                              </a:lnTo>
                              <a:lnTo>
                                <a:pt x="134" y="803"/>
                              </a:lnTo>
                              <a:lnTo>
                                <a:pt x="133" y="708"/>
                              </a:lnTo>
                              <a:lnTo>
                                <a:pt x="129" y="690"/>
                              </a:lnTo>
                              <a:lnTo>
                                <a:pt x="116" y="672"/>
                              </a:lnTo>
                              <a:lnTo>
                                <a:pt x="116" y="656"/>
                              </a:lnTo>
                              <a:lnTo>
                                <a:pt x="124" y="637"/>
                              </a:lnTo>
                              <a:lnTo>
                                <a:pt x="131" y="614"/>
                              </a:lnTo>
                              <a:lnTo>
                                <a:pt x="129" y="591"/>
                              </a:lnTo>
                              <a:lnTo>
                                <a:pt x="127" y="581"/>
                              </a:lnTo>
                              <a:lnTo>
                                <a:pt x="126" y="568"/>
                              </a:lnTo>
                              <a:lnTo>
                                <a:pt x="130" y="562"/>
                              </a:lnTo>
                              <a:lnTo>
                                <a:pt x="133" y="536"/>
                              </a:lnTo>
                              <a:lnTo>
                                <a:pt x="130" y="523"/>
                              </a:lnTo>
                              <a:lnTo>
                                <a:pt x="135" y="491"/>
                              </a:lnTo>
                              <a:lnTo>
                                <a:pt x="130" y="463"/>
                              </a:lnTo>
                              <a:lnTo>
                                <a:pt x="134" y="449"/>
                              </a:lnTo>
                              <a:lnTo>
                                <a:pt x="141" y="421"/>
                              </a:lnTo>
                              <a:lnTo>
                                <a:pt x="134" y="403"/>
                              </a:lnTo>
                              <a:lnTo>
                                <a:pt x="120" y="390"/>
                              </a:lnTo>
                              <a:lnTo>
                                <a:pt x="116" y="376"/>
                              </a:lnTo>
                              <a:lnTo>
                                <a:pt x="101" y="363"/>
                              </a:lnTo>
                              <a:lnTo>
                                <a:pt x="85" y="354"/>
                              </a:lnTo>
                              <a:lnTo>
                                <a:pt x="61" y="350"/>
                              </a:lnTo>
                              <a:lnTo>
                                <a:pt x="50" y="329"/>
                              </a:lnTo>
                              <a:lnTo>
                                <a:pt x="35" y="311"/>
                              </a:lnTo>
                              <a:lnTo>
                                <a:pt x="34" y="295"/>
                              </a:lnTo>
                              <a:lnTo>
                                <a:pt x="33" y="280"/>
                              </a:lnTo>
                              <a:lnTo>
                                <a:pt x="28" y="270"/>
                              </a:lnTo>
                              <a:lnTo>
                                <a:pt x="20" y="258"/>
                              </a:lnTo>
                              <a:lnTo>
                                <a:pt x="9" y="252"/>
                              </a:lnTo>
                              <a:lnTo>
                                <a:pt x="1" y="241"/>
                              </a:lnTo>
                              <a:lnTo>
                                <a:pt x="11" y="231"/>
                              </a:lnTo>
                              <a:lnTo>
                                <a:pt x="11" y="206"/>
                              </a:lnTo>
                              <a:lnTo>
                                <a:pt x="5" y="193"/>
                              </a:lnTo>
                              <a:lnTo>
                                <a:pt x="0" y="180"/>
                              </a:lnTo>
                              <a:lnTo>
                                <a:pt x="5" y="161"/>
                              </a:lnTo>
                              <a:lnTo>
                                <a:pt x="27" y="115"/>
                              </a:lnTo>
                              <a:lnTo>
                                <a:pt x="28" y="94"/>
                              </a:lnTo>
                              <a:lnTo>
                                <a:pt x="41" y="72"/>
                              </a:lnTo>
                              <a:lnTo>
                                <a:pt x="41" y="61"/>
                              </a:lnTo>
                              <a:lnTo>
                                <a:pt x="43" y="3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</p:grpSp>
                </p:grpSp>
              </p:grpSp>
              <p:sp>
                <p:nvSpPr>
                  <p:cNvPr id="62623" name="AutoShape 174"/>
                  <p:cNvSpPr>
                    <a:spLocks noChangeArrowheads="1"/>
                  </p:cNvSpPr>
                  <p:nvPr/>
                </p:nvSpPr>
                <p:spPr bwMode="auto">
                  <a:xfrm>
                    <a:off x="3891" y="929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24" name="AutoShape 175"/>
                  <p:cNvSpPr>
                    <a:spLocks noChangeArrowheads="1"/>
                  </p:cNvSpPr>
                  <p:nvPr/>
                </p:nvSpPr>
                <p:spPr bwMode="auto">
                  <a:xfrm>
                    <a:off x="3923" y="940"/>
                    <a:ext cx="26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25" name="AutoShape 176"/>
                  <p:cNvSpPr>
                    <a:spLocks noChangeArrowheads="1"/>
                  </p:cNvSpPr>
                  <p:nvPr/>
                </p:nvSpPr>
                <p:spPr bwMode="auto">
                  <a:xfrm>
                    <a:off x="4354" y="881"/>
                    <a:ext cx="28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26" name="AutoShape 177"/>
                  <p:cNvSpPr>
                    <a:spLocks noChangeArrowheads="1"/>
                  </p:cNvSpPr>
                  <p:nvPr/>
                </p:nvSpPr>
                <p:spPr bwMode="auto">
                  <a:xfrm>
                    <a:off x="4354" y="952"/>
                    <a:ext cx="28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27" name="AutoShape 178"/>
                  <p:cNvSpPr>
                    <a:spLocks noChangeArrowheads="1"/>
                  </p:cNvSpPr>
                  <p:nvPr/>
                </p:nvSpPr>
                <p:spPr bwMode="auto">
                  <a:xfrm>
                    <a:off x="4283" y="921"/>
                    <a:ext cx="26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28" name="AutoShape 179"/>
                  <p:cNvSpPr>
                    <a:spLocks noChangeArrowheads="1"/>
                  </p:cNvSpPr>
                  <p:nvPr/>
                </p:nvSpPr>
                <p:spPr bwMode="auto">
                  <a:xfrm>
                    <a:off x="4004" y="117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29" name="AutoShape 180"/>
                  <p:cNvSpPr>
                    <a:spLocks noChangeArrowheads="1"/>
                  </p:cNvSpPr>
                  <p:nvPr/>
                </p:nvSpPr>
                <p:spPr bwMode="auto">
                  <a:xfrm>
                    <a:off x="4051" y="1126"/>
                    <a:ext cx="26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30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4674" y="117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31" name="AutoShape 182"/>
                  <p:cNvSpPr>
                    <a:spLocks noChangeArrowheads="1"/>
                  </p:cNvSpPr>
                  <p:nvPr/>
                </p:nvSpPr>
                <p:spPr bwMode="auto">
                  <a:xfrm>
                    <a:off x="4572" y="995"/>
                    <a:ext cx="25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32" name="AutoShape 183"/>
                  <p:cNvSpPr>
                    <a:spLocks noChangeArrowheads="1"/>
                  </p:cNvSpPr>
                  <p:nvPr/>
                </p:nvSpPr>
                <p:spPr bwMode="auto">
                  <a:xfrm>
                    <a:off x="4319" y="871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33" name="AutoShape 184"/>
                  <p:cNvSpPr>
                    <a:spLocks noChangeArrowheads="1"/>
                  </p:cNvSpPr>
                  <p:nvPr/>
                </p:nvSpPr>
                <p:spPr bwMode="auto">
                  <a:xfrm>
                    <a:off x="4319" y="92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34" name="AutoShape 185"/>
                  <p:cNvSpPr>
                    <a:spLocks noChangeArrowheads="1"/>
                  </p:cNvSpPr>
                  <p:nvPr/>
                </p:nvSpPr>
                <p:spPr bwMode="auto">
                  <a:xfrm>
                    <a:off x="3886" y="1000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35" name="AutoShape 186"/>
                  <p:cNvSpPr>
                    <a:spLocks noChangeArrowheads="1"/>
                  </p:cNvSpPr>
                  <p:nvPr/>
                </p:nvSpPr>
                <p:spPr bwMode="auto">
                  <a:xfrm>
                    <a:off x="3869" y="963"/>
                    <a:ext cx="28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36" name="AutoShape 187"/>
                  <p:cNvSpPr>
                    <a:spLocks noChangeArrowheads="1"/>
                  </p:cNvSpPr>
                  <p:nvPr/>
                </p:nvSpPr>
                <p:spPr bwMode="auto">
                  <a:xfrm>
                    <a:off x="4066" y="1136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37" name="AutoShape 188"/>
                  <p:cNvSpPr>
                    <a:spLocks noChangeArrowheads="1"/>
                  </p:cNvSpPr>
                  <p:nvPr/>
                </p:nvSpPr>
                <p:spPr bwMode="auto">
                  <a:xfrm>
                    <a:off x="4020" y="1190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38" name="AutoShape 189"/>
                  <p:cNvSpPr>
                    <a:spLocks noChangeArrowheads="1"/>
                  </p:cNvSpPr>
                  <p:nvPr/>
                </p:nvSpPr>
                <p:spPr bwMode="auto">
                  <a:xfrm>
                    <a:off x="4350" y="908"/>
                    <a:ext cx="28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39" name="AutoShape 190"/>
                  <p:cNvSpPr>
                    <a:spLocks noChangeArrowheads="1"/>
                  </p:cNvSpPr>
                  <p:nvPr/>
                </p:nvSpPr>
                <p:spPr bwMode="auto">
                  <a:xfrm>
                    <a:off x="4319" y="1000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40" name="AutoShape 191"/>
                  <p:cNvSpPr>
                    <a:spLocks noChangeArrowheads="1"/>
                  </p:cNvSpPr>
                  <p:nvPr/>
                </p:nvSpPr>
                <p:spPr bwMode="auto">
                  <a:xfrm>
                    <a:off x="4560" y="967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41" name="AutoShape 192"/>
                  <p:cNvSpPr>
                    <a:spLocks noChangeArrowheads="1"/>
                  </p:cNvSpPr>
                  <p:nvPr/>
                </p:nvSpPr>
                <p:spPr bwMode="auto">
                  <a:xfrm>
                    <a:off x="4655" y="1190"/>
                    <a:ext cx="24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42" name="AutoShape 193"/>
                  <p:cNvSpPr>
                    <a:spLocks noChangeArrowheads="1"/>
                  </p:cNvSpPr>
                  <p:nvPr/>
                </p:nvSpPr>
                <p:spPr bwMode="auto">
                  <a:xfrm>
                    <a:off x="4401" y="871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43" name="AutoShape 194"/>
                  <p:cNvSpPr>
                    <a:spLocks noChangeArrowheads="1"/>
                  </p:cNvSpPr>
                  <p:nvPr/>
                </p:nvSpPr>
                <p:spPr bwMode="auto">
                  <a:xfrm>
                    <a:off x="3952" y="934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44" name="AutoShape 195"/>
                  <p:cNvSpPr>
                    <a:spLocks noChangeArrowheads="1"/>
                  </p:cNvSpPr>
                  <p:nvPr/>
                </p:nvSpPr>
                <p:spPr bwMode="auto">
                  <a:xfrm>
                    <a:off x="3855" y="929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45" name="AutoShape 196"/>
                  <p:cNvSpPr>
                    <a:spLocks noChangeArrowheads="1"/>
                  </p:cNvSpPr>
                  <p:nvPr/>
                </p:nvSpPr>
                <p:spPr bwMode="auto">
                  <a:xfrm>
                    <a:off x="3949" y="967"/>
                    <a:ext cx="26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46" name="AutoShape 197"/>
                  <p:cNvSpPr>
                    <a:spLocks noChangeArrowheads="1"/>
                  </p:cNvSpPr>
                  <p:nvPr/>
                </p:nvSpPr>
                <p:spPr bwMode="auto">
                  <a:xfrm>
                    <a:off x="4004" y="1207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47" name="AutoShape 198"/>
                  <p:cNvSpPr>
                    <a:spLocks noChangeArrowheads="1"/>
                  </p:cNvSpPr>
                  <p:nvPr/>
                </p:nvSpPr>
                <p:spPr bwMode="auto">
                  <a:xfrm>
                    <a:off x="4283" y="871"/>
                    <a:ext cx="26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48" name="AutoShape 199"/>
                  <p:cNvSpPr>
                    <a:spLocks noChangeArrowheads="1"/>
                  </p:cNvSpPr>
                  <p:nvPr/>
                </p:nvSpPr>
                <p:spPr bwMode="auto">
                  <a:xfrm>
                    <a:off x="4252" y="92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49" name="AutoShape 200"/>
                  <p:cNvSpPr>
                    <a:spLocks noChangeArrowheads="1"/>
                  </p:cNvSpPr>
                  <p:nvPr/>
                </p:nvSpPr>
                <p:spPr bwMode="auto">
                  <a:xfrm>
                    <a:off x="4379" y="908"/>
                    <a:ext cx="29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50" name="AutoShape 201"/>
                  <p:cNvSpPr>
                    <a:spLocks noChangeArrowheads="1"/>
                  </p:cNvSpPr>
                  <p:nvPr/>
                </p:nvSpPr>
                <p:spPr bwMode="auto">
                  <a:xfrm>
                    <a:off x="4293" y="1017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51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4611" y="979"/>
                    <a:ext cx="29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52" name="AutoShape 203"/>
                  <p:cNvSpPr>
                    <a:spLocks noChangeArrowheads="1"/>
                  </p:cNvSpPr>
                  <p:nvPr/>
                </p:nvSpPr>
                <p:spPr bwMode="auto">
                  <a:xfrm>
                    <a:off x="4695" y="1180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53" name="AutoShape 204"/>
                  <p:cNvSpPr>
                    <a:spLocks noChangeArrowheads="1"/>
                  </p:cNvSpPr>
                  <p:nvPr/>
                </p:nvSpPr>
                <p:spPr bwMode="auto">
                  <a:xfrm>
                    <a:off x="4436" y="1108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54" name="AutoShape 205"/>
                  <p:cNvSpPr>
                    <a:spLocks noChangeArrowheads="1"/>
                  </p:cNvSpPr>
                  <p:nvPr/>
                </p:nvSpPr>
                <p:spPr bwMode="auto">
                  <a:xfrm>
                    <a:off x="4043" y="1194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55" name="AutoShape 206"/>
                  <p:cNvSpPr>
                    <a:spLocks noChangeArrowheads="1"/>
                  </p:cNvSpPr>
                  <p:nvPr/>
                </p:nvSpPr>
                <p:spPr bwMode="auto">
                  <a:xfrm>
                    <a:off x="4250" y="1057"/>
                    <a:ext cx="26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56" name="AutoShape 207"/>
                  <p:cNvSpPr>
                    <a:spLocks noChangeArrowheads="1"/>
                  </p:cNvSpPr>
                  <p:nvPr/>
                </p:nvSpPr>
                <p:spPr bwMode="auto">
                  <a:xfrm>
                    <a:off x="3913" y="967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</p:grpSp>
          </p:grpSp>
          <p:sp>
            <p:nvSpPr>
              <p:cNvPr id="62548" name="Rectangle 208"/>
              <p:cNvSpPr>
                <a:spLocks noChangeArrowheads="1"/>
              </p:cNvSpPr>
              <p:nvPr/>
            </p:nvSpPr>
            <p:spPr bwMode="auto">
              <a:xfrm>
                <a:off x="4575" y="2735"/>
                <a:ext cx="8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altLang="pt-BR"/>
                  <a:t>Mercado</a:t>
                </a:r>
              </a:p>
            </p:txBody>
          </p:sp>
        </p:grpSp>
      </p:grpSp>
      <p:grpSp>
        <p:nvGrpSpPr>
          <p:cNvPr id="62473" name="Group 209"/>
          <p:cNvGrpSpPr>
            <a:grpSpLocks/>
          </p:cNvGrpSpPr>
          <p:nvPr/>
        </p:nvGrpSpPr>
        <p:grpSpPr bwMode="auto">
          <a:xfrm>
            <a:off x="3483195" y="4435721"/>
            <a:ext cx="6015037" cy="1836737"/>
            <a:chOff x="1235" y="2879"/>
            <a:chExt cx="3789" cy="1157"/>
          </a:xfrm>
        </p:grpSpPr>
        <p:sp useBgFill="1">
          <p:nvSpPr>
            <p:cNvPr id="62536" name="Oval 210"/>
            <p:cNvSpPr>
              <a:spLocks noChangeArrowheads="1"/>
            </p:cNvSpPr>
            <p:nvPr/>
          </p:nvSpPr>
          <p:spPr bwMode="auto">
            <a:xfrm rot="-5400000">
              <a:off x="2812" y="1825"/>
              <a:ext cx="745" cy="3678"/>
            </a:xfrm>
            <a:prstGeom prst="ellipse">
              <a:avLst/>
            </a:prstGeom>
            <a:ln w="12700">
              <a:solidFill>
                <a:srgbClr val="7A7AD4"/>
              </a:solidFill>
              <a:round/>
              <a:headEnd/>
              <a:tailEnd/>
            </a:ln>
          </p:spPr>
          <p:txBody>
            <a:bodyPr vert="eaVert"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pt-BR" sz="2800"/>
                <a:t>Estratégia Tecnológica</a:t>
              </a:r>
            </a:p>
          </p:txBody>
        </p:sp>
        <p:sp>
          <p:nvSpPr>
            <p:cNvPr id="62537" name="AutoShape 211"/>
            <p:cNvSpPr>
              <a:spLocks noChangeArrowheads="1"/>
            </p:cNvSpPr>
            <p:nvPr/>
          </p:nvSpPr>
          <p:spPr bwMode="auto">
            <a:xfrm rot="-7035679">
              <a:off x="1132" y="3270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38" name="AutoShape 212"/>
            <p:cNvSpPr>
              <a:spLocks noChangeArrowheads="1"/>
            </p:cNvSpPr>
            <p:nvPr/>
          </p:nvSpPr>
          <p:spPr bwMode="auto">
            <a:xfrm rot="-6523264">
              <a:off x="1502" y="3098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39" name="AutoShape 213"/>
            <p:cNvSpPr>
              <a:spLocks noChangeArrowheads="1"/>
            </p:cNvSpPr>
            <p:nvPr/>
          </p:nvSpPr>
          <p:spPr bwMode="auto">
            <a:xfrm rot="-6042606">
              <a:off x="1865" y="3003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40" name="AutoShape 214"/>
            <p:cNvSpPr>
              <a:spLocks noChangeArrowheads="1"/>
            </p:cNvSpPr>
            <p:nvPr/>
          </p:nvSpPr>
          <p:spPr bwMode="auto">
            <a:xfrm rot="-5425129">
              <a:off x="2284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41" name="AutoShape 215"/>
            <p:cNvSpPr>
              <a:spLocks noChangeArrowheads="1"/>
            </p:cNvSpPr>
            <p:nvPr/>
          </p:nvSpPr>
          <p:spPr bwMode="auto">
            <a:xfrm rot="-5305128">
              <a:off x="2729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42" name="AutoShape 216"/>
            <p:cNvSpPr>
              <a:spLocks noChangeArrowheads="1"/>
            </p:cNvSpPr>
            <p:nvPr/>
          </p:nvSpPr>
          <p:spPr bwMode="auto">
            <a:xfrm rot="-5350101">
              <a:off x="3113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43" name="AutoShape 217"/>
            <p:cNvSpPr>
              <a:spLocks noChangeArrowheads="1"/>
            </p:cNvSpPr>
            <p:nvPr/>
          </p:nvSpPr>
          <p:spPr bwMode="auto">
            <a:xfrm rot="-5350101">
              <a:off x="3545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grpSp>
        <p:nvGrpSpPr>
          <p:cNvPr id="62474" name="Group 218"/>
          <p:cNvGrpSpPr>
            <a:grpSpLocks/>
          </p:cNvGrpSpPr>
          <p:nvPr/>
        </p:nvGrpSpPr>
        <p:grpSpPr bwMode="auto">
          <a:xfrm>
            <a:off x="3408363" y="1090614"/>
            <a:ext cx="6828962" cy="1914525"/>
            <a:chOff x="1187" y="687"/>
            <a:chExt cx="3732" cy="1206"/>
          </a:xfrm>
        </p:grpSpPr>
        <p:sp useBgFill="1">
          <p:nvSpPr>
            <p:cNvPr id="62528" name="Oval 219"/>
            <p:cNvSpPr>
              <a:spLocks noChangeArrowheads="1"/>
            </p:cNvSpPr>
            <p:nvPr/>
          </p:nvSpPr>
          <p:spPr bwMode="auto">
            <a:xfrm rot="5400000">
              <a:off x="2702" y="-758"/>
              <a:ext cx="772" cy="3662"/>
            </a:xfrm>
            <a:prstGeom prst="ellipse">
              <a:avLst/>
            </a:prstGeom>
            <a:ln w="12700">
              <a:solidFill>
                <a:srgbClr val="7A7AD4"/>
              </a:solidFill>
              <a:round/>
              <a:headEnd/>
              <a:tailEnd/>
            </a:ln>
          </p:spPr>
          <p:txBody>
            <a:bodyPr rot="10800000" vert="eaVert"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pt-BR" sz="2800"/>
                <a:t>Estratégia de Produto / Mercado</a:t>
              </a:r>
            </a:p>
          </p:txBody>
        </p:sp>
        <p:sp>
          <p:nvSpPr>
            <p:cNvPr id="62529" name="AutoShape 220"/>
            <p:cNvSpPr>
              <a:spLocks noChangeArrowheads="1"/>
            </p:cNvSpPr>
            <p:nvPr/>
          </p:nvSpPr>
          <p:spPr bwMode="auto">
            <a:xfrm rot="7035679" flipV="1">
              <a:off x="1084" y="1179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30" name="AutoShape 221"/>
            <p:cNvSpPr>
              <a:spLocks noChangeArrowheads="1"/>
            </p:cNvSpPr>
            <p:nvPr/>
          </p:nvSpPr>
          <p:spPr bwMode="auto">
            <a:xfrm rot="6523264" flipV="1">
              <a:off x="1358" y="132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31" name="AutoShape 222"/>
            <p:cNvSpPr>
              <a:spLocks noChangeArrowheads="1"/>
            </p:cNvSpPr>
            <p:nvPr/>
          </p:nvSpPr>
          <p:spPr bwMode="auto">
            <a:xfrm rot="6042606" flipV="1">
              <a:off x="1774" y="1460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32" name="AutoShape 223"/>
            <p:cNvSpPr>
              <a:spLocks noChangeArrowheads="1"/>
            </p:cNvSpPr>
            <p:nvPr/>
          </p:nvSpPr>
          <p:spPr bwMode="auto">
            <a:xfrm rot="5425129" flipV="1">
              <a:off x="2284" y="1551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33" name="AutoShape 224"/>
            <p:cNvSpPr>
              <a:spLocks noChangeArrowheads="1"/>
            </p:cNvSpPr>
            <p:nvPr/>
          </p:nvSpPr>
          <p:spPr bwMode="auto">
            <a:xfrm rot="5305128" flipV="1">
              <a:off x="2729" y="1584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34" name="AutoShape 225"/>
            <p:cNvSpPr>
              <a:spLocks noChangeArrowheads="1"/>
            </p:cNvSpPr>
            <p:nvPr/>
          </p:nvSpPr>
          <p:spPr bwMode="auto">
            <a:xfrm rot="5350101" flipV="1">
              <a:off x="3113" y="1584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35" name="AutoShape 226"/>
            <p:cNvSpPr>
              <a:spLocks noChangeArrowheads="1"/>
            </p:cNvSpPr>
            <p:nvPr/>
          </p:nvSpPr>
          <p:spPr bwMode="auto">
            <a:xfrm rot="5350101" flipV="1">
              <a:off x="3545" y="1584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sp>
        <p:nvSpPr>
          <p:cNvPr id="62475" name="AutoShape 227"/>
          <p:cNvSpPr>
            <a:spLocks noChangeArrowheads="1"/>
          </p:cNvSpPr>
          <p:nvPr/>
        </p:nvSpPr>
        <p:spPr bwMode="auto">
          <a:xfrm>
            <a:off x="1905000" y="3260726"/>
            <a:ext cx="6351588" cy="1006475"/>
          </a:xfrm>
          <a:prstGeom prst="rightArrow">
            <a:avLst>
              <a:gd name="adj1" fmla="val 73500"/>
              <a:gd name="adj2" fmla="val 93843"/>
            </a:avLst>
          </a:prstGeom>
          <a:solidFill>
            <a:srgbClr val="CCFFFF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pt-BR" sz="4000">
                <a:solidFill>
                  <a:schemeClr val="tx2"/>
                </a:solidFill>
              </a:rPr>
              <a:t>Product pipeline</a:t>
            </a:r>
          </a:p>
        </p:txBody>
      </p:sp>
    </p:spTree>
  </p:cSld>
  <p:clrMapOvr>
    <a:masterClrMapping/>
  </p:clrMapOvr>
  <p:transition>
    <p:check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ítulo 1"/>
          <p:cNvSpPr>
            <a:spLocks noGrp="1"/>
          </p:cNvSpPr>
          <p:nvPr>
            <p:ph type="title"/>
          </p:nvPr>
        </p:nvSpPr>
        <p:spPr>
          <a:xfrm>
            <a:off x="2241654" y="737017"/>
            <a:ext cx="8128000" cy="706438"/>
          </a:xfrm>
        </p:spPr>
        <p:txBody>
          <a:bodyPr>
            <a:normAutofit fontScale="90000"/>
          </a:bodyPr>
          <a:lstStyle/>
          <a:p>
            <a:pPr algn="ctr"/>
            <a:r>
              <a:rPr lang="pt-BR" altLang="pt-BR" b="1"/>
              <a:t>ANÁLISAR O PORTFÓLIO DE PRODUTOS DA EMPRESA</a:t>
            </a:r>
          </a:p>
        </p:txBody>
      </p:sp>
      <p:sp>
        <p:nvSpPr>
          <p:cNvPr id="20483" name="Espaço Reservado para Conteúdo 2"/>
          <p:cNvSpPr>
            <a:spLocks noGrp="1"/>
          </p:cNvSpPr>
          <p:nvPr>
            <p:ph idx="1"/>
          </p:nvPr>
        </p:nvSpPr>
        <p:spPr>
          <a:xfrm>
            <a:off x="792480" y="1798820"/>
            <a:ext cx="10607040" cy="4464820"/>
          </a:xfrm>
        </p:spPr>
        <p:txBody>
          <a:bodyPr>
            <a:normAutofit/>
          </a:bodyPr>
          <a:lstStyle/>
          <a:p>
            <a:r>
              <a:rPr lang="pt-BR" altLang="pt-BR" sz="2400" dirty="0"/>
              <a:t>Estudo de Portfólio de produtos da empresa</a:t>
            </a:r>
          </a:p>
          <a:p>
            <a:r>
              <a:rPr lang="pt-BR" altLang="pt-BR" sz="2400" dirty="0"/>
              <a:t>Portfólio de produtos é “</a:t>
            </a:r>
            <a:r>
              <a:rPr lang="pt-BR" altLang="pt-BR" sz="2400" b="1" dirty="0">
                <a:solidFill>
                  <a:srgbClr val="002060"/>
                </a:solidFill>
              </a:rPr>
              <a:t>carteira” de projetos de desenvolvimento que a empresa oferece</a:t>
            </a:r>
            <a:r>
              <a:rPr lang="pt-BR" altLang="pt-BR" sz="2400" dirty="0"/>
              <a:t>, o conjunto de produtos que a empresa está desenvolvendo ou que comercializa.</a:t>
            </a:r>
          </a:p>
          <a:p>
            <a:r>
              <a:rPr lang="pt-BR" altLang="pt-BR" sz="2400" dirty="0"/>
              <a:t>Sugestões (</a:t>
            </a:r>
            <a:r>
              <a:rPr lang="pt-BR" altLang="pt-BR" sz="2400" dirty="0" err="1"/>
              <a:t>Idéias</a:t>
            </a:r>
            <a:r>
              <a:rPr lang="pt-BR" altLang="pt-BR" sz="2400" dirty="0"/>
              <a:t>) mudanças e possíveis novos produtos.</a:t>
            </a:r>
          </a:p>
          <a:p>
            <a:r>
              <a:rPr lang="pt-BR" altLang="pt-BR" sz="2400" dirty="0"/>
              <a:t>Cada produto ou novo projeto de produto será visto como um negócio</a:t>
            </a:r>
          </a:p>
          <a:p>
            <a:r>
              <a:rPr lang="pt-BR" altLang="pt-BR" sz="2400" dirty="0"/>
              <a:t>Similar a um acionista que investe em uma carteira ou portfólios de ações, </a:t>
            </a:r>
            <a:r>
              <a:rPr lang="pt-BR" altLang="pt-BR" sz="2400" dirty="0">
                <a:solidFill>
                  <a:srgbClr val="FF0000"/>
                </a:solidFill>
              </a:rPr>
              <a:t>o objetivo principal do time de planejamento estratégico de produtos escolher os projetos a serem desenvolvidos e produtos que devem permanecer no mercado.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3192905" y="519112"/>
            <a:ext cx="8999095" cy="706438"/>
          </a:xfrm>
          <a:prstGeom prst="rect">
            <a:avLst/>
          </a:prstGeom>
        </p:spPr>
        <p:txBody>
          <a:bodyPr/>
          <a:lstStyle/>
          <a:p>
            <a:pPr algn="l" eaLnBrk="0" hangingPunct="0">
              <a:defRPr/>
            </a:pPr>
            <a:r>
              <a:rPr lang="pt-BR" sz="3200" b="1" kern="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Gestão de Portfólio ou Carteiras de Projetos</a:t>
            </a:r>
          </a:p>
        </p:txBody>
      </p:sp>
      <p:sp>
        <p:nvSpPr>
          <p:cNvPr id="22531" name="CaixaDeTexto 2"/>
          <p:cNvSpPr txBox="1">
            <a:spLocks noChangeArrowheads="1"/>
          </p:cNvSpPr>
          <p:nvPr/>
        </p:nvSpPr>
        <p:spPr bwMode="auto">
          <a:xfrm>
            <a:off x="796769" y="1225550"/>
            <a:ext cx="85471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/>
              <a:t>Escolhas três objetivos básicos da gestão de projetos:</a:t>
            </a:r>
          </a:p>
          <a:p>
            <a:pPr eaLnBrk="1" hangingPunct="1"/>
            <a:endParaRPr lang="pt-BR" altLang="pt-BR"/>
          </a:p>
          <a:p>
            <a:pPr algn="l" eaLnBrk="1" hangingPunct="1">
              <a:buFont typeface="Arial" charset="0"/>
              <a:buChar char="•"/>
            </a:pPr>
            <a:r>
              <a:rPr lang="pt-BR" altLang="pt-BR"/>
              <a:t> </a:t>
            </a:r>
            <a:r>
              <a:rPr lang="pt-BR" altLang="pt-BR">
                <a:solidFill>
                  <a:srgbClr val="FF0000"/>
                </a:solidFill>
              </a:rPr>
              <a:t>Maximizar o retorno financeiro</a:t>
            </a:r>
            <a:r>
              <a:rPr lang="pt-BR" altLang="pt-BR"/>
              <a:t>: Maior rentabilidade possível para a empresa.  </a:t>
            </a:r>
          </a:p>
          <a:p>
            <a:pPr algn="l" eaLnBrk="1" hangingPunct="1">
              <a:buFont typeface="Arial" charset="0"/>
              <a:buChar char="•"/>
            </a:pPr>
            <a:endParaRPr lang="pt-BR" altLang="pt-BR"/>
          </a:p>
          <a:p>
            <a:pPr algn="l" eaLnBrk="1" hangingPunct="1">
              <a:buFont typeface="Arial" charset="0"/>
              <a:buChar char="•"/>
            </a:pPr>
            <a:r>
              <a:rPr lang="pt-BR" altLang="pt-BR"/>
              <a:t> </a:t>
            </a:r>
            <a:r>
              <a:rPr lang="pt-BR" altLang="pt-BR">
                <a:solidFill>
                  <a:srgbClr val="FF0000"/>
                </a:solidFill>
              </a:rPr>
              <a:t>Alinhar com as estratégias da empresa</a:t>
            </a:r>
            <a:r>
              <a:rPr lang="pt-BR" altLang="pt-BR"/>
              <a:t>: Alinhamento com as metas estratégicas da empresa. Por exemplo: se a empresa pretende competir por custos para classe C, e se há produtos, com muitas sofisticações tecnológicas, é sinal de que a carteira de projetos não está alinhada com a estratégia da empresa. </a:t>
            </a:r>
          </a:p>
          <a:p>
            <a:pPr algn="l" eaLnBrk="1" hangingPunct="1">
              <a:buFont typeface="Arial" charset="0"/>
              <a:buChar char="•"/>
            </a:pPr>
            <a:endParaRPr lang="pt-BR" altLang="pt-BR"/>
          </a:p>
          <a:p>
            <a:pPr algn="l" eaLnBrk="1" hangingPunct="1">
              <a:buFont typeface="Arial" charset="0"/>
              <a:buChar char="•"/>
            </a:pPr>
            <a:r>
              <a:rPr lang="pt-BR" altLang="pt-BR">
                <a:solidFill>
                  <a:srgbClr val="FF0000"/>
                </a:solidFill>
              </a:rPr>
              <a:t>Balancear o portfólio de projetos</a:t>
            </a:r>
            <a:r>
              <a:rPr lang="pt-BR" altLang="pt-BR"/>
              <a:t>: avaliar o risco da carteira de projetos.</a:t>
            </a:r>
          </a:p>
          <a:p>
            <a:pPr eaLnBrk="1" hangingPunct="1"/>
            <a:endParaRPr lang="pt-BR" alt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2518348" y="1292902"/>
            <a:ext cx="8583363" cy="706438"/>
          </a:xfrm>
          <a:prstGeom prst="rect">
            <a:avLst/>
          </a:prstGeom>
        </p:spPr>
        <p:txBody>
          <a:bodyPr/>
          <a:lstStyle/>
          <a:p>
            <a:pPr algn="r" eaLnBrk="0" hangingPunct="0">
              <a:defRPr/>
            </a:pPr>
            <a:r>
              <a:rPr lang="pt-BR" sz="2400" b="1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TÉCNICAS PARA SE ANALISAR UMA CARTEIRA DE PROJETOS</a:t>
            </a:r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1147762" y="2728625"/>
            <a:ext cx="10169811" cy="3657185"/>
          </a:xfrm>
          <a:prstGeom prst="rect">
            <a:avLst/>
          </a:prstGeom>
        </p:spPr>
        <p:txBody>
          <a:bodyPr/>
          <a:lstStyle/>
          <a:p>
            <a:pPr algn="l" eaLnBrk="0" hangingPunct="0">
              <a:buFont typeface="Arial" pitchFamily="34" charset="0"/>
              <a:buChar char="•"/>
              <a:defRPr/>
            </a:pPr>
            <a:r>
              <a:rPr lang="pt-BR" sz="2400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 São similares às utilizadas na análise de mercado e negócios.</a:t>
            </a:r>
          </a:p>
          <a:p>
            <a:pPr algn="l" eaLnBrk="0" hangingPunct="0">
              <a:buFont typeface="Arial" pitchFamily="34" charset="0"/>
              <a:buChar char="•"/>
              <a:defRPr/>
            </a:pPr>
            <a:r>
              <a:rPr lang="pt-BR" sz="2400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 Três tipos básicos são:</a:t>
            </a:r>
          </a:p>
          <a:p>
            <a:pPr algn="l" eaLnBrk="0" hangingPunct="0">
              <a:buFont typeface="Arial" pitchFamily="34" charset="0"/>
              <a:buChar char="•"/>
              <a:defRPr/>
            </a:pPr>
            <a:endParaRPr lang="pt-BR" sz="2400" kern="0" dirty="0">
              <a:solidFill>
                <a:srgbClr val="000096"/>
              </a:solidFill>
              <a:latin typeface="+mj-lt"/>
              <a:ea typeface="+mj-ea"/>
              <a:cs typeface="+mj-cs"/>
            </a:endParaRPr>
          </a:p>
          <a:p>
            <a:pPr marL="1371600" lvl="2" indent="-457200" eaLnBrk="0" hangingPunct="0">
              <a:buFont typeface="+mj-lt"/>
              <a:buAutoNum type="arabicPeriod"/>
              <a:defRPr/>
            </a:pPr>
            <a:r>
              <a:rPr lang="pt-BR" sz="2400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Análise do Valor Comercial Esperado</a:t>
            </a:r>
          </a:p>
          <a:p>
            <a:pPr marL="1371600" lvl="2" indent="-457200" eaLnBrk="0" hangingPunct="0">
              <a:buFont typeface="+mj-lt"/>
              <a:buAutoNum type="arabicPeriod"/>
              <a:defRPr/>
            </a:pPr>
            <a:r>
              <a:rPr lang="pt-BR" sz="2400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Modelos </a:t>
            </a:r>
            <a:r>
              <a:rPr lang="pt-BR" sz="2400" kern="0" dirty="0" err="1">
                <a:solidFill>
                  <a:srgbClr val="000096"/>
                </a:solidFill>
                <a:latin typeface="+mj-lt"/>
                <a:ea typeface="+mj-ea"/>
                <a:cs typeface="+mj-cs"/>
              </a:rPr>
              <a:t>Báseados</a:t>
            </a:r>
            <a:r>
              <a:rPr lang="pt-BR" sz="2400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 em Notas (</a:t>
            </a:r>
            <a:r>
              <a:rPr lang="pt-BR" sz="2400" kern="0" dirty="0" err="1">
                <a:solidFill>
                  <a:srgbClr val="000096"/>
                </a:solidFill>
                <a:latin typeface="+mj-lt"/>
                <a:ea typeface="+mj-ea"/>
                <a:cs typeface="+mj-cs"/>
              </a:rPr>
              <a:t>Score</a:t>
            </a:r>
            <a:r>
              <a:rPr lang="pt-BR" sz="2400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)</a:t>
            </a:r>
          </a:p>
          <a:p>
            <a:pPr marL="1371600" lvl="2" indent="-457200" eaLnBrk="0" hangingPunct="0">
              <a:buFont typeface="+mj-lt"/>
              <a:buAutoNum type="arabicPeriod"/>
              <a:defRPr/>
            </a:pPr>
            <a:r>
              <a:rPr lang="pt-BR" sz="2400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Modelos de Gráficos de Bolhas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736892" y="619412"/>
            <a:ext cx="6028543" cy="519841"/>
          </a:xfrm>
          <a:prstGeom prst="rect">
            <a:avLst/>
          </a:prstGeom>
        </p:spPr>
        <p:txBody>
          <a:bodyPr/>
          <a:lstStyle/>
          <a:p>
            <a:pPr algn="l" eaLnBrk="0" hangingPunct="0">
              <a:defRPr/>
            </a:pPr>
            <a:r>
              <a:rPr lang="pt-BR" sz="2800" b="1" kern="0" dirty="0">
                <a:solidFill>
                  <a:srgbClr val="000096"/>
                </a:solidFill>
                <a:latin typeface="Calibri" pitchFamily="34" charset="0"/>
                <a:ea typeface="+mj-ea"/>
                <a:cs typeface="+mj-cs"/>
              </a:rPr>
              <a:t>DECISÕES ESTRATÉGICAS DE PRODUTO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981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pt-BR" sz="2400" kern="0" dirty="0">
                <a:latin typeface="Tahoma" pitchFamily="34" charset="0"/>
              </a:rPr>
              <a:t>Estágios do Ciclo de Vida do Produto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pt-BR" sz="2400" kern="0" dirty="0">
                <a:latin typeface="Tahoma" pitchFamily="34" charset="0"/>
              </a:rPr>
              <a:t>Comercial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pt-BR" sz="2400" kern="0" dirty="0">
              <a:latin typeface="Tahoma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pt-BR" sz="2400" kern="0" dirty="0">
                <a:latin typeface="Tahoma" pitchFamily="34" charset="0"/>
              </a:rPr>
              <a:t>Introdução;</a:t>
            </a: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pt-BR" sz="2400" kern="0" dirty="0">
                <a:latin typeface="Tahoma" pitchFamily="34" charset="0"/>
              </a:rPr>
              <a:t>Crescimento;</a:t>
            </a: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pt-BR" sz="2400" kern="0" dirty="0">
                <a:latin typeface="Tahoma" pitchFamily="34" charset="0"/>
              </a:rPr>
              <a:t>Maturidade;</a:t>
            </a: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pt-BR" sz="2400" kern="0" dirty="0">
                <a:latin typeface="Tahoma" pitchFamily="34" charset="0"/>
              </a:rPr>
              <a:t>Declínio.</a:t>
            </a: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endParaRPr lang="pt-BR" sz="2400" kern="0" dirty="0"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7667" y="1220199"/>
            <a:ext cx="10607040" cy="4069080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3600">
                <a:latin typeface="Tahoma" charset="0"/>
              </a:rPr>
              <a:t>Representação gráfica do Ciclo de Vida do Produto</a:t>
            </a:r>
          </a:p>
          <a:p>
            <a:pPr algn="ctr">
              <a:buFontTx/>
              <a:buNone/>
            </a:pPr>
            <a:endParaRPr lang="pt-BR" altLang="pt-BR" dirty="0">
              <a:latin typeface="Tahoma" charset="0"/>
            </a:endParaRPr>
          </a:p>
          <a:p>
            <a:pPr>
              <a:buFontTx/>
              <a:buNone/>
            </a:pPr>
            <a:endParaRPr lang="pt-BR" altLang="pt-BR" dirty="0">
              <a:latin typeface="Tahoma" charset="0"/>
            </a:endParaRPr>
          </a:p>
          <a:p>
            <a:pPr>
              <a:buFontTx/>
              <a:buNone/>
            </a:pPr>
            <a:endParaRPr lang="pt-BR" altLang="pt-BR" dirty="0">
              <a:latin typeface="Tahoma" charset="0"/>
            </a:endParaRPr>
          </a:p>
        </p:txBody>
      </p:sp>
      <p:pic>
        <p:nvPicPr>
          <p:cNvPr id="34819" name="Picture 4" descr="figura 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426" y="2088889"/>
            <a:ext cx="7151557" cy="4249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AutoShape 2"/>
          <p:cNvSpPr>
            <a:spLocks noChangeArrowheads="1"/>
          </p:cNvSpPr>
          <p:nvPr/>
        </p:nvSpPr>
        <p:spPr bwMode="auto">
          <a:xfrm>
            <a:off x="1600201" y="1371600"/>
            <a:ext cx="1814513" cy="928688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72000" tIns="0" rIns="7200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pt-BR" sz="1800" b="1">
                <a:solidFill>
                  <a:srgbClr val="000000"/>
                </a:solidFill>
              </a:rPr>
              <a:t>Planejamento Estratégico de Produtos</a:t>
            </a:r>
            <a:endParaRPr lang="pt-BR" altLang="pt-BR" sz="1800" b="1">
              <a:solidFill>
                <a:srgbClr val="000000"/>
              </a:solidFill>
            </a:endParaRPr>
          </a:p>
        </p:txBody>
      </p:sp>
      <p:sp>
        <p:nvSpPr>
          <p:cNvPr id="52227" name="AutoShape 3"/>
          <p:cNvSpPr>
            <a:spLocks noChangeArrowheads="1"/>
          </p:cNvSpPr>
          <p:nvPr/>
        </p:nvSpPr>
        <p:spPr bwMode="auto">
          <a:xfrm rot="10800000">
            <a:off x="3211514" y="3209229"/>
            <a:ext cx="1806574" cy="754877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2000" tIns="0" rIns="7200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52228" name="AutoShape 4"/>
          <p:cNvSpPr>
            <a:spLocks noChangeArrowheads="1"/>
          </p:cNvSpPr>
          <p:nvPr/>
        </p:nvSpPr>
        <p:spPr bwMode="auto">
          <a:xfrm rot="187049">
            <a:off x="3394524" y="1209992"/>
            <a:ext cx="1631502" cy="922583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2000" tIns="0" rIns="7200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3424772" y="690982"/>
            <a:ext cx="3623197" cy="166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5000"/>
              </a:spcBef>
            </a:pPr>
            <a:r>
              <a:rPr lang="en-US" altLang="pt-BR" sz="1800" dirty="0" err="1">
                <a:solidFill>
                  <a:srgbClr val="000000"/>
                </a:solidFill>
                <a:ea typeface="Times New Roman" charset="0"/>
                <a:cs typeface="Times New Roman" charset="0"/>
              </a:rPr>
              <a:t>Portfólio</a:t>
            </a:r>
            <a:r>
              <a:rPr lang="en-US" altLang="pt-BR" sz="1800" dirty="0">
                <a:solidFill>
                  <a:srgbClr val="000000"/>
                </a:solidFill>
                <a:ea typeface="Times New Roman" charset="0"/>
                <a:cs typeface="Times New Roman" charset="0"/>
              </a:rPr>
              <a:t> de </a:t>
            </a:r>
            <a:r>
              <a:rPr lang="en-US" altLang="pt-BR" sz="1800" dirty="0" err="1">
                <a:solidFill>
                  <a:srgbClr val="000000"/>
                </a:solidFill>
                <a:ea typeface="Times New Roman" charset="0"/>
                <a:cs typeface="Times New Roman" charset="0"/>
              </a:rPr>
              <a:t>Produtos</a:t>
            </a:r>
            <a:r>
              <a:rPr lang="en-US" altLang="pt-BR" sz="1800" dirty="0">
                <a:solidFill>
                  <a:srgbClr val="000000"/>
                </a:solidFill>
                <a:ea typeface="Times New Roman" charset="0"/>
                <a:cs typeface="Times New Roman" charset="0"/>
              </a:rPr>
              <a:t> (</a:t>
            </a:r>
            <a:r>
              <a:rPr lang="en-US" altLang="pt-BR" sz="1800" dirty="0" err="1">
                <a:solidFill>
                  <a:srgbClr val="000000"/>
                </a:solidFill>
                <a:ea typeface="Times New Roman" charset="0"/>
                <a:cs typeface="Times New Roman" charset="0"/>
              </a:rPr>
              <a:t>Atual</a:t>
            </a:r>
            <a:r>
              <a:rPr lang="en-US" altLang="pt-BR" sz="1800" dirty="0">
                <a:solidFill>
                  <a:srgbClr val="000000"/>
                </a:solidFill>
                <a:ea typeface="Times New Roman" charset="0"/>
                <a:cs typeface="Times New Roman" charset="0"/>
              </a:rPr>
              <a:t>)</a:t>
            </a:r>
          </a:p>
        </p:txBody>
      </p:sp>
      <p:sp>
        <p:nvSpPr>
          <p:cNvPr id="52230" name="Freeform 6"/>
          <p:cNvSpPr>
            <a:spLocks/>
          </p:cNvSpPr>
          <p:nvPr/>
        </p:nvSpPr>
        <p:spPr bwMode="auto">
          <a:xfrm>
            <a:off x="4760913" y="428626"/>
            <a:ext cx="5612280" cy="4813678"/>
          </a:xfrm>
          <a:custGeom>
            <a:avLst/>
            <a:gdLst>
              <a:gd name="T0" fmla="*/ 0 w 2785"/>
              <a:gd name="T1" fmla="*/ 1739635 h 2424"/>
              <a:gd name="T2" fmla="*/ 1422633 w 2785"/>
              <a:gd name="T3" fmla="*/ 0 h 2424"/>
              <a:gd name="T4" fmla="*/ 5514187 w 2785"/>
              <a:gd name="T5" fmla="*/ 0 h 2424"/>
              <a:gd name="T6" fmla="*/ 5518150 w 2785"/>
              <a:gd name="T7" fmla="*/ 4161346 h 2424"/>
              <a:gd name="T8" fmla="*/ 1466223 w 2785"/>
              <a:gd name="T9" fmla="*/ 4175125 h 2424"/>
              <a:gd name="T10" fmla="*/ 19814 w 2785"/>
              <a:gd name="T11" fmla="*/ 2306309 h 24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85"/>
              <a:gd name="T19" fmla="*/ 0 h 2424"/>
              <a:gd name="T20" fmla="*/ 2785 w 2785"/>
              <a:gd name="T21" fmla="*/ 2424 h 242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85" h="2424">
                <a:moveTo>
                  <a:pt x="0" y="1010"/>
                </a:moveTo>
                <a:lnTo>
                  <a:pt x="718" y="0"/>
                </a:lnTo>
                <a:lnTo>
                  <a:pt x="2783" y="0"/>
                </a:lnTo>
                <a:lnTo>
                  <a:pt x="2785" y="2416"/>
                </a:lnTo>
                <a:lnTo>
                  <a:pt x="740" y="2424"/>
                </a:lnTo>
                <a:lnTo>
                  <a:pt x="10" y="1339"/>
                </a:lnTo>
              </a:path>
            </a:pathLst>
          </a:cu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square" lIns="72000" tIns="0" rIns="72000" bIns="0" anchor="ctr">
            <a:spAutoFit/>
          </a:bodyPr>
          <a:lstStyle/>
          <a:p>
            <a:endParaRPr lang="pt-BR"/>
          </a:p>
        </p:txBody>
      </p:sp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6550026" y="428625"/>
            <a:ext cx="3279775" cy="55399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pt-BR" sz="1800">
                <a:ea typeface="Times New Roman" charset="0"/>
                <a:cs typeface="Times New Roman" charset="0"/>
              </a:rPr>
              <a:t>Identificar produtos a serem descontinuados</a:t>
            </a:r>
            <a:endParaRPr lang="pt-BR" altLang="pt-BR" sz="1800">
              <a:ea typeface="Times New Roman" charset="0"/>
              <a:cs typeface="Times New Roman" charset="0"/>
            </a:endParaRPr>
          </a:p>
        </p:txBody>
      </p:sp>
      <p:sp>
        <p:nvSpPr>
          <p:cNvPr id="52232" name="Text Box 8"/>
          <p:cNvSpPr txBox="1">
            <a:spLocks noChangeArrowheads="1"/>
          </p:cNvSpPr>
          <p:nvPr/>
        </p:nvSpPr>
        <p:spPr bwMode="auto">
          <a:xfrm>
            <a:off x="6550026" y="2838450"/>
            <a:ext cx="3279775" cy="55399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pt-BR" sz="1800">
                <a:ea typeface="Times New Roman" charset="0"/>
                <a:cs typeface="Times New Roman" charset="0"/>
              </a:rPr>
              <a:t>Preparar as minuttas para cada um dos novos projetos</a:t>
            </a:r>
            <a:endParaRPr lang="pt-BR" altLang="pt-BR" sz="1800">
              <a:ea typeface="Times New Roman" charset="0"/>
              <a:cs typeface="Times New Roman" charset="0"/>
            </a:endParaRPr>
          </a:p>
        </p:txBody>
      </p:sp>
      <p:sp>
        <p:nvSpPr>
          <p:cNvPr id="52233" name="Text Box 9"/>
          <p:cNvSpPr txBox="1">
            <a:spLocks noChangeArrowheads="1"/>
          </p:cNvSpPr>
          <p:nvPr/>
        </p:nvSpPr>
        <p:spPr bwMode="auto">
          <a:xfrm>
            <a:off x="6550026" y="3917950"/>
            <a:ext cx="3279775" cy="55399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pt-BR" sz="1800">
                <a:ea typeface="Times New Roman" charset="0"/>
                <a:cs typeface="Times New Roman" charset="0"/>
              </a:rPr>
              <a:t>Consolidar o novo portfólio de produtos</a:t>
            </a:r>
            <a:endParaRPr lang="pt-BR" altLang="pt-BR" sz="1800">
              <a:ea typeface="Times New Roman" charset="0"/>
              <a:cs typeface="Times New Roman" charset="0"/>
            </a:endParaRPr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3211514" y="2046289"/>
            <a:ext cx="1806575" cy="112712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pt-BR" sz="1800">
                <a:solidFill>
                  <a:srgbClr val="000000"/>
                </a:solidFill>
                <a:ea typeface="Times New Roman" charset="0"/>
                <a:cs typeface="Times New Roman" charset="0"/>
              </a:rPr>
              <a:t>Propor mudanças no portfólio de produtos</a:t>
            </a:r>
            <a:endParaRPr lang="pt-BR" altLang="pt-BR" sz="1800">
              <a:solidFill>
                <a:srgbClr val="000000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2133601" y="3962401"/>
            <a:ext cx="39846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en-US" altLang="pt-BR" sz="2000" dirty="0" err="1">
                <a:solidFill>
                  <a:srgbClr val="000000"/>
                </a:solidFill>
                <a:ea typeface="Times New Roman" charset="0"/>
                <a:cs typeface="Times New Roman" charset="0"/>
              </a:rPr>
              <a:t>Portfólio</a:t>
            </a:r>
            <a:r>
              <a:rPr lang="en-US" altLang="pt-BR" sz="2000" dirty="0">
                <a:solidFill>
                  <a:srgbClr val="000000"/>
                </a:solidFill>
                <a:ea typeface="Times New Roman" charset="0"/>
                <a:cs typeface="Times New Roman" charset="0"/>
              </a:rPr>
              <a:t> de </a:t>
            </a:r>
            <a:r>
              <a:rPr lang="en-US" altLang="pt-BR" sz="2000" dirty="0" err="1">
                <a:solidFill>
                  <a:srgbClr val="000000"/>
                </a:solidFill>
                <a:ea typeface="Times New Roman" charset="0"/>
                <a:cs typeface="Times New Roman" charset="0"/>
              </a:rPr>
              <a:t>Produtos</a:t>
            </a:r>
            <a:endParaRPr lang="en-US" altLang="pt-BR" sz="2000" dirty="0">
              <a:solidFill>
                <a:srgbClr val="000000"/>
              </a:solidFill>
              <a:ea typeface="Times New Roman" charset="0"/>
              <a:cs typeface="Times New Roman" charset="0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pt-BR" sz="2000" dirty="0" err="1">
                <a:solidFill>
                  <a:srgbClr val="000000"/>
                </a:solidFill>
                <a:ea typeface="Times New Roman" charset="0"/>
                <a:cs typeface="Times New Roman" charset="0"/>
              </a:rPr>
              <a:t>Minuta</a:t>
            </a:r>
            <a:r>
              <a:rPr lang="en-US" altLang="pt-BR" sz="2000" dirty="0">
                <a:solidFill>
                  <a:srgbClr val="000000"/>
                </a:solidFill>
                <a:ea typeface="Times New Roman" charset="0"/>
                <a:cs typeface="Times New Roman" charset="0"/>
              </a:rPr>
              <a:t> de </a:t>
            </a:r>
            <a:r>
              <a:rPr lang="en-US" altLang="pt-BR" sz="2000" dirty="0" err="1">
                <a:solidFill>
                  <a:srgbClr val="000000"/>
                </a:solidFill>
                <a:ea typeface="Times New Roman" charset="0"/>
                <a:cs typeface="Times New Roman" charset="0"/>
              </a:rPr>
              <a:t>Projeto</a:t>
            </a:r>
            <a:endParaRPr lang="en-US" altLang="pt-BR" sz="2000" dirty="0">
              <a:solidFill>
                <a:srgbClr val="000000"/>
              </a:solidFill>
              <a:ea typeface="Times New Roman" charset="0"/>
              <a:cs typeface="Times New Roman" charset="0"/>
            </a:endParaRPr>
          </a:p>
        </p:txBody>
      </p:sp>
      <p:grpSp>
        <p:nvGrpSpPr>
          <p:cNvPr id="52236" name="Group 12"/>
          <p:cNvGrpSpPr>
            <a:grpSpLocks/>
          </p:cNvGrpSpPr>
          <p:nvPr/>
        </p:nvGrpSpPr>
        <p:grpSpPr bwMode="auto">
          <a:xfrm>
            <a:off x="6409313" y="4692649"/>
            <a:ext cx="3718938" cy="1167617"/>
            <a:chOff x="2365" y="2976"/>
            <a:chExt cx="1880" cy="630"/>
          </a:xfrm>
        </p:grpSpPr>
        <p:sp>
          <p:nvSpPr>
            <p:cNvPr id="52245" name="Text Box 14"/>
            <p:cNvSpPr txBox="1">
              <a:spLocks noChangeArrowheads="1"/>
            </p:cNvSpPr>
            <p:nvPr/>
          </p:nvSpPr>
          <p:spPr bwMode="auto">
            <a:xfrm>
              <a:off x="2475" y="3446"/>
              <a:ext cx="1731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2000" tIns="0" rIns="7200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en-US" altLang="pt-BR" sz="1800">
                  <a:solidFill>
                    <a:srgbClr val="000000"/>
                  </a:solidFill>
                  <a:ea typeface="Times New Roman" charset="0"/>
                  <a:cs typeface="Times New Roman" charset="0"/>
                </a:rPr>
                <a:t>Técnicas de Gestão de Portfólio</a:t>
              </a:r>
            </a:p>
          </p:txBody>
        </p:sp>
        <p:sp>
          <p:nvSpPr>
            <p:cNvPr id="256015" name="Text Box 15"/>
            <p:cNvSpPr txBox="1">
              <a:spLocks noChangeArrowheads="1"/>
            </p:cNvSpPr>
            <p:nvPr/>
          </p:nvSpPr>
          <p:spPr bwMode="auto">
            <a:xfrm>
              <a:off x="2365" y="2976"/>
              <a:ext cx="1880" cy="289"/>
            </a:xfrm>
            <a:prstGeom prst="rect">
              <a:avLst/>
            </a:prstGeom>
            <a:solidFill>
              <a:srgbClr val="FF3300"/>
            </a:solidFill>
            <a:ln w="12700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72000" tIns="0" rIns="72000" bIns="0">
              <a:spAutoFit/>
            </a:bodyPr>
            <a:lstStyle/>
            <a:p>
              <a:pPr>
                <a:defRPr/>
              </a:pPr>
              <a:r>
                <a:rPr lang="pt-BR">
                  <a:solidFill>
                    <a:schemeClr val="bg1"/>
                  </a:solidFill>
                </a:rPr>
                <a:t>Métodos, ferramentas, documentos de apoio</a:t>
              </a:r>
            </a:p>
          </p:txBody>
        </p:sp>
      </p:grpSp>
      <p:sp>
        <p:nvSpPr>
          <p:cNvPr id="256017" name="Text Box 17"/>
          <p:cNvSpPr txBox="1">
            <a:spLocks noChangeArrowheads="1"/>
          </p:cNvSpPr>
          <p:nvPr/>
        </p:nvSpPr>
        <p:spPr bwMode="auto">
          <a:xfrm>
            <a:off x="2073275" y="5142610"/>
            <a:ext cx="3724275" cy="274638"/>
          </a:xfrm>
          <a:prstGeom prst="rect">
            <a:avLst/>
          </a:prstGeom>
          <a:solidFill>
            <a:srgbClr val="FF3300"/>
          </a:solidFill>
          <a:ln w="12700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72000" tIns="0" rIns="72000" bIns="0">
            <a:spAutoFit/>
          </a:bodyPr>
          <a:lstStyle/>
          <a:p>
            <a:pPr>
              <a:defRPr/>
            </a:pPr>
            <a:r>
              <a:rPr lang="pt-BR">
                <a:solidFill>
                  <a:schemeClr val="bg1"/>
                </a:solidFill>
              </a:rPr>
              <a:t>Relação com outras atividades</a:t>
            </a:r>
          </a:p>
        </p:txBody>
      </p:sp>
      <p:sp>
        <p:nvSpPr>
          <p:cNvPr id="52239" name="Text Box 18"/>
          <p:cNvSpPr txBox="1">
            <a:spLocks noChangeArrowheads="1"/>
          </p:cNvSpPr>
          <p:nvPr/>
        </p:nvSpPr>
        <p:spPr bwMode="auto">
          <a:xfrm>
            <a:off x="2193925" y="5726378"/>
            <a:ext cx="3603625" cy="4308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pt-BR" sz="1400">
                <a:solidFill>
                  <a:srgbClr val="000000"/>
                </a:solidFill>
                <a:ea typeface="Times New Roman" charset="0"/>
                <a:cs typeface="Times New Roman" charset="0"/>
              </a:rPr>
              <a:t>Verificar a viabilidade do portfólio de produtos</a:t>
            </a:r>
            <a:endParaRPr lang="pt-BR" altLang="pt-BR" sz="1400">
              <a:solidFill>
                <a:srgbClr val="000000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52240" name="Rectangle 19"/>
          <p:cNvSpPr>
            <a:spLocks noChangeArrowheads="1"/>
          </p:cNvSpPr>
          <p:nvPr/>
        </p:nvSpPr>
        <p:spPr bwMode="auto">
          <a:xfrm>
            <a:off x="3211513" y="988544"/>
            <a:ext cx="32004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5000"/>
              </a:spcBef>
            </a:pPr>
            <a:r>
              <a:rPr lang="en-US" altLang="pt-BR" sz="1800">
                <a:solidFill>
                  <a:srgbClr val="000000"/>
                </a:solidFill>
                <a:ea typeface="Times New Roman" charset="0"/>
                <a:cs typeface="Times New Roman" charset="0"/>
              </a:rPr>
              <a:t>Lista</a:t>
            </a:r>
            <a:r>
              <a:rPr lang="en-US" altLang="pt-BR" sz="1800" dirty="0">
                <a:solidFill>
                  <a:srgbClr val="000000"/>
                </a:solidFill>
                <a:ea typeface="Times New Roman" charset="0"/>
                <a:cs typeface="Times New Roman" charset="0"/>
              </a:rPr>
              <a:t> de </a:t>
            </a:r>
            <a:r>
              <a:rPr lang="en-US" altLang="pt-BR" sz="1800" dirty="0" err="1">
                <a:solidFill>
                  <a:srgbClr val="000000"/>
                </a:solidFill>
                <a:ea typeface="Times New Roman" charset="0"/>
                <a:cs typeface="Times New Roman" charset="0"/>
              </a:rPr>
              <a:t>idéias</a:t>
            </a:r>
            <a:endParaRPr lang="pt-BR" altLang="pt-BR" sz="1800" dirty="0">
              <a:solidFill>
                <a:srgbClr val="000000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52241" name="Rectangle 20"/>
          <p:cNvSpPr>
            <a:spLocks noChangeArrowheads="1"/>
          </p:cNvSpPr>
          <p:nvPr/>
        </p:nvSpPr>
        <p:spPr bwMode="auto">
          <a:xfrm>
            <a:off x="6629400" y="6019800"/>
            <a:ext cx="34988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pt-BR" sz="1800" dirty="0" err="1">
                <a:solidFill>
                  <a:srgbClr val="000000"/>
                </a:solidFill>
                <a:ea typeface="Times New Roman" charset="0"/>
                <a:cs typeface="Times New Roman" charset="0"/>
              </a:rPr>
              <a:t>Técnicas</a:t>
            </a:r>
            <a:r>
              <a:rPr lang="en-US" altLang="pt-BR" sz="1800" dirty="0">
                <a:solidFill>
                  <a:srgbClr val="000000"/>
                </a:solidFill>
                <a:ea typeface="Times New Roman" charset="0"/>
                <a:cs typeface="Times New Roman" charset="0"/>
              </a:rPr>
              <a:t> de </a:t>
            </a:r>
            <a:r>
              <a:rPr lang="en-US" altLang="pt-BR" sz="1800" dirty="0" err="1">
                <a:solidFill>
                  <a:srgbClr val="000000"/>
                </a:solidFill>
                <a:ea typeface="Times New Roman" charset="0"/>
                <a:cs typeface="Times New Roman" charset="0"/>
              </a:rPr>
              <a:t>Gestão</a:t>
            </a:r>
            <a:r>
              <a:rPr lang="en-US" altLang="pt-BR" sz="1800" dirty="0">
                <a:solidFill>
                  <a:srgbClr val="000000"/>
                </a:solidFill>
                <a:ea typeface="Times New Roman" charset="0"/>
                <a:cs typeface="Times New Roman" charset="0"/>
              </a:rPr>
              <a:t> de </a:t>
            </a:r>
            <a:r>
              <a:rPr lang="en-US" altLang="pt-BR" sz="1800" dirty="0" err="1">
                <a:solidFill>
                  <a:srgbClr val="000000"/>
                </a:solidFill>
                <a:ea typeface="Times New Roman" charset="0"/>
                <a:cs typeface="Times New Roman" charset="0"/>
              </a:rPr>
              <a:t>Projetos</a:t>
            </a:r>
            <a:endParaRPr lang="pt-BR" altLang="pt-BR" sz="1800" dirty="0">
              <a:solidFill>
                <a:srgbClr val="000000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52242" name="Text Box 21"/>
          <p:cNvSpPr txBox="1">
            <a:spLocks noChangeArrowheads="1"/>
          </p:cNvSpPr>
          <p:nvPr/>
        </p:nvSpPr>
        <p:spPr bwMode="auto">
          <a:xfrm>
            <a:off x="6550026" y="1231900"/>
            <a:ext cx="3279775" cy="55399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pt-BR" sz="1800">
                <a:ea typeface="Times New Roman" charset="0"/>
                <a:cs typeface="Times New Roman" charset="0"/>
              </a:rPr>
              <a:t>Identificar projetos a serem abandonados e congelados</a:t>
            </a:r>
            <a:endParaRPr lang="pt-BR" altLang="pt-BR" sz="1800">
              <a:ea typeface="Times New Roman" charset="0"/>
              <a:cs typeface="Times New Roman" charset="0"/>
            </a:endParaRPr>
          </a:p>
        </p:txBody>
      </p:sp>
      <p:sp>
        <p:nvSpPr>
          <p:cNvPr id="52243" name="Text Box 22"/>
          <p:cNvSpPr txBox="1">
            <a:spLocks noChangeArrowheads="1"/>
          </p:cNvSpPr>
          <p:nvPr/>
        </p:nvSpPr>
        <p:spPr bwMode="auto">
          <a:xfrm>
            <a:off x="6550026" y="2035175"/>
            <a:ext cx="3279775" cy="55399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pt-BR" sz="1800">
                <a:ea typeface="Times New Roman" charset="0"/>
                <a:cs typeface="Times New Roman" charset="0"/>
              </a:rPr>
              <a:t>Identificar os novos projetos que deverão ser iniciados</a:t>
            </a:r>
            <a:endParaRPr lang="pt-BR" altLang="pt-BR" sz="1800"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868635" y="476672"/>
            <a:ext cx="8229600" cy="1066800"/>
          </a:xfrm>
        </p:spPr>
        <p:txBody>
          <a:bodyPr>
            <a:normAutofit/>
          </a:bodyPr>
          <a:lstStyle/>
          <a:p>
            <a:r>
              <a:rPr lang="pt-BR" sz="2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ópicos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DA AULA ANTERIOR</a:t>
            </a:r>
            <a:endParaRPr lang="pt-BR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>
          <a:xfrm>
            <a:off x="1029186" y="1543472"/>
            <a:ext cx="6271024" cy="4325112"/>
          </a:xfrm>
        </p:spPr>
        <p:txBody>
          <a:bodyPr>
            <a:normAutofit/>
          </a:bodyPr>
          <a:lstStyle/>
          <a:p>
            <a:pPr marL="624078" indent="-5143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+mj-lt"/>
              <a:buAutoNum type="arabicPeriod"/>
            </a:pPr>
            <a:r>
              <a:rPr lang="pt-BR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Introdu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ção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624078" indent="-5143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Idéia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do 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Produto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624078" indent="-5143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Processo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Planejamento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do 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Produto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(PP)</a:t>
            </a:r>
          </a:p>
          <a:p>
            <a:pPr marL="624078" indent="-5143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+mj-lt"/>
              <a:buAutoNum type="arabicPeriod"/>
            </a:pP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Metodologias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apoio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ao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PP</a:t>
            </a:r>
          </a:p>
          <a:p>
            <a:pPr marL="402336" lvl="1" indent="0">
              <a:lnSpc>
                <a:spcPct val="150000"/>
              </a:lnSpc>
              <a:buClr>
                <a:schemeClr val="bg1">
                  <a:lumMod val="50000"/>
                </a:schemeClr>
              </a:buClr>
              <a:buNone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4.1 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Gestão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do 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conhecimento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02336" lvl="1" indent="0">
              <a:lnSpc>
                <a:spcPct val="150000"/>
              </a:lnSpc>
              <a:buClr>
                <a:schemeClr val="bg1">
                  <a:lumMod val="50000"/>
                </a:schemeClr>
              </a:buClr>
              <a:buNone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4.2 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Inteligência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competitiva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02336" lvl="1" indent="0">
              <a:lnSpc>
                <a:spcPct val="150000"/>
              </a:lnSpc>
              <a:buClr>
                <a:schemeClr val="bg1">
                  <a:lumMod val="50000"/>
                </a:schemeClr>
              </a:buClr>
              <a:buNone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4.3 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Gestão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da 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inovação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produtos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02336" lvl="1" indent="0">
              <a:lnSpc>
                <a:spcPct val="150000"/>
              </a:lnSpc>
              <a:buClr>
                <a:schemeClr val="bg1">
                  <a:lumMod val="50000"/>
                </a:schemeClr>
              </a:buClr>
              <a:buNone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5. 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Métodos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Ferramentas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apoio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ao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PP</a:t>
            </a:r>
          </a:p>
          <a:p>
            <a:pPr marL="402336" lvl="1" indent="0">
              <a:lnSpc>
                <a:spcPct val="150000"/>
              </a:lnSpc>
              <a:buClr>
                <a:schemeClr val="bg1">
                  <a:lumMod val="50000"/>
                </a:schemeClr>
              </a:buClr>
              <a:buNone/>
            </a:pP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87313" lvl="1" indent="314325">
              <a:lnSpc>
                <a:spcPct val="150000"/>
              </a:lnSpc>
              <a:buClr>
                <a:schemeClr val="bg1">
                  <a:lumMod val="50000"/>
                </a:schemeClr>
              </a:buClr>
              <a:buNone/>
            </a:pP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053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1671" y="949370"/>
            <a:ext cx="10325725" cy="1066800"/>
          </a:xfrm>
        </p:spPr>
        <p:txBody>
          <a:bodyPr>
            <a:normAutofit fontScale="90000"/>
          </a:bodyPr>
          <a:lstStyle/>
          <a:p>
            <a:r>
              <a:rPr lang="pt-BR"/>
              <a:t>Contexto Planejamento </a:t>
            </a:r>
            <a:r>
              <a:rPr lang="pt-BR" dirty="0"/>
              <a:t>do produto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7176120" y="76470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INTRODU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ÇÃO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Diagrama 5"/>
          <p:cNvGraphicFramePr/>
          <p:nvPr>
            <p:extLst>
              <p:ext uri="{D42A27DB-BD31-4B8C-83A1-F6EECF244321}">
                <p14:modId xmlns:p14="http://schemas.microsoft.com/office/powerpoint/2010/main" val="1158095070"/>
              </p:ext>
            </p:extLst>
          </p:nvPr>
        </p:nvGraphicFramePr>
        <p:xfrm>
          <a:off x="4796852" y="2337539"/>
          <a:ext cx="5363148" cy="38007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aixaDeTexto 7"/>
          <p:cNvSpPr txBox="1"/>
          <p:nvPr/>
        </p:nvSpPr>
        <p:spPr>
          <a:xfrm>
            <a:off x="490927" y="2693076"/>
            <a:ext cx="4452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Processo de tomada de decisão</a:t>
            </a:r>
          </a:p>
        </p:txBody>
      </p:sp>
    </p:spTree>
    <p:extLst>
      <p:ext uri="{BB962C8B-B14F-4D97-AF65-F5344CB8AC3E}">
        <p14:creationId xmlns:p14="http://schemas.microsoft.com/office/powerpoint/2010/main" val="235649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050" y="980728"/>
            <a:ext cx="8304407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5663952" y="116632"/>
            <a:ext cx="5349280" cy="432048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>
                <a:solidFill>
                  <a:schemeClr val="bg1">
                    <a:lumMod val="50000"/>
                  </a:schemeClr>
                </a:solidFill>
              </a:rPr>
              <a:t>3. Processo de planejamento do produto</a:t>
            </a:r>
            <a:endParaRPr lang="pt-BR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313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5520" y="6093296"/>
            <a:ext cx="8892480" cy="764704"/>
          </a:xfrm>
        </p:spPr>
        <p:txBody>
          <a:bodyPr>
            <a:noAutofit/>
          </a:bodyPr>
          <a:lstStyle/>
          <a:p>
            <a:pPr algn="ctr"/>
            <a:r>
              <a:rPr lang="en-US" sz="1800" dirty="0" err="1"/>
              <a:t>Modelo</a:t>
            </a:r>
            <a:r>
              <a:rPr lang="en-US" sz="1800" dirty="0"/>
              <a:t> </a:t>
            </a:r>
            <a:r>
              <a:rPr lang="en-US" sz="1800" dirty="0" err="1"/>
              <a:t>genérico</a:t>
            </a:r>
            <a:r>
              <a:rPr lang="en-US" sz="1800" dirty="0"/>
              <a:t> de </a:t>
            </a:r>
            <a:r>
              <a:rPr lang="en-US" sz="1800" dirty="0" err="1"/>
              <a:t>planejamento</a:t>
            </a:r>
            <a:r>
              <a:rPr lang="en-US" sz="1800" dirty="0"/>
              <a:t> de </a:t>
            </a:r>
            <a:r>
              <a:rPr lang="en-US" sz="1800" dirty="0" err="1"/>
              <a:t>produto</a:t>
            </a:r>
            <a:r>
              <a:rPr lang="en-US" sz="1800" dirty="0"/>
              <a:t> (</a:t>
            </a:r>
            <a:r>
              <a:rPr lang="en-US" sz="1800" dirty="0" err="1"/>
              <a:t>Adaptado</a:t>
            </a:r>
            <a:r>
              <a:rPr lang="en-US" sz="1800" dirty="0"/>
              <a:t> de </a:t>
            </a:r>
            <a:r>
              <a:rPr lang="en-US" sz="1800" dirty="0" err="1"/>
              <a:t>Sidén</a:t>
            </a:r>
            <a:r>
              <a:rPr lang="en-US" sz="1800" dirty="0"/>
              <a:t>, Lindstrom e Paul, 2000)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008" y="216026"/>
            <a:ext cx="8057926" cy="5877271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5735960" y="15846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pt-BR" sz="1600">
                <a:solidFill>
                  <a:schemeClr val="bg1">
                    <a:lumMod val="50000"/>
                  </a:schemeClr>
                </a:solidFill>
              </a:rPr>
              <a:t>3. 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</a:rPr>
              <a:t>Processo de planejamento do produto</a:t>
            </a:r>
          </a:p>
        </p:txBody>
      </p:sp>
    </p:spTree>
    <p:extLst>
      <p:ext uri="{BB962C8B-B14F-4D97-AF65-F5344CB8AC3E}">
        <p14:creationId xmlns:p14="http://schemas.microsoft.com/office/powerpoint/2010/main" val="3953642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5520" y="6093296"/>
            <a:ext cx="8892480" cy="764704"/>
          </a:xfrm>
        </p:spPr>
        <p:txBody>
          <a:bodyPr>
            <a:noAutofit/>
          </a:bodyPr>
          <a:lstStyle/>
          <a:p>
            <a:pPr algn="ctr"/>
            <a:r>
              <a:rPr lang="en-US" sz="1800" dirty="0" err="1"/>
              <a:t>Modelo</a:t>
            </a:r>
            <a:r>
              <a:rPr lang="en-US" sz="1800" dirty="0"/>
              <a:t> </a:t>
            </a:r>
            <a:r>
              <a:rPr lang="en-US" sz="1800" dirty="0" err="1"/>
              <a:t>genérico</a:t>
            </a:r>
            <a:r>
              <a:rPr lang="en-US" sz="1800" dirty="0"/>
              <a:t> de </a:t>
            </a:r>
            <a:r>
              <a:rPr lang="en-US" sz="1800" dirty="0" err="1"/>
              <a:t>planejamento</a:t>
            </a:r>
            <a:r>
              <a:rPr lang="en-US" sz="1800" dirty="0"/>
              <a:t> de </a:t>
            </a:r>
            <a:r>
              <a:rPr lang="en-US" sz="1800" dirty="0" err="1"/>
              <a:t>produto</a:t>
            </a:r>
            <a:r>
              <a:rPr lang="en-US" sz="1800" dirty="0"/>
              <a:t> (</a:t>
            </a:r>
            <a:r>
              <a:rPr lang="en-US" sz="1800" dirty="0" err="1"/>
              <a:t>Adaptado</a:t>
            </a:r>
            <a:r>
              <a:rPr lang="en-US" sz="1800" dirty="0"/>
              <a:t> de </a:t>
            </a:r>
            <a:r>
              <a:rPr lang="en-US" sz="1800" dirty="0" err="1"/>
              <a:t>Sidén</a:t>
            </a:r>
            <a:r>
              <a:rPr lang="en-US" sz="1800" dirty="0"/>
              <a:t>, Lindstrom e Paul, 2000)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498" y="332657"/>
            <a:ext cx="8057926" cy="5877271"/>
          </a:xfrm>
          <a:prstGeom prst="rect">
            <a:avLst/>
          </a:prstGeom>
        </p:spPr>
      </p:pic>
      <p:sp>
        <p:nvSpPr>
          <p:cNvPr id="3" name="Balão de Nuvem 2"/>
          <p:cNvSpPr/>
          <p:nvPr/>
        </p:nvSpPr>
        <p:spPr>
          <a:xfrm>
            <a:off x="5994845" y="332657"/>
            <a:ext cx="5849491" cy="2380828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charset="0"/>
              <a:buChar char="•"/>
            </a:pPr>
            <a:r>
              <a:rPr lang="pt-BR" dirty="0"/>
              <a:t>As atividades  que devem ser executadas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pt-BR" dirty="0"/>
              <a:t>Priorizar as id</a:t>
            </a:r>
            <a:r>
              <a:rPr lang="en-US" dirty="0" err="1"/>
              <a:t>éias</a:t>
            </a:r>
            <a:r>
              <a:rPr lang="en-US" dirty="0"/>
              <a:t> de forma </a:t>
            </a:r>
            <a:r>
              <a:rPr lang="en-US" dirty="0" err="1"/>
              <a:t>clara</a:t>
            </a:r>
            <a:r>
              <a:rPr lang="en-US" dirty="0"/>
              <a:t> e </a:t>
            </a:r>
            <a:r>
              <a:rPr lang="en-US" dirty="0" err="1"/>
              <a:t>objetiva</a:t>
            </a:r>
            <a:endParaRPr lang="en-US" dirty="0"/>
          </a:p>
          <a:p>
            <a:pPr marL="285750" indent="-285750" algn="just">
              <a:buFont typeface="Arial" charset="0"/>
              <a:buChar char="•"/>
            </a:pPr>
            <a:r>
              <a:rPr lang="en-US" dirty="0" err="1"/>
              <a:t>Gerenciamento</a:t>
            </a:r>
            <a:r>
              <a:rPr lang="en-US" dirty="0"/>
              <a:t> dos </a:t>
            </a:r>
            <a:r>
              <a:rPr lang="en-US" dirty="0" err="1"/>
              <a:t>projetos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127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5520" y="6093296"/>
            <a:ext cx="8892480" cy="764704"/>
          </a:xfrm>
        </p:spPr>
        <p:txBody>
          <a:bodyPr>
            <a:noAutofit/>
          </a:bodyPr>
          <a:lstStyle/>
          <a:p>
            <a:pPr algn="ctr"/>
            <a:r>
              <a:rPr lang="en-US" sz="1800" dirty="0" err="1"/>
              <a:t>Modelo</a:t>
            </a:r>
            <a:r>
              <a:rPr lang="en-US" sz="1800" dirty="0"/>
              <a:t> </a:t>
            </a:r>
            <a:r>
              <a:rPr lang="en-US" sz="1800" dirty="0" err="1"/>
              <a:t>genérico</a:t>
            </a:r>
            <a:r>
              <a:rPr lang="en-US" sz="1800" dirty="0"/>
              <a:t> de </a:t>
            </a:r>
            <a:r>
              <a:rPr lang="en-US" sz="1800" dirty="0" err="1"/>
              <a:t>planejamento</a:t>
            </a:r>
            <a:r>
              <a:rPr lang="en-US" sz="1800" dirty="0"/>
              <a:t> de </a:t>
            </a:r>
            <a:r>
              <a:rPr lang="en-US" sz="1800" dirty="0" err="1"/>
              <a:t>produto</a:t>
            </a:r>
            <a:r>
              <a:rPr lang="en-US" sz="1800" dirty="0"/>
              <a:t> (</a:t>
            </a:r>
            <a:r>
              <a:rPr lang="en-US" sz="1800" dirty="0" err="1"/>
              <a:t>Adaptado</a:t>
            </a:r>
            <a:r>
              <a:rPr lang="en-US" sz="1800" dirty="0"/>
              <a:t> de </a:t>
            </a:r>
            <a:r>
              <a:rPr lang="en-US" sz="1800" dirty="0" err="1"/>
              <a:t>Sidén</a:t>
            </a:r>
            <a:r>
              <a:rPr lang="en-US" sz="1800" dirty="0"/>
              <a:t>, Lindstrom e Paul, 2000)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498" y="332657"/>
            <a:ext cx="8057926" cy="5877271"/>
          </a:xfrm>
          <a:prstGeom prst="rect">
            <a:avLst/>
          </a:prstGeom>
        </p:spPr>
      </p:pic>
      <p:sp>
        <p:nvSpPr>
          <p:cNvPr id="3" name="Balão de Nuvem 2"/>
          <p:cNvSpPr/>
          <p:nvPr/>
        </p:nvSpPr>
        <p:spPr>
          <a:xfrm>
            <a:off x="4583832" y="116632"/>
            <a:ext cx="6460406" cy="2297956"/>
          </a:xfrm>
          <a:prstGeom prst="cloudCallout">
            <a:avLst>
              <a:gd name="adj1" fmla="val -6229"/>
              <a:gd name="adj2" fmla="val 618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charset="0"/>
              <a:buChar char="•"/>
            </a:pPr>
            <a:r>
              <a:rPr lang="pt-BR" dirty="0"/>
              <a:t>M</a:t>
            </a:r>
            <a:r>
              <a:rPr lang="en-US" dirty="0" err="1"/>
              <a:t>étodos</a:t>
            </a:r>
            <a:r>
              <a:rPr lang="en-US" dirty="0"/>
              <a:t> e </a:t>
            </a:r>
            <a:r>
              <a:rPr lang="en-US" dirty="0" err="1"/>
              <a:t>ferramentas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compomentes</a:t>
            </a:r>
            <a:r>
              <a:rPr lang="en-US" dirty="0"/>
              <a:t> </a:t>
            </a:r>
            <a:r>
              <a:rPr lang="en-US" dirty="0" err="1"/>
              <a:t>operacionais</a:t>
            </a:r>
            <a:r>
              <a:rPr lang="en-US" dirty="0"/>
              <a:t> de </a:t>
            </a:r>
            <a:r>
              <a:rPr lang="en-US" dirty="0" err="1"/>
              <a:t>suporte</a:t>
            </a:r>
            <a:r>
              <a:rPr lang="en-US" dirty="0"/>
              <a:t> as </a:t>
            </a:r>
            <a:r>
              <a:rPr lang="en-US" dirty="0" err="1"/>
              <a:t>atividades</a:t>
            </a:r>
            <a:r>
              <a:rPr lang="en-US" dirty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56486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5520" y="6093296"/>
            <a:ext cx="8892480" cy="764704"/>
          </a:xfrm>
        </p:spPr>
        <p:txBody>
          <a:bodyPr>
            <a:noAutofit/>
          </a:bodyPr>
          <a:lstStyle/>
          <a:p>
            <a:pPr algn="ctr"/>
            <a:r>
              <a:rPr lang="en-US" sz="1800" dirty="0" err="1"/>
              <a:t>Modelo</a:t>
            </a:r>
            <a:r>
              <a:rPr lang="en-US" sz="1800" dirty="0"/>
              <a:t> </a:t>
            </a:r>
            <a:r>
              <a:rPr lang="en-US" sz="1800" dirty="0" err="1"/>
              <a:t>genérico</a:t>
            </a:r>
            <a:r>
              <a:rPr lang="en-US" sz="1800" dirty="0"/>
              <a:t> de </a:t>
            </a:r>
            <a:r>
              <a:rPr lang="en-US" sz="1800" dirty="0" err="1"/>
              <a:t>planejamento</a:t>
            </a:r>
            <a:r>
              <a:rPr lang="en-US" sz="1800" dirty="0"/>
              <a:t> de </a:t>
            </a:r>
            <a:r>
              <a:rPr lang="en-US" sz="1800" dirty="0" err="1"/>
              <a:t>produto</a:t>
            </a:r>
            <a:r>
              <a:rPr lang="en-US" sz="1800" dirty="0"/>
              <a:t> (</a:t>
            </a:r>
            <a:r>
              <a:rPr lang="en-US" sz="1800" dirty="0" err="1"/>
              <a:t>Adaptado</a:t>
            </a:r>
            <a:r>
              <a:rPr lang="en-US" sz="1800" dirty="0"/>
              <a:t> de </a:t>
            </a:r>
            <a:r>
              <a:rPr lang="en-US" sz="1800" dirty="0" err="1"/>
              <a:t>Sidén</a:t>
            </a:r>
            <a:r>
              <a:rPr lang="en-US" sz="1800" dirty="0"/>
              <a:t>, Lindstrom e Paul, 2000)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498" y="332657"/>
            <a:ext cx="8057926" cy="5877271"/>
          </a:xfrm>
          <a:prstGeom prst="rect">
            <a:avLst/>
          </a:prstGeom>
        </p:spPr>
      </p:pic>
      <p:sp>
        <p:nvSpPr>
          <p:cNvPr id="3" name="Balão de Nuvem 2"/>
          <p:cNvSpPr/>
          <p:nvPr/>
        </p:nvSpPr>
        <p:spPr>
          <a:xfrm>
            <a:off x="5447927" y="188640"/>
            <a:ext cx="6010647" cy="2111648"/>
          </a:xfrm>
          <a:prstGeom prst="cloudCallout">
            <a:avLst>
              <a:gd name="adj1" fmla="val -21136"/>
              <a:gd name="adj2" fmla="val 5416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charset="0"/>
              <a:buChar char="•"/>
            </a:pPr>
            <a:r>
              <a:rPr lang="pt-BR" dirty="0"/>
              <a:t>Gerenciamentos em que se insere as </a:t>
            </a:r>
            <a:r>
              <a:rPr lang="pt-BR" dirty="0" err="1"/>
              <a:t>estrat</a:t>
            </a:r>
            <a:r>
              <a:rPr lang="en-US" dirty="0" err="1"/>
              <a:t>égias</a:t>
            </a:r>
            <a:r>
              <a:rPr lang="en-US" dirty="0"/>
              <a:t> da </a:t>
            </a:r>
            <a:r>
              <a:rPr lang="en-US" dirty="0" err="1"/>
              <a:t>organização</a:t>
            </a:r>
            <a:r>
              <a:rPr lang="en-US" dirty="0"/>
              <a:t>,  a </a:t>
            </a:r>
            <a:r>
              <a:rPr lang="en-US" dirty="0" err="1"/>
              <a:t>visão</a:t>
            </a:r>
            <a:r>
              <a:rPr lang="en-US" dirty="0"/>
              <a:t> do </a:t>
            </a:r>
            <a:r>
              <a:rPr lang="en-US" dirty="0" err="1"/>
              <a:t>mercado</a:t>
            </a:r>
            <a:r>
              <a:rPr lang="en-US" dirty="0"/>
              <a:t>, as </a:t>
            </a:r>
            <a:r>
              <a:rPr lang="en-US" dirty="0" err="1"/>
              <a:t>competências</a:t>
            </a:r>
            <a:r>
              <a:rPr lang="en-US" dirty="0"/>
              <a:t> e a infra-</a:t>
            </a:r>
            <a:r>
              <a:rPr lang="en-US" dirty="0" err="1"/>
              <a:t>estrutura</a:t>
            </a:r>
            <a:r>
              <a:rPr lang="en-US" dirty="0"/>
              <a:t> </a:t>
            </a:r>
            <a:r>
              <a:rPr lang="en-US" dirty="0" err="1"/>
              <a:t>necessária</a:t>
            </a:r>
            <a:r>
              <a:rPr lang="en-US" dirty="0"/>
              <a:t>.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815009" y="332656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MODELOS GERAIS DE PP</a:t>
            </a:r>
          </a:p>
        </p:txBody>
      </p:sp>
    </p:spTree>
    <p:extLst>
      <p:ext uri="{BB962C8B-B14F-4D97-AF65-F5344CB8AC3E}">
        <p14:creationId xmlns:p14="http://schemas.microsoft.com/office/powerpoint/2010/main" val="1051384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F87DE54-23E0-BA6A-4B00-39E947E7E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503920" cy="1293028"/>
          </a:xfrm>
        </p:spPr>
        <p:txBody>
          <a:bodyPr anchor="ctr">
            <a:normAutofit/>
          </a:bodyPr>
          <a:lstStyle/>
          <a:p>
            <a:r>
              <a:rPr lang="pt-BR" dirty="0"/>
              <a:t>Mapa tecnológico</a:t>
            </a:r>
          </a:p>
        </p:txBody>
      </p:sp>
      <p:pic>
        <p:nvPicPr>
          <p:cNvPr id="7" name="Picture 6" descr="Mapa digital con fondo de dispersión de luz">
            <a:extLst>
              <a:ext uri="{FF2B5EF4-FFF2-40B4-BE49-F238E27FC236}">
                <a16:creationId xmlns:a16="http://schemas.microsoft.com/office/drawing/2014/main" id="{103262FA-D1AB-CBCB-22A6-9BB3145F83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158" r="2" b="20372"/>
          <a:stretch/>
        </p:blipFill>
        <p:spPr>
          <a:xfrm>
            <a:off x="792480" y="2194560"/>
            <a:ext cx="10607040" cy="40690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14612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6" y="1286160"/>
            <a:ext cx="10601324" cy="465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8" name="CaixaDeTexto 2"/>
          <p:cNvSpPr txBox="1">
            <a:spLocks noChangeArrowheads="1"/>
          </p:cNvSpPr>
          <p:nvPr/>
        </p:nvSpPr>
        <p:spPr bwMode="auto">
          <a:xfrm>
            <a:off x="2235200" y="657226"/>
            <a:ext cx="8305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pt-BR" altLang="pt-BR"/>
              <a:t>Planejamento de produtos (Criação de mapa tecnológico)  </a:t>
            </a:r>
          </a:p>
        </p:txBody>
      </p:sp>
      <p:sp>
        <p:nvSpPr>
          <p:cNvPr id="60419" name="CaixaDeTexto 3"/>
          <p:cNvSpPr txBox="1">
            <a:spLocks noChangeArrowheads="1"/>
          </p:cNvSpPr>
          <p:nvPr/>
        </p:nvSpPr>
        <p:spPr bwMode="auto">
          <a:xfrm>
            <a:off x="1555750" y="5900881"/>
            <a:ext cx="5702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pt-BR" altLang="pt-BR"/>
              <a:t>Fonte: </a:t>
            </a:r>
            <a:r>
              <a:rPr lang="pt-BR" altLang="pt-BR" dirty="0" err="1"/>
              <a:t>Phaal</a:t>
            </a:r>
            <a:r>
              <a:rPr lang="pt-BR" altLang="pt-BR" dirty="0"/>
              <a:t> et al (2004)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87" y="387351"/>
            <a:ext cx="7477125" cy="6575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63" y="2054226"/>
            <a:ext cx="11068637" cy="3247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6" name="CaixaDeTexto 2"/>
          <p:cNvSpPr txBox="1">
            <a:spLocks noChangeArrowheads="1"/>
          </p:cNvSpPr>
          <p:nvPr/>
        </p:nvSpPr>
        <p:spPr bwMode="auto">
          <a:xfrm>
            <a:off x="3378200" y="1270001"/>
            <a:ext cx="5626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pt-BR" altLang="pt-BR"/>
              <a:t>Exemplo de mapeamento tecnológico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78488"/>
            <a:ext cx="9529762" cy="6859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5901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49995"/>
            <a:ext cx="8960296" cy="620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2474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-99746"/>
            <a:ext cx="10044113" cy="7026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1246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6" y="41415"/>
            <a:ext cx="10239376" cy="6815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28423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1" y="476672"/>
            <a:ext cx="8451209" cy="6172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49969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343026" y="3159102"/>
            <a:ext cx="10028435" cy="3398862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pt-BR" sz="2400" dirty="0"/>
              <a:t>O </a:t>
            </a:r>
            <a:r>
              <a:rPr lang="pt-BR" sz="2400" dirty="0">
                <a:solidFill>
                  <a:srgbClr val="FF0000"/>
                </a:solidFill>
              </a:rPr>
              <a:t>PLANEJAMENTO DO PROJETO </a:t>
            </a:r>
            <a:r>
              <a:rPr lang="pt-BR" sz="2400" dirty="0"/>
              <a:t>inicia com a ideia definida no planejamento do produto e estabelece os requisitos para conduzir o projeto (</a:t>
            </a:r>
            <a:r>
              <a:rPr lang="pt-BR" sz="2400" i="1" dirty="0" err="1"/>
              <a:t>project</a:t>
            </a:r>
            <a:r>
              <a:rPr lang="pt-BR" sz="2400" dirty="0"/>
              <a:t>) de forma eficiente e eficaz</a:t>
            </a:r>
          </a:p>
          <a:p>
            <a:pPr algn="just">
              <a:lnSpc>
                <a:spcPct val="150000"/>
              </a:lnSpc>
            </a:pPr>
            <a:r>
              <a:rPr lang="pt-BR" sz="2400" dirty="0"/>
              <a:t>O </a:t>
            </a:r>
            <a:r>
              <a:rPr lang="pt-BR" sz="2400" dirty="0">
                <a:solidFill>
                  <a:srgbClr val="FF0000"/>
                </a:solidFill>
              </a:rPr>
              <a:t>PLANEJAMENTO DO PROJETO </a:t>
            </a:r>
            <a:r>
              <a:rPr lang="pt-BR" sz="2400" dirty="0"/>
              <a:t>fornece as informações necessárias para a execução do processo de projeto e implantação do produto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7" y="404665"/>
            <a:ext cx="6486525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05713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1379476" y="463996"/>
            <a:ext cx="8856984" cy="3096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pt-BR" sz="5400" b="1" i="1" dirty="0">
                <a:solidFill>
                  <a:srgbClr val="002060"/>
                </a:solidFill>
                <a:latin typeface="Tw Cen MT" pitchFamily="34" charset="0"/>
              </a:rPr>
              <a:t>TRL:</a:t>
            </a:r>
          </a:p>
          <a:p>
            <a:pPr algn="ctr">
              <a:lnSpc>
                <a:spcPts val="6000"/>
              </a:lnSpc>
            </a:pPr>
            <a:r>
              <a:rPr lang="pt-BR" sz="4800" i="1" dirty="0">
                <a:solidFill>
                  <a:srgbClr val="002060"/>
                </a:solidFill>
                <a:latin typeface="Tw Cen MT" pitchFamily="34" charset="0"/>
              </a:rPr>
              <a:t>Nível de maturidade tecnológica</a:t>
            </a:r>
          </a:p>
          <a:p>
            <a:pPr algn="ctr">
              <a:lnSpc>
                <a:spcPts val="6000"/>
              </a:lnSpc>
            </a:pPr>
            <a:r>
              <a:rPr lang="pt-BR" sz="3600" i="1" dirty="0">
                <a:solidFill>
                  <a:srgbClr val="002060"/>
                </a:solidFill>
                <a:latin typeface="Tw Cen MT" pitchFamily="34" charset="0"/>
              </a:rPr>
              <a:t>Etapas para avaliar o nível de maturidade um projeto de produto!</a:t>
            </a:r>
          </a:p>
        </p:txBody>
      </p:sp>
    </p:spTree>
    <p:extLst>
      <p:ext uri="{BB962C8B-B14F-4D97-AF65-F5344CB8AC3E}">
        <p14:creationId xmlns:p14="http://schemas.microsoft.com/office/powerpoint/2010/main" val="31218384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1696979" y="5366634"/>
            <a:ext cx="8784976" cy="1374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pt-BR" sz="4800" b="1" i="1" dirty="0">
                <a:solidFill>
                  <a:srgbClr val="00B050"/>
                </a:solidFill>
                <a:latin typeface="Tw Cen MT" pitchFamily="34" charset="0"/>
              </a:rPr>
              <a:t>Mas como verificar se sua ideia já está madura o suficiente para isso?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523999" y="618132"/>
            <a:ext cx="1083821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pt-BR" sz="3600" b="1" i="1" dirty="0">
                <a:solidFill>
                  <a:srgbClr val="002060"/>
                </a:solidFill>
                <a:latin typeface="Tw Cen MT" pitchFamily="34" charset="0"/>
                <a:sym typeface="Wingdings" pitchFamily="2" charset="2"/>
              </a:rPr>
              <a:t>A forma mais usada para isso:</a:t>
            </a:r>
          </a:p>
          <a:p>
            <a:pPr algn="ctr">
              <a:lnSpc>
                <a:spcPts val="4500"/>
              </a:lnSpc>
            </a:pPr>
            <a:r>
              <a:rPr lang="pt-BR" sz="4800" b="1" i="1" dirty="0">
                <a:solidFill>
                  <a:srgbClr val="002060"/>
                </a:solidFill>
                <a:latin typeface="Tw Cen MT" pitchFamily="34" charset="0"/>
                <a:sym typeface="Wingdings" pitchFamily="2" charset="2"/>
              </a:rPr>
              <a:t>Technology </a:t>
            </a:r>
            <a:r>
              <a:rPr lang="pt-BR" sz="4800" b="1" i="1" dirty="0" err="1">
                <a:solidFill>
                  <a:srgbClr val="002060"/>
                </a:solidFill>
                <a:latin typeface="Tw Cen MT" pitchFamily="34" charset="0"/>
                <a:sym typeface="Wingdings" pitchFamily="2" charset="2"/>
              </a:rPr>
              <a:t>Readiness</a:t>
            </a:r>
            <a:r>
              <a:rPr lang="pt-BR" sz="4800" b="1" i="1" dirty="0">
                <a:solidFill>
                  <a:srgbClr val="002060"/>
                </a:solidFill>
                <a:latin typeface="Tw Cen MT" pitchFamily="34" charset="0"/>
                <a:sym typeface="Wingdings" pitchFamily="2" charset="2"/>
              </a:rPr>
              <a:t> </a:t>
            </a:r>
            <a:r>
              <a:rPr lang="pt-BR" sz="4800" b="1" i="1" dirty="0" err="1">
                <a:solidFill>
                  <a:srgbClr val="002060"/>
                </a:solidFill>
                <a:latin typeface="Tw Cen MT" pitchFamily="34" charset="0"/>
                <a:sym typeface="Wingdings" pitchFamily="2" charset="2"/>
              </a:rPr>
              <a:t>Level</a:t>
            </a:r>
            <a:endParaRPr lang="pt-BR" sz="4800" b="1" i="1" dirty="0">
              <a:solidFill>
                <a:srgbClr val="002060"/>
              </a:solidFill>
              <a:latin typeface="Tw Cen MT" pitchFamily="34" charset="0"/>
              <a:sym typeface="Wingdings" pitchFamily="2" charset="2"/>
            </a:endParaRPr>
          </a:p>
          <a:p>
            <a:pPr algn="ctr">
              <a:lnSpc>
                <a:spcPts val="4500"/>
              </a:lnSpc>
            </a:pPr>
            <a:r>
              <a:rPr lang="pt-BR" sz="4800" b="1" i="1" dirty="0">
                <a:solidFill>
                  <a:srgbClr val="002060"/>
                </a:solidFill>
                <a:latin typeface="Tw Cen MT" pitchFamily="34" charset="0"/>
                <a:sym typeface="Wingdings" pitchFamily="2" charset="2"/>
              </a:rPr>
              <a:t>TRL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CEB8298-EEEC-2B3C-5B97-25DCA0CF89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782" t="39510" r="9991" b="29196"/>
          <a:stretch/>
        </p:blipFill>
        <p:spPr>
          <a:xfrm>
            <a:off x="1524000" y="2405471"/>
            <a:ext cx="9144000" cy="308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4153"/>
          <a:stretch/>
        </p:blipFill>
        <p:spPr>
          <a:xfrm>
            <a:off x="3647728" y="116632"/>
            <a:ext cx="4788024" cy="2663552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7112" t="13184" r="1995" b="22608"/>
          <a:stretch/>
        </p:blipFill>
        <p:spPr>
          <a:xfrm>
            <a:off x="2383988" y="2780928"/>
            <a:ext cx="7528436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0467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496" y="36004"/>
            <a:ext cx="9036496" cy="677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8545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16224" t="20482" r="11898" b="12048"/>
          <a:stretch/>
        </p:blipFill>
        <p:spPr>
          <a:xfrm>
            <a:off x="1555334" y="332656"/>
            <a:ext cx="9001000" cy="612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9741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271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A38E6FC-F57B-7D4C-BA01-F6406CDBBC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8403"/>
          <a:stretch/>
        </p:blipFill>
        <p:spPr bwMode="auto">
          <a:xfrm>
            <a:off x="1811813" y="980728"/>
            <a:ext cx="8568375" cy="4395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23843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516BE9E-B09E-5741-880B-1DDB5FC99B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8403"/>
          <a:stretch/>
        </p:blipFill>
        <p:spPr bwMode="auto">
          <a:xfrm>
            <a:off x="1998632" y="1145382"/>
            <a:ext cx="8281810" cy="4278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E3B997B6-B6A6-CC4D-95AA-4AD41BEBD92F}"/>
              </a:ext>
            </a:extLst>
          </p:cNvPr>
          <p:cNvSpPr/>
          <p:nvPr/>
        </p:nvSpPr>
        <p:spPr>
          <a:xfrm>
            <a:off x="7344224" y="5066993"/>
            <a:ext cx="2072640" cy="1118857"/>
          </a:xfrm>
          <a:prstGeom prst="ellipse">
            <a:avLst/>
          </a:prstGeom>
          <a:noFill/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Texto 5">
            <a:extLst>
              <a:ext uri="{FF2B5EF4-FFF2-40B4-BE49-F238E27FC236}">
                <a16:creationId xmlns:a16="http://schemas.microsoft.com/office/drawing/2014/main" id="{67006A66-93BE-5845-B343-D1E0770B3D22}"/>
              </a:ext>
            </a:extLst>
          </p:cNvPr>
          <p:cNvSpPr txBox="1">
            <a:spLocks/>
          </p:cNvSpPr>
          <p:nvPr/>
        </p:nvSpPr>
        <p:spPr>
          <a:xfrm>
            <a:off x="4364341" y="5325617"/>
            <a:ext cx="5157787" cy="823912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/>
              <a:t>MVP e PROTÓTIPO</a:t>
            </a:r>
          </a:p>
        </p:txBody>
      </p:sp>
      <p:sp>
        <p:nvSpPr>
          <p:cNvPr id="5" name="Espaço Reservado para Texto 5">
            <a:extLst>
              <a:ext uri="{FF2B5EF4-FFF2-40B4-BE49-F238E27FC236}">
                <a16:creationId xmlns:a16="http://schemas.microsoft.com/office/drawing/2014/main" id="{AD20259A-0BF4-6A4E-9075-BE739625E761}"/>
              </a:ext>
            </a:extLst>
          </p:cNvPr>
          <p:cNvSpPr txBox="1">
            <a:spLocks/>
          </p:cNvSpPr>
          <p:nvPr/>
        </p:nvSpPr>
        <p:spPr>
          <a:xfrm>
            <a:off x="7494343" y="5341062"/>
            <a:ext cx="2409721" cy="8239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/>
              <a:t>PRODUTO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E67D634-FBE6-3449-A39F-74AE9B962B29}"/>
              </a:ext>
            </a:extLst>
          </p:cNvPr>
          <p:cNvSpPr/>
          <p:nvPr/>
        </p:nvSpPr>
        <p:spPr>
          <a:xfrm rot="18986342">
            <a:off x="8150694" y="3956740"/>
            <a:ext cx="3034129" cy="379036"/>
          </a:xfrm>
          <a:prstGeom prst="rect">
            <a:avLst/>
          </a:prstGeom>
          <a:solidFill>
            <a:srgbClr val="FFC000"/>
          </a:solidFill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OPORTUNIDADE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F741DDE-8BA3-F54E-8136-6827F3AAD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686" y="5737573"/>
            <a:ext cx="1003240" cy="75437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94295C6-33D9-CE4A-B0C5-E910D04E2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494" y="5835920"/>
            <a:ext cx="942091" cy="44503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FBC508F-50A1-FD49-A4CF-A7351E43B8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7584" y="5823563"/>
            <a:ext cx="1306640" cy="682825"/>
          </a:xfrm>
          <a:prstGeom prst="rect">
            <a:avLst/>
          </a:prstGeom>
        </p:spPr>
      </p:pic>
      <p:sp>
        <p:nvSpPr>
          <p:cNvPr id="10" name="Seta para a Direita 9">
            <a:extLst>
              <a:ext uri="{FF2B5EF4-FFF2-40B4-BE49-F238E27FC236}">
                <a16:creationId xmlns:a16="http://schemas.microsoft.com/office/drawing/2014/main" id="{E880F391-B472-9C4C-BAC1-CF6E922D34F1}"/>
              </a:ext>
            </a:extLst>
          </p:cNvPr>
          <p:cNvSpPr/>
          <p:nvPr/>
        </p:nvSpPr>
        <p:spPr>
          <a:xfrm>
            <a:off x="2923781" y="149373"/>
            <a:ext cx="6598346" cy="9596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DESENVOLVIMENTO DE PRODUTOS ?</a:t>
            </a:r>
          </a:p>
        </p:txBody>
      </p:sp>
    </p:spTree>
    <p:extLst>
      <p:ext uri="{BB962C8B-B14F-4D97-AF65-F5344CB8AC3E}">
        <p14:creationId xmlns:p14="http://schemas.microsoft.com/office/powerpoint/2010/main" val="34630491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CFD44ED7-C545-FA4B-A07C-954DC1D86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760" y="247160"/>
            <a:ext cx="8892480" cy="636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1176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New venture financing cycle | Download Scientific Diagram">
            <a:extLst>
              <a:ext uri="{FF2B5EF4-FFF2-40B4-BE49-F238E27FC236}">
                <a16:creationId xmlns:a16="http://schemas.microsoft.com/office/drawing/2014/main" id="{F621B124-CB27-2C4E-8941-3443B4ADD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38150"/>
            <a:ext cx="9144000" cy="598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505990"/>
      </p:ext>
    </p:extLst>
  </p:cSld>
  <p:clrMapOvr>
    <a:masterClrMapping/>
  </p:clrMapOvr>
</p:sld>
</file>

<file path=ppt/theme/theme1.xml><?xml version="1.0" encoding="utf-8"?>
<a:theme xmlns:a="http://schemas.openxmlformats.org/drawingml/2006/main" name="Trilha de Vapor">
  <a:themeElements>
    <a:clrScheme name="Trilha de Vapor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Trilha de Vapor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ilha de Vapor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ula x revisao _PEP" id="{C8D1C57B-5A54-B649-9338-7F3C896AC25E}" vid="{101EDB16-7379-244D-B1C5-CFF354CDF2F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B952CF52B7DE4ABAC1D5EF85AB9ACF" ma:contentTypeVersion="8" ma:contentTypeDescription="Crie um novo documento." ma:contentTypeScope="" ma:versionID="4012478236954615fd655ec24943ae3a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e7b2c68f65d9ff28806c01b3f086190d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68E9DE-5902-4CA4-B923-896FAB252629}">
  <ds:schemaRefs>
    <ds:schemaRef ds:uri="http://www.w3.org/XML/1998/namespace"/>
    <ds:schemaRef ds:uri="http://schemas.microsoft.com/office/2006/documentManagement/types"/>
    <ds:schemaRef ds:uri="http://purl.org/dc/dcmitype/"/>
    <ds:schemaRef ds:uri="0616edac-8b85-431d-b1bb-a5cc9cdccc91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E14279FE-7D22-4D90-9B9F-28EC5E63CFDD}"/>
</file>

<file path=customXml/itemProps3.xml><?xml version="1.0" encoding="utf-8"?>
<ds:datastoreItem xmlns:ds="http://schemas.openxmlformats.org/officeDocument/2006/customXml" ds:itemID="{07151B63-EE29-4C51-AB01-79B81ABC56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Aula x revisao _PEP</Template>
  <TotalTime>29</TotalTime>
  <Words>931</Words>
  <Application>Microsoft Macintosh PowerPoint</Application>
  <PresentationFormat>Widescreen</PresentationFormat>
  <Paragraphs>155</Paragraphs>
  <Slides>38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Century Gothic</vt:lpstr>
      <vt:lpstr>Comic Sans MS</vt:lpstr>
      <vt:lpstr>Tahoma</vt:lpstr>
      <vt:lpstr>Times New Roman</vt:lpstr>
      <vt:lpstr>Tw Cen MT</vt:lpstr>
      <vt:lpstr>Trilha de Vapor</vt:lpstr>
      <vt:lpstr>Universidade de Brasília  Faculdade de Tecnologia  Departamento de Engenharia de Produção Disciplina: Engenharia de Produto   Profa. Andréa Santos </vt:lpstr>
      <vt:lpstr>Apresentação do PowerPoint</vt:lpstr>
      <vt:lpstr>Apresentação do PowerPoint</vt:lpstr>
      <vt:lpstr>Objetivos do capítulo</vt:lpstr>
      <vt:lpstr>Elementos da Estratégia de Produto </vt:lpstr>
      <vt:lpstr>ANÁLISAR O PORTFÓLIO DE PRODUTOS DA EMPRESA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Tópicos DA AULA ANTERIOR</vt:lpstr>
      <vt:lpstr>Contexto Planejamento do produto</vt:lpstr>
      <vt:lpstr>Apresentação do PowerPoint</vt:lpstr>
      <vt:lpstr>Modelo genérico de planejamento de produto (Adaptado de Sidén, Lindstrom e Paul, 2000)</vt:lpstr>
      <vt:lpstr>Modelo genérico de planejamento de produto (Adaptado de Sidén, Lindstrom e Paul, 2000)</vt:lpstr>
      <vt:lpstr>Modelo genérico de planejamento de produto (Adaptado de Sidén, Lindstrom e Paul, 2000)</vt:lpstr>
      <vt:lpstr>Modelo genérico de planejamento de produto (Adaptado de Sidén, Lindstrom e Paul, 2000)</vt:lpstr>
      <vt:lpstr>Mapa tecnológico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Universidade de Brasília  Faculdade de Tecnologia  Departamento de Engenharia de Produção Disciplina: Engenharia de Produto   Profa. Andréa Santos </dc:title>
  <dc:creator>Andrea Cristina dos Santos</dc:creator>
  <cp:lastModifiedBy>Andrea Cristina dos Santos</cp:lastModifiedBy>
  <cp:revision>3</cp:revision>
  <dcterms:created xsi:type="dcterms:W3CDTF">2017-08-28T13:24:38Z</dcterms:created>
  <dcterms:modified xsi:type="dcterms:W3CDTF">2024-04-16T12:14:50Z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0x010100FFB952CF52B7DE4ABAC1D5EF85AB9ACF</vt:lpwstr>
  </property>
</Properties>
</file>
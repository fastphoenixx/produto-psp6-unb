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63" r:id="rId3"/>
    <p:sldMasterId id="2147483665" r:id="rId4"/>
    <p:sldMasterId id="2147483667" r:id="rId5"/>
    <p:sldMasterId id="2147483669" r:id="rId6"/>
  </p:sldMasterIdLst>
  <p:notesMasterIdLst>
    <p:notesMasterId r:id="rId73"/>
  </p:notesMasterIdLst>
  <p:handoutMasterIdLst>
    <p:handoutMasterId r:id="rId74"/>
  </p:handoutMasterIdLst>
  <p:sldIdLst>
    <p:sldId id="436" r:id="rId7"/>
    <p:sldId id="285" r:id="rId8"/>
    <p:sldId id="445" r:id="rId9"/>
    <p:sldId id="446" r:id="rId10"/>
    <p:sldId id="447" r:id="rId11"/>
    <p:sldId id="448" r:id="rId12"/>
    <p:sldId id="449" r:id="rId13"/>
    <p:sldId id="450" r:id="rId14"/>
    <p:sldId id="452" r:id="rId15"/>
    <p:sldId id="453" r:id="rId16"/>
    <p:sldId id="454" r:id="rId17"/>
    <p:sldId id="455" r:id="rId18"/>
    <p:sldId id="457" r:id="rId19"/>
    <p:sldId id="458" r:id="rId20"/>
    <p:sldId id="460" r:id="rId21"/>
    <p:sldId id="462" r:id="rId22"/>
    <p:sldId id="459" r:id="rId23"/>
    <p:sldId id="463" r:id="rId24"/>
    <p:sldId id="465" r:id="rId25"/>
    <p:sldId id="466" r:id="rId26"/>
    <p:sldId id="467" r:id="rId27"/>
    <p:sldId id="468" r:id="rId28"/>
    <p:sldId id="469" r:id="rId29"/>
    <p:sldId id="470" r:id="rId30"/>
    <p:sldId id="471" r:id="rId31"/>
    <p:sldId id="472" r:id="rId32"/>
    <p:sldId id="473" r:id="rId33"/>
    <p:sldId id="475" r:id="rId34"/>
    <p:sldId id="497" r:id="rId35"/>
    <p:sldId id="510" r:id="rId36"/>
    <p:sldId id="498" r:id="rId37"/>
    <p:sldId id="499" r:id="rId38"/>
    <p:sldId id="500" r:id="rId39"/>
    <p:sldId id="511" r:id="rId40"/>
    <p:sldId id="501" r:id="rId41"/>
    <p:sldId id="502" r:id="rId42"/>
    <p:sldId id="503" r:id="rId43"/>
    <p:sldId id="504" r:id="rId44"/>
    <p:sldId id="505" r:id="rId45"/>
    <p:sldId id="476" r:id="rId46"/>
    <p:sldId id="437" r:id="rId47"/>
    <p:sldId id="442" r:id="rId48"/>
    <p:sldId id="443" r:id="rId49"/>
    <p:sldId id="438" r:id="rId50"/>
    <p:sldId id="477" r:id="rId51"/>
    <p:sldId id="478" r:id="rId52"/>
    <p:sldId id="439" r:id="rId53"/>
    <p:sldId id="440" r:id="rId54"/>
    <p:sldId id="479" r:id="rId55"/>
    <p:sldId id="507" r:id="rId56"/>
    <p:sldId id="481" r:id="rId57"/>
    <p:sldId id="483" r:id="rId58"/>
    <p:sldId id="484" r:id="rId59"/>
    <p:sldId id="485" r:id="rId60"/>
    <p:sldId id="486" r:id="rId61"/>
    <p:sldId id="487" r:id="rId62"/>
    <p:sldId id="488" r:id="rId63"/>
    <p:sldId id="489" r:id="rId64"/>
    <p:sldId id="490" r:id="rId65"/>
    <p:sldId id="491" r:id="rId66"/>
    <p:sldId id="493" r:id="rId67"/>
    <p:sldId id="494" r:id="rId68"/>
    <p:sldId id="495" r:id="rId69"/>
    <p:sldId id="496" r:id="rId70"/>
    <p:sldId id="508" r:id="rId71"/>
    <p:sldId id="509" r:id="rId72"/>
  </p:sldIdLst>
  <p:sldSz cx="9144000" cy="6858000" type="screen4x3"/>
  <p:notesSz cx="7099300" cy="10234613"/>
  <p:defaultTextStyle>
    <a:defPPr>
      <a:defRPr lang="pt-BR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2613D4-E75F-494F-BCCB-9D859BA01542}" v="13" dt="2025-06-16T22:08:51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4274" autoAdjust="0"/>
    <p:restoredTop sz="96029" autoAdjust="0"/>
  </p:normalViewPr>
  <p:slideViewPr>
    <p:cSldViewPr snapToGrid="0">
      <p:cViewPr varScale="1">
        <p:scale>
          <a:sx n="109" d="100"/>
          <a:sy n="109" d="100"/>
        </p:scale>
        <p:origin x="26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handoutMaster" Target="handoutMasters/handoutMaster1.xml"/><Relationship Id="rId79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customXml" Target="../customXml/item2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presProps" Target="presProps.xml"/><Relationship Id="rId83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81" Type="http://schemas.openxmlformats.org/officeDocument/2006/relationships/customXml" Target="../customXml/item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viewProps" Target="view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332613D4-E75F-494F-BCCB-9D859BA01542}"/>
    <pc:docChg chg="custSel delSld modSld">
      <pc:chgData name="Andrea Cristina Dos Santos" userId="c1f965dc-8845-4afc-9e32-8f70830fffd6" providerId="ADAL" clId="{332613D4-E75F-494F-BCCB-9D859BA01542}" dt="2025-06-16T22:08:55.615" v="163" actId="20577"/>
      <pc:docMkLst>
        <pc:docMk/>
      </pc:docMkLst>
      <pc:sldChg chg="addSp modSp mod">
        <pc:chgData name="Andrea Cristina Dos Santos" userId="c1f965dc-8845-4afc-9e32-8f70830fffd6" providerId="ADAL" clId="{332613D4-E75F-494F-BCCB-9D859BA01542}" dt="2025-06-16T22:08:55.615" v="163" actId="20577"/>
        <pc:sldMkLst>
          <pc:docMk/>
          <pc:sldMk cId="0" sldId="436"/>
        </pc:sldMkLst>
        <pc:spChg chg="add mod">
          <ac:chgData name="Andrea Cristina Dos Santos" userId="c1f965dc-8845-4afc-9e32-8f70830fffd6" providerId="ADAL" clId="{332613D4-E75F-494F-BCCB-9D859BA01542}" dt="2025-06-16T22:08:55.615" v="163" actId="20577"/>
          <ac:spMkLst>
            <pc:docMk/>
            <pc:sldMk cId="0" sldId="436"/>
            <ac:spMk id="2" creationId="{0B936FB5-3208-3DFB-3554-1F8BC01E2CF1}"/>
          </ac:spMkLst>
        </pc:spChg>
        <pc:spChg chg="mod">
          <ac:chgData name="Andrea Cristina Dos Santos" userId="c1f965dc-8845-4afc-9e32-8f70830fffd6" providerId="ADAL" clId="{332613D4-E75F-494F-BCCB-9D859BA01542}" dt="2025-06-16T22:05:30.940" v="46" actId="20577"/>
          <ac:spMkLst>
            <pc:docMk/>
            <pc:sldMk cId="0" sldId="436"/>
            <ac:spMk id="35842" creationId="{D25A2C7D-E359-37B3-CBCC-F9D52C0BE486}"/>
          </ac:spMkLst>
        </pc:spChg>
        <pc:spChg chg="mod">
          <ac:chgData name="Andrea Cristina Dos Santos" userId="c1f965dc-8845-4afc-9e32-8f70830fffd6" providerId="ADAL" clId="{332613D4-E75F-494F-BCCB-9D859BA01542}" dt="2025-06-16T22:05:57.628" v="115" actId="20577"/>
          <ac:spMkLst>
            <pc:docMk/>
            <pc:sldMk cId="0" sldId="436"/>
            <ac:spMk id="35843" creationId="{97AEDDCC-FF2D-DBCC-5A3E-6CCFE82759B0}"/>
          </ac:spMkLst>
        </pc:spChg>
      </pc:sldChg>
      <pc:sldChg chg="modSp mod">
        <pc:chgData name="Andrea Cristina Dos Santos" userId="c1f965dc-8845-4afc-9e32-8f70830fffd6" providerId="ADAL" clId="{332613D4-E75F-494F-BCCB-9D859BA01542}" dt="2025-06-16T22:06:54.928" v="152" actId="20577"/>
        <pc:sldMkLst>
          <pc:docMk/>
          <pc:sldMk cId="0" sldId="475"/>
        </pc:sldMkLst>
        <pc:spChg chg="mod">
          <ac:chgData name="Andrea Cristina Dos Santos" userId="c1f965dc-8845-4afc-9e32-8f70830fffd6" providerId="ADAL" clId="{332613D4-E75F-494F-BCCB-9D859BA01542}" dt="2025-06-16T22:06:54.928" v="152" actId="20577"/>
          <ac:spMkLst>
            <pc:docMk/>
            <pc:sldMk cId="0" sldId="475"/>
            <ac:spMk id="47107" creationId="{A144FAF0-0D8F-0C79-0D3B-679080C6C72E}"/>
          </ac:spMkLst>
        </pc:spChg>
      </pc:sldChg>
      <pc:sldChg chg="modSp mod">
        <pc:chgData name="Andrea Cristina Dos Santos" userId="c1f965dc-8845-4afc-9e32-8f70830fffd6" providerId="ADAL" clId="{332613D4-E75F-494F-BCCB-9D859BA01542}" dt="2025-06-16T22:07:13.297" v="153" actId="1076"/>
        <pc:sldMkLst>
          <pc:docMk/>
          <pc:sldMk cId="968969255" sldId="510"/>
        </pc:sldMkLst>
        <pc:spChg chg="mod">
          <ac:chgData name="Andrea Cristina Dos Santos" userId="c1f965dc-8845-4afc-9e32-8f70830fffd6" providerId="ADAL" clId="{332613D4-E75F-494F-BCCB-9D859BA01542}" dt="2025-06-16T22:07:13.297" v="153" actId="1076"/>
          <ac:spMkLst>
            <pc:docMk/>
            <pc:sldMk cId="968969255" sldId="510"/>
            <ac:spMk id="7" creationId="{639133E4-689E-1B9C-69BE-51E6F883E54C}"/>
          </ac:spMkLst>
        </pc:spChg>
      </pc:sldChg>
      <pc:sldChg chg="del">
        <pc:chgData name="Andrea Cristina Dos Santos" userId="c1f965dc-8845-4afc-9e32-8f70830fffd6" providerId="ADAL" clId="{332613D4-E75F-494F-BCCB-9D859BA01542}" dt="2025-06-16T22:07:37.045" v="154" actId="2696"/>
        <pc:sldMkLst>
          <pc:docMk/>
          <pc:sldMk cId="2460365340" sldId="512"/>
        </pc:sldMkLst>
      </pc:sldChg>
      <pc:sldChg chg="del">
        <pc:chgData name="Andrea Cristina Dos Santos" userId="c1f965dc-8845-4afc-9e32-8f70830fffd6" providerId="ADAL" clId="{332613D4-E75F-494F-BCCB-9D859BA01542}" dt="2025-06-16T22:07:39.035" v="155" actId="2696"/>
        <pc:sldMkLst>
          <pc:docMk/>
          <pc:sldMk cId="3205348225" sldId="51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93EB768-2957-37B8-32CE-CF390BB4E1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64B4DE-4100-09E9-1F5B-11BD65301E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589F9648-A706-B24A-BDEC-9B88792EA2FE}" type="datetimeFigureOut">
              <a:rPr lang="pt-BR"/>
              <a:pPr>
                <a:defRPr/>
              </a:pPr>
              <a:t>16/06/2025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5FA2470-7B49-1B1C-8299-2848016FD7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BEDFF4-3514-00CB-0360-1E6ABE86EE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C26C8F24-766D-2343-BE10-8BAF59D69A9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81D2846-580E-D02C-76FB-2AB8BD8C16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B72397B-67D3-A0FC-B781-C647F12C9C6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4C693619-7B27-F900-47AF-B9322150AE2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306FA5DE-085B-EE99-A817-5E1AA336F5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61062A5F-FAF2-4E01-FC23-57D74E57C25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9AABA88B-BFB0-ADDF-645F-75674944F6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C3B8B487-E400-364E-9D9E-9C8989DA0C89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EC66C077-69D4-9A31-1245-5AEB164278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222C94-9AED-064B-A431-FDD5F06E38F9}" type="slidenum">
              <a:rPr lang="pt-BR" altLang="pt-BR" sz="1300"/>
              <a:pPr eaLnBrk="1" hangingPunct="1"/>
              <a:t>1</a:t>
            </a:fld>
            <a:endParaRPr lang="pt-BR" altLang="pt-BR" sz="13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CD0F24DA-BE42-858C-8837-4177DBAC74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77790FC0-986A-7720-AFD3-B5C1BC270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3151FBC7-43A4-1B3E-7DF3-1D3E54433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12131D4-C9CB-1540-AB42-68A06CA1F3D5}" type="slidenum">
              <a:rPr lang="pt-BR" altLang="pt-BR" sz="1300"/>
              <a:pPr eaLnBrk="1" hangingPunct="1"/>
              <a:t>2</a:t>
            </a:fld>
            <a:endParaRPr lang="pt-BR" altLang="pt-BR" sz="13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70792A72-2DD7-DD20-0276-ECD697D0E3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DBAE0817-FF54-080C-AF01-A3283DCC21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B0577078-B141-8EB8-52F8-B058B11D59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0F6B4C-77C0-5D46-8104-87DEB8DCD1F9}" type="slidenum">
              <a:rPr lang="pt-BR" altLang="pt-BR" sz="1300"/>
              <a:pPr eaLnBrk="1" hangingPunct="1"/>
              <a:t>3</a:t>
            </a:fld>
            <a:endParaRPr lang="pt-BR" altLang="pt-BR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8BB4C5F6-798E-8C43-4D8D-3757E0FD8A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70D245A7-FC3C-3073-C158-CBA0A0025C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4747EB25-754D-D180-D959-EFD0E6928F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D43B1A-D736-F644-9467-CC92C6C32555}" type="slidenum">
              <a:rPr lang="pt-BR" altLang="pt-BR" sz="1300"/>
              <a:pPr eaLnBrk="1" hangingPunct="1"/>
              <a:t>13</a:t>
            </a:fld>
            <a:endParaRPr lang="pt-BR" altLang="pt-BR" sz="13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E08153A0-28C8-EFB4-E3EF-ECD250F7EB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75CDEA8D-9F7D-93AB-314E-BEEFEA552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68C68764-8D44-2C94-A7A6-DBDFF93E69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B1E25B9-08A7-8E46-885F-817C1A071F8A}" type="slidenum">
              <a:rPr lang="pt-BR" altLang="pt-BR" sz="1300"/>
              <a:pPr eaLnBrk="1" hangingPunct="1"/>
              <a:t>14</a:t>
            </a:fld>
            <a:endParaRPr lang="pt-BR" altLang="pt-BR" sz="13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8C7B0E5-7373-3264-2A7F-F087C4E9D6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96207946-61A8-C310-BC90-C5895D249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2F5DDE95-527C-C7AE-9A53-FBC572670D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45C7044-F967-6C4B-B343-9A7F372A00D5}" type="slidenum">
              <a:rPr lang="pt-BR" altLang="pt-BR" sz="1300"/>
              <a:pPr eaLnBrk="1" hangingPunct="1"/>
              <a:t>17</a:t>
            </a:fld>
            <a:endParaRPr lang="pt-BR" altLang="pt-BR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3BE3A9B0-4553-B83E-A72A-75B1E01D59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67F09763-5728-4BF0-82BA-7212E306C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499E07D5-254A-442D-D956-6FC20B3585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B6A613-663C-1E43-9ED9-D948CA3F0421}" type="slidenum">
              <a:rPr lang="pt-BR" altLang="pt-BR" sz="1300"/>
              <a:pPr eaLnBrk="1" hangingPunct="1"/>
              <a:t>18</a:t>
            </a:fld>
            <a:endParaRPr lang="pt-BR" altLang="pt-BR" sz="13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D4BBAD4D-8CA8-63A3-B5C1-E276111E63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6914AE5E-46BB-AD46-A063-F18F876EE6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B81E113C-F2C2-FDC4-3D3D-8FD31B1659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FD6B86-6FE1-C245-81D2-9082AA5B093E}" type="slidenum">
              <a:rPr lang="pt-BR" altLang="pt-BR" sz="1300"/>
              <a:pPr eaLnBrk="1" hangingPunct="1"/>
              <a:t>20</a:t>
            </a:fld>
            <a:endParaRPr lang="pt-BR" altLang="pt-BR" sz="13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CE89CCD0-2411-E354-B8F2-AFEE7DDA2D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84DE0248-619D-38A1-9F77-CC44E50A3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DD613D87-75DC-C538-30C8-993B89612B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0BC2E56-4141-D142-82FE-FC8C6D9911D1}" type="slidenum">
              <a:rPr lang="pt-BR" altLang="pt-BR" sz="1300"/>
              <a:pPr eaLnBrk="1" hangingPunct="1"/>
              <a:t>22</a:t>
            </a:fld>
            <a:endParaRPr lang="pt-BR" altLang="pt-BR" sz="13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F3D38D92-3E89-2335-D5DC-D9F493692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9CBAC7B9-0306-3D4C-EC8E-F47D03C29D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A288BD51-363F-A004-D415-38E6A63C9F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2923AD0-760F-2E4C-B210-750AFFDFEA0C}" type="slidenum">
              <a:rPr lang="pt-BR" altLang="pt-BR" sz="1300"/>
              <a:pPr eaLnBrk="1" hangingPunct="1"/>
              <a:t>23</a:t>
            </a:fld>
            <a:endParaRPr lang="pt-BR" altLang="pt-BR" sz="13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02672BA0-C499-26CE-4D30-8A4E966166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5183F5A4-F5BF-1333-EB1E-233A1672B7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B0F9CA38-91E8-19CE-58BD-6069F015A4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F4A4F46-3497-6042-9D4B-2DF944350CA7}" type="slidenum">
              <a:rPr lang="pt-BR" altLang="pt-BR" sz="1300"/>
              <a:pPr eaLnBrk="1" hangingPunct="1"/>
              <a:t>28</a:t>
            </a:fld>
            <a:endParaRPr lang="pt-BR" altLang="pt-BR" sz="13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B681F060-EEC8-084E-C660-D3707CD38A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C9AF36BD-8495-D82F-12CA-8052A556C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D2990CE-4309-F4E2-3F74-76B143EE40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5ACE464-7758-144A-B02B-1A095890C3EA}" type="slidenum">
              <a:rPr lang="pt-BR" altLang="pt-BR" sz="1300"/>
              <a:pPr eaLnBrk="1" hangingPunct="1"/>
              <a:t>45</a:t>
            </a:fld>
            <a:endParaRPr lang="pt-BR" altLang="pt-BR" sz="130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9FD4A2F0-18EE-7E5E-10B0-83B6D835E8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A047639C-89E1-5D6A-AA6C-A168A5ACF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2EAD4C23-A3EB-C5B9-796F-117A516DAD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F5F387-56F6-384D-952D-C8BC46E06AE5}" type="slidenum">
              <a:rPr lang="pt-BR" altLang="pt-BR" sz="1300"/>
              <a:pPr eaLnBrk="1" hangingPunct="1"/>
              <a:t>46</a:t>
            </a:fld>
            <a:endParaRPr lang="pt-BR" altLang="pt-BR" sz="13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C6F8410-4DC4-1562-3954-83EBC4BD56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D85C34FB-C395-F862-9375-AC07731F10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03DB61C2-1A97-B68F-A5A5-1265724049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5A9E7B4-5580-EE42-8F16-76B8AEBD04B3}" type="slidenum">
              <a:rPr lang="pt-BR" altLang="pt-BR" sz="1300"/>
              <a:pPr eaLnBrk="1" hangingPunct="1"/>
              <a:t>49</a:t>
            </a:fld>
            <a:endParaRPr lang="pt-BR" altLang="pt-BR" sz="130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37B86410-47D0-CF78-06C1-3C5753EFF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D0051251-CE95-7344-7F7B-6B8CBA489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09D9A69-FD7E-2681-54AE-90D506703E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C1A2F5-F380-4E4B-8275-83891636F02F}" type="slidenum">
              <a:rPr lang="pt-BR" altLang="pt-BR" sz="1300"/>
              <a:pPr eaLnBrk="1" hangingPunct="1"/>
              <a:t>65</a:t>
            </a:fld>
            <a:endParaRPr lang="pt-BR" altLang="pt-BR" sz="13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56A5704-266C-7E94-353C-FDBF095E10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3488" y="790575"/>
            <a:ext cx="4679950" cy="3794125"/>
          </a:xfrm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4B338A7-2C93-4179-7243-AA780BEF3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900613"/>
            <a:ext cx="5195888" cy="4584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latin typeface="Arial" panose="020B0604020202020204" pitchFamily="34" charset="0"/>
              </a:rPr>
              <a:t>Este slide está mais complicado. Os termos dos resultados não estão tão coerentes. O Daniel fez uma proposta de definição dos termos dentro da fase sob a responsabilidade dele. Como falei, deveríamos começar com a definição dos termos resultantes das fases (como proposta do Toledo em 2002).</a:t>
            </a:r>
          </a:p>
          <a:p>
            <a:r>
              <a:rPr lang="pt-BR" altLang="pt-BR">
                <a:latin typeface="Arial" panose="020B0604020202020204" pitchFamily="34" charset="0"/>
              </a:rPr>
              <a:t>Coloquem aqui as criticas de vocês.. </a:t>
            </a:r>
          </a:p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A2C8A835-852D-9520-E9AC-8AFAC8B1DA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1B5306-A88E-9140-BE19-423EDE11D5E3}" type="slidenum">
              <a:rPr lang="pt-BR" altLang="pt-BR" sz="1300"/>
              <a:pPr eaLnBrk="1" hangingPunct="1"/>
              <a:t>66</a:t>
            </a:fld>
            <a:endParaRPr lang="pt-BR" altLang="pt-BR" sz="13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ABB5A326-4342-57A8-FBD6-7BAA818B74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2185B324-A662-49D0-974D-2A1EB9D5C5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0AEF50-A11F-1970-6E30-2694B33C3F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763BBC-2664-9763-2CB3-0D9A3D6B22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5F3893-A07B-6F9F-8E95-986C6C5784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678FCB-7F3F-6441-B191-A46D47F38A1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7681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0AFCED-8FB6-3504-05E5-720D0D29D2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12DF36-5884-F46D-967E-C8C9B08B02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32A262-1EC7-8BEF-C19C-4012AB0AEF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F4127A-DCA7-134B-AF25-BE0ABA50528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51384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923232-5E52-2639-E255-ACBDBAB06F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47C275-B935-F764-55AA-06BCC2485E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DA82D-D8B2-CCB9-10EE-CB583006A7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EE3C49-DFE0-0040-8A64-D6EEEA07F6D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38301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0A4275-5167-F628-D848-75C7E63DE1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D29F23-EE67-EE06-E056-9CA608172E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741836-81DF-E8BB-F7D9-E19779657C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6F20E6-06F4-B84C-82CF-DF3E3877B87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2368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42FA4CD-96A3-0FB5-9159-0A6C33140D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978F591-4FA7-809F-5B40-B87936257D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7786CBE-198F-BC56-C42F-0A0DD50FE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2E10CD-063A-F441-98B0-8EDF4BD1BE7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4239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13A12B4-537B-D61F-862A-5BCF2A3617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B781027-EFBF-1FF1-2DCF-AB376E7E43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1611C8E-E6DA-045D-48E9-1A34E2F44F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128D90-B6A5-B34B-9CF9-E44802BE957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8844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9D8627-B29F-9483-F586-1CD6251B51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4F092C1-9441-B4E4-DBF9-A6BAE4F489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26EF9AE-5D55-2585-F407-A73B5C6B69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484A90-0ADE-2640-9DD5-D03038F9D95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2104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210F2-8F47-48C8-2CDC-C1AB7504A2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CF8FA9-B861-93FA-1E9C-544BE22477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6E4A27-AA30-9A44-A324-79071D62A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E1D9CE-5103-FE42-8AA5-E942A84D046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0529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7F6DC3-7580-B0E7-0CCD-7FAB782FF6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CD00E1-5467-8C9F-B031-08B19F3AAC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903598-DACC-E8CF-CCE8-DFED082D3F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61B81D-1B09-A146-9F57-4BEB972D324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8006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76B9DC-BD7B-D69C-4F37-F8E49A4EB7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AB974C-B6A7-D516-2DC6-545FF336C8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6ABC73-E66C-0FB9-4685-403135A44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4F5A70-B674-E346-A1CE-B8FB5C67EB5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7453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246167-BDDC-95B0-91BB-70F2FC6B9E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20559B-7325-B8EE-70F2-ACD1B380CF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894E96-AE78-791D-8AF8-8DB395BCE7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DDF51-5F2F-2945-80C2-7A285EFCE59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67731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C85437-1DF4-909C-5890-60CFB28456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0A217E-7589-34ED-0D48-EB3F2B0ECE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155356-6FD2-EF67-EB77-6A7C85ADF3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DBBE51-3B30-8747-84A9-8482F883C37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30861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8D4562D-5DCE-787C-3E57-E84362E7D0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0211C9C1-6900-1A5F-9E65-43E318298A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686D637C-89F3-A81A-43BA-ED27D9D7F3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7921B6-FED9-B744-BDB8-F5024E0B99F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7894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65F7839-4EFA-0721-43B0-1244FD9864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0A494E8-7242-5511-FAF3-A4EEAEA7A7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58C1AD4-B9FF-8999-E418-A1250D8F65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902F2F-6721-5D4D-B786-56F58718F0E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19850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7CF5DB4-93BB-6BDE-41A6-4D64E971AA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A0F86EE-D5EF-03FE-2001-F3B2C27823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D01BD7FF-D701-85C0-2CB8-58026E69C8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FBACEA-95AD-7248-BBED-DA1896F9FEC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2181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1F5334E-4087-9E49-C132-BEFA5E1384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41075AA-99D2-3E77-7B2B-21B1332738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8A42D2D7-FDFC-3AA7-8FE6-88F4EC4A57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22EE18-8E9D-7D48-BA7F-D8F88CFD7B9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98470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2E1E230-AAD9-B199-425C-6E3B9FFA09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89CB229-0826-DEC3-50A2-34563FF6C5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E47E88-316C-5B6D-6EC1-2DCE245059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5112CC-9ACD-F24B-8F63-1A722A9A9E9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6917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theme" Target="../theme/theme6.xml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45592EC-099E-F3B3-AD0E-8543CB51D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9F16BFB-952E-F324-2361-34396E23B4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3E353CA-EEDD-28D9-D6B2-BD9E0FE0825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3E53AF7-7B18-A444-C58C-7452F2C557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B0BB990-D1B9-CFC2-5E19-897F88637B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307984F-2281-DA4E-8928-418CA93BACCC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0E91822-640B-D53D-82FB-D536AF2182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000096">
                  <a:gamma/>
                  <a:tint val="60784"/>
                  <a:invGamma/>
                </a:srgbClr>
              </a:gs>
              <a:gs pos="100000">
                <a:srgbClr val="000096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pt-BR">
              <a:latin typeface="Arial" charset="0"/>
            </a:endParaRPr>
          </a:p>
        </p:txBody>
      </p:sp>
      <p:pic>
        <p:nvPicPr>
          <p:cNvPr id="24584" name="Picture 9">
            <a:extLst>
              <a:ext uri="{FF2B5EF4-FFF2-40B4-BE49-F238E27FC236}">
                <a16:creationId xmlns:a16="http://schemas.microsoft.com/office/drawing/2014/main" id="{0A051D4E-CEF0-DBF6-3668-B6CECF3CC1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UFSC">
            <a:extLst>
              <a:ext uri="{FF2B5EF4-FFF2-40B4-BE49-F238E27FC236}">
                <a16:creationId xmlns:a16="http://schemas.microsoft.com/office/drawing/2014/main" id="{183251E2-8FD6-E88C-8A4F-7FF8116B9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39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 descr="8o">
            <a:extLst>
              <a:ext uri="{FF2B5EF4-FFF2-40B4-BE49-F238E27FC236}">
                <a16:creationId xmlns:a16="http://schemas.microsoft.com/office/drawing/2014/main" id="{22C2F7FC-80E7-7D51-AC38-8EA7FC4B5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433388"/>
            <a:ext cx="6931025" cy="598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4">
            <a:extLst>
              <a:ext uri="{FF2B5EF4-FFF2-40B4-BE49-F238E27FC236}">
                <a16:creationId xmlns:a16="http://schemas.microsoft.com/office/drawing/2014/main" id="{7B2E418F-7A1F-E36D-D1B4-EE710A9FE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0"/>
            <a:ext cx="9575800" cy="724535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37E3E38C-7BA8-0E1B-3646-1AF962CE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6165850"/>
            <a:ext cx="9577388" cy="1008063"/>
          </a:xfrm>
          <a:prstGeom prst="rect">
            <a:avLst/>
          </a:prstGeom>
          <a:gradFill rotWithShape="1">
            <a:gsLst>
              <a:gs pos="0">
                <a:srgbClr val="FF9900">
                  <a:alpha val="80000"/>
                </a:srgbClr>
              </a:gs>
              <a:gs pos="100000">
                <a:srgbClr val="FF9900">
                  <a:gamma/>
                  <a:tint val="0"/>
                  <a:invGamma/>
                  <a:alpha val="8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14338881-0949-3D49-0C1C-67DCEFF55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C62D0B0A-C42A-BE48-D5CC-9DFF5F25092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FA76C216-3D7B-C816-E170-1AA2A758D42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1091F90D-8445-204B-4D35-EF0457127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500438"/>
            <a:ext cx="649288" cy="3600450"/>
          </a:xfrm>
          <a:prstGeom prst="rect">
            <a:avLst/>
          </a:prstGeom>
          <a:gradFill rotWithShape="1">
            <a:gsLst>
              <a:gs pos="0">
                <a:srgbClr val="FF9900">
                  <a:gamma/>
                  <a:tint val="0"/>
                  <a:invGamma/>
                </a:srgbClr>
              </a:gs>
              <a:gs pos="100000">
                <a:srgbClr val="FF9900">
                  <a:alpha val="80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5610" name="Picture 10" descr="log">
            <a:extLst>
              <a:ext uri="{FF2B5EF4-FFF2-40B4-BE49-F238E27FC236}">
                <a16:creationId xmlns:a16="http://schemas.microsoft.com/office/drawing/2014/main" id="{6A3D46F7-AFAF-3FCD-D59A-2E6B91A5E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188913"/>
            <a:ext cx="954087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5" name="Rectangle 11">
            <a:extLst>
              <a:ext uri="{FF2B5EF4-FFF2-40B4-BE49-F238E27FC236}">
                <a16:creationId xmlns:a16="http://schemas.microsoft.com/office/drawing/2014/main" id="{C223D556-ADCA-ABC1-E5B7-3AF4E98ED8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0D33C5C6-AD94-AD4F-ADAB-7B1E2F8A7D7A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7E7E69A2-0DAC-A2F1-AA12-A19FEEC07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0"/>
            <a:ext cx="1331912" cy="1268413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5613" name="Rectangle 16">
            <a:extLst>
              <a:ext uri="{FF2B5EF4-FFF2-40B4-BE49-F238E27FC236}">
                <a16:creationId xmlns:a16="http://schemas.microsoft.com/office/drawing/2014/main" id="{0ECBAEB6-B1EA-8D8E-32D5-F9272281C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889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4D4D4D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4D4D4D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4D4D4D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UFSC">
            <a:extLst>
              <a:ext uri="{FF2B5EF4-FFF2-40B4-BE49-F238E27FC236}">
                <a16:creationId xmlns:a16="http://schemas.microsoft.com/office/drawing/2014/main" id="{0B86689C-86A0-609E-F764-FB90F94D9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39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 descr="8o">
            <a:extLst>
              <a:ext uri="{FF2B5EF4-FFF2-40B4-BE49-F238E27FC236}">
                <a16:creationId xmlns:a16="http://schemas.microsoft.com/office/drawing/2014/main" id="{108B8A06-E1D0-B6C7-7BC8-5D39B4671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433388"/>
            <a:ext cx="6931025" cy="598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4">
            <a:extLst>
              <a:ext uri="{FF2B5EF4-FFF2-40B4-BE49-F238E27FC236}">
                <a16:creationId xmlns:a16="http://schemas.microsoft.com/office/drawing/2014/main" id="{DF5929BA-9E4B-AC65-F856-BB92B26BC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0"/>
            <a:ext cx="9575800" cy="724535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E85299D1-53A9-BE89-2670-7E43B022A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6165850"/>
            <a:ext cx="9577388" cy="1008063"/>
          </a:xfrm>
          <a:prstGeom prst="rect">
            <a:avLst/>
          </a:prstGeom>
          <a:gradFill rotWithShape="1">
            <a:gsLst>
              <a:gs pos="0">
                <a:srgbClr val="FF9900">
                  <a:alpha val="80000"/>
                </a:srgbClr>
              </a:gs>
              <a:gs pos="100000">
                <a:srgbClr val="FF9900">
                  <a:gamma/>
                  <a:tint val="0"/>
                  <a:invGamma/>
                  <a:alpha val="8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6630" name="Rectangle 6">
            <a:extLst>
              <a:ext uri="{FF2B5EF4-FFF2-40B4-BE49-F238E27FC236}">
                <a16:creationId xmlns:a16="http://schemas.microsoft.com/office/drawing/2014/main" id="{018A0FED-B359-8471-D3BA-DDFBD6C4A9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A44F0968-4596-B6BF-E76B-F2F6E44A40D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D6BC98E4-7ECE-7FDA-BBBD-93FDD9D5F2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BFF32773-2BF8-7FFF-3241-BF34E9CE7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500438"/>
            <a:ext cx="649288" cy="3600450"/>
          </a:xfrm>
          <a:prstGeom prst="rect">
            <a:avLst/>
          </a:prstGeom>
          <a:gradFill rotWithShape="1">
            <a:gsLst>
              <a:gs pos="0">
                <a:srgbClr val="FF9900">
                  <a:gamma/>
                  <a:tint val="0"/>
                  <a:invGamma/>
                </a:srgbClr>
              </a:gs>
              <a:gs pos="100000">
                <a:srgbClr val="FF9900">
                  <a:alpha val="80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6634" name="Picture 10" descr="log">
            <a:extLst>
              <a:ext uri="{FF2B5EF4-FFF2-40B4-BE49-F238E27FC236}">
                <a16:creationId xmlns:a16="http://schemas.microsoft.com/office/drawing/2014/main" id="{7E985088-1DD8-6788-849C-F8ED7BAC4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188913"/>
            <a:ext cx="954087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5" name="Rectangle 11">
            <a:extLst>
              <a:ext uri="{FF2B5EF4-FFF2-40B4-BE49-F238E27FC236}">
                <a16:creationId xmlns:a16="http://schemas.microsoft.com/office/drawing/2014/main" id="{782DA6FE-8854-5694-7954-02EA44FF235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807EA91F-15C7-354B-927A-DA1F3E02053E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FD27A712-E912-6048-2150-8644C0DA6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0"/>
            <a:ext cx="1331912" cy="1268413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6637" name="Rectangle 16">
            <a:extLst>
              <a:ext uri="{FF2B5EF4-FFF2-40B4-BE49-F238E27FC236}">
                <a16:creationId xmlns:a16="http://schemas.microsoft.com/office/drawing/2014/main" id="{337CBF87-A1B2-0BA4-4A4D-87A5000AA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889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4D4D4D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4D4D4D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4D4D4D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UFSC">
            <a:extLst>
              <a:ext uri="{FF2B5EF4-FFF2-40B4-BE49-F238E27FC236}">
                <a16:creationId xmlns:a16="http://schemas.microsoft.com/office/drawing/2014/main" id="{65AE9798-8A8F-46AE-7877-C234AC1D2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39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 descr="8o">
            <a:extLst>
              <a:ext uri="{FF2B5EF4-FFF2-40B4-BE49-F238E27FC236}">
                <a16:creationId xmlns:a16="http://schemas.microsoft.com/office/drawing/2014/main" id="{41B0213D-F4F1-621C-C5CC-05958E1EC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433388"/>
            <a:ext cx="6931025" cy="598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4">
            <a:extLst>
              <a:ext uri="{FF2B5EF4-FFF2-40B4-BE49-F238E27FC236}">
                <a16:creationId xmlns:a16="http://schemas.microsoft.com/office/drawing/2014/main" id="{28369D07-BBD2-66F2-F036-25786DE85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0"/>
            <a:ext cx="9575800" cy="724535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2C1BBCD0-362C-3ECC-3F69-C61895AD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6165850"/>
            <a:ext cx="9577388" cy="1008063"/>
          </a:xfrm>
          <a:prstGeom prst="rect">
            <a:avLst/>
          </a:prstGeom>
          <a:gradFill rotWithShape="1">
            <a:gsLst>
              <a:gs pos="0">
                <a:srgbClr val="FF9900">
                  <a:alpha val="80000"/>
                </a:srgbClr>
              </a:gs>
              <a:gs pos="100000">
                <a:srgbClr val="FF9900">
                  <a:gamma/>
                  <a:tint val="0"/>
                  <a:invGamma/>
                  <a:alpha val="8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E91E927E-2BDD-A77F-B4C4-8BC4C04AD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8226BE71-9A4E-59E5-CB7E-A814CCC898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E5B6C9AC-85A1-6E98-602D-2D6BDE3D32D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6CACEC63-40FB-5ECD-7AF9-3C21793B2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500438"/>
            <a:ext cx="649288" cy="3600450"/>
          </a:xfrm>
          <a:prstGeom prst="rect">
            <a:avLst/>
          </a:prstGeom>
          <a:gradFill rotWithShape="1">
            <a:gsLst>
              <a:gs pos="0">
                <a:srgbClr val="FF9900">
                  <a:gamma/>
                  <a:tint val="0"/>
                  <a:invGamma/>
                </a:srgbClr>
              </a:gs>
              <a:gs pos="100000">
                <a:srgbClr val="FF9900">
                  <a:alpha val="80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7658" name="Picture 10" descr="log">
            <a:extLst>
              <a:ext uri="{FF2B5EF4-FFF2-40B4-BE49-F238E27FC236}">
                <a16:creationId xmlns:a16="http://schemas.microsoft.com/office/drawing/2014/main" id="{FD2019AA-0A36-0E8F-FD37-F067CF93A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188913"/>
            <a:ext cx="954087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5" name="Rectangle 11">
            <a:extLst>
              <a:ext uri="{FF2B5EF4-FFF2-40B4-BE49-F238E27FC236}">
                <a16:creationId xmlns:a16="http://schemas.microsoft.com/office/drawing/2014/main" id="{E7824B0D-F922-B042-4794-F907E14195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BD0985C9-A8BD-7F41-AEB7-8BA7FE17C466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B12566F0-5888-9878-2BD8-71A1348AB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0"/>
            <a:ext cx="1331912" cy="1268413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7661" name="Rectangle 16">
            <a:extLst>
              <a:ext uri="{FF2B5EF4-FFF2-40B4-BE49-F238E27FC236}">
                <a16:creationId xmlns:a16="http://schemas.microsoft.com/office/drawing/2014/main" id="{4FC6CA1B-20DD-98D5-C4E0-20148BD21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889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4D4D4D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4D4D4D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4D4D4D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UFSC">
            <a:extLst>
              <a:ext uri="{FF2B5EF4-FFF2-40B4-BE49-F238E27FC236}">
                <a16:creationId xmlns:a16="http://schemas.microsoft.com/office/drawing/2014/main" id="{16266CC0-D824-BF76-C852-EF4C59488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39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 descr="8o">
            <a:extLst>
              <a:ext uri="{FF2B5EF4-FFF2-40B4-BE49-F238E27FC236}">
                <a16:creationId xmlns:a16="http://schemas.microsoft.com/office/drawing/2014/main" id="{B26624A2-3353-7CC9-B3F7-0D8E1E13C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433388"/>
            <a:ext cx="6931025" cy="598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4">
            <a:extLst>
              <a:ext uri="{FF2B5EF4-FFF2-40B4-BE49-F238E27FC236}">
                <a16:creationId xmlns:a16="http://schemas.microsoft.com/office/drawing/2014/main" id="{3A8726F6-8720-A7A9-B27A-3AC68FD2C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0"/>
            <a:ext cx="9575800" cy="724535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3AEE7008-4E9C-1ED3-D996-401FFAB52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6165850"/>
            <a:ext cx="9577388" cy="1008063"/>
          </a:xfrm>
          <a:prstGeom prst="rect">
            <a:avLst/>
          </a:prstGeom>
          <a:gradFill rotWithShape="1">
            <a:gsLst>
              <a:gs pos="0">
                <a:srgbClr val="FF9900">
                  <a:alpha val="80000"/>
                </a:srgbClr>
              </a:gs>
              <a:gs pos="100000">
                <a:srgbClr val="FF9900">
                  <a:gamma/>
                  <a:tint val="0"/>
                  <a:invGamma/>
                  <a:alpha val="8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0CE7562C-5D2C-BE72-DCDB-A7D3B62FE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06E19A55-4BAE-B568-0BF4-3CBC435B064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3B2E15A7-DFD9-E7F2-9A02-FBC42A1474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C311F3FF-23AC-633E-51B6-4280A53DA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500438"/>
            <a:ext cx="649288" cy="3600450"/>
          </a:xfrm>
          <a:prstGeom prst="rect">
            <a:avLst/>
          </a:prstGeom>
          <a:gradFill rotWithShape="1">
            <a:gsLst>
              <a:gs pos="0">
                <a:srgbClr val="FF9900">
                  <a:gamma/>
                  <a:tint val="0"/>
                  <a:invGamma/>
                </a:srgbClr>
              </a:gs>
              <a:gs pos="100000">
                <a:srgbClr val="FF9900">
                  <a:alpha val="80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8682" name="Picture 10" descr="log">
            <a:extLst>
              <a:ext uri="{FF2B5EF4-FFF2-40B4-BE49-F238E27FC236}">
                <a16:creationId xmlns:a16="http://schemas.microsoft.com/office/drawing/2014/main" id="{0F2EEA67-66B9-47EC-A0A4-DC22EE9FD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188913"/>
            <a:ext cx="954087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5" name="Rectangle 11">
            <a:extLst>
              <a:ext uri="{FF2B5EF4-FFF2-40B4-BE49-F238E27FC236}">
                <a16:creationId xmlns:a16="http://schemas.microsoft.com/office/drawing/2014/main" id="{B38529C0-ADE4-5A11-E404-D863E1CC96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2973C0F3-7B16-2A46-A885-717D6EDBA98A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4EFF08F0-BD1F-DDFE-65EB-F72732826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0"/>
            <a:ext cx="1331912" cy="1268413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8685" name="Rectangle 16">
            <a:extLst>
              <a:ext uri="{FF2B5EF4-FFF2-40B4-BE49-F238E27FC236}">
                <a16:creationId xmlns:a16="http://schemas.microsoft.com/office/drawing/2014/main" id="{F509B93B-FCD5-EB4B-2297-609557AB3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889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4D4D4D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4D4D4D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4D4D4D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UFSC">
            <a:extLst>
              <a:ext uri="{FF2B5EF4-FFF2-40B4-BE49-F238E27FC236}">
                <a16:creationId xmlns:a16="http://schemas.microsoft.com/office/drawing/2014/main" id="{73FC2C66-A278-7890-2756-61FD4A439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239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3" descr="8o">
            <a:extLst>
              <a:ext uri="{FF2B5EF4-FFF2-40B4-BE49-F238E27FC236}">
                <a16:creationId xmlns:a16="http://schemas.microsoft.com/office/drawing/2014/main" id="{AA30BC31-0E4B-6426-CD9A-89B3E2F5B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8" y="433388"/>
            <a:ext cx="6931025" cy="598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4">
            <a:extLst>
              <a:ext uri="{FF2B5EF4-FFF2-40B4-BE49-F238E27FC236}">
                <a16:creationId xmlns:a16="http://schemas.microsoft.com/office/drawing/2014/main" id="{67134076-E446-3C08-A1ED-268731077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0"/>
            <a:ext cx="9575800" cy="7245350"/>
          </a:xfrm>
          <a:prstGeom prst="rect">
            <a:avLst/>
          </a:prstGeom>
          <a:solidFill>
            <a:schemeClr val="bg1">
              <a:alpha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B0435320-426E-060C-04C5-3A97AA895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6165850"/>
            <a:ext cx="9577388" cy="1008063"/>
          </a:xfrm>
          <a:prstGeom prst="rect">
            <a:avLst/>
          </a:prstGeom>
          <a:gradFill rotWithShape="1">
            <a:gsLst>
              <a:gs pos="0">
                <a:srgbClr val="FF9900">
                  <a:alpha val="80000"/>
                </a:srgbClr>
              </a:gs>
              <a:gs pos="100000">
                <a:srgbClr val="FF9900">
                  <a:gamma/>
                  <a:tint val="0"/>
                  <a:invGamma/>
                  <a:alpha val="8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6C69E5A7-8414-E2B3-29F3-9C8498C15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6631" name="Rectangle 7">
            <a:extLst>
              <a:ext uri="{FF2B5EF4-FFF2-40B4-BE49-F238E27FC236}">
                <a16:creationId xmlns:a16="http://schemas.microsoft.com/office/drawing/2014/main" id="{9963ED32-1FF7-2D53-B2D4-44990E8FE3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632" name="Rectangle 8">
            <a:extLst>
              <a:ext uri="{FF2B5EF4-FFF2-40B4-BE49-F238E27FC236}">
                <a16:creationId xmlns:a16="http://schemas.microsoft.com/office/drawing/2014/main" id="{3CB9EAAE-B491-7E73-A133-1C281ED4B3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1CDD42F9-9A82-9781-53CE-CA954B403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3500438"/>
            <a:ext cx="649288" cy="3600450"/>
          </a:xfrm>
          <a:prstGeom prst="rect">
            <a:avLst/>
          </a:prstGeom>
          <a:gradFill rotWithShape="1">
            <a:gsLst>
              <a:gs pos="0">
                <a:srgbClr val="FF9900">
                  <a:gamma/>
                  <a:tint val="0"/>
                  <a:invGamma/>
                </a:srgbClr>
              </a:gs>
              <a:gs pos="100000">
                <a:srgbClr val="FF9900">
                  <a:alpha val="80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pic>
        <p:nvPicPr>
          <p:cNvPr id="29706" name="Picture 10" descr="log">
            <a:extLst>
              <a:ext uri="{FF2B5EF4-FFF2-40B4-BE49-F238E27FC236}">
                <a16:creationId xmlns:a16="http://schemas.microsoft.com/office/drawing/2014/main" id="{E41B48ED-75B7-A411-31FA-C006EB94E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188913"/>
            <a:ext cx="954087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5" name="Rectangle 11">
            <a:extLst>
              <a:ext uri="{FF2B5EF4-FFF2-40B4-BE49-F238E27FC236}">
                <a16:creationId xmlns:a16="http://schemas.microsoft.com/office/drawing/2014/main" id="{6DF4EF81-6B8B-33E4-8EFA-CD8405088D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fld id="{9ABB4EC7-2E69-5C41-B4EB-A536FC3C4E48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26639" name="Rectangle 15">
            <a:extLst>
              <a:ext uri="{FF2B5EF4-FFF2-40B4-BE49-F238E27FC236}">
                <a16:creationId xmlns:a16="http://schemas.microsoft.com/office/drawing/2014/main" id="{358BC233-2F71-927C-5AB0-F674A5A55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0"/>
            <a:ext cx="1331912" cy="1268413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pt-BR" sz="200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9709" name="Rectangle 16">
            <a:extLst>
              <a:ext uri="{FF2B5EF4-FFF2-40B4-BE49-F238E27FC236}">
                <a16:creationId xmlns:a16="http://schemas.microsoft.com/office/drawing/2014/main" id="{40365E48-EAC5-3373-5BBD-5A88883AC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88913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66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4D4D4D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4D4D4D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4D4D4D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4D4D4D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jpeg"/><Relationship Id="rId18" Type="http://schemas.openxmlformats.org/officeDocument/2006/relationships/image" Target="../media/image26.jpeg"/><Relationship Id="rId26" Type="http://schemas.openxmlformats.org/officeDocument/2006/relationships/image" Target="../media/image34.jpeg"/><Relationship Id="rId39" Type="http://schemas.openxmlformats.org/officeDocument/2006/relationships/image" Target="../media/image47.jpeg"/><Relationship Id="rId21" Type="http://schemas.openxmlformats.org/officeDocument/2006/relationships/image" Target="../media/image29.jpeg"/><Relationship Id="rId34" Type="http://schemas.openxmlformats.org/officeDocument/2006/relationships/image" Target="../media/image42.jpeg"/><Relationship Id="rId42" Type="http://schemas.openxmlformats.org/officeDocument/2006/relationships/image" Target="../media/image50.jpeg"/><Relationship Id="rId47" Type="http://schemas.openxmlformats.org/officeDocument/2006/relationships/image" Target="../media/image55.jpeg"/><Relationship Id="rId50" Type="http://schemas.openxmlformats.org/officeDocument/2006/relationships/image" Target="../media/image58.jpeg"/><Relationship Id="rId55" Type="http://schemas.openxmlformats.org/officeDocument/2006/relationships/image" Target="../media/image63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4.jpeg"/><Relationship Id="rId29" Type="http://schemas.openxmlformats.org/officeDocument/2006/relationships/image" Target="../media/image37.jpeg"/><Relationship Id="rId11" Type="http://schemas.openxmlformats.org/officeDocument/2006/relationships/image" Target="../media/image19.jpeg"/><Relationship Id="rId24" Type="http://schemas.openxmlformats.org/officeDocument/2006/relationships/image" Target="../media/image32.jpeg"/><Relationship Id="rId32" Type="http://schemas.openxmlformats.org/officeDocument/2006/relationships/image" Target="../media/image40.jpeg"/><Relationship Id="rId37" Type="http://schemas.openxmlformats.org/officeDocument/2006/relationships/image" Target="../media/image45.jpeg"/><Relationship Id="rId40" Type="http://schemas.openxmlformats.org/officeDocument/2006/relationships/image" Target="../media/image48.jpeg"/><Relationship Id="rId45" Type="http://schemas.openxmlformats.org/officeDocument/2006/relationships/image" Target="../media/image53.jpeg"/><Relationship Id="rId53" Type="http://schemas.openxmlformats.org/officeDocument/2006/relationships/image" Target="../media/image61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19" Type="http://schemas.openxmlformats.org/officeDocument/2006/relationships/image" Target="../media/image27.jpeg"/><Relationship Id="rId31" Type="http://schemas.openxmlformats.org/officeDocument/2006/relationships/image" Target="../media/image39.jpeg"/><Relationship Id="rId44" Type="http://schemas.openxmlformats.org/officeDocument/2006/relationships/image" Target="../media/image52.jpeg"/><Relationship Id="rId52" Type="http://schemas.openxmlformats.org/officeDocument/2006/relationships/image" Target="../media/image60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Relationship Id="rId14" Type="http://schemas.openxmlformats.org/officeDocument/2006/relationships/image" Target="../media/image22.jpeg"/><Relationship Id="rId22" Type="http://schemas.openxmlformats.org/officeDocument/2006/relationships/image" Target="../media/image30.jpeg"/><Relationship Id="rId27" Type="http://schemas.openxmlformats.org/officeDocument/2006/relationships/image" Target="../media/image35.jpeg"/><Relationship Id="rId30" Type="http://schemas.openxmlformats.org/officeDocument/2006/relationships/image" Target="../media/image38.jpeg"/><Relationship Id="rId35" Type="http://schemas.openxmlformats.org/officeDocument/2006/relationships/image" Target="../media/image43.jpeg"/><Relationship Id="rId43" Type="http://schemas.openxmlformats.org/officeDocument/2006/relationships/image" Target="../media/image51.jpeg"/><Relationship Id="rId48" Type="http://schemas.openxmlformats.org/officeDocument/2006/relationships/image" Target="../media/image56.jpeg"/><Relationship Id="rId56" Type="http://schemas.openxmlformats.org/officeDocument/2006/relationships/image" Target="../media/image64.jpeg"/><Relationship Id="rId8" Type="http://schemas.openxmlformats.org/officeDocument/2006/relationships/image" Target="../media/image16.jpeg"/><Relationship Id="rId51" Type="http://schemas.openxmlformats.org/officeDocument/2006/relationships/image" Target="../media/image59.jpeg"/><Relationship Id="rId3" Type="http://schemas.openxmlformats.org/officeDocument/2006/relationships/image" Target="../media/image11.jpeg"/><Relationship Id="rId12" Type="http://schemas.openxmlformats.org/officeDocument/2006/relationships/image" Target="../media/image20.jpeg"/><Relationship Id="rId17" Type="http://schemas.openxmlformats.org/officeDocument/2006/relationships/image" Target="../media/image25.jpeg"/><Relationship Id="rId25" Type="http://schemas.openxmlformats.org/officeDocument/2006/relationships/image" Target="../media/image33.jpeg"/><Relationship Id="rId33" Type="http://schemas.openxmlformats.org/officeDocument/2006/relationships/image" Target="../media/image41.jpeg"/><Relationship Id="rId38" Type="http://schemas.openxmlformats.org/officeDocument/2006/relationships/image" Target="../media/image46.jpeg"/><Relationship Id="rId46" Type="http://schemas.openxmlformats.org/officeDocument/2006/relationships/image" Target="../media/image54.jpeg"/><Relationship Id="rId20" Type="http://schemas.openxmlformats.org/officeDocument/2006/relationships/image" Target="../media/image28.jpeg"/><Relationship Id="rId41" Type="http://schemas.openxmlformats.org/officeDocument/2006/relationships/image" Target="../media/image49.jpeg"/><Relationship Id="rId54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5" Type="http://schemas.openxmlformats.org/officeDocument/2006/relationships/image" Target="../media/image23.jpeg"/><Relationship Id="rId23" Type="http://schemas.openxmlformats.org/officeDocument/2006/relationships/image" Target="../media/image31.jpeg"/><Relationship Id="rId28" Type="http://schemas.openxmlformats.org/officeDocument/2006/relationships/image" Target="../media/image36.jpeg"/><Relationship Id="rId36" Type="http://schemas.openxmlformats.org/officeDocument/2006/relationships/image" Target="../media/image44.jpeg"/><Relationship Id="rId49" Type="http://schemas.openxmlformats.org/officeDocument/2006/relationships/image" Target="../media/image5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emf"/><Relationship Id="rId4" Type="http://schemas.openxmlformats.org/officeDocument/2006/relationships/oleObject" Target="../embeddings/oleObject17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../../NeDIP/Logos%20slides/Filmes/PROPRINT.MOV" TargetMode="Externa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jpeg"/><Relationship Id="rId5" Type="http://schemas.openxmlformats.org/officeDocument/2006/relationships/image" Target="../media/image79.jpeg"/><Relationship Id="rId4" Type="http://schemas.openxmlformats.org/officeDocument/2006/relationships/image" Target="../media/image7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aixaDeTexto 1">
            <a:extLst>
              <a:ext uri="{FF2B5EF4-FFF2-40B4-BE49-F238E27FC236}">
                <a16:creationId xmlns:a16="http://schemas.microsoft.com/office/drawing/2014/main" id="{D25A2C7D-E359-37B3-CBCC-F9D52C0BE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1025525"/>
            <a:ext cx="7761288" cy="181588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dirty="0">
                <a:solidFill>
                  <a:schemeClr val="bg1"/>
                </a:solidFill>
              </a:rPr>
              <a:t>Universidade de Brasília</a:t>
            </a:r>
          </a:p>
          <a:p>
            <a:pPr eaLnBrk="1" hangingPunct="1"/>
            <a:r>
              <a:rPr lang="pt-BR" altLang="pt-BR" sz="2800" b="1" dirty="0">
                <a:solidFill>
                  <a:schemeClr val="bg1"/>
                </a:solidFill>
              </a:rPr>
              <a:t>Faculdade de Tecnologia </a:t>
            </a:r>
          </a:p>
          <a:p>
            <a:pPr eaLnBrk="1" hangingPunct="1"/>
            <a:r>
              <a:rPr lang="pt-BR" altLang="pt-BR" sz="2800" b="1" dirty="0">
                <a:solidFill>
                  <a:schemeClr val="bg1"/>
                </a:solidFill>
              </a:rPr>
              <a:t>Engenharia de Produção </a:t>
            </a:r>
          </a:p>
          <a:p>
            <a:pPr eaLnBrk="1" hangingPunct="1"/>
            <a:r>
              <a:rPr lang="pt-BR" altLang="pt-BR" sz="2800" b="1" dirty="0">
                <a:solidFill>
                  <a:schemeClr val="bg1"/>
                </a:solidFill>
              </a:rPr>
              <a:t>Engenharia de Produto</a:t>
            </a:r>
          </a:p>
        </p:txBody>
      </p:sp>
      <p:sp>
        <p:nvSpPr>
          <p:cNvPr id="35843" name="CaixaDeTexto 2">
            <a:extLst>
              <a:ext uri="{FF2B5EF4-FFF2-40B4-BE49-F238E27FC236}">
                <a16:creationId xmlns:a16="http://schemas.microsoft.com/office/drawing/2014/main" id="{97AEDDCC-FF2D-DBCC-5A3E-6CCFE8275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3173413"/>
            <a:ext cx="754062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dirty="0">
                <a:solidFill>
                  <a:srgbClr val="002060"/>
                </a:solidFill>
              </a:rPr>
              <a:t>Prof. Andréa Cristina dos Santos, Dr. Eng.</a:t>
            </a:r>
          </a:p>
          <a:p>
            <a:pPr eaLnBrk="1" hangingPunct="1"/>
            <a:endParaRPr lang="pt-BR" altLang="pt-BR" sz="2800" dirty="0">
              <a:solidFill>
                <a:srgbClr val="002060"/>
              </a:solidFill>
            </a:endParaRPr>
          </a:p>
          <a:p>
            <a:pPr eaLnBrk="1" hangingPunct="1"/>
            <a:r>
              <a:rPr lang="pt-BR" altLang="pt-BR" sz="2800" dirty="0">
                <a:solidFill>
                  <a:srgbClr val="002060"/>
                </a:solidFill>
              </a:rPr>
              <a:t>Projeto Conceitual</a:t>
            </a:r>
          </a:p>
          <a:p>
            <a:pPr eaLnBrk="1" hangingPunct="1"/>
            <a:r>
              <a:rPr lang="pt-BR" altLang="pt-BR" sz="2800" dirty="0">
                <a:solidFill>
                  <a:srgbClr val="002060"/>
                </a:solidFill>
              </a:rPr>
              <a:t>Análise de Sistemas/Subsistemas</a:t>
            </a:r>
          </a:p>
          <a:p>
            <a:pPr eaLnBrk="1" hangingPunct="1"/>
            <a:endParaRPr lang="pt-BR" altLang="pt-BR" sz="2800" dirty="0">
              <a:solidFill>
                <a:srgbClr val="002060"/>
              </a:solidFill>
            </a:endParaRPr>
          </a:p>
          <a:p>
            <a:pPr eaLnBrk="1" hangingPunct="1"/>
            <a:endParaRPr lang="pt-BR" altLang="pt-BR" sz="2800" dirty="0">
              <a:solidFill>
                <a:srgbClr val="00206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B936FB5-3208-3DFB-3554-1F8BC01E2CF1}"/>
              </a:ext>
            </a:extLst>
          </p:cNvPr>
          <p:cNvSpPr txBox="1"/>
          <p:nvPr/>
        </p:nvSpPr>
        <p:spPr>
          <a:xfrm>
            <a:off x="2883877" y="5591908"/>
            <a:ext cx="4173415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AULA 21</a:t>
            </a:r>
          </a:p>
        </p:txBody>
      </p:sp>
    </p:spTree>
  </p:cSld>
  <p:clrMapOvr>
    <a:masterClrMapping/>
  </p:clrMapOvr>
  <p:transition>
    <p:cover dir="r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4E2C6D5B-ED10-74EA-C2DA-BF8592167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Localização da fase de projeto conceitual</a:t>
            </a:r>
          </a:p>
        </p:txBody>
      </p:sp>
      <p:grpSp>
        <p:nvGrpSpPr>
          <p:cNvPr id="36867" name="Group 5">
            <a:extLst>
              <a:ext uri="{FF2B5EF4-FFF2-40B4-BE49-F238E27FC236}">
                <a16:creationId xmlns:a16="http://schemas.microsoft.com/office/drawing/2014/main" id="{5D7EBFCF-C204-C1DC-E989-6BA93B6F121B}"/>
              </a:ext>
            </a:extLst>
          </p:cNvPr>
          <p:cNvGrpSpPr>
            <a:grpSpLocks/>
          </p:cNvGrpSpPr>
          <p:nvPr/>
        </p:nvGrpSpPr>
        <p:grpSpPr bwMode="auto">
          <a:xfrm>
            <a:off x="0" y="1455738"/>
            <a:ext cx="9067800" cy="4576762"/>
            <a:chOff x="0" y="573"/>
            <a:chExt cx="5712" cy="2883"/>
          </a:xfrm>
        </p:grpSpPr>
        <p:sp>
          <p:nvSpPr>
            <p:cNvPr id="36920" name="Rectangle 6">
              <a:extLst>
                <a:ext uri="{FF2B5EF4-FFF2-40B4-BE49-F238E27FC236}">
                  <a16:creationId xmlns:a16="http://schemas.microsoft.com/office/drawing/2014/main" id="{90D02DB3-580B-7A77-E77E-BC1A36D4E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277"/>
              <a:ext cx="4968" cy="1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800" b="1" i="1">
                  <a:solidFill>
                    <a:srgbClr val="000000"/>
                  </a:solidFill>
                </a:rPr>
                <a:t>Melhoria do processo de desenvolvimento de produtos</a:t>
              </a:r>
            </a:p>
          </p:txBody>
        </p:sp>
        <p:sp>
          <p:nvSpPr>
            <p:cNvPr id="36921" name="Rectangle 7">
              <a:extLst>
                <a:ext uri="{FF2B5EF4-FFF2-40B4-BE49-F238E27FC236}">
                  <a16:creationId xmlns:a16="http://schemas.microsoft.com/office/drawing/2014/main" id="{72FC1E9A-44E2-2D87-9DD3-E8658D5D5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3048"/>
              <a:ext cx="3838" cy="17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800" b="1" i="1">
                  <a:solidFill>
                    <a:srgbClr val="000000"/>
                  </a:solidFill>
                </a:rPr>
                <a:t>Gerenciamento de mudanças de engenharia</a:t>
              </a:r>
            </a:p>
          </p:txBody>
        </p:sp>
        <p:sp>
          <p:nvSpPr>
            <p:cNvPr id="53256" name="Rectangle 8">
              <a:extLst>
                <a:ext uri="{FF2B5EF4-FFF2-40B4-BE49-F238E27FC236}">
                  <a16:creationId xmlns:a16="http://schemas.microsoft.com/office/drawing/2014/main" id="{859B23D7-1FC1-97A6-13AA-BC1C99215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14"/>
              <a:ext cx="768" cy="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72000" tIns="0" rIns="72000" bIns="0" anchor="ctr">
              <a:spAutoFit/>
            </a:bodyPr>
            <a:lstStyle/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  <a:latin typeface="Arial" charset="0"/>
                </a:rPr>
                <a:t>Processos</a:t>
              </a:r>
            </a:p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  <a:latin typeface="Arial" charset="0"/>
                </a:rPr>
                <a:t>de apoio</a:t>
              </a:r>
            </a:p>
          </p:txBody>
        </p:sp>
        <p:sp>
          <p:nvSpPr>
            <p:cNvPr id="36923" name="AutoShape 9">
              <a:extLst>
                <a:ext uri="{FF2B5EF4-FFF2-40B4-BE49-F238E27FC236}">
                  <a16:creationId xmlns:a16="http://schemas.microsoft.com/office/drawing/2014/main" id="{16066624-A5A1-C336-9E29-475252B6A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6924" name="AutoShape 10">
              <a:extLst>
                <a:ext uri="{FF2B5EF4-FFF2-40B4-BE49-F238E27FC236}">
                  <a16:creationId xmlns:a16="http://schemas.microsoft.com/office/drawing/2014/main" id="{4BF08364-329E-A713-6E79-00944C6CC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6925" name="AutoShape 11">
              <a:extLst>
                <a:ext uri="{FF2B5EF4-FFF2-40B4-BE49-F238E27FC236}">
                  <a16:creationId xmlns:a16="http://schemas.microsoft.com/office/drawing/2014/main" id="{F06C94BF-D054-7718-54D8-473364246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6926" name="AutoShape 12">
              <a:extLst>
                <a:ext uri="{FF2B5EF4-FFF2-40B4-BE49-F238E27FC236}">
                  <a16:creationId xmlns:a16="http://schemas.microsoft.com/office/drawing/2014/main" id="{D175ED0C-BA5B-110A-39D5-3EDC09BF0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grpSp>
          <p:nvGrpSpPr>
            <p:cNvPr id="36927" name="Group 13">
              <a:extLst>
                <a:ext uri="{FF2B5EF4-FFF2-40B4-BE49-F238E27FC236}">
                  <a16:creationId xmlns:a16="http://schemas.microsoft.com/office/drawing/2014/main" id="{62B088B2-F5FC-8155-D109-0514CDDF5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573"/>
              <a:ext cx="5664" cy="2262"/>
              <a:chOff x="48" y="573"/>
              <a:chExt cx="5664" cy="2262"/>
            </a:xfrm>
          </p:grpSpPr>
          <p:grpSp>
            <p:nvGrpSpPr>
              <p:cNvPr id="36928" name="Group 14">
                <a:extLst>
                  <a:ext uri="{FF2B5EF4-FFF2-40B4-BE49-F238E27FC236}">
                    <a16:creationId xmlns:a16="http://schemas.microsoft.com/office/drawing/2014/main" id="{E93E0086-6D82-FFE6-ADA2-A7FDB3499A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673"/>
                <a:ext cx="5664" cy="2162"/>
                <a:chOff x="48" y="673"/>
                <a:chExt cx="5664" cy="2162"/>
              </a:xfrm>
            </p:grpSpPr>
            <p:sp>
              <p:nvSpPr>
                <p:cNvPr id="36930" name="Rectangle 15">
                  <a:extLst>
                    <a:ext uri="{FF2B5EF4-FFF2-40B4-BE49-F238E27FC236}">
                      <a16:creationId xmlns:a16="http://schemas.microsoft.com/office/drawing/2014/main" id="{D1541F89-8DF8-A070-071C-38A28524C1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" y="673"/>
                  <a:ext cx="5664" cy="2162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72000" tIns="0" rIns="72000" bIns="0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36931" name="Freeform 16">
                  <a:extLst>
                    <a:ext uri="{FF2B5EF4-FFF2-40B4-BE49-F238E27FC236}">
                      <a16:creationId xmlns:a16="http://schemas.microsoft.com/office/drawing/2014/main" id="{F414A13E-0C5E-6E28-4394-E36F57C7BB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" y="1460"/>
                  <a:ext cx="4593" cy="1046"/>
                </a:xfrm>
                <a:custGeom>
                  <a:avLst/>
                  <a:gdLst>
                    <a:gd name="T0" fmla="*/ 771 w 4593"/>
                    <a:gd name="T1" fmla="*/ 20 h 1046"/>
                    <a:gd name="T2" fmla="*/ 0 w 4593"/>
                    <a:gd name="T3" fmla="*/ 1046 h 1046"/>
                    <a:gd name="T4" fmla="*/ 4593 w 4593"/>
                    <a:gd name="T5" fmla="*/ 1016 h 1046"/>
                    <a:gd name="T6" fmla="*/ 3302 w 4593"/>
                    <a:gd name="T7" fmla="*/ 0 h 10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93"/>
                    <a:gd name="T13" fmla="*/ 0 h 1046"/>
                    <a:gd name="T14" fmla="*/ 4593 w 4593"/>
                    <a:gd name="T15" fmla="*/ 1046 h 10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93" h="1046">
                      <a:moveTo>
                        <a:pt x="771" y="20"/>
                      </a:moveTo>
                      <a:lnTo>
                        <a:pt x="0" y="1046"/>
                      </a:lnTo>
                      <a:lnTo>
                        <a:pt x="4593" y="1016"/>
                      </a:lnTo>
                      <a:lnTo>
                        <a:pt x="330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9CCFF"/>
                    </a:gs>
                    <a:gs pos="100000">
                      <a:srgbClr val="FFCC99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72000" tIns="0" rIns="72000" bIns="0" anchor="ctr">
                  <a:spAutoFit/>
                </a:bodyPr>
                <a:lstStyle/>
                <a:p>
                  <a:endParaRPr lang="pt-BR"/>
                </a:p>
              </p:txBody>
            </p:sp>
            <p:grpSp>
              <p:nvGrpSpPr>
                <p:cNvPr id="36932" name="Group 17">
                  <a:extLst>
                    <a:ext uri="{FF2B5EF4-FFF2-40B4-BE49-F238E27FC236}">
                      <a16:creationId xmlns:a16="http://schemas.microsoft.com/office/drawing/2014/main" id="{DA352D66-BE9D-70CE-6B5C-1CA8460E30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11" y="1058"/>
                  <a:ext cx="2612" cy="188"/>
                  <a:chOff x="1411" y="1058"/>
                  <a:chExt cx="2612" cy="188"/>
                </a:xfrm>
              </p:grpSpPr>
              <p:sp>
                <p:nvSpPr>
                  <p:cNvPr id="37018" name="AutoShape 18">
                    <a:extLst>
                      <a:ext uri="{FF2B5EF4-FFF2-40B4-BE49-F238E27FC236}">
                        <a16:creationId xmlns:a16="http://schemas.microsoft.com/office/drawing/2014/main" id="{F93C8DD6-2A72-49FE-0456-BE8D04F9B3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11" y="1058"/>
                    <a:ext cx="2612" cy="188"/>
                  </a:xfrm>
                  <a:prstGeom prst="chevron">
                    <a:avLst>
                      <a:gd name="adj" fmla="val 43675"/>
                    </a:avLst>
                  </a:prstGeom>
                  <a:solidFill>
                    <a:srgbClr val="FFFF00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37019" name="Text Box 19">
                    <a:extLst>
                      <a:ext uri="{FF2B5EF4-FFF2-40B4-BE49-F238E27FC236}">
                        <a16:creationId xmlns:a16="http://schemas.microsoft.com/office/drawing/2014/main" id="{2C1A19FB-5093-17EE-87F1-EFBD80E765A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4" y="1066"/>
                    <a:ext cx="1189" cy="173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Desenvolvimento</a:t>
                    </a:r>
                    <a:r>
                      <a:rPr lang="pt-BR" altLang="pt-BR" sz="1800" i="1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36933" name="Group 20">
                  <a:extLst>
                    <a:ext uri="{FF2B5EF4-FFF2-40B4-BE49-F238E27FC236}">
                      <a16:creationId xmlns:a16="http://schemas.microsoft.com/office/drawing/2014/main" id="{3B385854-E4E4-8EB7-F55A-F84E4EB529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6" y="2385"/>
                  <a:ext cx="4435" cy="342"/>
                  <a:chOff x="586" y="2385"/>
                  <a:chExt cx="4435" cy="342"/>
                </a:xfrm>
              </p:grpSpPr>
              <p:grpSp>
                <p:nvGrpSpPr>
                  <p:cNvPr id="37011" name="Group 21">
                    <a:extLst>
                      <a:ext uri="{FF2B5EF4-FFF2-40B4-BE49-F238E27FC236}">
                        <a16:creationId xmlns:a16="http://schemas.microsoft.com/office/drawing/2014/main" id="{E991ECD0-AE12-3406-2288-EDA1AFFFE06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06" y="2394"/>
                    <a:ext cx="3615" cy="333"/>
                    <a:chOff x="1014" y="2394"/>
                    <a:chExt cx="3615" cy="333"/>
                  </a:xfrm>
                </p:grpSpPr>
                <p:sp>
                  <p:nvSpPr>
                    <p:cNvPr id="37013" name="AutoShape 22">
                      <a:extLst>
                        <a:ext uri="{FF2B5EF4-FFF2-40B4-BE49-F238E27FC236}">
                          <a16:creationId xmlns:a16="http://schemas.microsoft.com/office/drawing/2014/main" id="{A9D0ED12-E4B4-F4F3-43AF-B6F5234766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394"/>
                      <a:ext cx="690" cy="333"/>
                    </a:xfrm>
                    <a:prstGeom prst="chevron">
                      <a:avLst>
                        <a:gd name="adj" fmla="val 1972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Detalhado </a:t>
                      </a:r>
                    </a:p>
                  </p:txBody>
                </p:sp>
                <p:sp>
                  <p:nvSpPr>
                    <p:cNvPr id="37014" name="AutoShape 23">
                      <a:extLst>
                        <a:ext uri="{FF2B5EF4-FFF2-40B4-BE49-F238E27FC236}">
                          <a16:creationId xmlns:a16="http://schemas.microsoft.com/office/drawing/2014/main" id="{A9D08164-91D9-A91F-52FA-8D472472DB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3" y="2394"/>
                      <a:ext cx="709" cy="333"/>
                    </a:xfrm>
                    <a:prstGeom prst="chevron">
                      <a:avLst>
                        <a:gd name="adj" fmla="val 1900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Conceitual </a:t>
                      </a:r>
                    </a:p>
                  </p:txBody>
                </p:sp>
                <p:sp>
                  <p:nvSpPr>
                    <p:cNvPr id="37015" name="AutoShape 24">
                      <a:extLst>
                        <a:ext uri="{FF2B5EF4-FFF2-40B4-BE49-F238E27FC236}">
                          <a16:creationId xmlns:a16="http://schemas.microsoft.com/office/drawing/2014/main" id="{A3F23C1E-2D4F-96FF-BC20-F5721799160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2394"/>
                      <a:ext cx="856" cy="333"/>
                    </a:xfrm>
                    <a:prstGeom prst="chevron">
                      <a:avLst>
                        <a:gd name="adj" fmla="val 2206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Informacional </a:t>
                      </a:r>
                    </a:p>
                  </p:txBody>
                </p:sp>
                <p:sp>
                  <p:nvSpPr>
                    <p:cNvPr id="37016" name="AutoShape 25">
                      <a:extLst>
                        <a:ext uri="{FF2B5EF4-FFF2-40B4-BE49-F238E27FC236}">
                          <a16:creationId xmlns:a16="http://schemas.microsoft.com/office/drawing/2014/main" id="{C80BB75F-7542-E141-9D1C-8558EA54D15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64" y="2394"/>
                      <a:ext cx="765" cy="333"/>
                    </a:xfrm>
                    <a:prstGeom prst="chevron">
                      <a:avLst>
                        <a:gd name="adj" fmla="val 19782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Lançamento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do Produto</a:t>
                      </a:r>
                    </a:p>
                  </p:txBody>
                </p:sp>
                <p:sp>
                  <p:nvSpPr>
                    <p:cNvPr id="37017" name="AutoShape 26">
                      <a:extLst>
                        <a:ext uri="{FF2B5EF4-FFF2-40B4-BE49-F238E27FC236}">
                          <a16:creationId xmlns:a16="http://schemas.microsoft.com/office/drawing/2014/main" id="{3757C637-812A-FB98-C118-B7D84728E7F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0" y="2394"/>
                      <a:ext cx="723" cy="333"/>
                    </a:xfrm>
                    <a:prstGeom prst="chevron">
                      <a:avLst>
                        <a:gd name="adj" fmla="val 1621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Preparação</a:t>
                      </a:r>
                    </a:p>
                    <a:p>
                      <a:pPr eaLnBrk="1" hangingPunct="1"/>
                      <a:r>
                        <a:rPr lang="pt-BR" altLang="pt-BR" sz="1400"/>
                        <a:t>Produção</a:t>
                      </a:r>
                    </a:p>
                  </p:txBody>
                </p:sp>
              </p:grpSp>
              <p:sp>
                <p:nvSpPr>
                  <p:cNvPr id="37012" name="AutoShape 27">
                    <a:extLst>
                      <a:ext uri="{FF2B5EF4-FFF2-40B4-BE49-F238E27FC236}">
                        <a16:creationId xmlns:a16="http://schemas.microsoft.com/office/drawing/2014/main" id="{19F7A4C5-5264-BF38-F3F0-7ACC06E663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86" y="2385"/>
                    <a:ext cx="841" cy="333"/>
                  </a:xfrm>
                  <a:prstGeom prst="chevron">
                    <a:avLst>
                      <a:gd name="adj" fmla="val 24296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Planejamento</a:t>
                    </a:r>
                  </a:p>
                  <a:p>
                    <a:pPr eaLnBrk="1" hangingPunct="1"/>
                    <a:r>
                      <a:rPr lang="pt-BR" altLang="pt-BR" sz="1400"/>
                      <a:t>Projeto</a:t>
                    </a:r>
                  </a:p>
                </p:txBody>
              </p:sp>
            </p:grpSp>
            <p:grpSp>
              <p:nvGrpSpPr>
                <p:cNvPr id="36934" name="Group 28">
                  <a:extLst>
                    <a:ext uri="{FF2B5EF4-FFF2-40B4-BE49-F238E27FC236}">
                      <a16:creationId xmlns:a16="http://schemas.microsoft.com/office/drawing/2014/main" id="{0D6D7A64-E474-5167-67C9-AC52B6E59D1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09" y="1059"/>
                  <a:ext cx="1671" cy="188"/>
                  <a:chOff x="4009" y="1059"/>
                  <a:chExt cx="1671" cy="188"/>
                </a:xfrm>
              </p:grpSpPr>
              <p:sp>
                <p:nvSpPr>
                  <p:cNvPr id="37009" name="AutoShape 29">
                    <a:extLst>
                      <a:ext uri="{FF2B5EF4-FFF2-40B4-BE49-F238E27FC236}">
                        <a16:creationId xmlns:a16="http://schemas.microsoft.com/office/drawing/2014/main" id="{7FB6AF25-F005-C152-FD24-B1AC967420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09" y="1059"/>
                    <a:ext cx="1671" cy="188"/>
                  </a:xfrm>
                  <a:prstGeom prst="chevron">
                    <a:avLst>
                      <a:gd name="adj" fmla="val 39421"/>
                    </a:avLst>
                  </a:prstGeom>
                  <a:solidFill>
                    <a:srgbClr val="FFCC99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37010" name="Text Box 30">
                    <a:extLst>
                      <a:ext uri="{FF2B5EF4-FFF2-40B4-BE49-F238E27FC236}">
                        <a16:creationId xmlns:a16="http://schemas.microsoft.com/office/drawing/2014/main" id="{93365B43-196E-D754-56A7-AE771290243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2" y="1082"/>
                    <a:ext cx="324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Pós</a:t>
                    </a:r>
                  </a:p>
                </p:txBody>
              </p:sp>
            </p:grpSp>
            <p:sp>
              <p:nvSpPr>
                <p:cNvPr id="36935" name="Rectangle 31">
                  <a:extLst>
                    <a:ext uri="{FF2B5EF4-FFF2-40B4-BE49-F238E27FC236}">
                      <a16:creationId xmlns:a16="http://schemas.microsoft.com/office/drawing/2014/main" id="{EE6816D3-1FAE-F28C-5F7D-83BAB0D026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0" y="1112"/>
                  <a:ext cx="164" cy="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2000" tIns="0" rIns="72000" bIns="0" anchor="ctr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cxnSp>
              <p:nvCxnSpPr>
                <p:cNvPr id="36936" name="AutoShape 32">
                  <a:extLst>
                    <a:ext uri="{FF2B5EF4-FFF2-40B4-BE49-F238E27FC236}">
                      <a16:creationId xmlns:a16="http://schemas.microsoft.com/office/drawing/2014/main" id="{04DFD373-2D38-575D-2279-8A940E24336A}"/>
                    </a:ext>
                  </a:extLst>
                </p:cNvPr>
                <p:cNvCxnSpPr>
                  <a:cxnSpLocks noChangeShapeType="1"/>
                  <a:stCxn id="37009" idx="0"/>
                  <a:endCxn id="37007" idx="0"/>
                </p:cNvCxnSpPr>
                <p:nvPr/>
              </p:nvCxnSpPr>
              <p:spPr bwMode="auto">
                <a:xfrm rot="-5400000" flipH="1" flipV="1">
                  <a:off x="2773" y="-973"/>
                  <a:ext cx="1" cy="4066"/>
                </a:xfrm>
                <a:prstGeom prst="bentConnector3">
                  <a:avLst>
                    <a:gd name="adj1" fmla="val -14400005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36937" name="Group 33">
                  <a:extLst>
                    <a:ext uri="{FF2B5EF4-FFF2-40B4-BE49-F238E27FC236}">
                      <a16:creationId xmlns:a16="http://schemas.microsoft.com/office/drawing/2014/main" id="{83F0B2F3-51AD-4053-9493-6BDF7B9E78D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8" y="1059"/>
                  <a:ext cx="1338" cy="187"/>
                  <a:chOff x="108" y="1059"/>
                  <a:chExt cx="1338" cy="187"/>
                </a:xfrm>
              </p:grpSpPr>
              <p:sp>
                <p:nvSpPr>
                  <p:cNvPr id="37007" name="AutoShape 34">
                    <a:extLst>
                      <a:ext uri="{FF2B5EF4-FFF2-40B4-BE49-F238E27FC236}">
                        <a16:creationId xmlns:a16="http://schemas.microsoft.com/office/drawing/2014/main" id="{6BAE5E64-F38C-2EDF-B363-11E1FD6DE1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" y="1059"/>
                    <a:ext cx="1338" cy="187"/>
                  </a:xfrm>
                  <a:prstGeom prst="homePlate">
                    <a:avLst>
                      <a:gd name="adj" fmla="val 38194"/>
                    </a:avLst>
                  </a:prstGeom>
                  <a:solidFill>
                    <a:srgbClr val="99CCFF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72000" tIns="0" rIns="72000" bIns="0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37008" name="Text Box 35">
                    <a:extLst>
                      <a:ext uri="{FF2B5EF4-FFF2-40B4-BE49-F238E27FC236}">
                        <a16:creationId xmlns:a16="http://schemas.microsoft.com/office/drawing/2014/main" id="{DDB54122-03BA-F961-29E6-353A5EEC8DD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30" y="1082"/>
                    <a:ext cx="2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Pré</a:t>
                    </a:r>
                  </a:p>
                </p:txBody>
              </p:sp>
            </p:grpSp>
            <p:sp>
              <p:nvSpPr>
                <p:cNvPr id="36938" name="AutoShape 36">
                  <a:extLst>
                    <a:ext uri="{FF2B5EF4-FFF2-40B4-BE49-F238E27FC236}">
                      <a16:creationId xmlns:a16="http://schemas.microsoft.com/office/drawing/2014/main" id="{7B3E202B-97CF-733A-4A6B-6D562F1A8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" y="1292"/>
                  <a:ext cx="841" cy="496"/>
                </a:xfrm>
                <a:prstGeom prst="chevron">
                  <a:avLst>
                    <a:gd name="adj" fmla="val 16108"/>
                  </a:avLst>
                </a:prstGeom>
                <a:solidFill>
                  <a:srgbClr val="99CCFF"/>
                </a:solidFill>
                <a:ln w="1117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400"/>
                    <a:t>Planejamento</a:t>
                  </a:r>
                </a:p>
                <a:p>
                  <a:pPr eaLnBrk="1" hangingPunct="1"/>
                  <a:r>
                    <a:rPr lang="pt-BR" altLang="pt-BR" sz="1400"/>
                    <a:t>Estratégico dos Produtos</a:t>
                  </a:r>
                </a:p>
              </p:txBody>
            </p:sp>
            <p:grpSp>
              <p:nvGrpSpPr>
                <p:cNvPr id="36939" name="Group 37">
                  <a:extLst>
                    <a:ext uri="{FF2B5EF4-FFF2-40B4-BE49-F238E27FC236}">
                      <a16:creationId xmlns:a16="http://schemas.microsoft.com/office/drawing/2014/main" id="{842179F3-7740-531A-E04E-223818C6EF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3" y="1280"/>
                  <a:ext cx="1809" cy="588"/>
                  <a:chOff x="3883" y="1280"/>
                  <a:chExt cx="1809" cy="588"/>
                </a:xfrm>
              </p:grpSpPr>
              <p:sp>
                <p:nvSpPr>
                  <p:cNvPr id="37001" name="AutoShape 38">
                    <a:extLst>
                      <a:ext uri="{FF2B5EF4-FFF2-40B4-BE49-F238E27FC236}">
                        <a16:creationId xmlns:a16="http://schemas.microsoft.com/office/drawing/2014/main" id="{C8E5EC43-736C-D47A-A918-5380085E8F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3" y="1280"/>
                    <a:ext cx="792" cy="523"/>
                  </a:xfrm>
                  <a:prstGeom prst="chevron">
                    <a:avLst>
                      <a:gd name="adj" fmla="val 18221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37002" name="AutoShape 39">
                    <a:extLst>
                      <a:ext uri="{FF2B5EF4-FFF2-40B4-BE49-F238E27FC236}">
                        <a16:creationId xmlns:a16="http://schemas.microsoft.com/office/drawing/2014/main" id="{C7FFE3DB-46B3-75A5-3839-1B1543251A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5" y="128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37003" name="AutoShape 40">
                    <a:extLst>
                      <a:ext uri="{FF2B5EF4-FFF2-40B4-BE49-F238E27FC236}">
                        <a16:creationId xmlns:a16="http://schemas.microsoft.com/office/drawing/2014/main" id="{F66A85A8-33FE-60A7-539D-A65AB96784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37" y="1320"/>
                    <a:ext cx="799" cy="523"/>
                  </a:xfrm>
                  <a:prstGeom prst="chevron">
                    <a:avLst>
                      <a:gd name="adj" fmla="val 18382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37004" name="AutoShape 41">
                    <a:extLst>
                      <a:ext uri="{FF2B5EF4-FFF2-40B4-BE49-F238E27FC236}">
                        <a16:creationId xmlns:a16="http://schemas.microsoft.com/office/drawing/2014/main" id="{FEE5370D-60B5-3877-8E5B-95F7AB7859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47" y="132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37005" name="AutoShape 42">
                    <a:extLst>
                      <a:ext uri="{FF2B5EF4-FFF2-40B4-BE49-F238E27FC236}">
                        <a16:creationId xmlns:a16="http://schemas.microsoft.com/office/drawing/2014/main" id="{72238915-F87C-E67A-FF77-69B20D6FCB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7" y="1345"/>
                    <a:ext cx="845" cy="523"/>
                  </a:xfrm>
                  <a:prstGeom prst="chevron">
                    <a:avLst>
                      <a:gd name="adj" fmla="val 1494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144000" tIns="0" rIns="72000" bIns="0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Descontinuar</a:t>
                    </a:r>
                  </a:p>
                  <a:p>
                    <a:pPr eaLnBrk="1" hangingPunct="1"/>
                    <a:r>
                      <a:rPr lang="pt-BR" altLang="pt-BR" sz="1400"/>
                      <a:t>Produto</a:t>
                    </a:r>
                  </a:p>
                </p:txBody>
              </p:sp>
              <p:sp>
                <p:nvSpPr>
                  <p:cNvPr id="37006" name="AutoShape 43">
                    <a:extLst>
                      <a:ext uri="{FF2B5EF4-FFF2-40B4-BE49-F238E27FC236}">
                        <a16:creationId xmlns:a16="http://schemas.microsoft.com/office/drawing/2014/main" id="{A70FB041-8835-AE2D-A4FE-639789E568D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9" y="1345"/>
                    <a:ext cx="882" cy="523"/>
                  </a:xfrm>
                  <a:prstGeom prst="chevron">
                    <a:avLst>
                      <a:gd name="adj" fmla="val 14530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Acompanhar</a:t>
                    </a:r>
                  </a:p>
                  <a:p>
                    <a:pPr eaLnBrk="1" hangingPunct="1"/>
                    <a:r>
                      <a:rPr lang="pt-BR" altLang="pt-BR" sz="1400"/>
                      <a:t>Produto/</a:t>
                    </a:r>
                  </a:p>
                  <a:p>
                    <a:pPr eaLnBrk="1" hangingPunct="1"/>
                    <a:r>
                      <a:rPr lang="pt-BR" altLang="pt-BR" sz="1400"/>
                      <a:t>Processo</a:t>
                    </a:r>
                    <a:endParaRPr lang="pt-BR" altLang="pt-BR" sz="160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36940" name="Group 44">
                  <a:extLst>
                    <a:ext uri="{FF2B5EF4-FFF2-40B4-BE49-F238E27FC236}">
                      <a16:creationId xmlns:a16="http://schemas.microsoft.com/office/drawing/2014/main" id="{6EBF4B85-BB37-1786-657A-006439CC23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0" y="1272"/>
                  <a:ext cx="2268" cy="257"/>
                  <a:chOff x="1520" y="1272"/>
                  <a:chExt cx="2268" cy="257"/>
                </a:xfrm>
              </p:grpSpPr>
              <p:sp>
                <p:nvSpPr>
                  <p:cNvPr id="36996" name="AutoShape 45">
                    <a:extLst>
                      <a:ext uri="{FF2B5EF4-FFF2-40B4-BE49-F238E27FC236}">
                        <a16:creationId xmlns:a16="http://schemas.microsoft.com/office/drawing/2014/main" id="{F540B3B3-9700-93C6-A045-3E7A947DB4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520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97" name="AutoShape 46">
                    <a:extLst>
                      <a:ext uri="{FF2B5EF4-FFF2-40B4-BE49-F238E27FC236}">
                        <a16:creationId xmlns:a16="http://schemas.microsoft.com/office/drawing/2014/main" id="{2782EEE8-4523-37F0-D163-CAA9DB6DC1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74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98" name="AutoShape 47">
                    <a:extLst>
                      <a:ext uri="{FF2B5EF4-FFF2-40B4-BE49-F238E27FC236}">
                        <a16:creationId xmlns:a16="http://schemas.microsoft.com/office/drawing/2014/main" id="{0105D26C-57EB-3B9B-D884-808241CF3D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429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99" name="AutoShape 48">
                    <a:extLst>
                      <a:ext uri="{FF2B5EF4-FFF2-40B4-BE49-F238E27FC236}">
                        <a16:creationId xmlns:a16="http://schemas.microsoft.com/office/drawing/2014/main" id="{7C493D35-10CE-2C14-6FD0-EFC9A5DCB5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883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7000" name="AutoShape 49">
                    <a:extLst>
                      <a:ext uri="{FF2B5EF4-FFF2-40B4-BE49-F238E27FC236}">
                        <a16:creationId xmlns:a16="http://schemas.microsoft.com/office/drawing/2014/main" id="{864B7593-ADC8-8730-E16E-A53D2C8816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338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36941" name="Group 50">
                  <a:extLst>
                    <a:ext uri="{FF2B5EF4-FFF2-40B4-BE49-F238E27FC236}">
                      <a16:creationId xmlns:a16="http://schemas.microsoft.com/office/drawing/2014/main" id="{52250842-7E11-0D29-577F-E8057F5E998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16" y="1368"/>
                  <a:ext cx="2268" cy="257"/>
                  <a:chOff x="1616" y="1368"/>
                  <a:chExt cx="2268" cy="257"/>
                </a:xfrm>
              </p:grpSpPr>
              <p:sp>
                <p:nvSpPr>
                  <p:cNvPr id="36991" name="AutoShape 51">
                    <a:extLst>
                      <a:ext uri="{FF2B5EF4-FFF2-40B4-BE49-F238E27FC236}">
                        <a16:creationId xmlns:a16="http://schemas.microsoft.com/office/drawing/2014/main" id="{C8C01760-D4F7-1B5E-53C5-3A63269B06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16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92" name="AutoShape 52">
                    <a:extLst>
                      <a:ext uri="{FF2B5EF4-FFF2-40B4-BE49-F238E27FC236}">
                        <a16:creationId xmlns:a16="http://schemas.microsoft.com/office/drawing/2014/main" id="{1C6A85A0-2629-EA4E-A563-3868B124EF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070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93" name="AutoShape 53">
                    <a:extLst>
                      <a:ext uri="{FF2B5EF4-FFF2-40B4-BE49-F238E27FC236}">
                        <a16:creationId xmlns:a16="http://schemas.microsoft.com/office/drawing/2014/main" id="{7B94B186-EE02-9EAD-43AD-0387020E81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525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94" name="AutoShape 54">
                    <a:extLst>
                      <a:ext uri="{FF2B5EF4-FFF2-40B4-BE49-F238E27FC236}">
                        <a16:creationId xmlns:a16="http://schemas.microsoft.com/office/drawing/2014/main" id="{114FECDC-9155-34D0-5212-CE6414D13A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979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95" name="AutoShape 55">
                    <a:extLst>
                      <a:ext uri="{FF2B5EF4-FFF2-40B4-BE49-F238E27FC236}">
                        <a16:creationId xmlns:a16="http://schemas.microsoft.com/office/drawing/2014/main" id="{F3AE98E3-66DB-4DBE-1751-4F891EE5B6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434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36942" name="Group 56">
                  <a:extLst>
                    <a:ext uri="{FF2B5EF4-FFF2-40B4-BE49-F238E27FC236}">
                      <a16:creationId xmlns:a16="http://schemas.microsoft.com/office/drawing/2014/main" id="{452232A5-B1A3-6E45-22F7-961F0CAA5A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12" y="1464"/>
                  <a:ext cx="2268" cy="257"/>
                  <a:chOff x="1712" y="1464"/>
                  <a:chExt cx="2268" cy="257"/>
                </a:xfrm>
              </p:grpSpPr>
              <p:sp>
                <p:nvSpPr>
                  <p:cNvPr id="36986" name="AutoShape 57">
                    <a:extLst>
                      <a:ext uri="{FF2B5EF4-FFF2-40B4-BE49-F238E27FC236}">
                        <a16:creationId xmlns:a16="http://schemas.microsoft.com/office/drawing/2014/main" id="{0793DD26-1521-8A45-EDD5-6B897D5CB3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712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87" name="AutoShape 58">
                    <a:extLst>
                      <a:ext uri="{FF2B5EF4-FFF2-40B4-BE49-F238E27FC236}">
                        <a16:creationId xmlns:a16="http://schemas.microsoft.com/office/drawing/2014/main" id="{8E644586-90B7-3E92-435A-EC9BD1739F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66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88" name="AutoShape 59">
                    <a:extLst>
                      <a:ext uri="{FF2B5EF4-FFF2-40B4-BE49-F238E27FC236}">
                        <a16:creationId xmlns:a16="http://schemas.microsoft.com/office/drawing/2014/main" id="{2E543AD9-86D0-78B8-1FE7-0892CF16F9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621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89" name="AutoShape 60">
                    <a:extLst>
                      <a:ext uri="{FF2B5EF4-FFF2-40B4-BE49-F238E27FC236}">
                        <a16:creationId xmlns:a16="http://schemas.microsoft.com/office/drawing/2014/main" id="{A6172CFB-AA46-5565-5A33-ED2ED036B1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5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90" name="AutoShape 61">
                    <a:extLst>
                      <a:ext uri="{FF2B5EF4-FFF2-40B4-BE49-F238E27FC236}">
                        <a16:creationId xmlns:a16="http://schemas.microsoft.com/office/drawing/2014/main" id="{BE622992-539C-7EA7-47BA-E65E8398A0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530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36943" name="Group 62">
                  <a:extLst>
                    <a:ext uri="{FF2B5EF4-FFF2-40B4-BE49-F238E27FC236}">
                      <a16:creationId xmlns:a16="http://schemas.microsoft.com/office/drawing/2014/main" id="{91216C5A-CEC4-7547-A167-0A099E1F0BB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6" y="1298"/>
                  <a:ext cx="599" cy="423"/>
                  <a:chOff x="986" y="1298"/>
                  <a:chExt cx="599" cy="423"/>
                </a:xfrm>
              </p:grpSpPr>
              <p:sp>
                <p:nvSpPr>
                  <p:cNvPr id="36983" name="AutoShape 63">
                    <a:extLst>
                      <a:ext uri="{FF2B5EF4-FFF2-40B4-BE49-F238E27FC236}">
                        <a16:creationId xmlns:a16="http://schemas.microsoft.com/office/drawing/2014/main" id="{76D57E46-E5AD-3D01-E2B9-AF6AF5456B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6" y="1298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84" name="AutoShape 64">
                    <a:extLst>
                      <a:ext uri="{FF2B5EF4-FFF2-40B4-BE49-F238E27FC236}">
                        <a16:creationId xmlns:a16="http://schemas.microsoft.com/office/drawing/2014/main" id="{B1111D2B-B045-6274-ED77-837A3FCEC2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2" y="1394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36985" name="AutoShape 65">
                    <a:extLst>
                      <a:ext uri="{FF2B5EF4-FFF2-40B4-BE49-F238E27FC236}">
                        <a16:creationId xmlns:a16="http://schemas.microsoft.com/office/drawing/2014/main" id="{86F17092-C621-8C8E-C25E-5D6E72D32A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1490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36944" name="Group 66">
                  <a:extLst>
                    <a:ext uri="{FF2B5EF4-FFF2-40B4-BE49-F238E27FC236}">
                      <a16:creationId xmlns:a16="http://schemas.microsoft.com/office/drawing/2014/main" id="{EE0F2C8A-CF8E-AF99-EB90-D2B81E4E1A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" y="1685"/>
                  <a:ext cx="3926" cy="489"/>
                  <a:chOff x="176" y="1685"/>
                  <a:chExt cx="3926" cy="489"/>
                </a:xfrm>
              </p:grpSpPr>
              <p:sp>
                <p:nvSpPr>
                  <p:cNvPr id="36945" name="Text Box 67">
                    <a:extLst>
                      <a:ext uri="{FF2B5EF4-FFF2-40B4-BE49-F238E27FC236}">
                        <a16:creationId xmlns:a16="http://schemas.microsoft.com/office/drawing/2014/main" id="{345E34EB-00E8-AA8B-2F4C-E05C91E5F5F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6" y="1968"/>
                    <a:ext cx="618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u="sng">
                        <a:solidFill>
                          <a:srgbClr val="000000"/>
                        </a:solidFill>
                      </a:rPr>
                      <a:t>Gates &gt;&gt;</a:t>
                    </a:r>
                  </a:p>
                </p:txBody>
              </p:sp>
              <p:grpSp>
                <p:nvGrpSpPr>
                  <p:cNvPr id="36946" name="Group 68">
                    <a:extLst>
                      <a:ext uri="{FF2B5EF4-FFF2-40B4-BE49-F238E27FC236}">
                        <a16:creationId xmlns:a16="http://schemas.microsoft.com/office/drawing/2014/main" id="{0984A0D3-79B9-6B24-89CB-8DDC71D9E0B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36981" name="AutoShape 69">
                      <a:extLst>
                        <a:ext uri="{FF2B5EF4-FFF2-40B4-BE49-F238E27FC236}">
                          <a16:creationId xmlns:a16="http://schemas.microsoft.com/office/drawing/2014/main" id="{756151BC-6936-E04D-1AE6-22BC812C142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36982" name="Line 70">
                      <a:extLst>
                        <a:ext uri="{FF2B5EF4-FFF2-40B4-BE49-F238E27FC236}">
                          <a16:creationId xmlns:a16="http://schemas.microsoft.com/office/drawing/2014/main" id="{D0BDF3B1-2322-E4FC-9432-15E944DDFF9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36947" name="AutoShape 71">
                    <a:extLst>
                      <a:ext uri="{FF2B5EF4-FFF2-40B4-BE49-F238E27FC236}">
                        <a16:creationId xmlns:a16="http://schemas.microsoft.com/office/drawing/2014/main" id="{D9EB75E7-A323-7291-B4D7-580191DD89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1" y="1859"/>
                    <a:ext cx="3341" cy="315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72000" tIns="0" rIns="72000" bIns="0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grpSp>
                <p:nvGrpSpPr>
                  <p:cNvPr id="36948" name="Group 72">
                    <a:extLst>
                      <a:ext uri="{FF2B5EF4-FFF2-40B4-BE49-F238E27FC236}">
                        <a16:creationId xmlns:a16="http://schemas.microsoft.com/office/drawing/2014/main" id="{42448D27-B0B6-BD45-6D23-339D45801B0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918" y="1795"/>
                    <a:ext cx="117" cy="299"/>
                    <a:chOff x="2088" y="1486"/>
                    <a:chExt cx="117" cy="299"/>
                  </a:xfrm>
                </p:grpSpPr>
                <p:sp>
                  <p:nvSpPr>
                    <p:cNvPr id="36979" name="AutoShape 73">
                      <a:extLst>
                        <a:ext uri="{FF2B5EF4-FFF2-40B4-BE49-F238E27FC236}">
                          <a16:creationId xmlns:a16="http://schemas.microsoft.com/office/drawing/2014/main" id="{4F4ABF39-2031-FCEF-49C3-65D848B9F2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88" y="1614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36980" name="Line 74">
                      <a:extLst>
                        <a:ext uri="{FF2B5EF4-FFF2-40B4-BE49-F238E27FC236}">
                          <a16:creationId xmlns:a16="http://schemas.microsoft.com/office/drawing/2014/main" id="{890F899C-0AA0-8A20-42D0-100A5100348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46" y="1486"/>
                      <a:ext cx="0" cy="13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36949" name="Group 75">
                    <a:extLst>
                      <a:ext uri="{FF2B5EF4-FFF2-40B4-BE49-F238E27FC236}">
                        <a16:creationId xmlns:a16="http://schemas.microsoft.com/office/drawing/2014/main" id="{FE02BD5E-C654-CC14-F265-80B20667724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36977" name="AutoShape 76">
                      <a:extLst>
                        <a:ext uri="{FF2B5EF4-FFF2-40B4-BE49-F238E27FC236}">
                          <a16:creationId xmlns:a16="http://schemas.microsoft.com/office/drawing/2014/main" id="{E98F3EF4-3928-0E9D-4C9E-21761A276C0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36978" name="Line 77">
                      <a:extLst>
                        <a:ext uri="{FF2B5EF4-FFF2-40B4-BE49-F238E27FC236}">
                          <a16:creationId xmlns:a16="http://schemas.microsoft.com/office/drawing/2014/main" id="{6F948AEA-CB52-6107-5459-35AC00CE102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36950" name="Group 78">
                    <a:extLst>
                      <a:ext uri="{FF2B5EF4-FFF2-40B4-BE49-F238E27FC236}">
                        <a16:creationId xmlns:a16="http://schemas.microsoft.com/office/drawing/2014/main" id="{45899B8C-64E1-7A16-CE46-6E8C1FE319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42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36975" name="AutoShape 79">
                      <a:extLst>
                        <a:ext uri="{FF2B5EF4-FFF2-40B4-BE49-F238E27FC236}">
                          <a16:creationId xmlns:a16="http://schemas.microsoft.com/office/drawing/2014/main" id="{D844F39C-F12E-6940-662C-220F0AAFB5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36976" name="Line 80">
                      <a:extLst>
                        <a:ext uri="{FF2B5EF4-FFF2-40B4-BE49-F238E27FC236}">
                          <a16:creationId xmlns:a16="http://schemas.microsoft.com/office/drawing/2014/main" id="{570B99AB-E9CE-53C8-A2E6-7F55AFF528B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36951" name="Group 81">
                    <a:extLst>
                      <a:ext uri="{FF2B5EF4-FFF2-40B4-BE49-F238E27FC236}">
                        <a16:creationId xmlns:a16="http://schemas.microsoft.com/office/drawing/2014/main" id="{19D9B425-D242-88E4-FD03-1B3E469F0F4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6" y="1705"/>
                    <a:ext cx="117" cy="369"/>
                    <a:chOff x="1526" y="1705"/>
                    <a:chExt cx="117" cy="369"/>
                  </a:xfrm>
                </p:grpSpPr>
                <p:sp>
                  <p:nvSpPr>
                    <p:cNvPr id="36973" name="Line 82">
                      <a:extLst>
                        <a:ext uri="{FF2B5EF4-FFF2-40B4-BE49-F238E27FC236}">
                          <a16:creationId xmlns:a16="http://schemas.microsoft.com/office/drawing/2014/main" id="{2770EBA6-B685-29C4-F541-657AB385C95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84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36974" name="AutoShape 83">
                      <a:extLst>
                        <a:ext uri="{FF2B5EF4-FFF2-40B4-BE49-F238E27FC236}">
                          <a16:creationId xmlns:a16="http://schemas.microsoft.com/office/drawing/2014/main" id="{3AFFE954-5C35-CB80-52DD-7B0EB7FC187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6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6952" name="Group 84">
                    <a:extLst>
                      <a:ext uri="{FF2B5EF4-FFF2-40B4-BE49-F238E27FC236}">
                        <a16:creationId xmlns:a16="http://schemas.microsoft.com/office/drawing/2014/main" id="{B673F6D5-238C-5A8A-2C33-BA654460BB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2" y="1705"/>
                    <a:ext cx="117" cy="369"/>
                    <a:chOff x="2542" y="1705"/>
                    <a:chExt cx="117" cy="369"/>
                  </a:xfrm>
                </p:grpSpPr>
                <p:sp>
                  <p:nvSpPr>
                    <p:cNvPr id="36971" name="Line 85">
                      <a:extLst>
                        <a:ext uri="{FF2B5EF4-FFF2-40B4-BE49-F238E27FC236}">
                          <a16:creationId xmlns:a16="http://schemas.microsoft.com/office/drawing/2014/main" id="{D746FD81-8525-6400-F814-2C450F63647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0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36972" name="AutoShape 86">
                      <a:extLst>
                        <a:ext uri="{FF2B5EF4-FFF2-40B4-BE49-F238E27FC236}">
                          <a16:creationId xmlns:a16="http://schemas.microsoft.com/office/drawing/2014/main" id="{19A383AA-A493-CC25-3237-E2BD6D235A2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42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6953" name="Group 87">
                    <a:extLst>
                      <a:ext uri="{FF2B5EF4-FFF2-40B4-BE49-F238E27FC236}">
                        <a16:creationId xmlns:a16="http://schemas.microsoft.com/office/drawing/2014/main" id="{13925B8F-6D66-C743-D6C9-F60607854D2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66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36969" name="Line 88">
                      <a:extLst>
                        <a:ext uri="{FF2B5EF4-FFF2-40B4-BE49-F238E27FC236}">
                          <a16:creationId xmlns:a16="http://schemas.microsoft.com/office/drawing/2014/main" id="{70F4F2CB-9658-822D-98BB-9065206EEF0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36970" name="AutoShape 89">
                      <a:extLst>
                        <a:ext uri="{FF2B5EF4-FFF2-40B4-BE49-F238E27FC236}">
                          <a16:creationId xmlns:a16="http://schemas.microsoft.com/office/drawing/2014/main" id="{1376C6FF-D3B4-6731-956A-FB022262128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6954" name="Group 90">
                    <a:extLst>
                      <a:ext uri="{FF2B5EF4-FFF2-40B4-BE49-F238E27FC236}">
                        <a16:creationId xmlns:a16="http://schemas.microsoft.com/office/drawing/2014/main" id="{D62F3E00-E30A-1886-4BC1-16191C3BA49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8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36967" name="Line 91">
                      <a:extLst>
                        <a:ext uri="{FF2B5EF4-FFF2-40B4-BE49-F238E27FC236}">
                          <a16:creationId xmlns:a16="http://schemas.microsoft.com/office/drawing/2014/main" id="{4F631891-5BA7-55A9-FC44-CE03F776225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36968" name="AutoShape 92">
                      <a:extLst>
                        <a:ext uri="{FF2B5EF4-FFF2-40B4-BE49-F238E27FC236}">
                          <a16:creationId xmlns:a16="http://schemas.microsoft.com/office/drawing/2014/main" id="{2E2E5150-2B97-4450-AFA5-70E30F3BDB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6955" name="Group 93">
                    <a:extLst>
                      <a:ext uri="{FF2B5EF4-FFF2-40B4-BE49-F238E27FC236}">
                        <a16:creationId xmlns:a16="http://schemas.microsoft.com/office/drawing/2014/main" id="{F7E90F5E-5CC1-F4E3-06AE-CE161D8A2BB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99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36965" name="Line 94">
                      <a:extLst>
                        <a:ext uri="{FF2B5EF4-FFF2-40B4-BE49-F238E27FC236}">
                          <a16:creationId xmlns:a16="http://schemas.microsoft.com/office/drawing/2014/main" id="{7E5C0887-2F46-DBAF-921A-B848674416B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36966" name="AutoShape 95">
                      <a:extLst>
                        <a:ext uri="{FF2B5EF4-FFF2-40B4-BE49-F238E27FC236}">
                          <a16:creationId xmlns:a16="http://schemas.microsoft.com/office/drawing/2014/main" id="{F51049B1-5FFC-B399-22A6-F10E38125B9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6956" name="Group 96">
                    <a:extLst>
                      <a:ext uri="{FF2B5EF4-FFF2-40B4-BE49-F238E27FC236}">
                        <a16:creationId xmlns:a16="http://schemas.microsoft.com/office/drawing/2014/main" id="{8F7AD6E2-D483-9F9D-D4A1-42BDBD56477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3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36963" name="Line 97">
                      <a:extLst>
                        <a:ext uri="{FF2B5EF4-FFF2-40B4-BE49-F238E27FC236}">
                          <a16:creationId xmlns:a16="http://schemas.microsoft.com/office/drawing/2014/main" id="{7CF96A69-A81A-045F-E0C9-B709C7221F6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36964" name="AutoShape 98">
                      <a:extLst>
                        <a:ext uri="{FF2B5EF4-FFF2-40B4-BE49-F238E27FC236}">
                          <a16:creationId xmlns:a16="http://schemas.microsoft.com/office/drawing/2014/main" id="{809F5925-D266-2220-D4A4-7DD3F1DAD3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6957" name="Group 99">
                    <a:extLst>
                      <a:ext uri="{FF2B5EF4-FFF2-40B4-BE49-F238E27FC236}">
                        <a16:creationId xmlns:a16="http://schemas.microsoft.com/office/drawing/2014/main" id="{C8D3E69F-7BF9-D79B-6B1B-47916A5BE7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2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36961" name="Line 100">
                      <a:extLst>
                        <a:ext uri="{FF2B5EF4-FFF2-40B4-BE49-F238E27FC236}">
                          <a16:creationId xmlns:a16="http://schemas.microsoft.com/office/drawing/2014/main" id="{5E823C98-2397-6A20-FEA5-0F0832DA0C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36962" name="AutoShape 101">
                      <a:extLst>
                        <a:ext uri="{FF2B5EF4-FFF2-40B4-BE49-F238E27FC236}">
                          <a16:creationId xmlns:a16="http://schemas.microsoft.com/office/drawing/2014/main" id="{827FB11E-AC4F-7D0D-E20A-18861B24DA3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6958" name="Group 102">
                    <a:extLst>
                      <a:ext uri="{FF2B5EF4-FFF2-40B4-BE49-F238E27FC236}">
                        <a16:creationId xmlns:a16="http://schemas.microsoft.com/office/drawing/2014/main" id="{8406EF56-AB7B-369C-4D07-87997101796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53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36959" name="Line 103">
                      <a:extLst>
                        <a:ext uri="{FF2B5EF4-FFF2-40B4-BE49-F238E27FC236}">
                          <a16:creationId xmlns:a16="http://schemas.microsoft.com/office/drawing/2014/main" id="{592F2442-FA43-F45F-FCC0-419BB349798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36960" name="AutoShape 104">
                      <a:extLst>
                        <a:ext uri="{FF2B5EF4-FFF2-40B4-BE49-F238E27FC236}">
                          <a16:creationId xmlns:a16="http://schemas.microsoft.com/office/drawing/2014/main" id="{CD32B649-EC3C-BE56-BCA9-D3C02293DE7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</p:grpSp>
          </p:grpSp>
          <p:sp>
            <p:nvSpPr>
              <p:cNvPr id="36929" name="Rectangle 105">
                <a:extLst>
                  <a:ext uri="{FF2B5EF4-FFF2-40B4-BE49-F238E27FC236}">
                    <a16:creationId xmlns:a16="http://schemas.microsoft.com/office/drawing/2014/main" id="{482ABA4B-7247-FA5A-1C69-7726FFF7D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573"/>
                <a:ext cx="3912" cy="202"/>
              </a:xfrm>
              <a:prstGeom prst="rect">
                <a:avLst/>
              </a:prstGeom>
              <a:solidFill>
                <a:srgbClr val="CCFFCC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277800" prstMaterial="legacyMatte">
                <a:bevelT w="13500" h="13500" prst="angle"/>
                <a:bevelB w="13500" h="13500" prst="angle"/>
                <a:extrusionClr>
                  <a:srgbClr val="CCFFCC"/>
                </a:extrusionClr>
                <a:contourClr>
                  <a:srgbClr val="CCFFCC"/>
                </a:contourClr>
              </a:sp3d>
            </p:spPr>
            <p:txBody>
              <a:bodyPr lIns="72000" tIns="0" rIns="72000" bIns="0">
                <a:flatTx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2000" b="1" i="1">
                    <a:solidFill>
                      <a:srgbClr val="000000"/>
                    </a:solidFill>
                  </a:rPr>
                  <a:t>Processo de Desenvolvimento de Produto</a:t>
                </a:r>
              </a:p>
              <a:p>
                <a:pPr eaLnBrk="1" hangingPunct="1"/>
                <a:endParaRPr lang="pt-BR" altLang="pt-BR" sz="16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28" name="Group 106">
            <a:extLst>
              <a:ext uri="{FF2B5EF4-FFF2-40B4-BE49-F238E27FC236}">
                <a16:creationId xmlns:a16="http://schemas.microsoft.com/office/drawing/2014/main" id="{0386EBFA-C658-9662-2788-3D279FF01873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3889375" y="2933700"/>
            <a:ext cx="1554163" cy="2862263"/>
            <a:chOff x="2181" y="1183"/>
            <a:chExt cx="1419" cy="1966"/>
          </a:xfrm>
        </p:grpSpPr>
        <p:grpSp>
          <p:nvGrpSpPr>
            <p:cNvPr id="36869" name="Group 107">
              <a:extLst>
                <a:ext uri="{FF2B5EF4-FFF2-40B4-BE49-F238E27FC236}">
                  <a16:creationId xmlns:a16="http://schemas.microsoft.com/office/drawing/2014/main" id="{99ACA8F2-0114-6F29-294B-0EB040FB87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36906" name="Group 108">
                <a:extLst>
                  <a:ext uri="{FF2B5EF4-FFF2-40B4-BE49-F238E27FC236}">
                    <a16:creationId xmlns:a16="http://schemas.microsoft.com/office/drawing/2014/main" id="{E8ACABC9-03E9-A85F-B360-E6E2C5C7C0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36912" name="Group 109">
                  <a:extLst>
                    <a:ext uri="{FF2B5EF4-FFF2-40B4-BE49-F238E27FC236}">
                      <a16:creationId xmlns:a16="http://schemas.microsoft.com/office/drawing/2014/main" id="{D46C065B-A0D3-9425-C8E8-03C86D85C7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36918" name="Freeform 110">
                    <a:extLst>
                      <a:ext uri="{FF2B5EF4-FFF2-40B4-BE49-F238E27FC236}">
                        <a16:creationId xmlns:a16="http://schemas.microsoft.com/office/drawing/2014/main" id="{17AFA05D-196E-4A2B-A653-9F86600978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6919" name="Freeform 111">
                    <a:extLst>
                      <a:ext uri="{FF2B5EF4-FFF2-40B4-BE49-F238E27FC236}">
                        <a16:creationId xmlns:a16="http://schemas.microsoft.com/office/drawing/2014/main" id="{2733F602-7F2F-D6C5-5034-A7AFA5CE48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36913" name="Group 112">
                  <a:extLst>
                    <a:ext uri="{FF2B5EF4-FFF2-40B4-BE49-F238E27FC236}">
                      <a16:creationId xmlns:a16="http://schemas.microsoft.com/office/drawing/2014/main" id="{19E08E35-2F9E-1347-0A20-C0A80E1D2E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36914" name="Freeform 113">
                    <a:extLst>
                      <a:ext uri="{FF2B5EF4-FFF2-40B4-BE49-F238E27FC236}">
                        <a16:creationId xmlns:a16="http://schemas.microsoft.com/office/drawing/2014/main" id="{709FAF1C-882A-E5F3-A9E0-BB94754F35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6915" name="Freeform 114">
                    <a:extLst>
                      <a:ext uri="{FF2B5EF4-FFF2-40B4-BE49-F238E27FC236}">
                        <a16:creationId xmlns:a16="http://schemas.microsoft.com/office/drawing/2014/main" id="{B9F9F488-B6DF-F577-8A00-164F550303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6916" name="Freeform 115">
                    <a:extLst>
                      <a:ext uri="{FF2B5EF4-FFF2-40B4-BE49-F238E27FC236}">
                        <a16:creationId xmlns:a16="http://schemas.microsoft.com/office/drawing/2014/main" id="{8B86F341-4E6A-09C7-9359-3755D2C0E9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6917" name="Freeform 116">
                    <a:extLst>
                      <a:ext uri="{FF2B5EF4-FFF2-40B4-BE49-F238E27FC236}">
                        <a16:creationId xmlns:a16="http://schemas.microsoft.com/office/drawing/2014/main" id="{508A6A4D-ECEC-3B18-5B1B-F02D9E3245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36907" name="Oval 117">
                <a:extLst>
                  <a:ext uri="{FF2B5EF4-FFF2-40B4-BE49-F238E27FC236}">
                    <a16:creationId xmlns:a16="http://schemas.microsoft.com/office/drawing/2014/main" id="{6E682DA3-8F0B-AA04-DC06-5A42CE65C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36908" name="Group 118">
                <a:extLst>
                  <a:ext uri="{FF2B5EF4-FFF2-40B4-BE49-F238E27FC236}">
                    <a16:creationId xmlns:a16="http://schemas.microsoft.com/office/drawing/2014/main" id="{E6465EFC-1E5D-0DBB-63BF-1652DB309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36909" name="Oval 119">
                  <a:extLst>
                    <a:ext uri="{FF2B5EF4-FFF2-40B4-BE49-F238E27FC236}">
                      <a16:creationId xmlns:a16="http://schemas.microsoft.com/office/drawing/2014/main" id="{512B2D5A-D1F0-ACDE-D6A4-19FA9409E9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36910" name="Oval 120">
                  <a:extLst>
                    <a:ext uri="{FF2B5EF4-FFF2-40B4-BE49-F238E27FC236}">
                      <a16:creationId xmlns:a16="http://schemas.microsoft.com/office/drawing/2014/main" id="{78E4E5FD-DE4B-2F4B-7ADF-6D43F5557B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36911" name="Oval 121">
                  <a:extLst>
                    <a:ext uri="{FF2B5EF4-FFF2-40B4-BE49-F238E27FC236}">
                      <a16:creationId xmlns:a16="http://schemas.microsoft.com/office/drawing/2014/main" id="{60E1691F-0FA7-32AD-9EEA-10AA63B99A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36870" name="Group 122">
              <a:extLst>
                <a:ext uri="{FF2B5EF4-FFF2-40B4-BE49-F238E27FC236}">
                  <a16:creationId xmlns:a16="http://schemas.microsoft.com/office/drawing/2014/main" id="{1A1F6B4C-F171-4D4E-094E-CC1C6213C6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36871" name="Freeform 123">
                <a:extLst>
                  <a:ext uri="{FF2B5EF4-FFF2-40B4-BE49-F238E27FC236}">
                    <a16:creationId xmlns:a16="http://schemas.microsoft.com/office/drawing/2014/main" id="{18249A12-A4DC-F1D6-E8E5-67D8BAFEC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872" name="Arc 124">
                <a:extLst>
                  <a:ext uri="{FF2B5EF4-FFF2-40B4-BE49-F238E27FC236}">
                    <a16:creationId xmlns:a16="http://schemas.microsoft.com/office/drawing/2014/main" id="{BC3F9436-3256-1E10-00FE-08EC53C5E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873" name="Arc 125">
                <a:extLst>
                  <a:ext uri="{FF2B5EF4-FFF2-40B4-BE49-F238E27FC236}">
                    <a16:creationId xmlns:a16="http://schemas.microsoft.com/office/drawing/2014/main" id="{ABEFDC94-D7E6-8417-6C35-3EEF8A17EF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874" name="Freeform 126">
                <a:extLst>
                  <a:ext uri="{FF2B5EF4-FFF2-40B4-BE49-F238E27FC236}">
                    <a16:creationId xmlns:a16="http://schemas.microsoft.com/office/drawing/2014/main" id="{B4D4C4B7-A78C-8A8B-D694-C7C8E3666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875" name="Arc 127">
                <a:extLst>
                  <a:ext uri="{FF2B5EF4-FFF2-40B4-BE49-F238E27FC236}">
                    <a16:creationId xmlns:a16="http://schemas.microsoft.com/office/drawing/2014/main" id="{F23FF3E9-8C97-69FE-E44C-B6B37BB9A1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876" name="Arc 128">
                <a:extLst>
                  <a:ext uri="{FF2B5EF4-FFF2-40B4-BE49-F238E27FC236}">
                    <a16:creationId xmlns:a16="http://schemas.microsoft.com/office/drawing/2014/main" id="{B411F184-926D-368B-FFB9-907B4C7E7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36877" name="Group 129">
                <a:extLst>
                  <a:ext uri="{FF2B5EF4-FFF2-40B4-BE49-F238E27FC236}">
                    <a16:creationId xmlns:a16="http://schemas.microsoft.com/office/drawing/2014/main" id="{B58BA91A-AFCC-C532-D999-99BE47B9B9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36901" name="Group 130">
                  <a:extLst>
                    <a:ext uri="{FF2B5EF4-FFF2-40B4-BE49-F238E27FC236}">
                      <a16:creationId xmlns:a16="http://schemas.microsoft.com/office/drawing/2014/main" id="{25F2BCCC-54CA-ECBF-605E-15E5115FD5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36903" name="Arc 131">
                    <a:extLst>
                      <a:ext uri="{FF2B5EF4-FFF2-40B4-BE49-F238E27FC236}">
                        <a16:creationId xmlns:a16="http://schemas.microsoft.com/office/drawing/2014/main" id="{2155D363-25BE-5A4F-F6B8-34E7B8CD47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6904" name="Arc 132">
                    <a:extLst>
                      <a:ext uri="{FF2B5EF4-FFF2-40B4-BE49-F238E27FC236}">
                        <a16:creationId xmlns:a16="http://schemas.microsoft.com/office/drawing/2014/main" id="{AC25E33F-7FD8-23DD-59A0-215BAAB937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6905" name="Arc 133">
                    <a:extLst>
                      <a:ext uri="{FF2B5EF4-FFF2-40B4-BE49-F238E27FC236}">
                        <a16:creationId xmlns:a16="http://schemas.microsoft.com/office/drawing/2014/main" id="{84F693FF-5258-BA65-8787-64DBD1DF55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36902" name="Arc 134">
                  <a:extLst>
                    <a:ext uri="{FF2B5EF4-FFF2-40B4-BE49-F238E27FC236}">
                      <a16:creationId xmlns:a16="http://schemas.microsoft.com/office/drawing/2014/main" id="{95E4413E-F69B-7D88-AFDD-7B490F177C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6878" name="Group 135">
                <a:extLst>
                  <a:ext uri="{FF2B5EF4-FFF2-40B4-BE49-F238E27FC236}">
                    <a16:creationId xmlns:a16="http://schemas.microsoft.com/office/drawing/2014/main" id="{49159B25-E2F2-DE26-94F7-AE5BCF2469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36896" name="Group 136">
                  <a:extLst>
                    <a:ext uri="{FF2B5EF4-FFF2-40B4-BE49-F238E27FC236}">
                      <a16:creationId xmlns:a16="http://schemas.microsoft.com/office/drawing/2014/main" id="{FA09C9ED-31B5-090F-6EA4-6141FD6275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36898" name="Arc 137">
                    <a:extLst>
                      <a:ext uri="{FF2B5EF4-FFF2-40B4-BE49-F238E27FC236}">
                        <a16:creationId xmlns:a16="http://schemas.microsoft.com/office/drawing/2014/main" id="{E649CDDD-325F-398F-8DAF-BDE7F9830AC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6899" name="Arc 138">
                    <a:extLst>
                      <a:ext uri="{FF2B5EF4-FFF2-40B4-BE49-F238E27FC236}">
                        <a16:creationId xmlns:a16="http://schemas.microsoft.com/office/drawing/2014/main" id="{3438E75A-F0A8-646E-DF0C-0DDC5EF1334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6900" name="Arc 139">
                    <a:extLst>
                      <a:ext uri="{FF2B5EF4-FFF2-40B4-BE49-F238E27FC236}">
                        <a16:creationId xmlns:a16="http://schemas.microsoft.com/office/drawing/2014/main" id="{A03A5E02-B9D4-2F51-50B1-190C82115B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36897" name="Arc 140">
                  <a:extLst>
                    <a:ext uri="{FF2B5EF4-FFF2-40B4-BE49-F238E27FC236}">
                      <a16:creationId xmlns:a16="http://schemas.microsoft.com/office/drawing/2014/main" id="{D6DEAE79-4450-99E5-96C8-DE3AA793E8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6879" name="Group 141">
                <a:extLst>
                  <a:ext uri="{FF2B5EF4-FFF2-40B4-BE49-F238E27FC236}">
                    <a16:creationId xmlns:a16="http://schemas.microsoft.com/office/drawing/2014/main" id="{EDC32ADF-F1F6-E860-2482-CD3EF89A18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36894" name="Arc 142">
                  <a:extLst>
                    <a:ext uri="{FF2B5EF4-FFF2-40B4-BE49-F238E27FC236}">
                      <a16:creationId xmlns:a16="http://schemas.microsoft.com/office/drawing/2014/main" id="{B45A381D-6C37-3360-FFB6-ECAEE41689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6895" name="Arc 143">
                  <a:extLst>
                    <a:ext uri="{FF2B5EF4-FFF2-40B4-BE49-F238E27FC236}">
                      <a16:creationId xmlns:a16="http://schemas.microsoft.com/office/drawing/2014/main" id="{A9C1A06E-2083-98B5-14A7-76EB00E9F3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6880" name="Group 144">
                <a:extLst>
                  <a:ext uri="{FF2B5EF4-FFF2-40B4-BE49-F238E27FC236}">
                    <a16:creationId xmlns:a16="http://schemas.microsoft.com/office/drawing/2014/main" id="{9D06E96F-36DF-B3A9-1FDE-015B7DF8A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36892" name="Arc 145">
                  <a:extLst>
                    <a:ext uri="{FF2B5EF4-FFF2-40B4-BE49-F238E27FC236}">
                      <a16:creationId xmlns:a16="http://schemas.microsoft.com/office/drawing/2014/main" id="{6E79AD4F-188D-4DD2-E847-14B64BB492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6893" name="Arc 146">
                  <a:extLst>
                    <a:ext uri="{FF2B5EF4-FFF2-40B4-BE49-F238E27FC236}">
                      <a16:creationId xmlns:a16="http://schemas.microsoft.com/office/drawing/2014/main" id="{CD6471B9-C8FD-8DE5-2F28-639273AE9C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6881" name="Group 147">
                <a:extLst>
                  <a:ext uri="{FF2B5EF4-FFF2-40B4-BE49-F238E27FC236}">
                    <a16:creationId xmlns:a16="http://schemas.microsoft.com/office/drawing/2014/main" id="{4D43D8A4-CA8A-D258-915B-B11953E665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36890" name="Line 148">
                  <a:extLst>
                    <a:ext uri="{FF2B5EF4-FFF2-40B4-BE49-F238E27FC236}">
                      <a16:creationId xmlns:a16="http://schemas.microsoft.com/office/drawing/2014/main" id="{9DCEF69C-BFEA-97DF-C72B-91D44E6C55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6891" name="Line 149">
                  <a:extLst>
                    <a:ext uri="{FF2B5EF4-FFF2-40B4-BE49-F238E27FC236}">
                      <a16:creationId xmlns:a16="http://schemas.microsoft.com/office/drawing/2014/main" id="{84A150A3-2B49-BF66-D1A8-98DD811E95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6882" name="Group 150">
                <a:extLst>
                  <a:ext uri="{FF2B5EF4-FFF2-40B4-BE49-F238E27FC236}">
                    <a16:creationId xmlns:a16="http://schemas.microsoft.com/office/drawing/2014/main" id="{F567859E-D70E-0345-3036-AF5E437BAC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36885" name="Group 151">
                  <a:extLst>
                    <a:ext uri="{FF2B5EF4-FFF2-40B4-BE49-F238E27FC236}">
                      <a16:creationId xmlns:a16="http://schemas.microsoft.com/office/drawing/2014/main" id="{84D8C701-1824-5FF8-B490-294590467E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36888" name="Arc 152">
                    <a:extLst>
                      <a:ext uri="{FF2B5EF4-FFF2-40B4-BE49-F238E27FC236}">
                        <a16:creationId xmlns:a16="http://schemas.microsoft.com/office/drawing/2014/main" id="{3911449E-A7CF-4DD9-5D2A-3FEF97EEED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6889" name="Arc 153">
                    <a:extLst>
                      <a:ext uri="{FF2B5EF4-FFF2-40B4-BE49-F238E27FC236}">
                        <a16:creationId xmlns:a16="http://schemas.microsoft.com/office/drawing/2014/main" id="{0D4E1547-09D6-2393-56D2-8E08D9709B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36886" name="Arc 154">
                  <a:extLst>
                    <a:ext uri="{FF2B5EF4-FFF2-40B4-BE49-F238E27FC236}">
                      <a16:creationId xmlns:a16="http://schemas.microsoft.com/office/drawing/2014/main" id="{4C338A23-10D5-BE08-4DDC-3950F60E35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6887" name="Arc 155">
                  <a:extLst>
                    <a:ext uri="{FF2B5EF4-FFF2-40B4-BE49-F238E27FC236}">
                      <a16:creationId xmlns:a16="http://schemas.microsoft.com/office/drawing/2014/main" id="{423C6B28-C51A-E2DE-7399-73C9CBFA5A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36883" name="Freeform 156">
                <a:extLst>
                  <a:ext uri="{FF2B5EF4-FFF2-40B4-BE49-F238E27FC236}">
                    <a16:creationId xmlns:a16="http://schemas.microsoft.com/office/drawing/2014/main" id="{ABEB92EC-E08C-C458-13EA-7886019A8A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6884" name="Oval 157">
                <a:extLst>
                  <a:ext uri="{FF2B5EF4-FFF2-40B4-BE49-F238E27FC236}">
                    <a16:creationId xmlns:a16="http://schemas.microsoft.com/office/drawing/2014/main" id="{1E31CA35-E5AC-E0D3-1E2D-2A2A4BB2D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DBB2815-9D31-91A5-0779-BEF6F2D88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Sumário do capítulo – atividades da fase</a:t>
            </a:r>
          </a:p>
        </p:txBody>
      </p:sp>
      <p:sp>
        <p:nvSpPr>
          <p:cNvPr id="37891" name="Rectangle 5">
            <a:extLst>
              <a:ext uri="{FF2B5EF4-FFF2-40B4-BE49-F238E27FC236}">
                <a16:creationId xmlns:a16="http://schemas.microsoft.com/office/drawing/2014/main" id="{B8DD1600-C5C5-EE40-E7F0-0B70775FD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908050"/>
            <a:ext cx="8574088" cy="6049963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500"/>
              <a:t>Atualizar o Plano da fase de Projeto Conceitual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Modelar funcionalmente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Desenvolver princípios de soluções para as funções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Desenvolver alternativas de solução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Definir arquitetura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Analisar os SSCs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Definir ergonomia e estética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Definir parcerias de co-desenvolvimento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Definir plano macro de processo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Selecionar concepções alternativas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Monitorar a viabilidade econômica do produto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Avaliar a fase 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Aprovar a fase</a:t>
            </a:r>
          </a:p>
          <a:p>
            <a:pPr>
              <a:lnSpc>
                <a:spcPct val="90000"/>
              </a:lnSpc>
            </a:pPr>
            <a:r>
              <a:rPr lang="pt-BR" altLang="pt-BR" sz="2500"/>
              <a:t>Documentar as decisões tomadas e lições aprendidas</a:t>
            </a:r>
          </a:p>
        </p:txBody>
      </p:sp>
    </p:spTree>
  </p:cSld>
  <p:clrMapOvr>
    <a:masterClrMapping/>
  </p:clrMapOvr>
  <p:transition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F3B8495-6C01-9F14-A334-AF7BBCF9437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20663"/>
            <a:ext cx="8229600" cy="7064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Sumário do capítulo – conceitos e ferramentas (quadros)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2BE195F-04B4-843C-DC6B-76D98ECFD02B}"/>
              </a:ext>
            </a:extLst>
          </p:cNvPr>
          <p:cNvSpPr txBox="1">
            <a:spLocks noChangeArrowheads="1"/>
          </p:cNvSpPr>
          <p:nvPr/>
        </p:nvSpPr>
        <p:spPr>
          <a:xfrm>
            <a:off x="107950" y="1131888"/>
            <a:ext cx="9036050" cy="5467350"/>
          </a:xfrm>
          <a:prstGeom prst="rect">
            <a:avLst/>
          </a:prstGeom>
        </p:spPr>
        <p:txBody>
          <a:bodyPr/>
          <a:lstStyle/>
          <a:p>
            <a:pPr marL="176213" indent="-176213" algn="l">
              <a:lnSpc>
                <a:spcPct val="13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Modelagem funcional</a:t>
            </a:r>
          </a:p>
          <a:p>
            <a:pPr marL="176213" indent="-176213" algn="l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Métodos de criatividade (quadros 7.4 e 7.5)</a:t>
            </a:r>
          </a:p>
          <a:p>
            <a:pPr marL="176213" indent="-176213" algn="l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Projeto Modular (quadro 7.6)</a:t>
            </a:r>
          </a:p>
          <a:p>
            <a:pPr marL="176213" indent="-176213" algn="l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Seleção de concepções</a:t>
            </a:r>
          </a:p>
          <a:p>
            <a:pPr marL="176213" indent="-176213" algn="l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Seleção de materiais (quadro 7.7)</a:t>
            </a:r>
          </a:p>
          <a:p>
            <a:pPr marL="176213" indent="-176213" algn="l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>
                <a:solidFill>
                  <a:srgbClr val="0000CC"/>
                </a:solidFill>
                <a:latin typeface="+mn-lt"/>
              </a:rPr>
              <a:t>Princípios e recomendações para o DFM (quadro 7.9)</a:t>
            </a:r>
          </a:p>
          <a:p>
            <a:pPr marL="176213" indent="-176213" algn="l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>
                <a:solidFill>
                  <a:srgbClr val="0000CC"/>
                </a:solidFill>
                <a:latin typeface="+mn-lt"/>
              </a:rPr>
              <a:t>Princípios e recomendações para o DFA (quadro 7.10)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620E4FD-4BC8-B684-863D-DD5E49EBA2C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7388225" cy="7064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Informações principais e dependências entre as atividades da fase de </a:t>
            </a:r>
            <a:r>
              <a:rPr lang="pt-BR" b="1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PROJETO CONCEITUAL</a:t>
            </a:r>
          </a:p>
        </p:txBody>
      </p:sp>
      <p:sp>
        <p:nvSpPr>
          <p:cNvPr id="1028" name="Rectangle 40">
            <a:extLst>
              <a:ext uri="{FF2B5EF4-FFF2-40B4-BE49-F238E27FC236}">
                <a16:creationId xmlns:a16="http://schemas.microsoft.com/office/drawing/2014/main" id="{A3671609-164B-2ED0-4ECF-CC26033F8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8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204982C2-7BA5-E414-EAD1-E28D9531BD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3" y="890588"/>
          <a:ext cx="8823325" cy="589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204982C2-7BA5-E414-EAD1-E28D9531BD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3" y="890588"/>
                        <a:ext cx="8823325" cy="5894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79D8140-0E5A-35AA-4E14-C451238018B7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188913"/>
            <a:ext cx="82296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Atividades do PC</a:t>
            </a:r>
            <a:endParaRPr lang="pt-BR" kern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068D13D-E3AB-6FEA-F865-B7585D86D3B7}"/>
              </a:ext>
            </a:extLst>
          </p:cNvPr>
          <p:cNvSpPr txBox="1">
            <a:spLocks noChangeArrowheads="1"/>
          </p:cNvSpPr>
          <p:nvPr/>
        </p:nvSpPr>
        <p:spPr>
          <a:xfrm>
            <a:off x="319088" y="1074738"/>
            <a:ext cx="4038600" cy="4525962"/>
          </a:xfrm>
          <a:prstGeom prst="rect">
            <a:avLst/>
          </a:prstGeom>
        </p:spPr>
        <p:txBody>
          <a:bodyPr/>
          <a:lstStyle/>
          <a:p>
            <a:pPr marL="342900" indent="-342900" algn="l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Atualizar o Plano da fase de Projeto Conceitual</a:t>
            </a:r>
          </a:p>
          <a:p>
            <a:pPr marL="342900" indent="-342900" algn="l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Modelar funcionalmente</a:t>
            </a:r>
          </a:p>
          <a:p>
            <a:pPr marL="342900" indent="-342900" algn="l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Desenvolver princípios de soluções para as funções</a:t>
            </a:r>
          </a:p>
          <a:p>
            <a:pPr marL="342900" indent="-342900" algn="l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Desenvolver alternativas de solução</a:t>
            </a:r>
          </a:p>
          <a:p>
            <a:pPr marL="342900" indent="-342900" algn="l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Definir arquitetura</a:t>
            </a:r>
          </a:p>
          <a:p>
            <a:pPr marL="342900" indent="-342900" algn="l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latin typeface="+mn-lt"/>
              </a:rPr>
              <a:t>Analisar os </a:t>
            </a:r>
            <a:r>
              <a:rPr lang="pt-BR" kern="0" dirty="0" err="1">
                <a:latin typeface="+mn-lt"/>
              </a:rPr>
              <a:t>SSCs</a:t>
            </a:r>
            <a:endParaRPr lang="pt-BR" kern="0" dirty="0">
              <a:latin typeface="+mn-lt"/>
            </a:endParaRPr>
          </a:p>
          <a:p>
            <a:pPr marL="342900" indent="-342900" algn="l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solidFill>
                  <a:srgbClr val="0000CC"/>
                </a:solidFill>
                <a:latin typeface="+mn-lt"/>
              </a:rPr>
              <a:t>Definir ergonomia e estética</a:t>
            </a:r>
          </a:p>
          <a:p>
            <a:pPr marL="342900" indent="-342900">
              <a:spcBef>
                <a:spcPts val="600"/>
              </a:spcBef>
              <a:buFontTx/>
              <a:buChar char="•"/>
              <a:defRPr/>
            </a:pPr>
            <a:endParaRPr lang="pt-BR" kern="0" dirty="0">
              <a:latin typeface="+mn-lt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100CF8-1476-1507-8338-42E2A40AC91C}"/>
              </a:ext>
            </a:extLst>
          </p:cNvPr>
          <p:cNvSpPr txBox="1">
            <a:spLocks noChangeArrowheads="1"/>
          </p:cNvSpPr>
          <p:nvPr/>
        </p:nvSpPr>
        <p:spPr>
          <a:xfrm>
            <a:off x="4714875" y="1138238"/>
            <a:ext cx="4254500" cy="4525962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solidFill>
                  <a:srgbClr val="0000CC"/>
                </a:solidFill>
                <a:latin typeface="+mn-lt"/>
              </a:rPr>
              <a:t>Definir parcerias de co-desenvolvimento</a:t>
            </a:r>
          </a:p>
          <a:p>
            <a:pPr marL="342900" indent="-342900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solidFill>
                  <a:srgbClr val="00CC00"/>
                </a:solidFill>
                <a:latin typeface="+mn-lt"/>
              </a:rPr>
              <a:t>Selecionar concepções alternativas (Aula passada)</a:t>
            </a:r>
          </a:p>
          <a:p>
            <a:pPr marL="342900" indent="-342900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solidFill>
                  <a:srgbClr val="0000CC"/>
                </a:solidFill>
                <a:latin typeface="+mn-lt"/>
              </a:rPr>
              <a:t>Definir plano macro de processo</a:t>
            </a:r>
          </a:p>
          <a:p>
            <a:pPr marL="342900" indent="-342900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solidFill>
                  <a:srgbClr val="0000CC"/>
                </a:solidFill>
                <a:latin typeface="+mn-lt"/>
              </a:rPr>
              <a:t>Monitorar a viabilidade econômica do produto</a:t>
            </a:r>
          </a:p>
          <a:p>
            <a:pPr marL="342900" indent="-342900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solidFill>
                  <a:srgbClr val="0000CC"/>
                </a:solidFill>
                <a:latin typeface="+mn-lt"/>
              </a:rPr>
              <a:t>Avaliar a fase </a:t>
            </a:r>
          </a:p>
          <a:p>
            <a:pPr marL="342900" indent="-342900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solidFill>
                  <a:srgbClr val="0000CC"/>
                </a:solidFill>
                <a:latin typeface="+mn-lt"/>
              </a:rPr>
              <a:t>Aprovar a fase</a:t>
            </a:r>
          </a:p>
          <a:p>
            <a:pPr marL="342900" indent="-342900">
              <a:spcBef>
                <a:spcPts val="600"/>
              </a:spcBef>
              <a:buFontTx/>
              <a:buChar char="•"/>
              <a:defRPr/>
            </a:pPr>
            <a:r>
              <a:rPr lang="pt-BR" kern="0" dirty="0">
                <a:solidFill>
                  <a:srgbClr val="0000CC"/>
                </a:solidFill>
                <a:latin typeface="+mn-lt"/>
              </a:rPr>
              <a:t>Documentar as decisões tomadas e lições aprendidas</a:t>
            </a:r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F279A5E0-DF2E-813F-BDA3-A9461C75B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Group 32">
            <a:extLst>
              <a:ext uri="{FF2B5EF4-FFF2-40B4-BE49-F238E27FC236}">
                <a16:creationId xmlns:a16="http://schemas.microsoft.com/office/drawing/2014/main" id="{E581956C-6FDE-7714-AEE2-FE3C06938505}"/>
              </a:ext>
            </a:extLst>
          </p:cNvPr>
          <p:cNvGrpSpPr>
            <a:grpSpLocks/>
          </p:cNvGrpSpPr>
          <p:nvPr/>
        </p:nvGrpSpPr>
        <p:grpSpPr bwMode="auto">
          <a:xfrm>
            <a:off x="528638" y="1277938"/>
            <a:ext cx="7494587" cy="5059362"/>
            <a:chOff x="663" y="851"/>
            <a:chExt cx="4483" cy="2976"/>
          </a:xfrm>
        </p:grpSpPr>
        <p:sp>
          <p:nvSpPr>
            <p:cNvPr id="40964" name="Rectangle 4">
              <a:extLst>
                <a:ext uri="{FF2B5EF4-FFF2-40B4-BE49-F238E27FC236}">
                  <a16:creationId xmlns:a16="http://schemas.microsoft.com/office/drawing/2014/main" id="{F5FAE3DC-1EE5-5263-5762-97BD0B03C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9" y="1274"/>
              <a:ext cx="2736" cy="216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0965" name="Line 6">
              <a:extLst>
                <a:ext uri="{FF2B5EF4-FFF2-40B4-BE49-F238E27FC236}">
                  <a16:creationId xmlns:a16="http://schemas.microsoft.com/office/drawing/2014/main" id="{3AB038ED-4398-018D-D79D-BA1CC859E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851"/>
              <a:ext cx="0" cy="297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966" name="Text Box 7">
              <a:extLst>
                <a:ext uri="{FF2B5EF4-FFF2-40B4-BE49-F238E27FC236}">
                  <a16:creationId xmlns:a16="http://schemas.microsoft.com/office/drawing/2014/main" id="{8DBFEE21-D7E7-8E66-6C0F-B377321C9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909"/>
              <a:ext cx="86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600" b="1"/>
                <a:t>complexo</a:t>
              </a:r>
            </a:p>
          </p:txBody>
        </p:sp>
        <p:sp>
          <p:nvSpPr>
            <p:cNvPr id="40967" name="Text Box 8">
              <a:extLst>
                <a:ext uri="{FF2B5EF4-FFF2-40B4-BE49-F238E27FC236}">
                  <a16:creationId xmlns:a16="http://schemas.microsoft.com/office/drawing/2014/main" id="{AF8779F3-0B8F-7839-9031-FD647911A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1" y="3546"/>
              <a:ext cx="86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600" b="1"/>
                <a:t>simples</a:t>
              </a:r>
            </a:p>
          </p:txBody>
        </p:sp>
        <p:sp>
          <p:nvSpPr>
            <p:cNvPr id="40968" name="Line 10">
              <a:extLst>
                <a:ext uri="{FF2B5EF4-FFF2-40B4-BE49-F238E27FC236}">
                  <a16:creationId xmlns:a16="http://schemas.microsoft.com/office/drawing/2014/main" id="{171495E5-448A-FC88-DCE8-34E0E707B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360"/>
              <a:ext cx="4272" cy="0"/>
            </a:xfrm>
            <a:prstGeom prst="line">
              <a:avLst/>
            </a:prstGeom>
            <a:noFill/>
            <a:ln w="76200">
              <a:solidFill>
                <a:srgbClr val="00008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969" name="Text Box 11">
              <a:extLst>
                <a:ext uri="{FF2B5EF4-FFF2-40B4-BE49-F238E27FC236}">
                  <a16:creationId xmlns:a16="http://schemas.microsoft.com/office/drawing/2014/main" id="{4324BE5A-FBA6-2203-0742-7B8A50D29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" y="2004"/>
              <a:ext cx="71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600" b="1"/>
                <a:t>abstrato</a:t>
              </a:r>
            </a:p>
          </p:txBody>
        </p:sp>
        <p:sp>
          <p:nvSpPr>
            <p:cNvPr id="40970" name="Text Box 12">
              <a:extLst>
                <a:ext uri="{FF2B5EF4-FFF2-40B4-BE49-F238E27FC236}">
                  <a16:creationId xmlns:a16="http://schemas.microsoft.com/office/drawing/2014/main" id="{9F1053AF-3B33-3306-A22C-4D7A31786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020"/>
              <a:ext cx="795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600" b="1"/>
                <a:t>concreto</a:t>
              </a:r>
            </a:p>
          </p:txBody>
        </p:sp>
        <p:sp>
          <p:nvSpPr>
            <p:cNvPr id="40971" name="Text Box 13">
              <a:extLst>
                <a:ext uri="{FF2B5EF4-FFF2-40B4-BE49-F238E27FC236}">
                  <a16:creationId xmlns:a16="http://schemas.microsoft.com/office/drawing/2014/main" id="{AB7D9352-4BE1-3CDD-4911-23CD0228C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890"/>
              <a:ext cx="1025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50000"/>
                </a:spcAft>
              </a:pPr>
              <a:r>
                <a:rPr lang="pt-BR" altLang="pt-BR" b="1"/>
                <a:t>Projeto Conceitual</a:t>
              </a:r>
            </a:p>
          </p:txBody>
        </p:sp>
        <p:sp>
          <p:nvSpPr>
            <p:cNvPr id="40972" name="AutoShape 15">
              <a:extLst>
                <a:ext uri="{FF2B5EF4-FFF2-40B4-BE49-F238E27FC236}">
                  <a16:creationId xmlns:a16="http://schemas.microsoft.com/office/drawing/2014/main" id="{0606DFCE-789C-9FE9-7F42-F907CB78C0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614" y="2131"/>
              <a:ext cx="1005" cy="419"/>
            </a:xfrm>
            <a:prstGeom prst="rightArrow">
              <a:avLst>
                <a:gd name="adj1" fmla="val 58713"/>
                <a:gd name="adj2" fmla="val 60320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0973" name="Text Box 16">
              <a:extLst>
                <a:ext uri="{FF2B5EF4-FFF2-40B4-BE49-F238E27FC236}">
                  <a16:creationId xmlns:a16="http://schemas.microsoft.com/office/drawing/2014/main" id="{2E7B9AB5-D591-2438-BE5D-FC9F7CCB67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682" y="2205"/>
              <a:ext cx="869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400"/>
                <a:t>decomposição</a:t>
              </a:r>
            </a:p>
          </p:txBody>
        </p:sp>
        <p:sp>
          <p:nvSpPr>
            <p:cNvPr id="40974" name="Text Box 17">
              <a:extLst>
                <a:ext uri="{FF2B5EF4-FFF2-40B4-BE49-F238E27FC236}">
                  <a16:creationId xmlns:a16="http://schemas.microsoft.com/office/drawing/2014/main" id="{AAD2FD1C-1046-C4D1-4AAF-9DE419AC0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1568"/>
              <a:ext cx="859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800" b="1"/>
                <a:t>Problema</a:t>
              </a:r>
            </a:p>
          </p:txBody>
        </p:sp>
        <p:sp>
          <p:nvSpPr>
            <p:cNvPr id="40975" name="Text Box 18">
              <a:extLst>
                <a:ext uri="{FF2B5EF4-FFF2-40B4-BE49-F238E27FC236}">
                  <a16:creationId xmlns:a16="http://schemas.microsoft.com/office/drawing/2014/main" id="{BD9B85C4-5BED-CF3B-B580-3BB4D1FBE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6" y="2861"/>
              <a:ext cx="98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800" b="1"/>
                <a:t>Sub-Problemas</a:t>
              </a:r>
            </a:p>
          </p:txBody>
        </p:sp>
        <p:sp>
          <p:nvSpPr>
            <p:cNvPr id="40976" name="Text Box 19">
              <a:extLst>
                <a:ext uri="{FF2B5EF4-FFF2-40B4-BE49-F238E27FC236}">
                  <a16:creationId xmlns:a16="http://schemas.microsoft.com/office/drawing/2014/main" id="{809727A7-4895-2D3C-0690-C22D3FCA4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8" y="3281"/>
              <a:ext cx="1206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200"/>
                <a:t>(Campo dos problemas)</a:t>
              </a:r>
            </a:p>
          </p:txBody>
        </p:sp>
        <p:sp>
          <p:nvSpPr>
            <p:cNvPr id="40977" name="Text Box 20">
              <a:extLst>
                <a:ext uri="{FF2B5EF4-FFF2-40B4-BE49-F238E27FC236}">
                  <a16:creationId xmlns:a16="http://schemas.microsoft.com/office/drawing/2014/main" id="{A21EEDCB-2ED5-755E-0823-AF8D2FE982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" y="3257"/>
              <a:ext cx="1123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200"/>
                <a:t>(Campo das soluções)</a:t>
              </a:r>
            </a:p>
          </p:txBody>
        </p:sp>
        <p:sp>
          <p:nvSpPr>
            <p:cNvPr id="40978" name="AutoShape 21">
              <a:extLst>
                <a:ext uri="{FF2B5EF4-FFF2-40B4-BE49-F238E27FC236}">
                  <a16:creationId xmlns:a16="http://schemas.microsoft.com/office/drawing/2014/main" id="{8A253B43-E977-6089-EA8A-9B7F21A30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" y="1499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0979" name="AutoShape 23">
              <a:extLst>
                <a:ext uri="{FF2B5EF4-FFF2-40B4-BE49-F238E27FC236}">
                  <a16:creationId xmlns:a16="http://schemas.microsoft.com/office/drawing/2014/main" id="{95092B28-B398-BC2B-896B-79BA27DBB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" y="2838"/>
              <a:ext cx="585" cy="402"/>
            </a:xfrm>
            <a:prstGeom prst="rightArrow">
              <a:avLst>
                <a:gd name="adj1" fmla="val 58704"/>
                <a:gd name="adj2" fmla="val 38031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0980" name="Text Box 24">
              <a:extLst>
                <a:ext uri="{FF2B5EF4-FFF2-40B4-BE49-F238E27FC236}">
                  <a16:creationId xmlns:a16="http://schemas.microsoft.com/office/drawing/2014/main" id="{805C78F6-7B44-0E29-909C-D492A2BE8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2948"/>
              <a:ext cx="61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400"/>
                <a:t>resolução</a:t>
              </a:r>
            </a:p>
          </p:txBody>
        </p:sp>
        <p:sp>
          <p:nvSpPr>
            <p:cNvPr id="40981" name="Text Box 25">
              <a:extLst>
                <a:ext uri="{FF2B5EF4-FFF2-40B4-BE49-F238E27FC236}">
                  <a16:creationId xmlns:a16="http://schemas.microsoft.com/office/drawing/2014/main" id="{E583ACB0-6CBA-103A-A3A2-3CC634586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" y="2847"/>
              <a:ext cx="87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800" b="1"/>
                <a:t>Sub-Soluções</a:t>
              </a:r>
            </a:p>
          </p:txBody>
        </p:sp>
        <p:sp>
          <p:nvSpPr>
            <p:cNvPr id="40982" name="AutoShape 27">
              <a:extLst>
                <a:ext uri="{FF2B5EF4-FFF2-40B4-BE49-F238E27FC236}">
                  <a16:creationId xmlns:a16="http://schemas.microsoft.com/office/drawing/2014/main" id="{49C812A8-E638-E1EB-F6EC-AE6FB959F9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3213" y="2113"/>
              <a:ext cx="887" cy="419"/>
            </a:xfrm>
            <a:prstGeom prst="rightArrow">
              <a:avLst>
                <a:gd name="adj1" fmla="val 58713"/>
                <a:gd name="adj2" fmla="val 53237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0983" name="Text Box 28">
              <a:extLst>
                <a:ext uri="{FF2B5EF4-FFF2-40B4-BE49-F238E27FC236}">
                  <a16:creationId xmlns:a16="http://schemas.microsoft.com/office/drawing/2014/main" id="{3A70CEA8-720C-AA98-6C21-B2FC3E0A5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3237" y="2234"/>
              <a:ext cx="838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400"/>
                <a:t>composição</a:t>
              </a:r>
            </a:p>
          </p:txBody>
        </p:sp>
        <p:sp>
          <p:nvSpPr>
            <p:cNvPr id="40984" name="Text Box 29">
              <a:extLst>
                <a:ext uri="{FF2B5EF4-FFF2-40B4-BE49-F238E27FC236}">
                  <a16:creationId xmlns:a16="http://schemas.microsoft.com/office/drawing/2014/main" id="{D51CF439-E8CB-87C0-DFF3-27D1A190A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2" y="1574"/>
              <a:ext cx="75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800" b="1"/>
                <a:t>Solução</a:t>
              </a:r>
            </a:p>
          </p:txBody>
        </p:sp>
        <p:sp>
          <p:nvSpPr>
            <p:cNvPr id="40985" name="Text Box 30">
              <a:extLst>
                <a:ext uri="{FF2B5EF4-FFF2-40B4-BE49-F238E27FC236}">
                  <a16:creationId xmlns:a16="http://schemas.microsoft.com/office/drawing/2014/main" id="{073B509F-8162-0F37-F1A4-CE65C2D3DD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447" y="1727"/>
              <a:ext cx="850" cy="205"/>
            </a:xfrm>
            <a:prstGeom prst="rect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 sz="1400"/>
                <a:t>complexidade</a:t>
              </a:r>
            </a:p>
          </p:txBody>
        </p:sp>
        <p:sp>
          <p:nvSpPr>
            <p:cNvPr id="40986" name="AutoShape 31">
              <a:extLst>
                <a:ext uri="{FF2B5EF4-FFF2-40B4-BE49-F238E27FC236}">
                  <a16:creationId xmlns:a16="http://schemas.microsoft.com/office/drawing/2014/main" id="{075D72FD-94A4-DAD0-41C0-466957C43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503"/>
              <a:ext cx="384" cy="402"/>
            </a:xfrm>
            <a:prstGeom prst="rightArrow">
              <a:avLst>
                <a:gd name="adj1" fmla="val 58546"/>
                <a:gd name="adj2" fmla="val 31435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26" name="Rectangle 33">
            <a:extLst>
              <a:ext uri="{FF2B5EF4-FFF2-40B4-BE49-F238E27FC236}">
                <a16:creationId xmlns:a16="http://schemas.microsoft.com/office/drawing/2014/main" id="{D3FE3257-16F1-680E-E6C9-AB3C79E05F4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20663"/>
            <a:ext cx="7388225" cy="7064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O problema de projeto na fase de projeto conceitual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C706298-011F-73C0-CD85-1B90F984999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7388225" cy="7064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Conceitos básicos para entendimento da fase de projeto conceitual</a:t>
            </a:r>
          </a:p>
        </p:txBody>
      </p:sp>
      <p:sp>
        <p:nvSpPr>
          <p:cNvPr id="41987" name="Text Box 4">
            <a:extLst>
              <a:ext uri="{FF2B5EF4-FFF2-40B4-BE49-F238E27FC236}">
                <a16:creationId xmlns:a16="http://schemas.microsoft.com/office/drawing/2014/main" id="{1AE2C958-3DB2-139A-8418-37A1B7D45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901700"/>
            <a:ext cx="850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/>
              <a:t>Relação entre os principais conceitos na fase de projeto conceitual e sua relação com a fase de projeto informacional</a:t>
            </a:r>
          </a:p>
        </p:txBody>
      </p:sp>
      <p:grpSp>
        <p:nvGrpSpPr>
          <p:cNvPr id="41988" name="Group 4">
            <a:extLst>
              <a:ext uri="{FF2B5EF4-FFF2-40B4-BE49-F238E27FC236}">
                <a16:creationId xmlns:a16="http://schemas.microsoft.com/office/drawing/2014/main" id="{EE54663B-D1D7-56C8-5A2C-8D52D3C0B5E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0013" y="1949450"/>
            <a:ext cx="8915400" cy="4124325"/>
            <a:chOff x="63" y="1228"/>
            <a:chExt cx="5616" cy="2598"/>
          </a:xfrm>
        </p:grpSpPr>
        <p:sp>
          <p:nvSpPr>
            <p:cNvPr id="41989" name="AutoShape 3">
              <a:extLst>
                <a:ext uri="{FF2B5EF4-FFF2-40B4-BE49-F238E27FC236}">
                  <a16:creationId xmlns:a16="http://schemas.microsoft.com/office/drawing/2014/main" id="{AB307A0F-6821-38AE-AD59-585EF58F9AB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63" y="1228"/>
              <a:ext cx="5616" cy="2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0" name="Freeform 5">
              <a:extLst>
                <a:ext uri="{FF2B5EF4-FFF2-40B4-BE49-F238E27FC236}">
                  <a16:creationId xmlns:a16="http://schemas.microsoft.com/office/drawing/2014/main" id="{FCCECA17-13ED-B0D3-776B-2653E2B6D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" y="1518"/>
              <a:ext cx="4963" cy="2299"/>
            </a:xfrm>
            <a:custGeom>
              <a:avLst/>
              <a:gdLst>
                <a:gd name="T0" fmla="*/ 2482 w 9926"/>
                <a:gd name="T1" fmla="*/ 1150 h 4597"/>
                <a:gd name="T2" fmla="*/ 2482 w 9926"/>
                <a:gd name="T3" fmla="*/ 0 h 4597"/>
                <a:gd name="T4" fmla="*/ 1288 w 9926"/>
                <a:gd name="T5" fmla="*/ 0 h 4597"/>
                <a:gd name="T6" fmla="*/ 883 w 9926"/>
                <a:gd name="T7" fmla="*/ 216 h 4597"/>
                <a:gd name="T8" fmla="*/ 883 w 9926"/>
                <a:gd name="T9" fmla="*/ 479 h 4597"/>
                <a:gd name="T10" fmla="*/ 144 w 9926"/>
                <a:gd name="T11" fmla="*/ 479 h 4597"/>
                <a:gd name="T12" fmla="*/ 0 w 9926"/>
                <a:gd name="T13" fmla="*/ 743 h 4597"/>
                <a:gd name="T14" fmla="*/ 0 w 9926"/>
                <a:gd name="T15" fmla="*/ 1150 h 4597"/>
                <a:gd name="T16" fmla="*/ 2482 w 9926"/>
                <a:gd name="T17" fmla="*/ 1150 h 45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26"/>
                <a:gd name="T28" fmla="*/ 0 h 4597"/>
                <a:gd name="T29" fmla="*/ 9926 w 9926"/>
                <a:gd name="T30" fmla="*/ 4597 h 459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26" h="4597">
                  <a:moveTo>
                    <a:pt x="9926" y="4597"/>
                  </a:moveTo>
                  <a:lnTo>
                    <a:pt x="9926" y="0"/>
                  </a:lnTo>
                  <a:lnTo>
                    <a:pt x="5154" y="0"/>
                  </a:lnTo>
                  <a:lnTo>
                    <a:pt x="3532" y="862"/>
                  </a:lnTo>
                  <a:lnTo>
                    <a:pt x="3532" y="1915"/>
                  </a:lnTo>
                  <a:lnTo>
                    <a:pt x="573" y="1915"/>
                  </a:lnTo>
                  <a:lnTo>
                    <a:pt x="0" y="2969"/>
                  </a:lnTo>
                  <a:lnTo>
                    <a:pt x="0" y="4597"/>
                  </a:lnTo>
                  <a:lnTo>
                    <a:pt x="9926" y="4597"/>
                  </a:lnTo>
                  <a:close/>
                </a:path>
              </a:pathLst>
            </a:cu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41991" name="Group 157">
              <a:extLst>
                <a:ext uri="{FF2B5EF4-FFF2-40B4-BE49-F238E27FC236}">
                  <a16:creationId xmlns:a16="http://schemas.microsoft.com/office/drawing/2014/main" id="{0EA65E72-60C1-AE51-2F7C-8B829E1923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231"/>
              <a:ext cx="5535" cy="2460"/>
              <a:chOff x="87" y="1231"/>
              <a:chExt cx="5535" cy="2460"/>
            </a:xfrm>
          </p:grpSpPr>
          <p:sp>
            <p:nvSpPr>
              <p:cNvPr id="42412" name="Freeform 6">
                <a:extLst>
                  <a:ext uri="{FF2B5EF4-FFF2-40B4-BE49-F238E27FC236}">
                    <a16:creationId xmlns:a16="http://schemas.microsoft.com/office/drawing/2014/main" id="{C303991C-7437-8529-0208-689AA706F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" y="1618"/>
                <a:ext cx="4809" cy="1973"/>
              </a:xfrm>
              <a:custGeom>
                <a:avLst/>
                <a:gdLst>
                  <a:gd name="T0" fmla="*/ 0 w 9620"/>
                  <a:gd name="T1" fmla="*/ 651 h 3945"/>
                  <a:gd name="T2" fmla="*/ 1331 w 9620"/>
                  <a:gd name="T3" fmla="*/ 336 h 3945"/>
                  <a:gd name="T4" fmla="*/ 1331 w 9620"/>
                  <a:gd name="T5" fmla="*/ 0 h 3945"/>
                  <a:gd name="T6" fmla="*/ 2404 w 9620"/>
                  <a:gd name="T7" fmla="*/ 0 h 3945"/>
                  <a:gd name="T8" fmla="*/ 2404 w 9620"/>
                  <a:gd name="T9" fmla="*/ 982 h 3945"/>
                  <a:gd name="T10" fmla="*/ 0 w 9620"/>
                  <a:gd name="T11" fmla="*/ 987 h 3945"/>
                  <a:gd name="T12" fmla="*/ 3 w 9620"/>
                  <a:gd name="T13" fmla="*/ 830 h 3945"/>
                  <a:gd name="T14" fmla="*/ 0 w 9620"/>
                  <a:gd name="T15" fmla="*/ 651 h 394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620"/>
                  <a:gd name="T25" fmla="*/ 0 h 3945"/>
                  <a:gd name="T26" fmla="*/ 9620 w 9620"/>
                  <a:gd name="T27" fmla="*/ 3945 h 394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620" h="3945">
                    <a:moveTo>
                      <a:pt x="0" y="2602"/>
                    </a:moveTo>
                    <a:lnTo>
                      <a:pt x="5325" y="1341"/>
                    </a:lnTo>
                    <a:lnTo>
                      <a:pt x="5325" y="0"/>
                    </a:lnTo>
                    <a:lnTo>
                      <a:pt x="9620" y="0"/>
                    </a:lnTo>
                    <a:lnTo>
                      <a:pt x="9620" y="3927"/>
                    </a:lnTo>
                    <a:lnTo>
                      <a:pt x="0" y="3945"/>
                    </a:lnTo>
                    <a:lnTo>
                      <a:pt x="14" y="3319"/>
                    </a:lnTo>
                    <a:lnTo>
                      <a:pt x="0" y="2602"/>
                    </a:lnTo>
                    <a:close/>
                  </a:path>
                </a:pathLst>
              </a:custGeom>
              <a:solidFill>
                <a:srgbClr val="FFE1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413" name="Freeform 7">
                <a:extLst>
                  <a:ext uri="{FF2B5EF4-FFF2-40B4-BE49-F238E27FC236}">
                    <a16:creationId xmlns:a16="http://schemas.microsoft.com/office/drawing/2014/main" id="{4FC6A988-C8A2-F664-CEF2-D03D019E7F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6" y="3007"/>
                <a:ext cx="1193" cy="431"/>
              </a:xfrm>
              <a:custGeom>
                <a:avLst/>
                <a:gdLst>
                  <a:gd name="T0" fmla="*/ 36 w 2386"/>
                  <a:gd name="T1" fmla="*/ 0 h 862"/>
                  <a:gd name="T2" fmla="*/ 28 w 2386"/>
                  <a:gd name="T3" fmla="*/ 1 h 862"/>
                  <a:gd name="T4" fmla="*/ 21 w 2386"/>
                  <a:gd name="T5" fmla="*/ 3 h 862"/>
                  <a:gd name="T6" fmla="*/ 16 w 2386"/>
                  <a:gd name="T7" fmla="*/ 6 h 862"/>
                  <a:gd name="T8" fmla="*/ 10 w 2386"/>
                  <a:gd name="T9" fmla="*/ 11 h 862"/>
                  <a:gd name="T10" fmla="*/ 6 w 2386"/>
                  <a:gd name="T11" fmla="*/ 16 h 862"/>
                  <a:gd name="T12" fmla="*/ 3 w 2386"/>
                  <a:gd name="T13" fmla="*/ 22 h 862"/>
                  <a:gd name="T14" fmla="*/ 1 w 2386"/>
                  <a:gd name="T15" fmla="*/ 28 h 862"/>
                  <a:gd name="T16" fmla="*/ 0 w 2386"/>
                  <a:gd name="T17" fmla="*/ 36 h 862"/>
                  <a:gd name="T18" fmla="*/ 0 w 2386"/>
                  <a:gd name="T19" fmla="*/ 180 h 862"/>
                  <a:gd name="T20" fmla="*/ 1 w 2386"/>
                  <a:gd name="T21" fmla="*/ 187 h 862"/>
                  <a:gd name="T22" fmla="*/ 3 w 2386"/>
                  <a:gd name="T23" fmla="*/ 194 h 862"/>
                  <a:gd name="T24" fmla="*/ 6 w 2386"/>
                  <a:gd name="T25" fmla="*/ 200 h 862"/>
                  <a:gd name="T26" fmla="*/ 10 w 2386"/>
                  <a:gd name="T27" fmla="*/ 205 h 862"/>
                  <a:gd name="T28" fmla="*/ 16 w 2386"/>
                  <a:gd name="T29" fmla="*/ 210 h 862"/>
                  <a:gd name="T30" fmla="*/ 21 w 2386"/>
                  <a:gd name="T31" fmla="*/ 213 h 862"/>
                  <a:gd name="T32" fmla="*/ 28 w 2386"/>
                  <a:gd name="T33" fmla="*/ 215 h 862"/>
                  <a:gd name="T34" fmla="*/ 36 w 2386"/>
                  <a:gd name="T35" fmla="*/ 216 h 862"/>
                  <a:gd name="T36" fmla="*/ 561 w 2386"/>
                  <a:gd name="T37" fmla="*/ 216 h 862"/>
                  <a:gd name="T38" fmla="*/ 569 w 2386"/>
                  <a:gd name="T39" fmla="*/ 215 h 862"/>
                  <a:gd name="T40" fmla="*/ 575 w 2386"/>
                  <a:gd name="T41" fmla="*/ 213 h 862"/>
                  <a:gd name="T42" fmla="*/ 581 w 2386"/>
                  <a:gd name="T43" fmla="*/ 210 h 862"/>
                  <a:gd name="T44" fmla="*/ 586 w 2386"/>
                  <a:gd name="T45" fmla="*/ 205 h 862"/>
                  <a:gd name="T46" fmla="*/ 591 w 2386"/>
                  <a:gd name="T47" fmla="*/ 200 h 862"/>
                  <a:gd name="T48" fmla="*/ 594 w 2386"/>
                  <a:gd name="T49" fmla="*/ 194 h 862"/>
                  <a:gd name="T50" fmla="*/ 596 w 2386"/>
                  <a:gd name="T51" fmla="*/ 187 h 862"/>
                  <a:gd name="T52" fmla="*/ 597 w 2386"/>
                  <a:gd name="T53" fmla="*/ 180 h 862"/>
                  <a:gd name="T54" fmla="*/ 597 w 2386"/>
                  <a:gd name="T55" fmla="*/ 36 h 862"/>
                  <a:gd name="T56" fmla="*/ 596 w 2386"/>
                  <a:gd name="T57" fmla="*/ 28 h 862"/>
                  <a:gd name="T58" fmla="*/ 594 w 2386"/>
                  <a:gd name="T59" fmla="*/ 22 h 862"/>
                  <a:gd name="T60" fmla="*/ 591 w 2386"/>
                  <a:gd name="T61" fmla="*/ 16 h 862"/>
                  <a:gd name="T62" fmla="*/ 586 w 2386"/>
                  <a:gd name="T63" fmla="*/ 11 h 862"/>
                  <a:gd name="T64" fmla="*/ 581 w 2386"/>
                  <a:gd name="T65" fmla="*/ 6 h 862"/>
                  <a:gd name="T66" fmla="*/ 575 w 2386"/>
                  <a:gd name="T67" fmla="*/ 3 h 862"/>
                  <a:gd name="T68" fmla="*/ 569 w 2386"/>
                  <a:gd name="T69" fmla="*/ 1 h 862"/>
                  <a:gd name="T70" fmla="*/ 561 w 2386"/>
                  <a:gd name="T71" fmla="*/ 0 h 862"/>
                  <a:gd name="T72" fmla="*/ 36 w 2386"/>
                  <a:gd name="T73" fmla="*/ 0 h 86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386"/>
                  <a:gd name="T112" fmla="*/ 0 h 862"/>
                  <a:gd name="T113" fmla="*/ 2386 w 2386"/>
                  <a:gd name="T114" fmla="*/ 862 h 86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386" h="862">
                    <a:moveTo>
                      <a:pt x="143" y="0"/>
                    </a:moveTo>
                    <a:lnTo>
                      <a:pt x="113" y="2"/>
                    </a:lnTo>
                    <a:lnTo>
                      <a:pt x="87" y="12"/>
                    </a:lnTo>
                    <a:lnTo>
                      <a:pt x="64" y="24"/>
                    </a:lnTo>
                    <a:lnTo>
                      <a:pt x="42" y="42"/>
                    </a:lnTo>
                    <a:lnTo>
                      <a:pt x="24" y="64"/>
                    </a:lnTo>
                    <a:lnTo>
                      <a:pt x="12" y="88"/>
                    </a:lnTo>
                    <a:lnTo>
                      <a:pt x="2" y="114"/>
                    </a:lnTo>
                    <a:lnTo>
                      <a:pt x="0" y="143"/>
                    </a:lnTo>
                    <a:lnTo>
                      <a:pt x="0" y="718"/>
                    </a:lnTo>
                    <a:lnTo>
                      <a:pt x="2" y="748"/>
                    </a:lnTo>
                    <a:lnTo>
                      <a:pt x="12" y="774"/>
                    </a:lnTo>
                    <a:lnTo>
                      <a:pt x="24" y="798"/>
                    </a:lnTo>
                    <a:lnTo>
                      <a:pt x="42" y="820"/>
                    </a:lnTo>
                    <a:lnTo>
                      <a:pt x="64" y="838"/>
                    </a:lnTo>
                    <a:lnTo>
                      <a:pt x="87" y="850"/>
                    </a:lnTo>
                    <a:lnTo>
                      <a:pt x="113" y="860"/>
                    </a:lnTo>
                    <a:lnTo>
                      <a:pt x="143" y="862"/>
                    </a:lnTo>
                    <a:lnTo>
                      <a:pt x="2243" y="862"/>
                    </a:lnTo>
                    <a:lnTo>
                      <a:pt x="2273" y="860"/>
                    </a:lnTo>
                    <a:lnTo>
                      <a:pt x="2298" y="850"/>
                    </a:lnTo>
                    <a:lnTo>
                      <a:pt x="2322" y="838"/>
                    </a:lnTo>
                    <a:lnTo>
                      <a:pt x="2344" y="820"/>
                    </a:lnTo>
                    <a:lnTo>
                      <a:pt x="2362" y="798"/>
                    </a:lnTo>
                    <a:lnTo>
                      <a:pt x="2374" y="774"/>
                    </a:lnTo>
                    <a:lnTo>
                      <a:pt x="2384" y="748"/>
                    </a:lnTo>
                    <a:lnTo>
                      <a:pt x="2386" y="718"/>
                    </a:lnTo>
                    <a:lnTo>
                      <a:pt x="2386" y="143"/>
                    </a:lnTo>
                    <a:lnTo>
                      <a:pt x="2384" y="114"/>
                    </a:lnTo>
                    <a:lnTo>
                      <a:pt x="2374" y="88"/>
                    </a:lnTo>
                    <a:lnTo>
                      <a:pt x="2362" y="64"/>
                    </a:lnTo>
                    <a:lnTo>
                      <a:pt x="2344" y="42"/>
                    </a:lnTo>
                    <a:lnTo>
                      <a:pt x="2322" y="24"/>
                    </a:lnTo>
                    <a:lnTo>
                      <a:pt x="2298" y="12"/>
                    </a:lnTo>
                    <a:lnTo>
                      <a:pt x="2273" y="2"/>
                    </a:lnTo>
                    <a:lnTo>
                      <a:pt x="2243" y="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414" name="Rectangle 8">
                <a:extLst>
                  <a:ext uri="{FF2B5EF4-FFF2-40B4-BE49-F238E27FC236}">
                    <a16:creationId xmlns:a16="http://schemas.microsoft.com/office/drawing/2014/main" id="{621D4A77-A841-6345-6D54-DDBD6BCE3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" y="2572"/>
                <a:ext cx="669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15" name="Rectangle 9">
                <a:extLst>
                  <a:ext uri="{FF2B5EF4-FFF2-40B4-BE49-F238E27FC236}">
                    <a16:creationId xmlns:a16="http://schemas.microsoft.com/office/drawing/2014/main" id="{71F01DA7-1A92-E4D9-B6F4-54BBD22B7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" y="2583"/>
                <a:ext cx="66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Necessidades </a:t>
                </a:r>
                <a:endParaRPr lang="pt-BR" altLang="pt-BR"/>
              </a:p>
            </p:txBody>
          </p:sp>
          <p:sp>
            <p:nvSpPr>
              <p:cNvPr id="42416" name="Rectangle 10">
                <a:extLst>
                  <a:ext uri="{FF2B5EF4-FFF2-40B4-BE49-F238E27FC236}">
                    <a16:creationId xmlns:a16="http://schemas.microsoft.com/office/drawing/2014/main" id="{CB16567C-5224-2B72-9C7C-2DE566494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" y="2697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dos clientes </a:t>
                </a:r>
                <a:endParaRPr lang="pt-BR" altLang="pt-BR"/>
              </a:p>
            </p:txBody>
          </p:sp>
          <p:sp>
            <p:nvSpPr>
              <p:cNvPr id="42417" name="Rectangle 11">
                <a:extLst>
                  <a:ext uri="{FF2B5EF4-FFF2-40B4-BE49-F238E27FC236}">
                    <a16:creationId xmlns:a16="http://schemas.microsoft.com/office/drawing/2014/main" id="{996386D6-096C-C58A-59F4-1A4BE3FE3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" y="2001"/>
                <a:ext cx="53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18" name="Rectangle 12">
                <a:extLst>
                  <a:ext uri="{FF2B5EF4-FFF2-40B4-BE49-F238E27FC236}">
                    <a16:creationId xmlns:a16="http://schemas.microsoft.com/office/drawing/2014/main" id="{33A497CE-51C0-E2FB-092A-94D1B1A41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" y="2012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/>
              </a:p>
            </p:txBody>
          </p:sp>
          <p:sp>
            <p:nvSpPr>
              <p:cNvPr id="42419" name="Rectangle 13">
                <a:extLst>
                  <a:ext uri="{FF2B5EF4-FFF2-40B4-BE49-F238E27FC236}">
                    <a16:creationId xmlns:a16="http://schemas.microsoft.com/office/drawing/2014/main" id="{51232C81-40D7-05DF-D6E0-F66F778A57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2127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/>
              </a:p>
            </p:txBody>
          </p:sp>
          <p:sp>
            <p:nvSpPr>
              <p:cNvPr id="42420" name="Rectangle 14">
                <a:extLst>
                  <a:ext uri="{FF2B5EF4-FFF2-40B4-BE49-F238E27FC236}">
                    <a16:creationId xmlns:a16="http://schemas.microsoft.com/office/drawing/2014/main" id="{B5E2947B-EDBB-C8AF-8259-05690B92B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" y="224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clientes</a:t>
                </a:r>
                <a:endParaRPr lang="pt-BR" altLang="pt-BR"/>
              </a:p>
            </p:txBody>
          </p:sp>
          <p:sp>
            <p:nvSpPr>
              <p:cNvPr id="42421" name="Rectangle 15">
                <a:extLst>
                  <a:ext uri="{FF2B5EF4-FFF2-40B4-BE49-F238E27FC236}">
                    <a16:creationId xmlns:a16="http://schemas.microsoft.com/office/drawing/2014/main" id="{3727AED1-CEF4-1B78-B8D5-A3062DA5B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9" y="1970"/>
                <a:ext cx="682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22" name="Rectangle 16">
                <a:extLst>
                  <a:ext uri="{FF2B5EF4-FFF2-40B4-BE49-F238E27FC236}">
                    <a16:creationId xmlns:a16="http://schemas.microsoft.com/office/drawing/2014/main" id="{6D4F0D30-E5E1-BE5C-532A-1FB764BBE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6" y="1981"/>
                <a:ext cx="45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Estrutura </a:t>
                </a:r>
                <a:endParaRPr lang="pt-BR" altLang="pt-BR"/>
              </a:p>
            </p:txBody>
          </p:sp>
          <p:sp>
            <p:nvSpPr>
              <p:cNvPr id="42423" name="Rectangle 17">
                <a:extLst>
                  <a:ext uri="{FF2B5EF4-FFF2-40B4-BE49-F238E27FC236}">
                    <a16:creationId xmlns:a16="http://schemas.microsoft.com/office/drawing/2014/main" id="{20A974E0-5FE3-7A53-EB96-40E5F91A3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2" y="2096"/>
                <a:ext cx="58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funcional do </a:t>
                </a:r>
                <a:endParaRPr lang="pt-BR" altLang="pt-BR"/>
              </a:p>
            </p:txBody>
          </p:sp>
          <p:sp>
            <p:nvSpPr>
              <p:cNvPr id="42424" name="Rectangle 18">
                <a:extLst>
                  <a:ext uri="{FF2B5EF4-FFF2-40B4-BE49-F238E27FC236}">
                    <a16:creationId xmlns:a16="http://schemas.microsoft.com/office/drawing/2014/main" id="{FBBBB3A5-AD71-5C0F-D865-2213EB9AD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8" y="221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/>
              </a:p>
            </p:txBody>
          </p:sp>
          <p:sp>
            <p:nvSpPr>
              <p:cNvPr id="42425" name="Rectangle 19">
                <a:extLst>
                  <a:ext uri="{FF2B5EF4-FFF2-40B4-BE49-F238E27FC236}">
                    <a16:creationId xmlns:a16="http://schemas.microsoft.com/office/drawing/2014/main" id="{EC405C25-418C-2BFA-6990-58C7AFE71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6" y="2585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26" name="Rectangle 20">
                <a:extLst>
                  <a:ext uri="{FF2B5EF4-FFF2-40B4-BE49-F238E27FC236}">
                    <a16:creationId xmlns:a16="http://schemas.microsoft.com/office/drawing/2014/main" id="{66B0F52B-2273-B8C3-4ADC-109BED242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8" y="2596"/>
                <a:ext cx="42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Lista dos</a:t>
                </a:r>
                <a:endParaRPr lang="pt-BR" altLang="pt-BR"/>
              </a:p>
            </p:txBody>
          </p:sp>
          <p:sp>
            <p:nvSpPr>
              <p:cNvPr id="42427" name="Rectangle 21">
                <a:extLst>
                  <a:ext uri="{FF2B5EF4-FFF2-40B4-BE49-F238E27FC236}">
                    <a16:creationId xmlns:a16="http://schemas.microsoft.com/office/drawing/2014/main" id="{06B25A97-9195-1177-89FA-A58A4DD0F2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55" y="2596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/>
              </a:p>
            </p:txBody>
          </p:sp>
          <p:sp>
            <p:nvSpPr>
              <p:cNvPr id="42428" name="Rectangle 22">
                <a:extLst>
                  <a:ext uri="{FF2B5EF4-FFF2-40B4-BE49-F238E27FC236}">
                    <a16:creationId xmlns:a16="http://schemas.microsoft.com/office/drawing/2014/main" id="{5DC028C4-E8E5-BD72-5F00-32F164024D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2710"/>
                <a:ext cx="44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principais</a:t>
                </a:r>
                <a:endParaRPr lang="pt-BR" altLang="pt-BR"/>
              </a:p>
            </p:txBody>
          </p:sp>
          <p:sp>
            <p:nvSpPr>
              <p:cNvPr id="42429" name="Rectangle 23">
                <a:extLst>
                  <a:ext uri="{FF2B5EF4-FFF2-40B4-BE49-F238E27FC236}">
                    <a16:creationId xmlns:a16="http://schemas.microsoft.com/office/drawing/2014/main" id="{C31E0118-7A50-9DD9-8FED-995B11A89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1" y="3390"/>
                <a:ext cx="1004" cy="12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30" name="Rectangle 24">
                <a:extLst>
                  <a:ext uri="{FF2B5EF4-FFF2-40B4-BE49-F238E27FC236}">
                    <a16:creationId xmlns:a16="http://schemas.microsoft.com/office/drawing/2014/main" id="{AAE003BB-E107-8E98-E317-DFA6A7AC33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" y="3401"/>
                <a:ext cx="98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Arquitetura do produto</a:t>
                </a:r>
                <a:endParaRPr lang="pt-BR" altLang="pt-BR"/>
              </a:p>
            </p:txBody>
          </p:sp>
          <p:sp>
            <p:nvSpPr>
              <p:cNvPr id="42431" name="Rectangle 25">
                <a:extLst>
                  <a:ext uri="{FF2B5EF4-FFF2-40B4-BE49-F238E27FC236}">
                    <a16:creationId xmlns:a16="http://schemas.microsoft.com/office/drawing/2014/main" id="{D5DCC719-CC3A-0513-9075-58D45EBE3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1" y="3059"/>
                <a:ext cx="526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32" name="Rectangle 26">
                <a:extLst>
                  <a:ext uri="{FF2B5EF4-FFF2-40B4-BE49-F238E27FC236}">
                    <a16:creationId xmlns:a16="http://schemas.microsoft.com/office/drawing/2014/main" id="{74C45E75-54D2-C5E9-0B31-F23A35690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52" y="3070"/>
                <a:ext cx="51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Modelo do </a:t>
                </a:r>
                <a:endParaRPr lang="pt-BR" altLang="pt-BR"/>
              </a:p>
            </p:txBody>
          </p:sp>
          <p:sp>
            <p:nvSpPr>
              <p:cNvPr id="42433" name="Rectangle 27">
                <a:extLst>
                  <a:ext uri="{FF2B5EF4-FFF2-40B4-BE49-F238E27FC236}">
                    <a16:creationId xmlns:a16="http://schemas.microsoft.com/office/drawing/2014/main" id="{9FD9DEF5-3236-5919-6BDE-D5E50EC268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3" y="3184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/>
              </a:p>
            </p:txBody>
          </p:sp>
          <p:sp>
            <p:nvSpPr>
              <p:cNvPr id="42434" name="Rectangle 28">
                <a:extLst>
                  <a:ext uri="{FF2B5EF4-FFF2-40B4-BE49-F238E27FC236}">
                    <a16:creationId xmlns:a16="http://schemas.microsoft.com/office/drawing/2014/main" id="{57F1CA0E-CE9D-D293-A50B-0412CBF8E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3" y="3438"/>
                <a:ext cx="717" cy="236"/>
              </a:xfrm>
              <a:prstGeom prst="rect">
                <a:avLst/>
              </a:prstGeom>
              <a:solidFill>
                <a:srgbClr val="FFCC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35" name="Rectangle 29">
                <a:extLst>
                  <a:ext uri="{FF2B5EF4-FFF2-40B4-BE49-F238E27FC236}">
                    <a16:creationId xmlns:a16="http://schemas.microsoft.com/office/drawing/2014/main" id="{CA016091-1D17-9596-B3E9-C07DCC260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" y="3449"/>
                <a:ext cx="68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Concepção do </a:t>
                </a:r>
                <a:endParaRPr lang="pt-BR" altLang="pt-BR"/>
              </a:p>
            </p:txBody>
          </p:sp>
          <p:sp>
            <p:nvSpPr>
              <p:cNvPr id="42436" name="Rectangle 30">
                <a:extLst>
                  <a:ext uri="{FF2B5EF4-FFF2-40B4-BE49-F238E27FC236}">
                    <a16:creationId xmlns:a16="http://schemas.microsoft.com/office/drawing/2014/main" id="{1F989078-B87A-3813-E957-AE5C25ED3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0" y="3563"/>
                <a:ext cx="4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produto  </a:t>
                </a:r>
                <a:endParaRPr lang="pt-BR" altLang="pt-BR"/>
              </a:p>
            </p:txBody>
          </p:sp>
          <p:sp>
            <p:nvSpPr>
              <p:cNvPr id="42437" name="Rectangle 31">
                <a:extLst>
                  <a:ext uri="{FF2B5EF4-FFF2-40B4-BE49-F238E27FC236}">
                    <a16:creationId xmlns:a16="http://schemas.microsoft.com/office/drawing/2014/main" id="{73DCCD7F-E531-46BD-B782-68BD291AF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0" y="3059"/>
                <a:ext cx="38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38" name="Rectangle 32">
                <a:extLst>
                  <a:ext uri="{FF2B5EF4-FFF2-40B4-BE49-F238E27FC236}">
                    <a16:creationId xmlns:a16="http://schemas.microsoft.com/office/drawing/2014/main" id="{6D8B8A75-5611-0427-68B5-8D39F1176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2" y="3070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BOM </a:t>
                </a:r>
                <a:endParaRPr lang="pt-BR" altLang="pt-BR"/>
              </a:p>
            </p:txBody>
          </p:sp>
          <p:sp>
            <p:nvSpPr>
              <p:cNvPr id="42439" name="Rectangle 33">
                <a:extLst>
                  <a:ext uri="{FF2B5EF4-FFF2-40B4-BE49-F238E27FC236}">
                    <a16:creationId xmlns:a16="http://schemas.microsoft.com/office/drawing/2014/main" id="{D536105E-45EB-7CF4-AEB4-2FBB0AF87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2" y="3184"/>
                <a:ext cx="30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inicial </a:t>
                </a:r>
                <a:endParaRPr lang="pt-BR" altLang="pt-BR"/>
              </a:p>
            </p:txBody>
          </p:sp>
          <p:sp>
            <p:nvSpPr>
              <p:cNvPr id="42440" name="Rectangle 34">
                <a:extLst>
                  <a:ext uri="{FF2B5EF4-FFF2-40B4-BE49-F238E27FC236}">
                    <a16:creationId xmlns:a16="http://schemas.microsoft.com/office/drawing/2014/main" id="{7982F648-53C2-B4A8-D8A2-6B7C3BE93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3059"/>
                <a:ext cx="499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41" name="Rectangle 35">
                <a:extLst>
                  <a:ext uri="{FF2B5EF4-FFF2-40B4-BE49-F238E27FC236}">
                    <a16:creationId xmlns:a16="http://schemas.microsoft.com/office/drawing/2014/main" id="{48077356-3106-207A-DA33-3D49EFA26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3070"/>
                <a:ext cx="4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Desenhos </a:t>
                </a:r>
                <a:endParaRPr lang="pt-BR" altLang="pt-BR"/>
              </a:p>
            </p:txBody>
          </p:sp>
          <p:sp>
            <p:nvSpPr>
              <p:cNvPr id="42442" name="Rectangle 36">
                <a:extLst>
                  <a:ext uri="{FF2B5EF4-FFF2-40B4-BE49-F238E27FC236}">
                    <a16:creationId xmlns:a16="http://schemas.microsoft.com/office/drawing/2014/main" id="{46EB9505-B731-E445-67A9-DB601C33A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3" y="3184"/>
                <a:ext cx="32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iniciais</a:t>
                </a:r>
                <a:endParaRPr lang="pt-BR" altLang="pt-BR"/>
              </a:p>
            </p:txBody>
          </p:sp>
          <p:grpSp>
            <p:nvGrpSpPr>
              <p:cNvPr id="42443" name="Group 76">
                <a:extLst>
                  <a:ext uri="{FF2B5EF4-FFF2-40B4-BE49-F238E27FC236}">
                    <a16:creationId xmlns:a16="http://schemas.microsoft.com/office/drawing/2014/main" id="{721EDCED-0CF1-AC5E-0738-9693CFCE8B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70" y="1810"/>
                <a:ext cx="2005" cy="1144"/>
                <a:chOff x="3570" y="1810"/>
                <a:chExt cx="2005" cy="1144"/>
              </a:xfrm>
            </p:grpSpPr>
            <p:sp>
              <p:nvSpPr>
                <p:cNvPr id="42524" name="Freeform 37">
                  <a:extLst>
                    <a:ext uri="{FF2B5EF4-FFF2-40B4-BE49-F238E27FC236}">
                      <a16:creationId xmlns:a16="http://schemas.microsoft.com/office/drawing/2014/main" id="{AD023258-99CD-D76A-F955-62A25E5B15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70" y="1810"/>
                  <a:ext cx="2005" cy="1053"/>
                </a:xfrm>
                <a:custGeom>
                  <a:avLst/>
                  <a:gdLst>
                    <a:gd name="T0" fmla="*/ 79 w 4008"/>
                    <a:gd name="T1" fmla="*/ 0 h 2107"/>
                    <a:gd name="T2" fmla="*/ 62 w 4008"/>
                    <a:gd name="T3" fmla="*/ 4 h 2107"/>
                    <a:gd name="T4" fmla="*/ 46 w 4008"/>
                    <a:gd name="T5" fmla="*/ 10 h 2107"/>
                    <a:gd name="T6" fmla="*/ 32 w 4008"/>
                    <a:gd name="T7" fmla="*/ 20 h 2107"/>
                    <a:gd name="T8" fmla="*/ 20 w 4008"/>
                    <a:gd name="T9" fmla="*/ 32 h 2107"/>
                    <a:gd name="T10" fmla="*/ 11 w 4008"/>
                    <a:gd name="T11" fmla="*/ 46 h 2107"/>
                    <a:gd name="T12" fmla="*/ 4 w 4008"/>
                    <a:gd name="T13" fmla="*/ 62 h 2107"/>
                    <a:gd name="T14" fmla="*/ 1 w 4008"/>
                    <a:gd name="T15" fmla="*/ 79 h 2107"/>
                    <a:gd name="T16" fmla="*/ 0 w 4008"/>
                    <a:gd name="T17" fmla="*/ 439 h 2107"/>
                    <a:gd name="T18" fmla="*/ 2 w 4008"/>
                    <a:gd name="T19" fmla="*/ 456 h 2107"/>
                    <a:gd name="T20" fmla="*/ 7 w 4008"/>
                    <a:gd name="T21" fmla="*/ 473 h 2107"/>
                    <a:gd name="T22" fmla="*/ 15 w 4008"/>
                    <a:gd name="T23" fmla="*/ 488 h 2107"/>
                    <a:gd name="T24" fmla="*/ 26 w 4008"/>
                    <a:gd name="T25" fmla="*/ 501 h 2107"/>
                    <a:gd name="T26" fmla="*/ 39 w 4008"/>
                    <a:gd name="T27" fmla="*/ 512 h 2107"/>
                    <a:gd name="T28" fmla="*/ 54 w 4008"/>
                    <a:gd name="T29" fmla="*/ 520 h 2107"/>
                    <a:gd name="T30" fmla="*/ 70 w 4008"/>
                    <a:gd name="T31" fmla="*/ 524 h 2107"/>
                    <a:gd name="T32" fmla="*/ 88 w 4008"/>
                    <a:gd name="T33" fmla="*/ 526 h 2107"/>
                    <a:gd name="T34" fmla="*/ 924 w 4008"/>
                    <a:gd name="T35" fmla="*/ 526 h 2107"/>
                    <a:gd name="T36" fmla="*/ 941 w 4008"/>
                    <a:gd name="T37" fmla="*/ 522 h 2107"/>
                    <a:gd name="T38" fmla="*/ 957 w 4008"/>
                    <a:gd name="T39" fmla="*/ 516 h 2107"/>
                    <a:gd name="T40" fmla="*/ 971 w 4008"/>
                    <a:gd name="T41" fmla="*/ 507 h 2107"/>
                    <a:gd name="T42" fmla="*/ 983 w 4008"/>
                    <a:gd name="T43" fmla="*/ 495 h 2107"/>
                    <a:gd name="T44" fmla="*/ 992 w 4008"/>
                    <a:gd name="T45" fmla="*/ 481 h 2107"/>
                    <a:gd name="T46" fmla="*/ 999 w 4008"/>
                    <a:gd name="T47" fmla="*/ 465 h 2107"/>
                    <a:gd name="T48" fmla="*/ 1003 w 4008"/>
                    <a:gd name="T49" fmla="*/ 448 h 2107"/>
                    <a:gd name="T50" fmla="*/ 1003 w 4008"/>
                    <a:gd name="T51" fmla="*/ 88 h 2107"/>
                    <a:gd name="T52" fmla="*/ 1001 w 4008"/>
                    <a:gd name="T53" fmla="*/ 70 h 2107"/>
                    <a:gd name="T54" fmla="*/ 996 w 4008"/>
                    <a:gd name="T55" fmla="*/ 54 h 2107"/>
                    <a:gd name="T56" fmla="*/ 988 w 4008"/>
                    <a:gd name="T57" fmla="*/ 39 h 2107"/>
                    <a:gd name="T58" fmla="*/ 977 w 4008"/>
                    <a:gd name="T59" fmla="*/ 26 h 2107"/>
                    <a:gd name="T60" fmla="*/ 964 w 4008"/>
                    <a:gd name="T61" fmla="*/ 15 h 2107"/>
                    <a:gd name="T62" fmla="*/ 949 w 4008"/>
                    <a:gd name="T63" fmla="*/ 7 h 2107"/>
                    <a:gd name="T64" fmla="*/ 933 w 4008"/>
                    <a:gd name="T65" fmla="*/ 2 h 2107"/>
                    <a:gd name="T66" fmla="*/ 915 w 4008"/>
                    <a:gd name="T67" fmla="*/ 0 h 2107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4008"/>
                    <a:gd name="T103" fmla="*/ 0 h 2107"/>
                    <a:gd name="T104" fmla="*/ 4008 w 4008"/>
                    <a:gd name="T105" fmla="*/ 2107 h 2107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4008" h="2107">
                      <a:moveTo>
                        <a:pt x="350" y="0"/>
                      </a:moveTo>
                      <a:lnTo>
                        <a:pt x="314" y="2"/>
                      </a:lnTo>
                      <a:lnTo>
                        <a:pt x="280" y="8"/>
                      </a:lnTo>
                      <a:lnTo>
                        <a:pt x="246" y="16"/>
                      </a:lnTo>
                      <a:lnTo>
                        <a:pt x="215" y="28"/>
                      </a:lnTo>
                      <a:lnTo>
                        <a:pt x="183" y="42"/>
                      </a:lnTo>
                      <a:lnTo>
                        <a:pt x="155" y="60"/>
                      </a:lnTo>
                      <a:lnTo>
                        <a:pt x="127" y="80"/>
                      </a:lnTo>
                      <a:lnTo>
                        <a:pt x="103" y="104"/>
                      </a:lnTo>
                      <a:lnTo>
                        <a:pt x="79" y="128"/>
                      </a:lnTo>
                      <a:lnTo>
                        <a:pt x="59" y="156"/>
                      </a:lnTo>
                      <a:lnTo>
                        <a:pt x="42" y="184"/>
                      </a:lnTo>
                      <a:lnTo>
                        <a:pt x="28" y="216"/>
                      </a:lnTo>
                      <a:lnTo>
                        <a:pt x="16" y="248"/>
                      </a:lnTo>
                      <a:lnTo>
                        <a:pt x="8" y="282"/>
                      </a:lnTo>
                      <a:lnTo>
                        <a:pt x="2" y="316"/>
                      </a:lnTo>
                      <a:lnTo>
                        <a:pt x="0" y="352"/>
                      </a:lnTo>
                      <a:lnTo>
                        <a:pt x="0" y="1756"/>
                      </a:lnTo>
                      <a:lnTo>
                        <a:pt x="2" y="1792"/>
                      </a:lnTo>
                      <a:lnTo>
                        <a:pt x="8" y="1826"/>
                      </a:lnTo>
                      <a:lnTo>
                        <a:pt x="16" y="1860"/>
                      </a:lnTo>
                      <a:lnTo>
                        <a:pt x="28" y="1892"/>
                      </a:lnTo>
                      <a:lnTo>
                        <a:pt x="42" y="1924"/>
                      </a:lnTo>
                      <a:lnTo>
                        <a:pt x="59" y="1952"/>
                      </a:lnTo>
                      <a:lnTo>
                        <a:pt x="79" y="1980"/>
                      </a:lnTo>
                      <a:lnTo>
                        <a:pt x="103" y="2004"/>
                      </a:lnTo>
                      <a:lnTo>
                        <a:pt x="127" y="2028"/>
                      </a:lnTo>
                      <a:lnTo>
                        <a:pt x="155" y="2048"/>
                      </a:lnTo>
                      <a:lnTo>
                        <a:pt x="183" y="2066"/>
                      </a:lnTo>
                      <a:lnTo>
                        <a:pt x="215" y="2080"/>
                      </a:lnTo>
                      <a:lnTo>
                        <a:pt x="246" y="2091"/>
                      </a:lnTo>
                      <a:lnTo>
                        <a:pt x="280" y="2099"/>
                      </a:lnTo>
                      <a:lnTo>
                        <a:pt x="314" y="2105"/>
                      </a:lnTo>
                      <a:lnTo>
                        <a:pt x="350" y="2107"/>
                      </a:lnTo>
                      <a:lnTo>
                        <a:pt x="3658" y="2107"/>
                      </a:lnTo>
                      <a:lnTo>
                        <a:pt x="3694" y="2105"/>
                      </a:lnTo>
                      <a:lnTo>
                        <a:pt x="3728" y="2099"/>
                      </a:lnTo>
                      <a:lnTo>
                        <a:pt x="3762" y="2091"/>
                      </a:lnTo>
                      <a:lnTo>
                        <a:pt x="3793" y="2080"/>
                      </a:lnTo>
                      <a:lnTo>
                        <a:pt x="3825" y="2066"/>
                      </a:lnTo>
                      <a:lnTo>
                        <a:pt x="3853" y="2048"/>
                      </a:lnTo>
                      <a:lnTo>
                        <a:pt x="3881" y="2028"/>
                      </a:lnTo>
                      <a:lnTo>
                        <a:pt x="3905" y="2004"/>
                      </a:lnTo>
                      <a:lnTo>
                        <a:pt x="3929" y="1980"/>
                      </a:lnTo>
                      <a:lnTo>
                        <a:pt x="3949" y="1952"/>
                      </a:lnTo>
                      <a:lnTo>
                        <a:pt x="3966" y="1924"/>
                      </a:lnTo>
                      <a:lnTo>
                        <a:pt x="3980" y="1892"/>
                      </a:lnTo>
                      <a:lnTo>
                        <a:pt x="3992" y="1860"/>
                      </a:lnTo>
                      <a:lnTo>
                        <a:pt x="4000" y="1826"/>
                      </a:lnTo>
                      <a:lnTo>
                        <a:pt x="4006" y="1792"/>
                      </a:lnTo>
                      <a:lnTo>
                        <a:pt x="4008" y="1756"/>
                      </a:lnTo>
                      <a:lnTo>
                        <a:pt x="4008" y="352"/>
                      </a:lnTo>
                      <a:lnTo>
                        <a:pt x="4006" y="316"/>
                      </a:lnTo>
                      <a:lnTo>
                        <a:pt x="4000" y="282"/>
                      </a:lnTo>
                      <a:lnTo>
                        <a:pt x="3992" y="248"/>
                      </a:lnTo>
                      <a:lnTo>
                        <a:pt x="3980" y="216"/>
                      </a:lnTo>
                      <a:lnTo>
                        <a:pt x="3966" y="184"/>
                      </a:lnTo>
                      <a:lnTo>
                        <a:pt x="3949" y="156"/>
                      </a:lnTo>
                      <a:lnTo>
                        <a:pt x="3929" y="128"/>
                      </a:lnTo>
                      <a:lnTo>
                        <a:pt x="3905" y="104"/>
                      </a:lnTo>
                      <a:lnTo>
                        <a:pt x="3881" y="80"/>
                      </a:lnTo>
                      <a:lnTo>
                        <a:pt x="3853" y="60"/>
                      </a:lnTo>
                      <a:lnTo>
                        <a:pt x="3825" y="42"/>
                      </a:lnTo>
                      <a:lnTo>
                        <a:pt x="3793" y="28"/>
                      </a:lnTo>
                      <a:lnTo>
                        <a:pt x="3762" y="16"/>
                      </a:lnTo>
                      <a:lnTo>
                        <a:pt x="3728" y="8"/>
                      </a:lnTo>
                      <a:lnTo>
                        <a:pt x="3694" y="2"/>
                      </a:lnTo>
                      <a:lnTo>
                        <a:pt x="3658" y="0"/>
                      </a:lnTo>
                      <a:lnTo>
                        <a:pt x="3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42525" name="Group 55">
                  <a:extLst>
                    <a:ext uri="{FF2B5EF4-FFF2-40B4-BE49-F238E27FC236}">
                      <a16:creationId xmlns:a16="http://schemas.microsoft.com/office/drawing/2014/main" id="{51418311-0E5A-C20D-6FD5-0A3BBA5527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18" y="1858"/>
                  <a:ext cx="907" cy="924"/>
                  <a:chOff x="3618" y="1858"/>
                  <a:chExt cx="907" cy="924"/>
                </a:xfrm>
              </p:grpSpPr>
              <p:sp>
                <p:nvSpPr>
                  <p:cNvPr id="42546" name="Freeform 38">
                    <a:extLst>
                      <a:ext uri="{FF2B5EF4-FFF2-40B4-BE49-F238E27FC236}">
                        <a16:creationId xmlns:a16="http://schemas.microsoft.com/office/drawing/2014/main" id="{A72BD28D-5607-B6A5-F3ED-59DA2A18C88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618" y="1858"/>
                    <a:ext cx="907" cy="814"/>
                  </a:xfrm>
                  <a:custGeom>
                    <a:avLst/>
                    <a:gdLst>
                      <a:gd name="T0" fmla="*/ 60 w 1814"/>
                      <a:gd name="T1" fmla="*/ 1 h 1628"/>
                      <a:gd name="T2" fmla="*/ 48 w 1814"/>
                      <a:gd name="T3" fmla="*/ 3 h 1628"/>
                      <a:gd name="T4" fmla="*/ 36 w 1814"/>
                      <a:gd name="T5" fmla="*/ 8 h 1628"/>
                      <a:gd name="T6" fmla="*/ 25 w 1814"/>
                      <a:gd name="T7" fmla="*/ 15 h 1628"/>
                      <a:gd name="T8" fmla="*/ 15 w 1814"/>
                      <a:gd name="T9" fmla="*/ 25 h 1628"/>
                      <a:gd name="T10" fmla="*/ 8 w 1814"/>
                      <a:gd name="T11" fmla="*/ 36 h 1628"/>
                      <a:gd name="T12" fmla="*/ 3 w 1814"/>
                      <a:gd name="T13" fmla="*/ 48 h 1628"/>
                      <a:gd name="T14" fmla="*/ 1 w 1814"/>
                      <a:gd name="T15" fmla="*/ 61 h 1628"/>
                      <a:gd name="T16" fmla="*/ 0 w 1814"/>
                      <a:gd name="T17" fmla="*/ 340 h 1628"/>
                      <a:gd name="T18" fmla="*/ 2 w 1814"/>
                      <a:gd name="T19" fmla="*/ 353 h 1628"/>
                      <a:gd name="T20" fmla="*/ 6 w 1814"/>
                      <a:gd name="T21" fmla="*/ 366 h 1628"/>
                      <a:gd name="T22" fmla="*/ 12 w 1814"/>
                      <a:gd name="T23" fmla="*/ 378 h 1628"/>
                      <a:gd name="T24" fmla="*/ 20 w 1814"/>
                      <a:gd name="T25" fmla="*/ 388 h 1628"/>
                      <a:gd name="T26" fmla="*/ 30 w 1814"/>
                      <a:gd name="T27" fmla="*/ 396 h 1628"/>
                      <a:gd name="T28" fmla="*/ 42 w 1814"/>
                      <a:gd name="T29" fmla="*/ 402 h 1628"/>
                      <a:gd name="T30" fmla="*/ 55 w 1814"/>
                      <a:gd name="T31" fmla="*/ 406 h 1628"/>
                      <a:gd name="T32" fmla="*/ 68 w 1814"/>
                      <a:gd name="T33" fmla="*/ 407 h 1628"/>
                      <a:gd name="T34" fmla="*/ 393 w 1814"/>
                      <a:gd name="T35" fmla="*/ 407 h 1628"/>
                      <a:gd name="T36" fmla="*/ 406 w 1814"/>
                      <a:gd name="T37" fmla="*/ 404 h 1628"/>
                      <a:gd name="T38" fmla="*/ 418 w 1814"/>
                      <a:gd name="T39" fmla="*/ 399 h 1628"/>
                      <a:gd name="T40" fmla="*/ 429 w 1814"/>
                      <a:gd name="T41" fmla="*/ 392 h 1628"/>
                      <a:gd name="T42" fmla="*/ 438 w 1814"/>
                      <a:gd name="T43" fmla="*/ 383 h 1628"/>
                      <a:gd name="T44" fmla="*/ 446 w 1814"/>
                      <a:gd name="T45" fmla="*/ 372 h 1628"/>
                      <a:gd name="T46" fmla="*/ 451 w 1814"/>
                      <a:gd name="T47" fmla="*/ 360 h 1628"/>
                      <a:gd name="T48" fmla="*/ 453 w 1814"/>
                      <a:gd name="T49" fmla="*/ 347 h 1628"/>
                      <a:gd name="T50" fmla="*/ 454 w 1814"/>
                      <a:gd name="T51" fmla="*/ 68 h 1628"/>
                      <a:gd name="T52" fmla="*/ 452 w 1814"/>
                      <a:gd name="T53" fmla="*/ 54 h 1628"/>
                      <a:gd name="T54" fmla="*/ 448 w 1814"/>
                      <a:gd name="T55" fmla="*/ 42 h 1628"/>
                      <a:gd name="T56" fmla="*/ 442 w 1814"/>
                      <a:gd name="T57" fmla="*/ 30 h 1628"/>
                      <a:gd name="T58" fmla="*/ 434 w 1814"/>
                      <a:gd name="T59" fmla="*/ 20 h 1628"/>
                      <a:gd name="T60" fmla="*/ 424 w 1814"/>
                      <a:gd name="T61" fmla="*/ 12 h 1628"/>
                      <a:gd name="T62" fmla="*/ 413 w 1814"/>
                      <a:gd name="T63" fmla="*/ 6 h 1628"/>
                      <a:gd name="T64" fmla="*/ 400 w 1814"/>
                      <a:gd name="T65" fmla="*/ 2 h 1628"/>
                      <a:gd name="T66" fmla="*/ 386 w 1814"/>
                      <a:gd name="T67" fmla="*/ 0 h 1628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1814"/>
                      <a:gd name="T103" fmla="*/ 0 h 1628"/>
                      <a:gd name="T104" fmla="*/ 1814 w 1814"/>
                      <a:gd name="T105" fmla="*/ 1628 h 1628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1814" h="1628">
                        <a:moveTo>
                          <a:pt x="271" y="0"/>
                        </a:moveTo>
                        <a:lnTo>
                          <a:pt x="243" y="2"/>
                        </a:lnTo>
                        <a:lnTo>
                          <a:pt x="217" y="6"/>
                        </a:lnTo>
                        <a:lnTo>
                          <a:pt x="191" y="12"/>
                        </a:lnTo>
                        <a:lnTo>
                          <a:pt x="165" y="22"/>
                        </a:lnTo>
                        <a:lnTo>
                          <a:pt x="141" y="32"/>
                        </a:lnTo>
                        <a:lnTo>
                          <a:pt x="120" y="46"/>
                        </a:lnTo>
                        <a:lnTo>
                          <a:pt x="100" y="62"/>
                        </a:lnTo>
                        <a:lnTo>
                          <a:pt x="80" y="80"/>
                        </a:lnTo>
                        <a:lnTo>
                          <a:pt x="62" y="100"/>
                        </a:lnTo>
                        <a:lnTo>
                          <a:pt x="46" y="120"/>
                        </a:lnTo>
                        <a:lnTo>
                          <a:pt x="32" y="142"/>
                        </a:lnTo>
                        <a:lnTo>
                          <a:pt x="22" y="166"/>
                        </a:lnTo>
                        <a:lnTo>
                          <a:pt x="12" y="192"/>
                        </a:lnTo>
                        <a:lnTo>
                          <a:pt x="6" y="218"/>
                        </a:lnTo>
                        <a:lnTo>
                          <a:pt x="2" y="244"/>
                        </a:lnTo>
                        <a:lnTo>
                          <a:pt x="0" y="271"/>
                        </a:lnTo>
                        <a:lnTo>
                          <a:pt x="0" y="1357"/>
                        </a:lnTo>
                        <a:lnTo>
                          <a:pt x="2" y="1385"/>
                        </a:lnTo>
                        <a:lnTo>
                          <a:pt x="6" y="1411"/>
                        </a:lnTo>
                        <a:lnTo>
                          <a:pt x="12" y="1437"/>
                        </a:lnTo>
                        <a:lnTo>
                          <a:pt x="22" y="1463"/>
                        </a:lnTo>
                        <a:lnTo>
                          <a:pt x="32" y="1487"/>
                        </a:lnTo>
                        <a:lnTo>
                          <a:pt x="46" y="1509"/>
                        </a:lnTo>
                        <a:lnTo>
                          <a:pt x="62" y="1529"/>
                        </a:lnTo>
                        <a:lnTo>
                          <a:pt x="80" y="1549"/>
                        </a:lnTo>
                        <a:lnTo>
                          <a:pt x="100" y="1566"/>
                        </a:lnTo>
                        <a:lnTo>
                          <a:pt x="120" y="1582"/>
                        </a:lnTo>
                        <a:lnTo>
                          <a:pt x="141" y="1596"/>
                        </a:lnTo>
                        <a:lnTo>
                          <a:pt x="165" y="1606"/>
                        </a:lnTo>
                        <a:lnTo>
                          <a:pt x="191" y="1616"/>
                        </a:lnTo>
                        <a:lnTo>
                          <a:pt x="217" y="1622"/>
                        </a:lnTo>
                        <a:lnTo>
                          <a:pt x="243" y="1626"/>
                        </a:lnTo>
                        <a:lnTo>
                          <a:pt x="271" y="1628"/>
                        </a:lnTo>
                        <a:lnTo>
                          <a:pt x="1543" y="1628"/>
                        </a:lnTo>
                        <a:lnTo>
                          <a:pt x="1571" y="1626"/>
                        </a:lnTo>
                        <a:lnTo>
                          <a:pt x="1597" y="1622"/>
                        </a:lnTo>
                        <a:lnTo>
                          <a:pt x="1623" y="1616"/>
                        </a:lnTo>
                        <a:lnTo>
                          <a:pt x="1649" y="1606"/>
                        </a:lnTo>
                        <a:lnTo>
                          <a:pt x="1672" y="1596"/>
                        </a:lnTo>
                        <a:lnTo>
                          <a:pt x="1694" y="1582"/>
                        </a:lnTo>
                        <a:lnTo>
                          <a:pt x="1714" y="1566"/>
                        </a:lnTo>
                        <a:lnTo>
                          <a:pt x="1734" y="1549"/>
                        </a:lnTo>
                        <a:lnTo>
                          <a:pt x="1752" y="1529"/>
                        </a:lnTo>
                        <a:lnTo>
                          <a:pt x="1768" y="1509"/>
                        </a:lnTo>
                        <a:lnTo>
                          <a:pt x="1782" y="1487"/>
                        </a:lnTo>
                        <a:lnTo>
                          <a:pt x="1792" y="1463"/>
                        </a:lnTo>
                        <a:lnTo>
                          <a:pt x="1802" y="1437"/>
                        </a:lnTo>
                        <a:lnTo>
                          <a:pt x="1808" y="1411"/>
                        </a:lnTo>
                        <a:lnTo>
                          <a:pt x="1812" y="1385"/>
                        </a:lnTo>
                        <a:lnTo>
                          <a:pt x="1814" y="1357"/>
                        </a:lnTo>
                        <a:lnTo>
                          <a:pt x="1814" y="271"/>
                        </a:lnTo>
                        <a:lnTo>
                          <a:pt x="1812" y="244"/>
                        </a:lnTo>
                        <a:lnTo>
                          <a:pt x="1808" y="218"/>
                        </a:lnTo>
                        <a:lnTo>
                          <a:pt x="1802" y="192"/>
                        </a:lnTo>
                        <a:lnTo>
                          <a:pt x="1792" y="166"/>
                        </a:lnTo>
                        <a:lnTo>
                          <a:pt x="1782" y="142"/>
                        </a:lnTo>
                        <a:lnTo>
                          <a:pt x="1768" y="120"/>
                        </a:lnTo>
                        <a:lnTo>
                          <a:pt x="1752" y="100"/>
                        </a:lnTo>
                        <a:lnTo>
                          <a:pt x="1734" y="80"/>
                        </a:lnTo>
                        <a:lnTo>
                          <a:pt x="1714" y="62"/>
                        </a:lnTo>
                        <a:lnTo>
                          <a:pt x="1694" y="46"/>
                        </a:lnTo>
                        <a:lnTo>
                          <a:pt x="1672" y="32"/>
                        </a:lnTo>
                        <a:lnTo>
                          <a:pt x="1649" y="22"/>
                        </a:lnTo>
                        <a:lnTo>
                          <a:pt x="1623" y="12"/>
                        </a:lnTo>
                        <a:lnTo>
                          <a:pt x="1597" y="6"/>
                        </a:lnTo>
                        <a:lnTo>
                          <a:pt x="1571" y="2"/>
                        </a:lnTo>
                        <a:lnTo>
                          <a:pt x="1543" y="0"/>
                        </a:lnTo>
                        <a:lnTo>
                          <a:pt x="271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6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42547" name="Group 51">
                    <a:extLst>
                      <a:ext uri="{FF2B5EF4-FFF2-40B4-BE49-F238E27FC236}">
                        <a16:creationId xmlns:a16="http://schemas.microsoft.com/office/drawing/2014/main" id="{A7D2FFAA-D8D9-CBA0-6F20-F8EF79617C0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66" y="1953"/>
                    <a:ext cx="797" cy="464"/>
                    <a:chOff x="3666" y="1953"/>
                    <a:chExt cx="797" cy="464"/>
                  </a:xfrm>
                </p:grpSpPr>
                <p:sp>
                  <p:nvSpPr>
                    <p:cNvPr id="42551" name="Rectangle 39">
                      <a:extLst>
                        <a:ext uri="{FF2B5EF4-FFF2-40B4-BE49-F238E27FC236}">
                          <a16:creationId xmlns:a16="http://schemas.microsoft.com/office/drawing/2014/main" id="{7192DCF2-4A9D-5F0D-F120-D8248AB9FCD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57" y="1953"/>
                      <a:ext cx="573" cy="35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42552" name="Rectangle 40">
                      <a:extLst>
                        <a:ext uri="{FF2B5EF4-FFF2-40B4-BE49-F238E27FC236}">
                          <a16:creationId xmlns:a16="http://schemas.microsoft.com/office/drawing/2014/main" id="{3CBE7D93-195E-17E4-83F4-A225E420846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92" y="1964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/>
                    </a:p>
                  </p:txBody>
                </p:sp>
                <p:sp>
                  <p:nvSpPr>
                    <p:cNvPr id="42553" name="Rectangle 41">
                      <a:extLst>
                        <a:ext uri="{FF2B5EF4-FFF2-40B4-BE49-F238E27FC236}">
                          <a16:creationId xmlns:a16="http://schemas.microsoft.com/office/drawing/2014/main" id="{A77CD707-F2EF-6CAE-CA3B-AB900560FF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79" y="2079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/>
                    </a:p>
                  </p:txBody>
                </p:sp>
                <p:sp>
                  <p:nvSpPr>
                    <p:cNvPr id="42554" name="Rectangle 42">
                      <a:extLst>
                        <a:ext uri="{FF2B5EF4-FFF2-40B4-BE49-F238E27FC236}">
                          <a16:creationId xmlns:a16="http://schemas.microsoft.com/office/drawing/2014/main" id="{FF6C9FF0-7D21-5463-F84F-92D92FDEC4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46" y="2194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/>
                    </a:p>
                  </p:txBody>
                </p:sp>
                <p:sp>
                  <p:nvSpPr>
                    <p:cNvPr id="42555" name="Rectangle 43">
                      <a:extLst>
                        <a:ext uri="{FF2B5EF4-FFF2-40B4-BE49-F238E27FC236}">
                          <a16:creationId xmlns:a16="http://schemas.microsoft.com/office/drawing/2014/main" id="{324DEA04-B3A5-EC39-0043-44973CF8ABD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61" y="2001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42556" name="Rectangle 44">
                      <a:extLst>
                        <a:ext uri="{FF2B5EF4-FFF2-40B4-BE49-F238E27FC236}">
                          <a16:creationId xmlns:a16="http://schemas.microsoft.com/office/drawing/2014/main" id="{6ED07F57-C203-E8B8-BA8D-1BDC76E97F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12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/>
                    </a:p>
                  </p:txBody>
                </p:sp>
                <p:sp>
                  <p:nvSpPr>
                    <p:cNvPr id="42557" name="Rectangle 45">
                      <a:extLst>
                        <a:ext uri="{FF2B5EF4-FFF2-40B4-BE49-F238E27FC236}">
                          <a16:creationId xmlns:a16="http://schemas.microsoft.com/office/drawing/2014/main" id="{2789E23F-98D7-8397-138B-4079E2309F0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84" y="2127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/>
                    </a:p>
                  </p:txBody>
                </p:sp>
                <p:sp>
                  <p:nvSpPr>
                    <p:cNvPr id="42558" name="Rectangle 46">
                      <a:extLst>
                        <a:ext uri="{FF2B5EF4-FFF2-40B4-BE49-F238E27FC236}">
                          <a16:creationId xmlns:a16="http://schemas.microsoft.com/office/drawing/2014/main" id="{E40FD730-644D-CFDE-48BA-86354981EE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51" y="2241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/>
                    </a:p>
                  </p:txBody>
                </p:sp>
                <p:sp>
                  <p:nvSpPr>
                    <p:cNvPr id="42559" name="Rectangle 47">
                      <a:extLst>
                        <a:ext uri="{FF2B5EF4-FFF2-40B4-BE49-F238E27FC236}">
                          <a16:creationId xmlns:a16="http://schemas.microsoft.com/office/drawing/2014/main" id="{CE7E5B1D-B293-3EEB-5955-F986B674802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66" y="2049"/>
                      <a:ext cx="573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42560" name="Rectangle 48">
                      <a:extLst>
                        <a:ext uri="{FF2B5EF4-FFF2-40B4-BE49-F238E27FC236}">
                          <a16:creationId xmlns:a16="http://schemas.microsoft.com/office/drawing/2014/main" id="{8A2E60F5-F481-480A-BD9D-6256A31D61A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01" y="2060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/>
                    </a:p>
                  </p:txBody>
                </p:sp>
                <p:sp>
                  <p:nvSpPr>
                    <p:cNvPr id="42561" name="Rectangle 49">
                      <a:extLst>
                        <a:ext uri="{FF2B5EF4-FFF2-40B4-BE49-F238E27FC236}">
                          <a16:creationId xmlns:a16="http://schemas.microsoft.com/office/drawing/2014/main" id="{05E53F66-560A-4497-AE60-BE36224B12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88" y="2175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/>
                    </a:p>
                  </p:txBody>
                </p:sp>
                <p:sp>
                  <p:nvSpPr>
                    <p:cNvPr id="42562" name="Rectangle 50">
                      <a:extLst>
                        <a:ext uri="{FF2B5EF4-FFF2-40B4-BE49-F238E27FC236}">
                          <a16:creationId xmlns:a16="http://schemas.microsoft.com/office/drawing/2014/main" id="{C9896D8C-9890-8710-C06C-91F32FFDE9B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55" y="2289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/>
                    </a:p>
                  </p:txBody>
                </p:sp>
              </p:grpSp>
              <p:sp>
                <p:nvSpPr>
                  <p:cNvPr id="42548" name="Rectangle 52">
                    <a:extLst>
                      <a:ext uri="{FF2B5EF4-FFF2-40B4-BE49-F238E27FC236}">
                        <a16:creationId xmlns:a16="http://schemas.microsoft.com/office/drawing/2014/main" id="{77DEF0D7-8EBC-D5A3-D155-3A0B46803A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61" y="2528"/>
                    <a:ext cx="587" cy="236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42549" name="Rectangle 53">
                    <a:extLst>
                      <a:ext uri="{FF2B5EF4-FFF2-40B4-BE49-F238E27FC236}">
                        <a16:creationId xmlns:a16="http://schemas.microsoft.com/office/drawing/2014/main" id="{CDD37E58-F6F7-924E-0382-725DB9F19B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03" y="2539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/>
                  </a:p>
                </p:txBody>
              </p:sp>
              <p:sp>
                <p:nvSpPr>
                  <p:cNvPr id="42550" name="Rectangle 54">
                    <a:extLst>
                      <a:ext uri="{FF2B5EF4-FFF2-40B4-BE49-F238E27FC236}">
                        <a16:creationId xmlns:a16="http://schemas.microsoft.com/office/drawing/2014/main" id="{AD6879B6-9CAF-F4E7-0BBC-026B6A6FE3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2654"/>
                    <a:ext cx="57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total</a:t>
                    </a:r>
                    <a:endParaRPr lang="pt-BR" altLang="pt-BR"/>
                  </a:p>
                </p:txBody>
              </p:sp>
            </p:grpSp>
            <p:sp>
              <p:nvSpPr>
                <p:cNvPr id="42526" name="Rectangle 56">
                  <a:extLst>
                    <a:ext uri="{FF2B5EF4-FFF2-40B4-BE49-F238E27FC236}">
                      <a16:creationId xmlns:a16="http://schemas.microsoft.com/office/drawing/2014/main" id="{0A96BD53-61D4-BD84-7F89-678EBEC619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4" y="2815"/>
                  <a:ext cx="1385" cy="12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527" name="Rectangle 57">
                  <a:extLst>
                    <a:ext uri="{FF2B5EF4-FFF2-40B4-BE49-F238E27FC236}">
                      <a16:creationId xmlns:a16="http://schemas.microsoft.com/office/drawing/2014/main" id="{243ACC5D-84B9-CAFC-D348-552B3CC51A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" y="2826"/>
                  <a:ext cx="102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Alternativas de solução</a:t>
                  </a:r>
                  <a:endParaRPr lang="pt-BR" altLang="pt-BR"/>
                </a:p>
              </p:txBody>
            </p:sp>
            <p:grpSp>
              <p:nvGrpSpPr>
                <p:cNvPr id="42528" name="Group 75">
                  <a:extLst>
                    <a:ext uri="{FF2B5EF4-FFF2-40B4-BE49-F238E27FC236}">
                      <a16:creationId xmlns:a16="http://schemas.microsoft.com/office/drawing/2014/main" id="{4CB8F088-6B06-F68F-55CD-DB6ED5C006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20" y="1858"/>
                  <a:ext cx="907" cy="924"/>
                  <a:chOff x="4620" y="1858"/>
                  <a:chExt cx="907" cy="924"/>
                </a:xfrm>
              </p:grpSpPr>
              <p:sp>
                <p:nvSpPr>
                  <p:cNvPr id="42529" name="Freeform 58">
                    <a:extLst>
                      <a:ext uri="{FF2B5EF4-FFF2-40B4-BE49-F238E27FC236}">
                        <a16:creationId xmlns:a16="http://schemas.microsoft.com/office/drawing/2014/main" id="{9AE80750-B170-0F34-12EA-6643DADE42C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20" y="1858"/>
                    <a:ext cx="907" cy="814"/>
                  </a:xfrm>
                  <a:custGeom>
                    <a:avLst/>
                    <a:gdLst>
                      <a:gd name="T0" fmla="*/ 60 w 1814"/>
                      <a:gd name="T1" fmla="*/ 1 h 1628"/>
                      <a:gd name="T2" fmla="*/ 48 w 1814"/>
                      <a:gd name="T3" fmla="*/ 3 h 1628"/>
                      <a:gd name="T4" fmla="*/ 36 w 1814"/>
                      <a:gd name="T5" fmla="*/ 8 h 1628"/>
                      <a:gd name="T6" fmla="*/ 25 w 1814"/>
                      <a:gd name="T7" fmla="*/ 15 h 1628"/>
                      <a:gd name="T8" fmla="*/ 15 w 1814"/>
                      <a:gd name="T9" fmla="*/ 25 h 1628"/>
                      <a:gd name="T10" fmla="*/ 8 w 1814"/>
                      <a:gd name="T11" fmla="*/ 36 h 1628"/>
                      <a:gd name="T12" fmla="*/ 3 w 1814"/>
                      <a:gd name="T13" fmla="*/ 48 h 1628"/>
                      <a:gd name="T14" fmla="*/ 1 w 1814"/>
                      <a:gd name="T15" fmla="*/ 61 h 1628"/>
                      <a:gd name="T16" fmla="*/ 0 w 1814"/>
                      <a:gd name="T17" fmla="*/ 340 h 1628"/>
                      <a:gd name="T18" fmla="*/ 2 w 1814"/>
                      <a:gd name="T19" fmla="*/ 353 h 1628"/>
                      <a:gd name="T20" fmla="*/ 6 w 1814"/>
                      <a:gd name="T21" fmla="*/ 366 h 1628"/>
                      <a:gd name="T22" fmla="*/ 12 w 1814"/>
                      <a:gd name="T23" fmla="*/ 378 h 1628"/>
                      <a:gd name="T24" fmla="*/ 20 w 1814"/>
                      <a:gd name="T25" fmla="*/ 388 h 1628"/>
                      <a:gd name="T26" fmla="*/ 30 w 1814"/>
                      <a:gd name="T27" fmla="*/ 396 h 1628"/>
                      <a:gd name="T28" fmla="*/ 42 w 1814"/>
                      <a:gd name="T29" fmla="*/ 402 h 1628"/>
                      <a:gd name="T30" fmla="*/ 55 w 1814"/>
                      <a:gd name="T31" fmla="*/ 406 h 1628"/>
                      <a:gd name="T32" fmla="*/ 68 w 1814"/>
                      <a:gd name="T33" fmla="*/ 407 h 1628"/>
                      <a:gd name="T34" fmla="*/ 393 w 1814"/>
                      <a:gd name="T35" fmla="*/ 407 h 1628"/>
                      <a:gd name="T36" fmla="*/ 406 w 1814"/>
                      <a:gd name="T37" fmla="*/ 404 h 1628"/>
                      <a:gd name="T38" fmla="*/ 419 w 1814"/>
                      <a:gd name="T39" fmla="*/ 399 h 1628"/>
                      <a:gd name="T40" fmla="*/ 429 w 1814"/>
                      <a:gd name="T41" fmla="*/ 392 h 1628"/>
                      <a:gd name="T42" fmla="*/ 438 w 1814"/>
                      <a:gd name="T43" fmla="*/ 383 h 1628"/>
                      <a:gd name="T44" fmla="*/ 446 w 1814"/>
                      <a:gd name="T45" fmla="*/ 372 h 1628"/>
                      <a:gd name="T46" fmla="*/ 451 w 1814"/>
                      <a:gd name="T47" fmla="*/ 360 h 1628"/>
                      <a:gd name="T48" fmla="*/ 453 w 1814"/>
                      <a:gd name="T49" fmla="*/ 347 h 1628"/>
                      <a:gd name="T50" fmla="*/ 454 w 1814"/>
                      <a:gd name="T51" fmla="*/ 68 h 1628"/>
                      <a:gd name="T52" fmla="*/ 452 w 1814"/>
                      <a:gd name="T53" fmla="*/ 54 h 1628"/>
                      <a:gd name="T54" fmla="*/ 448 w 1814"/>
                      <a:gd name="T55" fmla="*/ 42 h 1628"/>
                      <a:gd name="T56" fmla="*/ 442 w 1814"/>
                      <a:gd name="T57" fmla="*/ 30 h 1628"/>
                      <a:gd name="T58" fmla="*/ 434 w 1814"/>
                      <a:gd name="T59" fmla="*/ 20 h 1628"/>
                      <a:gd name="T60" fmla="*/ 424 w 1814"/>
                      <a:gd name="T61" fmla="*/ 12 h 1628"/>
                      <a:gd name="T62" fmla="*/ 413 w 1814"/>
                      <a:gd name="T63" fmla="*/ 6 h 1628"/>
                      <a:gd name="T64" fmla="*/ 400 w 1814"/>
                      <a:gd name="T65" fmla="*/ 2 h 1628"/>
                      <a:gd name="T66" fmla="*/ 386 w 1814"/>
                      <a:gd name="T67" fmla="*/ 0 h 1628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1814"/>
                      <a:gd name="T103" fmla="*/ 0 h 1628"/>
                      <a:gd name="T104" fmla="*/ 1814 w 1814"/>
                      <a:gd name="T105" fmla="*/ 1628 h 1628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1814" h="1628">
                        <a:moveTo>
                          <a:pt x="271" y="0"/>
                        </a:moveTo>
                        <a:lnTo>
                          <a:pt x="243" y="2"/>
                        </a:lnTo>
                        <a:lnTo>
                          <a:pt x="217" y="6"/>
                        </a:lnTo>
                        <a:lnTo>
                          <a:pt x="191" y="12"/>
                        </a:lnTo>
                        <a:lnTo>
                          <a:pt x="165" y="22"/>
                        </a:lnTo>
                        <a:lnTo>
                          <a:pt x="142" y="32"/>
                        </a:lnTo>
                        <a:lnTo>
                          <a:pt x="120" y="46"/>
                        </a:lnTo>
                        <a:lnTo>
                          <a:pt x="100" y="62"/>
                        </a:lnTo>
                        <a:lnTo>
                          <a:pt x="80" y="80"/>
                        </a:lnTo>
                        <a:lnTo>
                          <a:pt x="62" y="100"/>
                        </a:lnTo>
                        <a:lnTo>
                          <a:pt x="46" y="120"/>
                        </a:lnTo>
                        <a:lnTo>
                          <a:pt x="32" y="142"/>
                        </a:lnTo>
                        <a:lnTo>
                          <a:pt x="22" y="166"/>
                        </a:lnTo>
                        <a:lnTo>
                          <a:pt x="12" y="192"/>
                        </a:lnTo>
                        <a:lnTo>
                          <a:pt x="6" y="218"/>
                        </a:lnTo>
                        <a:lnTo>
                          <a:pt x="2" y="244"/>
                        </a:lnTo>
                        <a:lnTo>
                          <a:pt x="0" y="271"/>
                        </a:lnTo>
                        <a:lnTo>
                          <a:pt x="0" y="1357"/>
                        </a:lnTo>
                        <a:lnTo>
                          <a:pt x="2" y="1385"/>
                        </a:lnTo>
                        <a:lnTo>
                          <a:pt x="6" y="1411"/>
                        </a:lnTo>
                        <a:lnTo>
                          <a:pt x="12" y="1437"/>
                        </a:lnTo>
                        <a:lnTo>
                          <a:pt x="22" y="1463"/>
                        </a:lnTo>
                        <a:lnTo>
                          <a:pt x="32" y="1487"/>
                        </a:lnTo>
                        <a:lnTo>
                          <a:pt x="46" y="1509"/>
                        </a:lnTo>
                        <a:lnTo>
                          <a:pt x="62" y="1529"/>
                        </a:lnTo>
                        <a:lnTo>
                          <a:pt x="80" y="1549"/>
                        </a:lnTo>
                        <a:lnTo>
                          <a:pt x="100" y="1566"/>
                        </a:lnTo>
                        <a:lnTo>
                          <a:pt x="120" y="1582"/>
                        </a:lnTo>
                        <a:lnTo>
                          <a:pt x="142" y="1596"/>
                        </a:lnTo>
                        <a:lnTo>
                          <a:pt x="165" y="1606"/>
                        </a:lnTo>
                        <a:lnTo>
                          <a:pt x="191" y="1616"/>
                        </a:lnTo>
                        <a:lnTo>
                          <a:pt x="217" y="1622"/>
                        </a:lnTo>
                        <a:lnTo>
                          <a:pt x="243" y="1626"/>
                        </a:lnTo>
                        <a:lnTo>
                          <a:pt x="271" y="1628"/>
                        </a:lnTo>
                        <a:lnTo>
                          <a:pt x="1543" y="1628"/>
                        </a:lnTo>
                        <a:lnTo>
                          <a:pt x="1571" y="1626"/>
                        </a:lnTo>
                        <a:lnTo>
                          <a:pt x="1597" y="1622"/>
                        </a:lnTo>
                        <a:lnTo>
                          <a:pt x="1623" y="1616"/>
                        </a:lnTo>
                        <a:lnTo>
                          <a:pt x="1649" y="1606"/>
                        </a:lnTo>
                        <a:lnTo>
                          <a:pt x="1673" y="1596"/>
                        </a:lnTo>
                        <a:lnTo>
                          <a:pt x="1694" y="1582"/>
                        </a:lnTo>
                        <a:lnTo>
                          <a:pt x="1714" y="1566"/>
                        </a:lnTo>
                        <a:lnTo>
                          <a:pt x="1734" y="1549"/>
                        </a:lnTo>
                        <a:lnTo>
                          <a:pt x="1752" y="1529"/>
                        </a:lnTo>
                        <a:lnTo>
                          <a:pt x="1768" y="1509"/>
                        </a:lnTo>
                        <a:lnTo>
                          <a:pt x="1782" y="1487"/>
                        </a:lnTo>
                        <a:lnTo>
                          <a:pt x="1792" y="1463"/>
                        </a:lnTo>
                        <a:lnTo>
                          <a:pt x="1802" y="1437"/>
                        </a:lnTo>
                        <a:lnTo>
                          <a:pt x="1808" y="1411"/>
                        </a:lnTo>
                        <a:lnTo>
                          <a:pt x="1812" y="1385"/>
                        </a:lnTo>
                        <a:lnTo>
                          <a:pt x="1814" y="1357"/>
                        </a:lnTo>
                        <a:lnTo>
                          <a:pt x="1814" y="271"/>
                        </a:lnTo>
                        <a:lnTo>
                          <a:pt x="1812" y="244"/>
                        </a:lnTo>
                        <a:lnTo>
                          <a:pt x="1808" y="218"/>
                        </a:lnTo>
                        <a:lnTo>
                          <a:pt x="1802" y="192"/>
                        </a:lnTo>
                        <a:lnTo>
                          <a:pt x="1792" y="166"/>
                        </a:lnTo>
                        <a:lnTo>
                          <a:pt x="1782" y="142"/>
                        </a:lnTo>
                        <a:lnTo>
                          <a:pt x="1768" y="120"/>
                        </a:lnTo>
                        <a:lnTo>
                          <a:pt x="1752" y="100"/>
                        </a:lnTo>
                        <a:lnTo>
                          <a:pt x="1734" y="80"/>
                        </a:lnTo>
                        <a:lnTo>
                          <a:pt x="1714" y="62"/>
                        </a:lnTo>
                        <a:lnTo>
                          <a:pt x="1694" y="46"/>
                        </a:lnTo>
                        <a:lnTo>
                          <a:pt x="1673" y="32"/>
                        </a:lnTo>
                        <a:lnTo>
                          <a:pt x="1649" y="22"/>
                        </a:lnTo>
                        <a:lnTo>
                          <a:pt x="1623" y="12"/>
                        </a:lnTo>
                        <a:lnTo>
                          <a:pt x="1597" y="6"/>
                        </a:lnTo>
                        <a:lnTo>
                          <a:pt x="1571" y="2"/>
                        </a:lnTo>
                        <a:lnTo>
                          <a:pt x="1543" y="0"/>
                        </a:lnTo>
                        <a:lnTo>
                          <a:pt x="271" y="0"/>
                        </a:lnTo>
                        <a:close/>
                      </a:path>
                    </a:pathLst>
                  </a:custGeom>
                  <a:solidFill>
                    <a:srgbClr val="EAEAEA"/>
                  </a:solidFill>
                  <a:ln w="6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42530" name="Group 71">
                    <a:extLst>
                      <a:ext uri="{FF2B5EF4-FFF2-40B4-BE49-F238E27FC236}">
                        <a16:creationId xmlns:a16="http://schemas.microsoft.com/office/drawing/2014/main" id="{F6BBEA94-7B2D-F3A1-354E-DA1A0ECB44E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668" y="1953"/>
                    <a:ext cx="797" cy="464"/>
                    <a:chOff x="4668" y="1953"/>
                    <a:chExt cx="797" cy="464"/>
                  </a:xfrm>
                </p:grpSpPr>
                <p:sp>
                  <p:nvSpPr>
                    <p:cNvPr id="42534" name="Rectangle 59">
                      <a:extLst>
                        <a:ext uri="{FF2B5EF4-FFF2-40B4-BE49-F238E27FC236}">
                          <a16:creationId xmlns:a16="http://schemas.microsoft.com/office/drawing/2014/main" id="{D7F58143-E4E4-84E6-32DF-5914C5AF516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59" y="1953"/>
                      <a:ext cx="573" cy="35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42535" name="Rectangle 60">
                      <a:extLst>
                        <a:ext uri="{FF2B5EF4-FFF2-40B4-BE49-F238E27FC236}">
                          <a16:creationId xmlns:a16="http://schemas.microsoft.com/office/drawing/2014/main" id="{BC2F6C38-F70F-4072-50F2-C5E1E4C3742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94" y="1964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/>
                    </a:p>
                  </p:txBody>
                </p:sp>
                <p:sp>
                  <p:nvSpPr>
                    <p:cNvPr id="42536" name="Rectangle 61">
                      <a:extLst>
                        <a:ext uri="{FF2B5EF4-FFF2-40B4-BE49-F238E27FC236}">
                          <a16:creationId xmlns:a16="http://schemas.microsoft.com/office/drawing/2014/main" id="{CF5A2AAB-237D-CF7D-4792-38E3A73801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81" y="2079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/>
                    </a:p>
                  </p:txBody>
                </p:sp>
                <p:sp>
                  <p:nvSpPr>
                    <p:cNvPr id="42537" name="Rectangle 62">
                      <a:extLst>
                        <a:ext uri="{FF2B5EF4-FFF2-40B4-BE49-F238E27FC236}">
                          <a16:creationId xmlns:a16="http://schemas.microsoft.com/office/drawing/2014/main" id="{9EF7BBA8-9676-85DD-A509-94DBABA6D0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48" y="2194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/>
                    </a:p>
                  </p:txBody>
                </p:sp>
                <p:sp>
                  <p:nvSpPr>
                    <p:cNvPr id="42538" name="Rectangle 63">
                      <a:extLst>
                        <a:ext uri="{FF2B5EF4-FFF2-40B4-BE49-F238E27FC236}">
                          <a16:creationId xmlns:a16="http://schemas.microsoft.com/office/drawing/2014/main" id="{6E38D8DF-064B-73E5-2507-CDDAAE3BC6F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63" y="2001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42539" name="Rectangle 64">
                      <a:extLst>
                        <a:ext uri="{FF2B5EF4-FFF2-40B4-BE49-F238E27FC236}">
                          <a16:creationId xmlns:a16="http://schemas.microsoft.com/office/drawing/2014/main" id="{261A30DA-F93A-AAA4-7627-DAFCBFA9001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98" y="2012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/>
                    </a:p>
                  </p:txBody>
                </p:sp>
                <p:sp>
                  <p:nvSpPr>
                    <p:cNvPr id="42540" name="Rectangle 65">
                      <a:extLst>
                        <a:ext uri="{FF2B5EF4-FFF2-40B4-BE49-F238E27FC236}">
                          <a16:creationId xmlns:a16="http://schemas.microsoft.com/office/drawing/2014/main" id="{CBC90E3A-6C20-64F7-E784-0F652AE444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86" y="2127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/>
                    </a:p>
                  </p:txBody>
                </p:sp>
                <p:sp>
                  <p:nvSpPr>
                    <p:cNvPr id="42541" name="Rectangle 66">
                      <a:extLst>
                        <a:ext uri="{FF2B5EF4-FFF2-40B4-BE49-F238E27FC236}">
                          <a16:creationId xmlns:a16="http://schemas.microsoft.com/office/drawing/2014/main" id="{D5D22E43-F419-E106-EFC4-5BB1E71F089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53" y="2241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/>
                    </a:p>
                  </p:txBody>
                </p:sp>
                <p:sp>
                  <p:nvSpPr>
                    <p:cNvPr id="42542" name="Rectangle 67">
                      <a:extLst>
                        <a:ext uri="{FF2B5EF4-FFF2-40B4-BE49-F238E27FC236}">
                          <a16:creationId xmlns:a16="http://schemas.microsoft.com/office/drawing/2014/main" id="{801BC0F8-95A4-68D9-B6B3-C20A08D43A5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668" y="2049"/>
                      <a:ext cx="574" cy="351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42543" name="Rectangle 68">
                      <a:extLst>
                        <a:ext uri="{FF2B5EF4-FFF2-40B4-BE49-F238E27FC236}">
                          <a16:creationId xmlns:a16="http://schemas.microsoft.com/office/drawing/2014/main" id="{5234E3A6-8F12-01BB-C4DE-36689628792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03" y="2060"/>
                      <a:ext cx="571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Princípio de </a:t>
                      </a:r>
                      <a:endParaRPr lang="pt-BR" altLang="pt-BR"/>
                    </a:p>
                  </p:txBody>
                </p:sp>
                <p:sp>
                  <p:nvSpPr>
                    <p:cNvPr id="42544" name="Rectangle 69">
                      <a:extLst>
                        <a:ext uri="{FF2B5EF4-FFF2-40B4-BE49-F238E27FC236}">
                          <a16:creationId xmlns:a16="http://schemas.microsoft.com/office/drawing/2014/main" id="{E0A7F8CD-B781-B82D-63CD-8A7130084B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90" y="2175"/>
                      <a:ext cx="396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solução </a:t>
                      </a:r>
                      <a:endParaRPr lang="pt-BR" altLang="pt-BR"/>
                    </a:p>
                  </p:txBody>
                </p:sp>
                <p:sp>
                  <p:nvSpPr>
                    <p:cNvPr id="42545" name="Rectangle 70">
                      <a:extLst>
                        <a:ext uri="{FF2B5EF4-FFF2-40B4-BE49-F238E27FC236}">
                          <a16:creationId xmlns:a16="http://schemas.microsoft.com/office/drawing/2014/main" id="{76705C80-263B-7102-9FAF-980E05C3549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7" y="2289"/>
                      <a:ext cx="435" cy="12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lIns="0" tIns="0" rIns="0" bIns="0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20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pt-BR" altLang="pt-BR"/>
                    </a:p>
                  </p:txBody>
                </p:sp>
              </p:grpSp>
              <p:sp>
                <p:nvSpPr>
                  <p:cNvPr id="42531" name="Rectangle 72">
                    <a:extLst>
                      <a:ext uri="{FF2B5EF4-FFF2-40B4-BE49-F238E27FC236}">
                        <a16:creationId xmlns:a16="http://schemas.microsoft.com/office/drawing/2014/main" id="{E0A3AF3E-1385-B3D9-BC2C-62221D5330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3" y="2528"/>
                    <a:ext cx="587" cy="236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42532" name="Rectangle 73">
                    <a:extLst>
                      <a:ext uri="{FF2B5EF4-FFF2-40B4-BE49-F238E27FC236}">
                        <a16:creationId xmlns:a16="http://schemas.microsoft.com/office/drawing/2014/main" id="{5AF4B4ED-3B39-333B-7AD7-F0EB72F4BE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05" y="2539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/>
                  </a:p>
                </p:txBody>
              </p:sp>
              <p:sp>
                <p:nvSpPr>
                  <p:cNvPr id="42533" name="Rectangle 74">
                    <a:extLst>
                      <a:ext uri="{FF2B5EF4-FFF2-40B4-BE49-F238E27FC236}">
                        <a16:creationId xmlns:a16="http://schemas.microsoft.com/office/drawing/2014/main" id="{AFA2C196-D1B9-95E6-E818-6855AAE417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89" y="2654"/>
                    <a:ext cx="57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total</a:t>
                    </a:r>
                    <a:endParaRPr lang="pt-BR" altLang="pt-BR"/>
                  </a:p>
                </p:txBody>
              </p:sp>
            </p:grpSp>
          </p:grpSp>
          <p:grpSp>
            <p:nvGrpSpPr>
              <p:cNvPr id="42444" name="Group 89">
                <a:extLst>
                  <a:ext uri="{FF2B5EF4-FFF2-40B4-BE49-F238E27FC236}">
                    <a16:creationId xmlns:a16="http://schemas.microsoft.com/office/drawing/2014/main" id="{AB2116BD-DD28-6239-F25D-532250EB64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1810"/>
                <a:ext cx="1431" cy="622"/>
                <a:chOff x="994" y="1810"/>
                <a:chExt cx="1431" cy="622"/>
              </a:xfrm>
            </p:grpSpPr>
            <p:sp>
              <p:nvSpPr>
                <p:cNvPr id="42512" name="Freeform 77">
                  <a:extLst>
                    <a:ext uri="{FF2B5EF4-FFF2-40B4-BE49-F238E27FC236}">
                      <a16:creationId xmlns:a16="http://schemas.microsoft.com/office/drawing/2014/main" id="{126C92F7-C6AA-9BA0-0634-C52C8F6E4D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94" y="1858"/>
                  <a:ext cx="1431" cy="574"/>
                </a:xfrm>
                <a:custGeom>
                  <a:avLst/>
                  <a:gdLst>
                    <a:gd name="T0" fmla="*/ 47 w 2863"/>
                    <a:gd name="T1" fmla="*/ 0 h 1149"/>
                    <a:gd name="T2" fmla="*/ 42 w 2863"/>
                    <a:gd name="T3" fmla="*/ 0 h 1149"/>
                    <a:gd name="T4" fmla="*/ 38 w 2863"/>
                    <a:gd name="T5" fmla="*/ 1 h 1149"/>
                    <a:gd name="T6" fmla="*/ 29 w 2863"/>
                    <a:gd name="T7" fmla="*/ 4 h 1149"/>
                    <a:gd name="T8" fmla="*/ 21 w 2863"/>
                    <a:gd name="T9" fmla="*/ 8 h 1149"/>
                    <a:gd name="T10" fmla="*/ 14 w 2863"/>
                    <a:gd name="T11" fmla="*/ 14 h 1149"/>
                    <a:gd name="T12" fmla="*/ 8 w 2863"/>
                    <a:gd name="T13" fmla="*/ 21 h 1149"/>
                    <a:gd name="T14" fmla="*/ 4 w 2863"/>
                    <a:gd name="T15" fmla="*/ 29 h 1149"/>
                    <a:gd name="T16" fmla="*/ 1 w 2863"/>
                    <a:gd name="T17" fmla="*/ 38 h 1149"/>
                    <a:gd name="T18" fmla="*/ 0 w 2863"/>
                    <a:gd name="T19" fmla="*/ 43 h 1149"/>
                    <a:gd name="T20" fmla="*/ 0 w 2863"/>
                    <a:gd name="T21" fmla="*/ 48 h 1149"/>
                    <a:gd name="T22" fmla="*/ 0 w 2863"/>
                    <a:gd name="T23" fmla="*/ 239 h 1149"/>
                    <a:gd name="T24" fmla="*/ 0 w 2863"/>
                    <a:gd name="T25" fmla="*/ 244 h 1149"/>
                    <a:gd name="T26" fmla="*/ 1 w 2863"/>
                    <a:gd name="T27" fmla="*/ 249 h 1149"/>
                    <a:gd name="T28" fmla="*/ 4 w 2863"/>
                    <a:gd name="T29" fmla="*/ 258 h 1149"/>
                    <a:gd name="T30" fmla="*/ 8 w 2863"/>
                    <a:gd name="T31" fmla="*/ 266 h 1149"/>
                    <a:gd name="T32" fmla="*/ 14 w 2863"/>
                    <a:gd name="T33" fmla="*/ 273 h 1149"/>
                    <a:gd name="T34" fmla="*/ 21 w 2863"/>
                    <a:gd name="T35" fmla="*/ 279 h 1149"/>
                    <a:gd name="T36" fmla="*/ 29 w 2863"/>
                    <a:gd name="T37" fmla="*/ 283 h 1149"/>
                    <a:gd name="T38" fmla="*/ 38 w 2863"/>
                    <a:gd name="T39" fmla="*/ 286 h 1149"/>
                    <a:gd name="T40" fmla="*/ 42 w 2863"/>
                    <a:gd name="T41" fmla="*/ 287 h 1149"/>
                    <a:gd name="T42" fmla="*/ 47 w 2863"/>
                    <a:gd name="T43" fmla="*/ 287 h 1149"/>
                    <a:gd name="T44" fmla="*/ 668 w 2863"/>
                    <a:gd name="T45" fmla="*/ 287 h 1149"/>
                    <a:gd name="T46" fmla="*/ 673 w 2863"/>
                    <a:gd name="T47" fmla="*/ 287 h 1149"/>
                    <a:gd name="T48" fmla="*/ 677 w 2863"/>
                    <a:gd name="T49" fmla="*/ 286 h 1149"/>
                    <a:gd name="T50" fmla="*/ 686 w 2863"/>
                    <a:gd name="T51" fmla="*/ 283 h 1149"/>
                    <a:gd name="T52" fmla="*/ 695 w 2863"/>
                    <a:gd name="T53" fmla="*/ 279 h 1149"/>
                    <a:gd name="T54" fmla="*/ 702 w 2863"/>
                    <a:gd name="T55" fmla="*/ 273 h 1149"/>
                    <a:gd name="T56" fmla="*/ 707 w 2863"/>
                    <a:gd name="T57" fmla="*/ 266 h 1149"/>
                    <a:gd name="T58" fmla="*/ 711 w 2863"/>
                    <a:gd name="T59" fmla="*/ 258 h 1149"/>
                    <a:gd name="T60" fmla="*/ 714 w 2863"/>
                    <a:gd name="T61" fmla="*/ 249 h 1149"/>
                    <a:gd name="T62" fmla="*/ 715 w 2863"/>
                    <a:gd name="T63" fmla="*/ 244 h 1149"/>
                    <a:gd name="T64" fmla="*/ 715 w 2863"/>
                    <a:gd name="T65" fmla="*/ 239 h 1149"/>
                    <a:gd name="T66" fmla="*/ 715 w 2863"/>
                    <a:gd name="T67" fmla="*/ 48 h 1149"/>
                    <a:gd name="T68" fmla="*/ 715 w 2863"/>
                    <a:gd name="T69" fmla="*/ 43 h 1149"/>
                    <a:gd name="T70" fmla="*/ 714 w 2863"/>
                    <a:gd name="T71" fmla="*/ 38 h 1149"/>
                    <a:gd name="T72" fmla="*/ 711 w 2863"/>
                    <a:gd name="T73" fmla="*/ 29 h 1149"/>
                    <a:gd name="T74" fmla="*/ 707 w 2863"/>
                    <a:gd name="T75" fmla="*/ 21 h 1149"/>
                    <a:gd name="T76" fmla="*/ 702 w 2863"/>
                    <a:gd name="T77" fmla="*/ 14 h 1149"/>
                    <a:gd name="T78" fmla="*/ 695 w 2863"/>
                    <a:gd name="T79" fmla="*/ 8 h 1149"/>
                    <a:gd name="T80" fmla="*/ 686 w 2863"/>
                    <a:gd name="T81" fmla="*/ 4 h 1149"/>
                    <a:gd name="T82" fmla="*/ 677 w 2863"/>
                    <a:gd name="T83" fmla="*/ 1 h 1149"/>
                    <a:gd name="T84" fmla="*/ 673 w 2863"/>
                    <a:gd name="T85" fmla="*/ 0 h 1149"/>
                    <a:gd name="T86" fmla="*/ 668 w 2863"/>
                    <a:gd name="T87" fmla="*/ 0 h 1149"/>
                    <a:gd name="T88" fmla="*/ 47 w 2863"/>
                    <a:gd name="T89" fmla="*/ 0 h 1149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863"/>
                    <a:gd name="T136" fmla="*/ 0 h 1149"/>
                    <a:gd name="T137" fmla="*/ 2863 w 2863"/>
                    <a:gd name="T138" fmla="*/ 1149 h 1149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863" h="1149">
                      <a:moveTo>
                        <a:pt x="191" y="0"/>
                      </a:moveTo>
                      <a:lnTo>
                        <a:pt x="171" y="2"/>
                      </a:lnTo>
                      <a:lnTo>
                        <a:pt x="153" y="4"/>
                      </a:lnTo>
                      <a:lnTo>
                        <a:pt x="117" y="16"/>
                      </a:lnTo>
                      <a:lnTo>
                        <a:pt x="84" y="32"/>
                      </a:lnTo>
                      <a:lnTo>
                        <a:pt x="56" y="56"/>
                      </a:lnTo>
                      <a:lnTo>
                        <a:pt x="32" y="84"/>
                      </a:lnTo>
                      <a:lnTo>
                        <a:pt x="16" y="118"/>
                      </a:lnTo>
                      <a:lnTo>
                        <a:pt x="4" y="154"/>
                      </a:lnTo>
                      <a:lnTo>
                        <a:pt x="2" y="172"/>
                      </a:lnTo>
                      <a:lnTo>
                        <a:pt x="0" y="192"/>
                      </a:lnTo>
                      <a:lnTo>
                        <a:pt x="0" y="958"/>
                      </a:lnTo>
                      <a:lnTo>
                        <a:pt x="2" y="978"/>
                      </a:lnTo>
                      <a:lnTo>
                        <a:pt x="4" y="996"/>
                      </a:lnTo>
                      <a:lnTo>
                        <a:pt x="16" y="1032"/>
                      </a:lnTo>
                      <a:lnTo>
                        <a:pt x="32" y="1066"/>
                      </a:lnTo>
                      <a:lnTo>
                        <a:pt x="56" y="1094"/>
                      </a:lnTo>
                      <a:lnTo>
                        <a:pt x="84" y="1118"/>
                      </a:lnTo>
                      <a:lnTo>
                        <a:pt x="117" y="1133"/>
                      </a:lnTo>
                      <a:lnTo>
                        <a:pt x="153" y="1145"/>
                      </a:lnTo>
                      <a:lnTo>
                        <a:pt x="171" y="1149"/>
                      </a:lnTo>
                      <a:lnTo>
                        <a:pt x="191" y="1149"/>
                      </a:lnTo>
                      <a:lnTo>
                        <a:pt x="2672" y="1149"/>
                      </a:lnTo>
                      <a:lnTo>
                        <a:pt x="2692" y="1149"/>
                      </a:lnTo>
                      <a:lnTo>
                        <a:pt x="2710" y="1145"/>
                      </a:lnTo>
                      <a:lnTo>
                        <a:pt x="2746" y="1133"/>
                      </a:lnTo>
                      <a:lnTo>
                        <a:pt x="2780" y="1118"/>
                      </a:lnTo>
                      <a:lnTo>
                        <a:pt x="2808" y="1094"/>
                      </a:lnTo>
                      <a:lnTo>
                        <a:pt x="2831" y="1066"/>
                      </a:lnTo>
                      <a:lnTo>
                        <a:pt x="2847" y="1032"/>
                      </a:lnTo>
                      <a:lnTo>
                        <a:pt x="2859" y="996"/>
                      </a:lnTo>
                      <a:lnTo>
                        <a:pt x="2863" y="978"/>
                      </a:lnTo>
                      <a:lnTo>
                        <a:pt x="2863" y="958"/>
                      </a:lnTo>
                      <a:lnTo>
                        <a:pt x="2863" y="192"/>
                      </a:lnTo>
                      <a:lnTo>
                        <a:pt x="2863" y="172"/>
                      </a:lnTo>
                      <a:lnTo>
                        <a:pt x="2859" y="154"/>
                      </a:lnTo>
                      <a:lnTo>
                        <a:pt x="2847" y="118"/>
                      </a:lnTo>
                      <a:lnTo>
                        <a:pt x="2831" y="84"/>
                      </a:lnTo>
                      <a:lnTo>
                        <a:pt x="2808" y="56"/>
                      </a:lnTo>
                      <a:lnTo>
                        <a:pt x="2780" y="32"/>
                      </a:lnTo>
                      <a:lnTo>
                        <a:pt x="2746" y="16"/>
                      </a:lnTo>
                      <a:lnTo>
                        <a:pt x="2710" y="4"/>
                      </a:lnTo>
                      <a:lnTo>
                        <a:pt x="2692" y="2"/>
                      </a:lnTo>
                      <a:lnTo>
                        <a:pt x="2672" y="0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513" name="Rectangle 78">
                  <a:extLst>
                    <a:ext uri="{FF2B5EF4-FFF2-40B4-BE49-F238E27FC236}">
                      <a16:creationId xmlns:a16="http://schemas.microsoft.com/office/drawing/2014/main" id="{A505F4D1-6305-6F94-1724-492A1614B3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10"/>
                  <a:ext cx="926" cy="12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514" name="Rectangle 79">
                  <a:extLst>
                    <a:ext uri="{FF2B5EF4-FFF2-40B4-BE49-F238E27FC236}">
                      <a16:creationId xmlns:a16="http://schemas.microsoft.com/office/drawing/2014/main" id="{8A340ACA-83A6-6443-851F-D1B49EC55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3" y="1820"/>
                  <a:ext cx="918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Especificações meta</a:t>
                  </a:r>
                  <a:endParaRPr lang="pt-BR" altLang="pt-BR"/>
                </a:p>
              </p:txBody>
            </p:sp>
            <p:grpSp>
              <p:nvGrpSpPr>
                <p:cNvPr id="42515" name="Group 88">
                  <a:extLst>
                    <a:ext uri="{FF2B5EF4-FFF2-40B4-BE49-F238E27FC236}">
                      <a16:creationId xmlns:a16="http://schemas.microsoft.com/office/drawing/2014/main" id="{E6615580-0291-070B-FC13-0F759BD3EA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41" y="2001"/>
                  <a:ext cx="1360" cy="368"/>
                  <a:chOff x="1041" y="2001"/>
                  <a:chExt cx="1360" cy="368"/>
                </a:xfrm>
              </p:grpSpPr>
              <p:sp>
                <p:nvSpPr>
                  <p:cNvPr id="42516" name="Rectangle 80">
                    <a:extLst>
                      <a:ext uri="{FF2B5EF4-FFF2-40B4-BE49-F238E27FC236}">
                        <a16:creationId xmlns:a16="http://schemas.microsoft.com/office/drawing/2014/main" id="{9AD487C2-E023-6BBA-FE7F-F62A5E1497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41" y="2001"/>
                    <a:ext cx="638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42517" name="Rectangle 81">
                    <a:extLst>
                      <a:ext uri="{FF2B5EF4-FFF2-40B4-BE49-F238E27FC236}">
                        <a16:creationId xmlns:a16="http://schemas.microsoft.com/office/drawing/2014/main" id="{B122F033-2108-7D64-41D1-A75667A290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71" y="2012"/>
                    <a:ext cx="644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Requisitos do </a:t>
                    </a:r>
                    <a:endParaRPr lang="pt-BR" altLang="pt-BR"/>
                  </a:p>
                </p:txBody>
              </p:sp>
              <p:sp>
                <p:nvSpPr>
                  <p:cNvPr id="42518" name="Rectangle 82">
                    <a:extLst>
                      <a:ext uri="{FF2B5EF4-FFF2-40B4-BE49-F238E27FC236}">
                        <a16:creationId xmlns:a16="http://schemas.microsoft.com/office/drawing/2014/main" id="{D08C5073-3EF8-6D3C-3113-1610EFBEC9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98" y="2127"/>
                    <a:ext cx="39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produto </a:t>
                    </a:r>
                    <a:endParaRPr lang="pt-BR" altLang="pt-BR"/>
                  </a:p>
                </p:txBody>
              </p:sp>
              <p:sp>
                <p:nvSpPr>
                  <p:cNvPr id="42519" name="Rectangle 83">
                    <a:extLst>
                      <a:ext uri="{FF2B5EF4-FFF2-40B4-BE49-F238E27FC236}">
                        <a16:creationId xmlns:a16="http://schemas.microsoft.com/office/drawing/2014/main" id="{F3370CC0-ECC3-B70D-6ECD-8DB2D090E6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5" y="2241"/>
                    <a:ext cx="55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(valor meta)</a:t>
                    </a:r>
                    <a:endParaRPr lang="pt-BR" altLang="pt-BR"/>
                  </a:p>
                </p:txBody>
              </p:sp>
              <p:sp>
                <p:nvSpPr>
                  <p:cNvPr id="42520" name="Rectangle 84">
                    <a:extLst>
                      <a:ext uri="{FF2B5EF4-FFF2-40B4-BE49-F238E27FC236}">
                        <a16:creationId xmlns:a16="http://schemas.microsoft.com/office/drawing/2014/main" id="{DCB7726A-A9FE-D83C-D089-53084E9DBF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57" y="2001"/>
                    <a:ext cx="621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42521" name="Rectangle 85">
                    <a:extLst>
                      <a:ext uri="{FF2B5EF4-FFF2-40B4-BE49-F238E27FC236}">
                        <a16:creationId xmlns:a16="http://schemas.microsoft.com/office/drawing/2014/main" id="{BC1C4AE2-8DD3-97CE-B8EA-F3E11CF721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05" y="2012"/>
                    <a:ext cx="5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Informações </a:t>
                    </a:r>
                    <a:endParaRPr lang="pt-BR" altLang="pt-BR"/>
                  </a:p>
                </p:txBody>
              </p:sp>
              <p:sp>
                <p:nvSpPr>
                  <p:cNvPr id="42522" name="Rectangle 86">
                    <a:extLst>
                      <a:ext uri="{FF2B5EF4-FFF2-40B4-BE49-F238E27FC236}">
                        <a16:creationId xmlns:a16="http://schemas.microsoft.com/office/drawing/2014/main" id="{CBFF5F14-5191-7D6A-EA3A-45D8D81A34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56" y="2127"/>
                    <a:ext cx="490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adicionais </a:t>
                    </a:r>
                    <a:endParaRPr lang="pt-BR" altLang="pt-BR"/>
                  </a:p>
                </p:txBody>
              </p:sp>
              <p:sp>
                <p:nvSpPr>
                  <p:cNvPr id="42523" name="Rectangle 87">
                    <a:extLst>
                      <a:ext uri="{FF2B5EF4-FFF2-40B4-BE49-F238E27FC236}">
                        <a16:creationId xmlns:a16="http://schemas.microsoft.com/office/drawing/2014/main" id="{BF731484-7387-B04D-BF5C-BF3455C94B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30" y="2241"/>
                    <a:ext cx="51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qualitativas</a:t>
                    </a:r>
                    <a:endParaRPr lang="pt-BR" altLang="pt-BR"/>
                  </a:p>
                </p:txBody>
              </p:sp>
            </p:grpSp>
          </p:grpSp>
          <p:sp>
            <p:nvSpPr>
              <p:cNvPr id="42445" name="Rectangle 90">
                <a:extLst>
                  <a:ext uri="{FF2B5EF4-FFF2-40B4-BE49-F238E27FC236}">
                    <a16:creationId xmlns:a16="http://schemas.microsoft.com/office/drawing/2014/main" id="{8340D907-F6E4-E97D-6A25-71BDEF402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2528"/>
                <a:ext cx="669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46" name="Rectangle 91">
                <a:extLst>
                  <a:ext uri="{FF2B5EF4-FFF2-40B4-BE49-F238E27FC236}">
                    <a16:creationId xmlns:a16="http://schemas.microsoft.com/office/drawing/2014/main" id="{D5BB3405-678B-254A-DB08-2C1F0FF1A2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2539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/>
              </a:p>
            </p:txBody>
          </p:sp>
          <p:sp>
            <p:nvSpPr>
              <p:cNvPr id="42447" name="Rectangle 92">
                <a:extLst>
                  <a:ext uri="{FF2B5EF4-FFF2-40B4-BE49-F238E27FC236}">
                    <a16:creationId xmlns:a16="http://schemas.microsoft.com/office/drawing/2014/main" id="{799F4472-B9ED-5263-B04E-8CECEC800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2654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/>
              </a:p>
            </p:txBody>
          </p:sp>
          <p:sp>
            <p:nvSpPr>
              <p:cNvPr id="42448" name="Rectangle 93">
                <a:extLst>
                  <a:ext uri="{FF2B5EF4-FFF2-40B4-BE49-F238E27FC236}">
                    <a16:creationId xmlns:a16="http://schemas.microsoft.com/office/drawing/2014/main" id="{E06815E2-44AE-988A-34FB-BD6B38F3C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2654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/>
              </a:p>
            </p:txBody>
          </p:sp>
          <p:sp>
            <p:nvSpPr>
              <p:cNvPr id="42449" name="Rectangle 94">
                <a:extLst>
                  <a:ext uri="{FF2B5EF4-FFF2-40B4-BE49-F238E27FC236}">
                    <a16:creationId xmlns:a16="http://schemas.microsoft.com/office/drawing/2014/main" id="{9826111F-80F2-B4DE-961E-F21A16610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8" y="2768"/>
                <a:ext cx="65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(desdobrados)</a:t>
                </a:r>
                <a:endParaRPr lang="pt-BR" altLang="pt-BR"/>
              </a:p>
            </p:txBody>
          </p:sp>
          <p:sp>
            <p:nvSpPr>
              <p:cNvPr id="42450" name="Rectangle 95">
                <a:extLst>
                  <a:ext uri="{FF2B5EF4-FFF2-40B4-BE49-F238E27FC236}">
                    <a16:creationId xmlns:a16="http://schemas.microsoft.com/office/drawing/2014/main" id="{00528B2E-5D54-BF58-1059-169C7F5CB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3059"/>
                <a:ext cx="81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51" name="Rectangle 96">
                <a:extLst>
                  <a:ext uri="{FF2B5EF4-FFF2-40B4-BE49-F238E27FC236}">
                    <a16:creationId xmlns:a16="http://schemas.microsoft.com/office/drawing/2014/main" id="{A4388994-B43B-3F89-ED10-C4F5757A6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3070"/>
                <a:ext cx="7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Especificações </a:t>
                </a:r>
                <a:endParaRPr lang="pt-BR" altLang="pt-BR"/>
              </a:p>
            </p:txBody>
          </p:sp>
          <p:sp>
            <p:nvSpPr>
              <p:cNvPr id="42452" name="Rectangle 97">
                <a:extLst>
                  <a:ext uri="{FF2B5EF4-FFF2-40B4-BE49-F238E27FC236}">
                    <a16:creationId xmlns:a16="http://schemas.microsoft.com/office/drawing/2014/main" id="{87AD5F44-5EF9-2B06-CB6B-934B999AD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3184"/>
                <a:ext cx="53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iniciais dos </a:t>
                </a:r>
                <a:endParaRPr lang="pt-BR" altLang="pt-BR"/>
              </a:p>
            </p:txBody>
          </p:sp>
          <p:sp>
            <p:nvSpPr>
              <p:cNvPr id="42453" name="Rectangle 98">
                <a:extLst>
                  <a:ext uri="{FF2B5EF4-FFF2-40B4-BE49-F238E27FC236}">
                    <a16:creationId xmlns:a16="http://schemas.microsoft.com/office/drawing/2014/main" id="{99F9D6B9-DFF4-E4BC-0D40-B188E0B4D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" y="3184"/>
                <a:ext cx="3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SSCs </a:t>
                </a:r>
                <a:endParaRPr lang="pt-BR" altLang="pt-BR"/>
              </a:p>
            </p:txBody>
          </p:sp>
          <p:sp>
            <p:nvSpPr>
              <p:cNvPr id="42454" name="Rectangle 99">
                <a:extLst>
                  <a:ext uri="{FF2B5EF4-FFF2-40B4-BE49-F238E27FC236}">
                    <a16:creationId xmlns:a16="http://schemas.microsoft.com/office/drawing/2014/main" id="{227AA7BF-270D-67C0-2FC1-7799BAE71C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8" y="3390"/>
                <a:ext cx="623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55" name="Rectangle 100">
                <a:extLst>
                  <a:ext uri="{FF2B5EF4-FFF2-40B4-BE49-F238E27FC236}">
                    <a16:creationId xmlns:a16="http://schemas.microsoft.com/office/drawing/2014/main" id="{31C1D087-0229-D572-0B9A-9CEE9B670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3401"/>
                <a:ext cx="6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Plano macro </a:t>
                </a:r>
                <a:endParaRPr lang="pt-BR" altLang="pt-BR"/>
              </a:p>
            </p:txBody>
          </p:sp>
          <p:sp>
            <p:nvSpPr>
              <p:cNvPr id="42456" name="Rectangle 101">
                <a:extLst>
                  <a:ext uri="{FF2B5EF4-FFF2-40B4-BE49-F238E27FC236}">
                    <a16:creationId xmlns:a16="http://schemas.microsoft.com/office/drawing/2014/main" id="{057561A2-B389-2A2B-6B6E-EC74038FD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3516"/>
                <a:ext cx="56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de processo</a:t>
                </a:r>
                <a:endParaRPr lang="pt-BR" altLang="pt-BR"/>
              </a:p>
            </p:txBody>
          </p:sp>
          <p:grpSp>
            <p:nvGrpSpPr>
              <p:cNvPr id="42457" name="Group 104">
                <a:extLst>
                  <a:ext uri="{FF2B5EF4-FFF2-40B4-BE49-F238E27FC236}">
                    <a16:creationId xmlns:a16="http://schemas.microsoft.com/office/drawing/2014/main" id="{DD563957-F5CE-E94B-3823-53758A6890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9" y="2146"/>
                <a:ext cx="212" cy="63"/>
                <a:chOff x="829" y="2146"/>
                <a:chExt cx="212" cy="63"/>
              </a:xfrm>
            </p:grpSpPr>
            <p:sp>
              <p:nvSpPr>
                <p:cNvPr id="42510" name="Line 102">
                  <a:extLst>
                    <a:ext uri="{FF2B5EF4-FFF2-40B4-BE49-F238E27FC236}">
                      <a16:creationId xmlns:a16="http://schemas.microsoft.com/office/drawing/2014/main" id="{1E72DD66-46BC-292A-38A4-75F30CA628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" y="2177"/>
                  <a:ext cx="153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511" name="Freeform 103">
                  <a:extLst>
                    <a:ext uri="{FF2B5EF4-FFF2-40B4-BE49-F238E27FC236}">
                      <a16:creationId xmlns:a16="http://schemas.microsoft.com/office/drawing/2014/main" id="{62C221E3-DA36-1946-1270-CBB848F079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80" y="2146"/>
                  <a:ext cx="61" cy="63"/>
                </a:xfrm>
                <a:custGeom>
                  <a:avLst/>
                  <a:gdLst>
                    <a:gd name="T0" fmla="*/ 0 w 124"/>
                    <a:gd name="T1" fmla="*/ 32 h 125"/>
                    <a:gd name="T2" fmla="*/ 30 w 124"/>
                    <a:gd name="T3" fmla="*/ 16 h 125"/>
                    <a:gd name="T4" fmla="*/ 0 w 124"/>
                    <a:gd name="T5" fmla="*/ 0 h 125"/>
                    <a:gd name="T6" fmla="*/ 0 w 124"/>
                    <a:gd name="T7" fmla="*/ 32 h 1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4"/>
                    <a:gd name="T13" fmla="*/ 0 h 125"/>
                    <a:gd name="T14" fmla="*/ 124 w 124"/>
                    <a:gd name="T15" fmla="*/ 125 h 1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4" h="125">
                      <a:moveTo>
                        <a:pt x="0" y="125"/>
                      </a:moveTo>
                      <a:lnTo>
                        <a:pt x="124" y="62"/>
                      </a:lnTo>
                      <a:lnTo>
                        <a:pt x="0" y="0"/>
                      </a:lnTo>
                      <a:lnTo>
                        <a:pt x="0" y="1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58" name="Group 107">
                <a:extLst>
                  <a:ext uri="{FF2B5EF4-FFF2-40B4-BE49-F238E27FC236}">
                    <a16:creationId xmlns:a16="http://schemas.microsoft.com/office/drawing/2014/main" id="{B1A1E4F4-69C4-3DAD-8A33-A321704603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2115"/>
                <a:ext cx="215" cy="63"/>
                <a:chOff x="2425" y="2115"/>
                <a:chExt cx="215" cy="63"/>
              </a:xfrm>
            </p:grpSpPr>
            <p:sp>
              <p:nvSpPr>
                <p:cNvPr id="42508" name="Line 105">
                  <a:extLst>
                    <a:ext uri="{FF2B5EF4-FFF2-40B4-BE49-F238E27FC236}">
                      <a16:creationId xmlns:a16="http://schemas.microsoft.com/office/drawing/2014/main" id="{2FCAFDB8-F26C-476F-6444-48C8659349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2145"/>
                  <a:ext cx="154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509" name="Freeform 106">
                  <a:extLst>
                    <a:ext uri="{FF2B5EF4-FFF2-40B4-BE49-F238E27FC236}">
                      <a16:creationId xmlns:a16="http://schemas.microsoft.com/office/drawing/2014/main" id="{0C426B13-8302-AEDC-C03A-3BCC344063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7" y="2115"/>
                  <a:ext cx="63" cy="63"/>
                </a:xfrm>
                <a:custGeom>
                  <a:avLst/>
                  <a:gdLst>
                    <a:gd name="T0" fmla="*/ 0 w 126"/>
                    <a:gd name="T1" fmla="*/ 32 h 126"/>
                    <a:gd name="T2" fmla="*/ 32 w 126"/>
                    <a:gd name="T3" fmla="*/ 16 h 126"/>
                    <a:gd name="T4" fmla="*/ 0 w 126"/>
                    <a:gd name="T5" fmla="*/ 0 h 126"/>
                    <a:gd name="T6" fmla="*/ 0 w 126"/>
                    <a:gd name="T7" fmla="*/ 32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0" y="126"/>
                      </a:moveTo>
                      <a:lnTo>
                        <a:pt x="126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59" name="Group 110">
                <a:extLst>
                  <a:ext uri="{FF2B5EF4-FFF2-40B4-BE49-F238E27FC236}">
                    <a16:creationId xmlns:a16="http://schemas.microsoft.com/office/drawing/2014/main" id="{03FDA4EB-C17B-6AC6-85F1-A8AB18FC72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0" y="2146"/>
                <a:ext cx="346" cy="96"/>
                <a:chOff x="3320" y="2146"/>
                <a:chExt cx="346" cy="96"/>
              </a:xfrm>
            </p:grpSpPr>
            <p:sp>
              <p:nvSpPr>
                <p:cNvPr id="42506" name="Line 108">
                  <a:extLst>
                    <a:ext uri="{FF2B5EF4-FFF2-40B4-BE49-F238E27FC236}">
                      <a16:creationId xmlns:a16="http://schemas.microsoft.com/office/drawing/2014/main" id="{36A2F037-9470-60C8-D1DB-B0FE8994C0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0" y="2146"/>
                  <a:ext cx="288" cy="6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507" name="Freeform 109">
                  <a:extLst>
                    <a:ext uri="{FF2B5EF4-FFF2-40B4-BE49-F238E27FC236}">
                      <a16:creationId xmlns:a16="http://schemas.microsoft.com/office/drawing/2014/main" id="{F6F3794D-96C4-EE7F-20A1-36DF386F1B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8" y="2181"/>
                  <a:ext cx="68" cy="61"/>
                </a:xfrm>
                <a:custGeom>
                  <a:avLst/>
                  <a:gdLst>
                    <a:gd name="T0" fmla="*/ 0 w 136"/>
                    <a:gd name="T1" fmla="*/ 31 h 121"/>
                    <a:gd name="T2" fmla="*/ 34 w 136"/>
                    <a:gd name="T3" fmla="*/ 22 h 121"/>
                    <a:gd name="T4" fmla="*/ 7 w 136"/>
                    <a:gd name="T5" fmla="*/ 0 h 121"/>
                    <a:gd name="T6" fmla="*/ 0 w 136"/>
                    <a:gd name="T7" fmla="*/ 31 h 1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21"/>
                    <a:gd name="T14" fmla="*/ 136 w 136"/>
                    <a:gd name="T15" fmla="*/ 121 h 1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21">
                      <a:moveTo>
                        <a:pt x="0" y="121"/>
                      </a:moveTo>
                      <a:lnTo>
                        <a:pt x="136" y="87"/>
                      </a:lnTo>
                      <a:lnTo>
                        <a:pt x="28" y="0"/>
                      </a:lnTo>
                      <a:lnTo>
                        <a:pt x="0" y="1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60" name="Group 113">
                <a:extLst>
                  <a:ext uri="{FF2B5EF4-FFF2-40B4-BE49-F238E27FC236}">
                    <a16:creationId xmlns:a16="http://schemas.microsoft.com/office/drawing/2014/main" id="{7C9E4263-F1D9-AC8A-320B-C594863806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4" y="2351"/>
                <a:ext cx="65" cy="177"/>
                <a:chOff x="1294" y="2351"/>
                <a:chExt cx="65" cy="177"/>
              </a:xfrm>
            </p:grpSpPr>
            <p:sp>
              <p:nvSpPr>
                <p:cNvPr id="42504" name="Line 111">
                  <a:extLst>
                    <a:ext uri="{FF2B5EF4-FFF2-40B4-BE49-F238E27FC236}">
                      <a16:creationId xmlns:a16="http://schemas.microsoft.com/office/drawing/2014/main" id="{BAB9F512-EAED-C9B3-90DF-A24DB1C8E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23" y="2351"/>
                  <a:ext cx="36" cy="120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505" name="Freeform 112">
                  <a:extLst>
                    <a:ext uri="{FF2B5EF4-FFF2-40B4-BE49-F238E27FC236}">
                      <a16:creationId xmlns:a16="http://schemas.microsoft.com/office/drawing/2014/main" id="{1B31F686-E6E0-496B-C87C-97005CB75A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4" y="2459"/>
                  <a:ext cx="59" cy="69"/>
                </a:xfrm>
                <a:custGeom>
                  <a:avLst/>
                  <a:gdLst>
                    <a:gd name="T0" fmla="*/ 0 w 119"/>
                    <a:gd name="T1" fmla="*/ 0 h 138"/>
                    <a:gd name="T2" fmla="*/ 4 w 119"/>
                    <a:gd name="T3" fmla="*/ 35 h 138"/>
                    <a:gd name="T4" fmla="*/ 29 w 119"/>
                    <a:gd name="T5" fmla="*/ 9 h 138"/>
                    <a:gd name="T6" fmla="*/ 0 w 119"/>
                    <a:gd name="T7" fmla="*/ 0 h 1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"/>
                    <a:gd name="T13" fmla="*/ 0 h 138"/>
                    <a:gd name="T14" fmla="*/ 119 w 119"/>
                    <a:gd name="T15" fmla="*/ 138 h 1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" h="138">
                      <a:moveTo>
                        <a:pt x="0" y="0"/>
                      </a:moveTo>
                      <a:lnTo>
                        <a:pt x="19" y="138"/>
                      </a:lnTo>
                      <a:lnTo>
                        <a:pt x="119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61" name="Group 116">
                <a:extLst>
                  <a:ext uri="{FF2B5EF4-FFF2-40B4-BE49-F238E27FC236}">
                    <a16:creationId xmlns:a16="http://schemas.microsoft.com/office/drawing/2014/main" id="{E12C4FCA-50FF-AA0B-CD79-6E0CA66C7C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8" y="2672"/>
                <a:ext cx="978" cy="63"/>
                <a:chOff x="1638" y="2672"/>
                <a:chExt cx="978" cy="63"/>
              </a:xfrm>
            </p:grpSpPr>
            <p:sp>
              <p:nvSpPr>
                <p:cNvPr id="42502" name="Line 114">
                  <a:extLst>
                    <a:ext uri="{FF2B5EF4-FFF2-40B4-BE49-F238E27FC236}">
                      <a16:creationId xmlns:a16="http://schemas.microsoft.com/office/drawing/2014/main" id="{2B078ACA-6F03-9D3A-3D0A-1B233F06D6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38" y="2703"/>
                  <a:ext cx="91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503" name="Freeform 115">
                  <a:extLst>
                    <a:ext uri="{FF2B5EF4-FFF2-40B4-BE49-F238E27FC236}">
                      <a16:creationId xmlns:a16="http://schemas.microsoft.com/office/drawing/2014/main" id="{8FD66FC7-4C85-7E13-D1B6-3EF788503E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54" y="2672"/>
                  <a:ext cx="62" cy="63"/>
                </a:xfrm>
                <a:custGeom>
                  <a:avLst/>
                  <a:gdLst>
                    <a:gd name="T0" fmla="*/ 0 w 123"/>
                    <a:gd name="T1" fmla="*/ 32 h 126"/>
                    <a:gd name="T2" fmla="*/ 31 w 123"/>
                    <a:gd name="T3" fmla="*/ 16 h 126"/>
                    <a:gd name="T4" fmla="*/ 0 w 123"/>
                    <a:gd name="T5" fmla="*/ 0 h 126"/>
                    <a:gd name="T6" fmla="*/ 0 w 123"/>
                    <a:gd name="T7" fmla="*/ 32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62" name="Group 119">
                <a:extLst>
                  <a:ext uri="{FF2B5EF4-FFF2-40B4-BE49-F238E27FC236}">
                    <a16:creationId xmlns:a16="http://schemas.microsoft.com/office/drawing/2014/main" id="{48A03884-4DA6-5F9F-577E-AE05F2080E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4" y="2320"/>
                <a:ext cx="63" cy="266"/>
                <a:chOff x="2944" y="2320"/>
                <a:chExt cx="63" cy="266"/>
              </a:xfrm>
            </p:grpSpPr>
            <p:sp>
              <p:nvSpPr>
                <p:cNvPr id="42500" name="Line 117">
                  <a:extLst>
                    <a:ext uri="{FF2B5EF4-FFF2-40B4-BE49-F238E27FC236}">
                      <a16:creationId xmlns:a16="http://schemas.microsoft.com/office/drawing/2014/main" id="{25631A70-CB51-D20C-B198-74C70EF452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5" y="2320"/>
                  <a:ext cx="5" cy="20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501" name="Freeform 118">
                  <a:extLst>
                    <a:ext uri="{FF2B5EF4-FFF2-40B4-BE49-F238E27FC236}">
                      <a16:creationId xmlns:a16="http://schemas.microsoft.com/office/drawing/2014/main" id="{78DA855B-F48D-1C48-14B5-00D5451C2D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2522"/>
                  <a:ext cx="63" cy="64"/>
                </a:xfrm>
                <a:custGeom>
                  <a:avLst/>
                  <a:gdLst>
                    <a:gd name="T0" fmla="*/ 0 w 125"/>
                    <a:gd name="T1" fmla="*/ 0 h 128"/>
                    <a:gd name="T2" fmla="*/ 15 w 125"/>
                    <a:gd name="T3" fmla="*/ 32 h 128"/>
                    <a:gd name="T4" fmla="*/ 32 w 125"/>
                    <a:gd name="T5" fmla="*/ 1 h 128"/>
                    <a:gd name="T6" fmla="*/ 0 w 125"/>
                    <a:gd name="T7" fmla="*/ 0 h 1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8"/>
                    <a:gd name="T14" fmla="*/ 125 w 125"/>
                    <a:gd name="T15" fmla="*/ 128 h 1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8">
                      <a:moveTo>
                        <a:pt x="0" y="0"/>
                      </a:moveTo>
                      <a:lnTo>
                        <a:pt x="60" y="128"/>
                      </a:lnTo>
                      <a:lnTo>
                        <a:pt x="125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63" name="Group 122">
                <a:extLst>
                  <a:ext uri="{FF2B5EF4-FFF2-40B4-BE49-F238E27FC236}">
                    <a16:creationId xmlns:a16="http://schemas.microsoft.com/office/drawing/2014/main" id="{F05E6427-1053-63BD-9CCD-3FD364B7C2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6" y="2820"/>
                <a:ext cx="828" cy="239"/>
                <a:chOff x="2146" y="2820"/>
                <a:chExt cx="828" cy="239"/>
              </a:xfrm>
            </p:grpSpPr>
            <p:sp>
              <p:nvSpPr>
                <p:cNvPr id="42498" name="Freeform 120">
                  <a:extLst>
                    <a:ext uri="{FF2B5EF4-FFF2-40B4-BE49-F238E27FC236}">
                      <a16:creationId xmlns:a16="http://schemas.microsoft.com/office/drawing/2014/main" id="{446C5F7E-4191-5681-D891-699AE42030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2820"/>
                  <a:ext cx="797" cy="179"/>
                </a:xfrm>
                <a:custGeom>
                  <a:avLst/>
                  <a:gdLst>
                    <a:gd name="T0" fmla="*/ 398 w 1595"/>
                    <a:gd name="T1" fmla="*/ 0 h 357"/>
                    <a:gd name="T2" fmla="*/ 398 w 1595"/>
                    <a:gd name="T3" fmla="*/ 60 h 357"/>
                    <a:gd name="T4" fmla="*/ 0 w 1595"/>
                    <a:gd name="T5" fmla="*/ 60 h 357"/>
                    <a:gd name="T6" fmla="*/ 0 w 1595"/>
                    <a:gd name="T7" fmla="*/ 90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95"/>
                    <a:gd name="T13" fmla="*/ 0 h 357"/>
                    <a:gd name="T14" fmla="*/ 1595 w 1595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95" h="357">
                      <a:moveTo>
                        <a:pt x="1595" y="0"/>
                      </a:moveTo>
                      <a:lnTo>
                        <a:pt x="1595" y="237"/>
                      </a:lnTo>
                      <a:lnTo>
                        <a:pt x="0" y="237"/>
                      </a:lnTo>
                      <a:lnTo>
                        <a:pt x="0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499" name="Freeform 121">
                  <a:extLst>
                    <a:ext uri="{FF2B5EF4-FFF2-40B4-BE49-F238E27FC236}">
                      <a16:creationId xmlns:a16="http://schemas.microsoft.com/office/drawing/2014/main" id="{AB2725FC-8122-85B3-0846-64356A4EAC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6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5 w 125"/>
                    <a:gd name="T3" fmla="*/ 31 h 124"/>
                    <a:gd name="T4" fmla="*/ 31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64" name="Group 125">
                <a:extLst>
                  <a:ext uri="{FF2B5EF4-FFF2-40B4-BE49-F238E27FC236}">
                    <a16:creationId xmlns:a16="http://schemas.microsoft.com/office/drawing/2014/main" id="{0672E315-0B49-BD2E-EC86-1B201A2D72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" y="2820"/>
                <a:ext cx="628" cy="239"/>
                <a:chOff x="2974" y="2820"/>
                <a:chExt cx="628" cy="239"/>
              </a:xfrm>
            </p:grpSpPr>
            <p:sp>
              <p:nvSpPr>
                <p:cNvPr id="42496" name="Freeform 123">
                  <a:extLst>
                    <a:ext uri="{FF2B5EF4-FFF2-40B4-BE49-F238E27FC236}">
                      <a16:creationId xmlns:a16="http://schemas.microsoft.com/office/drawing/2014/main" id="{CBB291C8-63AF-AC1E-DCC0-E07BFE7952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4" y="2820"/>
                  <a:ext cx="596" cy="179"/>
                </a:xfrm>
                <a:custGeom>
                  <a:avLst/>
                  <a:gdLst>
                    <a:gd name="T0" fmla="*/ 0 w 1193"/>
                    <a:gd name="T1" fmla="*/ 0 h 357"/>
                    <a:gd name="T2" fmla="*/ 0 w 1193"/>
                    <a:gd name="T3" fmla="*/ 60 h 357"/>
                    <a:gd name="T4" fmla="*/ 298 w 1193"/>
                    <a:gd name="T5" fmla="*/ 60 h 357"/>
                    <a:gd name="T6" fmla="*/ 298 w 1193"/>
                    <a:gd name="T7" fmla="*/ 90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3"/>
                    <a:gd name="T13" fmla="*/ 0 h 357"/>
                    <a:gd name="T14" fmla="*/ 1193 w 1193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3" h="357">
                      <a:moveTo>
                        <a:pt x="0" y="0"/>
                      </a:moveTo>
                      <a:lnTo>
                        <a:pt x="0" y="237"/>
                      </a:lnTo>
                      <a:lnTo>
                        <a:pt x="1193" y="237"/>
                      </a:lnTo>
                      <a:lnTo>
                        <a:pt x="1193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497" name="Freeform 124">
                  <a:extLst>
                    <a:ext uri="{FF2B5EF4-FFF2-40B4-BE49-F238E27FC236}">
                      <a16:creationId xmlns:a16="http://schemas.microsoft.com/office/drawing/2014/main" id="{62C895D7-1998-E845-F350-3ED32BC244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0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5 w 125"/>
                    <a:gd name="T3" fmla="*/ 31 h 124"/>
                    <a:gd name="T4" fmla="*/ 31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2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65" name="Group 128">
                <a:extLst>
                  <a:ext uri="{FF2B5EF4-FFF2-40B4-BE49-F238E27FC236}">
                    <a16:creationId xmlns:a16="http://schemas.microsoft.com/office/drawing/2014/main" id="{DD572587-6CAE-FBCA-F465-ED18DB9538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1" y="2936"/>
                <a:ext cx="835" cy="272"/>
                <a:chOff x="3761" y="2936"/>
                <a:chExt cx="835" cy="272"/>
              </a:xfrm>
            </p:grpSpPr>
            <p:sp>
              <p:nvSpPr>
                <p:cNvPr id="42494" name="Freeform 126">
                  <a:extLst>
                    <a:ext uri="{FF2B5EF4-FFF2-40B4-BE49-F238E27FC236}">
                      <a16:creationId xmlns:a16="http://schemas.microsoft.com/office/drawing/2014/main" id="{32FA14D4-5BF5-76EB-40E3-0CE624A1BD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1" y="2936"/>
                  <a:ext cx="775" cy="241"/>
                </a:xfrm>
                <a:custGeom>
                  <a:avLst/>
                  <a:gdLst>
                    <a:gd name="T0" fmla="*/ 387 w 1551"/>
                    <a:gd name="T1" fmla="*/ 0 h 481"/>
                    <a:gd name="T2" fmla="*/ 387 w 1551"/>
                    <a:gd name="T3" fmla="*/ 121 h 481"/>
                    <a:gd name="T4" fmla="*/ 0 w 1551"/>
                    <a:gd name="T5" fmla="*/ 121 h 481"/>
                    <a:gd name="T6" fmla="*/ 0 60000 65536"/>
                    <a:gd name="T7" fmla="*/ 0 60000 65536"/>
                    <a:gd name="T8" fmla="*/ 0 60000 65536"/>
                    <a:gd name="T9" fmla="*/ 0 w 1551"/>
                    <a:gd name="T10" fmla="*/ 0 h 481"/>
                    <a:gd name="T11" fmla="*/ 1551 w 1551"/>
                    <a:gd name="T12" fmla="*/ 481 h 4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1" h="481">
                      <a:moveTo>
                        <a:pt x="1551" y="0"/>
                      </a:moveTo>
                      <a:lnTo>
                        <a:pt x="1551" y="481"/>
                      </a:lnTo>
                      <a:lnTo>
                        <a:pt x="0" y="481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495" name="Freeform 127">
                  <a:extLst>
                    <a:ext uri="{FF2B5EF4-FFF2-40B4-BE49-F238E27FC236}">
                      <a16:creationId xmlns:a16="http://schemas.microsoft.com/office/drawing/2014/main" id="{F1733158-C5D3-3F1C-EB3C-0975C4A007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1" y="3146"/>
                  <a:ext cx="63" cy="62"/>
                </a:xfrm>
                <a:custGeom>
                  <a:avLst/>
                  <a:gdLst>
                    <a:gd name="T0" fmla="*/ 32 w 125"/>
                    <a:gd name="T1" fmla="*/ 0 h 126"/>
                    <a:gd name="T2" fmla="*/ 0 w 125"/>
                    <a:gd name="T3" fmla="*/ 15 h 126"/>
                    <a:gd name="T4" fmla="*/ 32 w 125"/>
                    <a:gd name="T5" fmla="*/ 31 h 126"/>
                    <a:gd name="T6" fmla="*/ 32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125" y="0"/>
                      </a:moveTo>
                      <a:lnTo>
                        <a:pt x="0" y="62"/>
                      </a:lnTo>
                      <a:lnTo>
                        <a:pt x="125" y="126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66" name="Group 131">
                <a:extLst>
                  <a:ext uri="{FF2B5EF4-FFF2-40B4-BE49-F238E27FC236}">
                    <a16:creationId xmlns:a16="http://schemas.microsoft.com/office/drawing/2014/main" id="{C6BFEA72-C884-3F09-D60C-B909C856BC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146"/>
                <a:ext cx="219" cy="62"/>
                <a:chOff x="1709" y="3146"/>
                <a:chExt cx="219" cy="62"/>
              </a:xfrm>
            </p:grpSpPr>
            <p:sp>
              <p:nvSpPr>
                <p:cNvPr id="42492" name="Line 129">
                  <a:extLst>
                    <a:ext uri="{FF2B5EF4-FFF2-40B4-BE49-F238E27FC236}">
                      <a16:creationId xmlns:a16="http://schemas.microsoft.com/office/drawing/2014/main" id="{37C8F639-8A55-2A9F-7A92-9C3894791F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09" y="3177"/>
                  <a:ext cx="15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493" name="Freeform 130">
                  <a:extLst>
                    <a:ext uri="{FF2B5EF4-FFF2-40B4-BE49-F238E27FC236}">
                      <a16:creationId xmlns:a16="http://schemas.microsoft.com/office/drawing/2014/main" id="{44526245-7D03-B3AA-4304-F1C8A055E9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" y="3146"/>
                  <a:ext cx="63" cy="62"/>
                </a:xfrm>
                <a:custGeom>
                  <a:avLst/>
                  <a:gdLst>
                    <a:gd name="T0" fmla="*/ 0 w 125"/>
                    <a:gd name="T1" fmla="*/ 31 h 126"/>
                    <a:gd name="T2" fmla="*/ 32 w 125"/>
                    <a:gd name="T3" fmla="*/ 15 h 126"/>
                    <a:gd name="T4" fmla="*/ 0 w 125"/>
                    <a:gd name="T5" fmla="*/ 0 h 126"/>
                    <a:gd name="T6" fmla="*/ 0 w 125"/>
                    <a:gd name="T7" fmla="*/ 3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0" y="126"/>
                      </a:moveTo>
                      <a:lnTo>
                        <a:pt x="125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67" name="Group 134">
                <a:extLst>
                  <a:ext uri="{FF2B5EF4-FFF2-40B4-BE49-F238E27FC236}">
                    <a16:creationId xmlns:a16="http://schemas.microsoft.com/office/drawing/2014/main" id="{DD486091-089D-5E8A-0A2E-B076D70F95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3146"/>
                <a:ext cx="286" cy="62"/>
                <a:chOff x="2425" y="3146"/>
                <a:chExt cx="286" cy="62"/>
              </a:xfrm>
            </p:grpSpPr>
            <p:sp>
              <p:nvSpPr>
                <p:cNvPr id="42490" name="Line 132">
                  <a:extLst>
                    <a:ext uri="{FF2B5EF4-FFF2-40B4-BE49-F238E27FC236}">
                      <a16:creationId xmlns:a16="http://schemas.microsoft.com/office/drawing/2014/main" id="{A9F97C73-8721-A7F0-88CF-4D7017C7F0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3177"/>
                  <a:ext cx="227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491" name="Freeform 133">
                  <a:extLst>
                    <a:ext uri="{FF2B5EF4-FFF2-40B4-BE49-F238E27FC236}">
                      <a16:creationId xmlns:a16="http://schemas.microsoft.com/office/drawing/2014/main" id="{2B588640-FF47-66F4-5025-CD10CFA83C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0" y="3146"/>
                  <a:ext cx="61" cy="62"/>
                </a:xfrm>
                <a:custGeom>
                  <a:avLst/>
                  <a:gdLst>
                    <a:gd name="T0" fmla="*/ 0 w 123"/>
                    <a:gd name="T1" fmla="*/ 31 h 126"/>
                    <a:gd name="T2" fmla="*/ 30 w 123"/>
                    <a:gd name="T3" fmla="*/ 15 h 126"/>
                    <a:gd name="T4" fmla="*/ 0 w 123"/>
                    <a:gd name="T5" fmla="*/ 0 h 126"/>
                    <a:gd name="T6" fmla="*/ 0 w 123"/>
                    <a:gd name="T7" fmla="*/ 3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68" name="Group 137">
                <a:extLst>
                  <a:ext uri="{FF2B5EF4-FFF2-40B4-BE49-F238E27FC236}">
                    <a16:creationId xmlns:a16="http://schemas.microsoft.com/office/drawing/2014/main" id="{159F96AE-0ACF-089D-6367-11D70703C9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3" y="2878"/>
                <a:ext cx="63" cy="181"/>
                <a:chOff x="1273" y="2878"/>
                <a:chExt cx="63" cy="181"/>
              </a:xfrm>
            </p:grpSpPr>
            <p:sp>
              <p:nvSpPr>
                <p:cNvPr id="42488" name="Line 135">
                  <a:extLst>
                    <a:ext uri="{FF2B5EF4-FFF2-40B4-BE49-F238E27FC236}">
                      <a16:creationId xmlns:a16="http://schemas.microsoft.com/office/drawing/2014/main" id="{73BBE3F6-D3F4-C1BA-AD2F-1D49893A90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04" y="2878"/>
                  <a:ext cx="1" cy="12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489" name="Freeform 136">
                  <a:extLst>
                    <a:ext uri="{FF2B5EF4-FFF2-40B4-BE49-F238E27FC236}">
                      <a16:creationId xmlns:a16="http://schemas.microsoft.com/office/drawing/2014/main" id="{8895759B-A731-8FAA-D4EE-D0A58A4445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3" y="2997"/>
                  <a:ext cx="63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6 w 125"/>
                    <a:gd name="T3" fmla="*/ 31 h 124"/>
                    <a:gd name="T4" fmla="*/ 32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69" name="Group 140">
                <a:extLst>
                  <a:ext uri="{FF2B5EF4-FFF2-40B4-BE49-F238E27FC236}">
                    <a16:creationId xmlns:a16="http://schemas.microsoft.com/office/drawing/2014/main" id="{F3A19946-559B-7FAD-E71B-B17BE5181D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2352"/>
                <a:ext cx="63" cy="220"/>
                <a:chOff x="533" y="2352"/>
                <a:chExt cx="63" cy="220"/>
              </a:xfrm>
            </p:grpSpPr>
            <p:sp>
              <p:nvSpPr>
                <p:cNvPr id="42486" name="Line 138">
                  <a:extLst>
                    <a:ext uri="{FF2B5EF4-FFF2-40B4-BE49-F238E27FC236}">
                      <a16:creationId xmlns:a16="http://schemas.microsoft.com/office/drawing/2014/main" id="{25EB670E-ABC1-7D07-E004-39236ADED5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4" y="2411"/>
                  <a:ext cx="1" cy="16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487" name="Freeform 139">
                  <a:extLst>
                    <a:ext uri="{FF2B5EF4-FFF2-40B4-BE49-F238E27FC236}">
                      <a16:creationId xmlns:a16="http://schemas.microsoft.com/office/drawing/2014/main" id="{E1F3621D-B400-38B3-6596-8EDD26F8BC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2352"/>
                  <a:ext cx="63" cy="62"/>
                </a:xfrm>
                <a:custGeom>
                  <a:avLst/>
                  <a:gdLst>
                    <a:gd name="T0" fmla="*/ 32 w 126"/>
                    <a:gd name="T1" fmla="*/ 31 h 124"/>
                    <a:gd name="T2" fmla="*/ 16 w 126"/>
                    <a:gd name="T3" fmla="*/ 0 h 124"/>
                    <a:gd name="T4" fmla="*/ 0 w 126"/>
                    <a:gd name="T5" fmla="*/ 31 h 124"/>
                    <a:gd name="T6" fmla="*/ 32 w 126"/>
                    <a:gd name="T7" fmla="*/ 31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4"/>
                    <a:gd name="T14" fmla="*/ 126 w 126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4">
                      <a:moveTo>
                        <a:pt x="126" y="124"/>
                      </a:moveTo>
                      <a:lnTo>
                        <a:pt x="62" y="0"/>
                      </a:lnTo>
                      <a:lnTo>
                        <a:pt x="0" y="124"/>
                      </a:lnTo>
                      <a:lnTo>
                        <a:pt x="126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42470" name="Rectangle 141">
                <a:extLst>
                  <a:ext uri="{FF2B5EF4-FFF2-40B4-BE49-F238E27FC236}">
                    <a16:creationId xmlns:a16="http://schemas.microsoft.com/office/drawing/2014/main" id="{83DC7A5C-9A3A-5987-945B-296268FED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4" y="1288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71" name="Rectangle 142">
                <a:extLst>
                  <a:ext uri="{FF2B5EF4-FFF2-40B4-BE49-F238E27FC236}">
                    <a16:creationId xmlns:a16="http://schemas.microsoft.com/office/drawing/2014/main" id="{358FA711-7D00-7F2A-6802-60799F058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1299"/>
                <a:ext cx="5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Escopo do </a:t>
                </a:r>
                <a:endParaRPr lang="pt-BR" altLang="pt-BR"/>
              </a:p>
            </p:txBody>
          </p:sp>
          <p:sp>
            <p:nvSpPr>
              <p:cNvPr id="42472" name="Rectangle 143">
                <a:extLst>
                  <a:ext uri="{FF2B5EF4-FFF2-40B4-BE49-F238E27FC236}">
                    <a16:creationId xmlns:a16="http://schemas.microsoft.com/office/drawing/2014/main" id="{60474A5F-5940-D276-8497-081D49E26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" y="1413"/>
                <a:ext cx="37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/>
              </a:p>
            </p:txBody>
          </p:sp>
          <p:sp>
            <p:nvSpPr>
              <p:cNvPr id="42473" name="Rectangle 144">
                <a:extLst>
                  <a:ext uri="{FF2B5EF4-FFF2-40B4-BE49-F238E27FC236}">
                    <a16:creationId xmlns:a16="http://schemas.microsoft.com/office/drawing/2014/main" id="{9D569C68-8802-C0FE-478B-0981D8C54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" y="1231"/>
                <a:ext cx="55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474" name="Rectangle 145">
                <a:extLst>
                  <a:ext uri="{FF2B5EF4-FFF2-40B4-BE49-F238E27FC236}">
                    <a16:creationId xmlns:a16="http://schemas.microsoft.com/office/drawing/2014/main" id="{9DDE1031-2D3D-CCE8-6628-066CBF22C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1242"/>
                <a:ext cx="4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Ciclo de </a:t>
                </a:r>
                <a:endParaRPr lang="pt-BR" altLang="pt-BR"/>
              </a:p>
            </p:txBody>
          </p:sp>
          <p:sp>
            <p:nvSpPr>
              <p:cNvPr id="42475" name="Rectangle 146">
                <a:extLst>
                  <a:ext uri="{FF2B5EF4-FFF2-40B4-BE49-F238E27FC236}">
                    <a16:creationId xmlns:a16="http://schemas.microsoft.com/office/drawing/2014/main" id="{0E287405-880F-CF40-16F1-EE6C424D2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" y="1357"/>
                <a:ext cx="37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vida do </a:t>
                </a:r>
                <a:endParaRPr lang="pt-BR" altLang="pt-BR"/>
              </a:p>
            </p:txBody>
          </p:sp>
          <p:sp>
            <p:nvSpPr>
              <p:cNvPr id="42476" name="Rectangle 147">
                <a:extLst>
                  <a:ext uri="{FF2B5EF4-FFF2-40B4-BE49-F238E27FC236}">
                    <a16:creationId xmlns:a16="http://schemas.microsoft.com/office/drawing/2014/main" id="{A180F9E1-EE4E-DE38-68B8-1BDF2AF8F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" y="147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/>
              </a:p>
            </p:txBody>
          </p:sp>
          <p:grpSp>
            <p:nvGrpSpPr>
              <p:cNvPr id="42477" name="Group 150">
                <a:extLst>
                  <a:ext uri="{FF2B5EF4-FFF2-40B4-BE49-F238E27FC236}">
                    <a16:creationId xmlns:a16="http://schemas.microsoft.com/office/drawing/2014/main" id="{009A7650-ADF3-43B5-2176-6C36725221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8" y="1376"/>
                <a:ext cx="296" cy="63"/>
                <a:chOff x="878" y="1376"/>
                <a:chExt cx="296" cy="63"/>
              </a:xfrm>
            </p:grpSpPr>
            <p:sp>
              <p:nvSpPr>
                <p:cNvPr id="42484" name="Freeform 148">
                  <a:extLst>
                    <a:ext uri="{FF2B5EF4-FFF2-40B4-BE49-F238E27FC236}">
                      <a16:creationId xmlns:a16="http://schemas.microsoft.com/office/drawing/2014/main" id="{10C151CF-FBCB-91B9-87BC-418BD0F455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" y="1406"/>
                  <a:ext cx="236" cy="1"/>
                </a:xfrm>
                <a:custGeom>
                  <a:avLst/>
                  <a:gdLst>
                    <a:gd name="T0" fmla="*/ 118 w 473"/>
                    <a:gd name="T1" fmla="*/ 0 h 2"/>
                    <a:gd name="T2" fmla="*/ 44 w 473"/>
                    <a:gd name="T3" fmla="*/ 0 h 2"/>
                    <a:gd name="T4" fmla="*/ 44 w 473"/>
                    <a:gd name="T5" fmla="*/ 1 h 2"/>
                    <a:gd name="T6" fmla="*/ 0 w 473"/>
                    <a:gd name="T7" fmla="*/ 1 h 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3"/>
                    <a:gd name="T13" fmla="*/ 0 h 2"/>
                    <a:gd name="T14" fmla="*/ 473 w 473"/>
                    <a:gd name="T15" fmla="*/ 2 h 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3" h="2">
                      <a:moveTo>
                        <a:pt x="473" y="0"/>
                      </a:moveTo>
                      <a:lnTo>
                        <a:pt x="177" y="0"/>
                      </a:lnTo>
                      <a:lnTo>
                        <a:pt x="177" y="2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485" name="Freeform 149">
                  <a:extLst>
                    <a:ext uri="{FF2B5EF4-FFF2-40B4-BE49-F238E27FC236}">
                      <a16:creationId xmlns:a16="http://schemas.microsoft.com/office/drawing/2014/main" id="{4EEF5ED4-30AD-B259-641A-5471F94A74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" y="1376"/>
                  <a:ext cx="63" cy="63"/>
                </a:xfrm>
                <a:custGeom>
                  <a:avLst/>
                  <a:gdLst>
                    <a:gd name="T0" fmla="*/ 32 w 126"/>
                    <a:gd name="T1" fmla="*/ 0 h 126"/>
                    <a:gd name="T2" fmla="*/ 0 w 126"/>
                    <a:gd name="T3" fmla="*/ 16 h 126"/>
                    <a:gd name="T4" fmla="*/ 32 w 126"/>
                    <a:gd name="T5" fmla="*/ 32 h 126"/>
                    <a:gd name="T6" fmla="*/ 32 w 126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126" y="0"/>
                      </a:moveTo>
                      <a:lnTo>
                        <a:pt x="0" y="62"/>
                      </a:lnTo>
                      <a:lnTo>
                        <a:pt x="126" y="126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78" name="Group 153">
                <a:extLst>
                  <a:ext uri="{FF2B5EF4-FFF2-40B4-BE49-F238E27FC236}">
                    <a16:creationId xmlns:a16="http://schemas.microsoft.com/office/drawing/2014/main" id="{855B209C-6A36-05A0-5975-A262805CF8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" y="1407"/>
                <a:ext cx="238" cy="1315"/>
                <a:chOff x="87" y="1407"/>
                <a:chExt cx="238" cy="1315"/>
              </a:xfrm>
            </p:grpSpPr>
            <p:sp>
              <p:nvSpPr>
                <p:cNvPr id="42482" name="Freeform 151">
                  <a:extLst>
                    <a:ext uri="{FF2B5EF4-FFF2-40B4-BE49-F238E27FC236}">
                      <a16:creationId xmlns:a16="http://schemas.microsoft.com/office/drawing/2014/main" id="{FA98733B-7AAC-E8AF-31FA-773D57AC5E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" y="1407"/>
                  <a:ext cx="238" cy="1283"/>
                </a:xfrm>
                <a:custGeom>
                  <a:avLst/>
                  <a:gdLst>
                    <a:gd name="T0" fmla="*/ 119 w 477"/>
                    <a:gd name="T1" fmla="*/ 0 h 2566"/>
                    <a:gd name="T2" fmla="*/ 0 w 477"/>
                    <a:gd name="T3" fmla="*/ 0 h 2566"/>
                    <a:gd name="T4" fmla="*/ 0 w 477"/>
                    <a:gd name="T5" fmla="*/ 642 h 2566"/>
                    <a:gd name="T6" fmla="*/ 41 w 477"/>
                    <a:gd name="T7" fmla="*/ 642 h 25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7"/>
                    <a:gd name="T13" fmla="*/ 0 h 2566"/>
                    <a:gd name="T14" fmla="*/ 477 w 477"/>
                    <a:gd name="T15" fmla="*/ 2566 h 25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7" h="2566">
                      <a:moveTo>
                        <a:pt x="477" y="0"/>
                      </a:moveTo>
                      <a:lnTo>
                        <a:pt x="0" y="0"/>
                      </a:lnTo>
                      <a:lnTo>
                        <a:pt x="0" y="2566"/>
                      </a:lnTo>
                      <a:lnTo>
                        <a:pt x="167" y="256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483" name="Freeform 152">
                  <a:extLst>
                    <a:ext uri="{FF2B5EF4-FFF2-40B4-BE49-F238E27FC236}">
                      <a16:creationId xmlns:a16="http://schemas.microsoft.com/office/drawing/2014/main" id="{AAEBD0BE-6374-DAF4-FC47-0DB2D32A13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" y="2659"/>
                  <a:ext cx="62" cy="63"/>
                </a:xfrm>
                <a:custGeom>
                  <a:avLst/>
                  <a:gdLst>
                    <a:gd name="T0" fmla="*/ 0 w 123"/>
                    <a:gd name="T1" fmla="*/ 32 h 126"/>
                    <a:gd name="T2" fmla="*/ 31 w 123"/>
                    <a:gd name="T3" fmla="*/ 16 h 126"/>
                    <a:gd name="T4" fmla="*/ 0 w 123"/>
                    <a:gd name="T5" fmla="*/ 0 h 126"/>
                    <a:gd name="T6" fmla="*/ 0 w 123"/>
                    <a:gd name="T7" fmla="*/ 32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479" name="Group 156">
                <a:extLst>
                  <a:ext uri="{FF2B5EF4-FFF2-40B4-BE49-F238E27FC236}">
                    <a16:creationId xmlns:a16="http://schemas.microsoft.com/office/drawing/2014/main" id="{EEF75C86-0DCD-DCE0-D1A9-C696CCB393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1523"/>
                <a:ext cx="999" cy="478"/>
                <a:chOff x="533" y="1523"/>
                <a:chExt cx="999" cy="478"/>
              </a:xfrm>
            </p:grpSpPr>
            <p:sp>
              <p:nvSpPr>
                <p:cNvPr id="42480" name="Freeform 154">
                  <a:extLst>
                    <a:ext uri="{FF2B5EF4-FFF2-40B4-BE49-F238E27FC236}">
                      <a16:creationId xmlns:a16="http://schemas.microsoft.com/office/drawing/2014/main" id="{222E488E-A224-C88F-02E2-812792CA1E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" y="1523"/>
                  <a:ext cx="968" cy="418"/>
                </a:xfrm>
                <a:custGeom>
                  <a:avLst/>
                  <a:gdLst>
                    <a:gd name="T0" fmla="*/ 484 w 1937"/>
                    <a:gd name="T1" fmla="*/ 0 h 836"/>
                    <a:gd name="T2" fmla="*/ 484 w 1937"/>
                    <a:gd name="T3" fmla="*/ 119 h 836"/>
                    <a:gd name="T4" fmla="*/ 0 w 1937"/>
                    <a:gd name="T5" fmla="*/ 119 h 836"/>
                    <a:gd name="T6" fmla="*/ 0 w 1937"/>
                    <a:gd name="T7" fmla="*/ 209 h 8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37"/>
                    <a:gd name="T13" fmla="*/ 0 h 836"/>
                    <a:gd name="T14" fmla="*/ 1937 w 1937"/>
                    <a:gd name="T15" fmla="*/ 836 h 8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37" h="836">
                      <a:moveTo>
                        <a:pt x="1937" y="0"/>
                      </a:moveTo>
                      <a:lnTo>
                        <a:pt x="1937" y="477"/>
                      </a:lnTo>
                      <a:lnTo>
                        <a:pt x="0" y="477"/>
                      </a:lnTo>
                      <a:lnTo>
                        <a:pt x="0" y="83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481" name="Freeform 155">
                  <a:extLst>
                    <a:ext uri="{FF2B5EF4-FFF2-40B4-BE49-F238E27FC236}">
                      <a16:creationId xmlns:a16="http://schemas.microsoft.com/office/drawing/2014/main" id="{49BBA78B-C231-20C4-2EDA-EFCDE10E91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1939"/>
                  <a:ext cx="63" cy="62"/>
                </a:xfrm>
                <a:custGeom>
                  <a:avLst/>
                  <a:gdLst>
                    <a:gd name="T0" fmla="*/ 0 w 126"/>
                    <a:gd name="T1" fmla="*/ 0 h 123"/>
                    <a:gd name="T2" fmla="*/ 16 w 126"/>
                    <a:gd name="T3" fmla="*/ 31 h 123"/>
                    <a:gd name="T4" fmla="*/ 32 w 126"/>
                    <a:gd name="T5" fmla="*/ 0 h 123"/>
                    <a:gd name="T6" fmla="*/ 0 w 126"/>
                    <a:gd name="T7" fmla="*/ 0 h 1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3"/>
                    <a:gd name="T14" fmla="*/ 126 w 126"/>
                    <a:gd name="T15" fmla="*/ 123 h 1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3">
                      <a:moveTo>
                        <a:pt x="0" y="0"/>
                      </a:moveTo>
                      <a:lnTo>
                        <a:pt x="62" y="123"/>
                      </a:lnTo>
                      <a:lnTo>
                        <a:pt x="12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sp>
          <p:nvSpPr>
            <p:cNvPr id="41992" name="Rectangle 158">
              <a:extLst>
                <a:ext uri="{FF2B5EF4-FFF2-40B4-BE49-F238E27FC236}">
                  <a16:creationId xmlns:a16="http://schemas.microsoft.com/office/drawing/2014/main" id="{597B6D62-03ED-D8E4-595D-C633DBA75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" y="1423"/>
              <a:ext cx="860" cy="390"/>
            </a:xfrm>
            <a:prstGeom prst="rect">
              <a:avLst/>
            </a:prstGeom>
            <a:solidFill>
              <a:srgbClr val="EAEAEA"/>
            </a:solidFill>
            <a:ln w="24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1993" name="Rectangle 159">
              <a:extLst>
                <a:ext uri="{FF2B5EF4-FFF2-40B4-BE49-F238E27FC236}">
                  <a16:creationId xmlns:a16="http://schemas.microsoft.com/office/drawing/2014/main" id="{00CAA771-ABDA-6A8C-5295-901926A99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" y="1469"/>
              <a:ext cx="535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600" b="1">
                  <a:solidFill>
                    <a:srgbClr val="FF3300"/>
                  </a:solidFill>
                </a:rPr>
                <a:t>Projeto </a:t>
              </a:r>
              <a:endParaRPr lang="pt-BR" altLang="pt-BR"/>
            </a:p>
          </p:txBody>
        </p:sp>
        <p:sp>
          <p:nvSpPr>
            <p:cNvPr id="41994" name="Rectangle 160">
              <a:extLst>
                <a:ext uri="{FF2B5EF4-FFF2-40B4-BE49-F238E27FC236}">
                  <a16:creationId xmlns:a16="http://schemas.microsoft.com/office/drawing/2014/main" id="{DF726ABD-6876-B520-DC92-912EB013E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5" y="1623"/>
              <a:ext cx="711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600" b="1">
                  <a:solidFill>
                    <a:srgbClr val="FF3300"/>
                  </a:solidFill>
                </a:rPr>
                <a:t>Conceitual</a:t>
              </a:r>
              <a:endParaRPr lang="pt-BR" altLang="pt-BR"/>
            </a:p>
          </p:txBody>
        </p:sp>
        <p:sp>
          <p:nvSpPr>
            <p:cNvPr id="41995" name="Freeform 161">
              <a:extLst>
                <a:ext uri="{FF2B5EF4-FFF2-40B4-BE49-F238E27FC236}">
                  <a16:creationId xmlns:a16="http://schemas.microsoft.com/office/drawing/2014/main" id="{D58C988D-C50E-22A9-5B19-CCC229991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" y="1518"/>
              <a:ext cx="4963" cy="2299"/>
            </a:xfrm>
            <a:custGeom>
              <a:avLst/>
              <a:gdLst>
                <a:gd name="T0" fmla="*/ 2482 w 9926"/>
                <a:gd name="T1" fmla="*/ 1150 h 4597"/>
                <a:gd name="T2" fmla="*/ 2482 w 9926"/>
                <a:gd name="T3" fmla="*/ 0 h 4597"/>
                <a:gd name="T4" fmla="*/ 1288 w 9926"/>
                <a:gd name="T5" fmla="*/ 0 h 4597"/>
                <a:gd name="T6" fmla="*/ 883 w 9926"/>
                <a:gd name="T7" fmla="*/ 216 h 4597"/>
                <a:gd name="T8" fmla="*/ 883 w 9926"/>
                <a:gd name="T9" fmla="*/ 479 h 4597"/>
                <a:gd name="T10" fmla="*/ 144 w 9926"/>
                <a:gd name="T11" fmla="*/ 479 h 4597"/>
                <a:gd name="T12" fmla="*/ 0 w 9926"/>
                <a:gd name="T13" fmla="*/ 743 h 4597"/>
                <a:gd name="T14" fmla="*/ 0 w 9926"/>
                <a:gd name="T15" fmla="*/ 1150 h 4597"/>
                <a:gd name="T16" fmla="*/ 2482 w 9926"/>
                <a:gd name="T17" fmla="*/ 1150 h 45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926"/>
                <a:gd name="T28" fmla="*/ 0 h 4597"/>
                <a:gd name="T29" fmla="*/ 9926 w 9926"/>
                <a:gd name="T30" fmla="*/ 4597 h 459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926" h="4597">
                  <a:moveTo>
                    <a:pt x="9926" y="4597"/>
                  </a:moveTo>
                  <a:lnTo>
                    <a:pt x="9926" y="0"/>
                  </a:lnTo>
                  <a:lnTo>
                    <a:pt x="5154" y="0"/>
                  </a:lnTo>
                  <a:lnTo>
                    <a:pt x="3532" y="862"/>
                  </a:lnTo>
                  <a:lnTo>
                    <a:pt x="3532" y="1915"/>
                  </a:lnTo>
                  <a:lnTo>
                    <a:pt x="573" y="1915"/>
                  </a:lnTo>
                  <a:lnTo>
                    <a:pt x="0" y="2969"/>
                  </a:lnTo>
                  <a:lnTo>
                    <a:pt x="0" y="4597"/>
                  </a:lnTo>
                  <a:lnTo>
                    <a:pt x="9926" y="4597"/>
                  </a:ln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6" name="Freeform 162">
              <a:extLst>
                <a:ext uri="{FF2B5EF4-FFF2-40B4-BE49-F238E27FC236}">
                  <a16:creationId xmlns:a16="http://schemas.microsoft.com/office/drawing/2014/main" id="{60046DC5-F83C-A484-59C5-F19090CEA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618"/>
              <a:ext cx="4809" cy="1973"/>
            </a:xfrm>
            <a:custGeom>
              <a:avLst/>
              <a:gdLst>
                <a:gd name="T0" fmla="*/ 0 w 9620"/>
                <a:gd name="T1" fmla="*/ 651 h 3945"/>
                <a:gd name="T2" fmla="*/ 1331 w 9620"/>
                <a:gd name="T3" fmla="*/ 336 h 3945"/>
                <a:gd name="T4" fmla="*/ 1331 w 9620"/>
                <a:gd name="T5" fmla="*/ 0 h 3945"/>
                <a:gd name="T6" fmla="*/ 2404 w 9620"/>
                <a:gd name="T7" fmla="*/ 0 h 3945"/>
                <a:gd name="T8" fmla="*/ 2404 w 9620"/>
                <a:gd name="T9" fmla="*/ 982 h 3945"/>
                <a:gd name="T10" fmla="*/ 0 w 9620"/>
                <a:gd name="T11" fmla="*/ 987 h 3945"/>
                <a:gd name="T12" fmla="*/ 3 w 9620"/>
                <a:gd name="T13" fmla="*/ 830 h 3945"/>
                <a:gd name="T14" fmla="*/ 0 w 9620"/>
                <a:gd name="T15" fmla="*/ 651 h 39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620"/>
                <a:gd name="T25" fmla="*/ 0 h 3945"/>
                <a:gd name="T26" fmla="*/ 9620 w 9620"/>
                <a:gd name="T27" fmla="*/ 3945 h 39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620" h="3945">
                  <a:moveTo>
                    <a:pt x="0" y="2602"/>
                  </a:moveTo>
                  <a:lnTo>
                    <a:pt x="5325" y="1341"/>
                  </a:lnTo>
                  <a:lnTo>
                    <a:pt x="5325" y="0"/>
                  </a:lnTo>
                  <a:lnTo>
                    <a:pt x="9620" y="0"/>
                  </a:lnTo>
                  <a:lnTo>
                    <a:pt x="9620" y="3927"/>
                  </a:lnTo>
                  <a:lnTo>
                    <a:pt x="0" y="3945"/>
                  </a:lnTo>
                  <a:lnTo>
                    <a:pt x="14" y="3319"/>
                  </a:lnTo>
                  <a:lnTo>
                    <a:pt x="0" y="2602"/>
                  </a:lnTo>
                  <a:close/>
                </a:path>
              </a:pathLst>
            </a:custGeom>
            <a:solidFill>
              <a:srgbClr val="FFE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997" name="Freeform 163">
              <a:extLst>
                <a:ext uri="{FF2B5EF4-FFF2-40B4-BE49-F238E27FC236}">
                  <a16:creationId xmlns:a16="http://schemas.microsoft.com/office/drawing/2014/main" id="{639C20E7-189C-4CD4-0CEC-238A58474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07"/>
              <a:ext cx="1193" cy="431"/>
            </a:xfrm>
            <a:custGeom>
              <a:avLst/>
              <a:gdLst>
                <a:gd name="T0" fmla="*/ 36 w 2386"/>
                <a:gd name="T1" fmla="*/ 0 h 862"/>
                <a:gd name="T2" fmla="*/ 28 w 2386"/>
                <a:gd name="T3" fmla="*/ 1 h 862"/>
                <a:gd name="T4" fmla="*/ 21 w 2386"/>
                <a:gd name="T5" fmla="*/ 3 h 862"/>
                <a:gd name="T6" fmla="*/ 16 w 2386"/>
                <a:gd name="T7" fmla="*/ 6 h 862"/>
                <a:gd name="T8" fmla="*/ 10 w 2386"/>
                <a:gd name="T9" fmla="*/ 11 h 862"/>
                <a:gd name="T10" fmla="*/ 6 w 2386"/>
                <a:gd name="T11" fmla="*/ 16 h 862"/>
                <a:gd name="T12" fmla="*/ 3 w 2386"/>
                <a:gd name="T13" fmla="*/ 22 h 862"/>
                <a:gd name="T14" fmla="*/ 1 w 2386"/>
                <a:gd name="T15" fmla="*/ 28 h 862"/>
                <a:gd name="T16" fmla="*/ 0 w 2386"/>
                <a:gd name="T17" fmla="*/ 36 h 862"/>
                <a:gd name="T18" fmla="*/ 0 w 2386"/>
                <a:gd name="T19" fmla="*/ 180 h 862"/>
                <a:gd name="T20" fmla="*/ 1 w 2386"/>
                <a:gd name="T21" fmla="*/ 187 h 862"/>
                <a:gd name="T22" fmla="*/ 3 w 2386"/>
                <a:gd name="T23" fmla="*/ 194 h 862"/>
                <a:gd name="T24" fmla="*/ 6 w 2386"/>
                <a:gd name="T25" fmla="*/ 200 h 862"/>
                <a:gd name="T26" fmla="*/ 10 w 2386"/>
                <a:gd name="T27" fmla="*/ 205 h 862"/>
                <a:gd name="T28" fmla="*/ 16 w 2386"/>
                <a:gd name="T29" fmla="*/ 210 h 862"/>
                <a:gd name="T30" fmla="*/ 21 w 2386"/>
                <a:gd name="T31" fmla="*/ 213 h 862"/>
                <a:gd name="T32" fmla="*/ 28 w 2386"/>
                <a:gd name="T33" fmla="*/ 215 h 862"/>
                <a:gd name="T34" fmla="*/ 36 w 2386"/>
                <a:gd name="T35" fmla="*/ 216 h 862"/>
                <a:gd name="T36" fmla="*/ 561 w 2386"/>
                <a:gd name="T37" fmla="*/ 216 h 862"/>
                <a:gd name="T38" fmla="*/ 569 w 2386"/>
                <a:gd name="T39" fmla="*/ 215 h 862"/>
                <a:gd name="T40" fmla="*/ 575 w 2386"/>
                <a:gd name="T41" fmla="*/ 213 h 862"/>
                <a:gd name="T42" fmla="*/ 581 w 2386"/>
                <a:gd name="T43" fmla="*/ 210 h 862"/>
                <a:gd name="T44" fmla="*/ 586 w 2386"/>
                <a:gd name="T45" fmla="*/ 205 h 862"/>
                <a:gd name="T46" fmla="*/ 591 w 2386"/>
                <a:gd name="T47" fmla="*/ 200 h 862"/>
                <a:gd name="T48" fmla="*/ 594 w 2386"/>
                <a:gd name="T49" fmla="*/ 194 h 862"/>
                <a:gd name="T50" fmla="*/ 596 w 2386"/>
                <a:gd name="T51" fmla="*/ 187 h 862"/>
                <a:gd name="T52" fmla="*/ 597 w 2386"/>
                <a:gd name="T53" fmla="*/ 180 h 862"/>
                <a:gd name="T54" fmla="*/ 597 w 2386"/>
                <a:gd name="T55" fmla="*/ 36 h 862"/>
                <a:gd name="T56" fmla="*/ 596 w 2386"/>
                <a:gd name="T57" fmla="*/ 28 h 862"/>
                <a:gd name="T58" fmla="*/ 594 w 2386"/>
                <a:gd name="T59" fmla="*/ 22 h 862"/>
                <a:gd name="T60" fmla="*/ 591 w 2386"/>
                <a:gd name="T61" fmla="*/ 16 h 862"/>
                <a:gd name="T62" fmla="*/ 586 w 2386"/>
                <a:gd name="T63" fmla="*/ 11 h 862"/>
                <a:gd name="T64" fmla="*/ 581 w 2386"/>
                <a:gd name="T65" fmla="*/ 6 h 862"/>
                <a:gd name="T66" fmla="*/ 575 w 2386"/>
                <a:gd name="T67" fmla="*/ 3 h 862"/>
                <a:gd name="T68" fmla="*/ 569 w 2386"/>
                <a:gd name="T69" fmla="*/ 1 h 862"/>
                <a:gd name="T70" fmla="*/ 561 w 2386"/>
                <a:gd name="T71" fmla="*/ 0 h 862"/>
                <a:gd name="T72" fmla="*/ 36 w 2386"/>
                <a:gd name="T73" fmla="*/ 0 h 86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6"/>
                <a:gd name="T112" fmla="*/ 0 h 862"/>
                <a:gd name="T113" fmla="*/ 2386 w 2386"/>
                <a:gd name="T114" fmla="*/ 862 h 86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6" h="862">
                  <a:moveTo>
                    <a:pt x="143" y="0"/>
                  </a:moveTo>
                  <a:lnTo>
                    <a:pt x="113" y="2"/>
                  </a:lnTo>
                  <a:lnTo>
                    <a:pt x="87" y="12"/>
                  </a:lnTo>
                  <a:lnTo>
                    <a:pt x="64" y="24"/>
                  </a:lnTo>
                  <a:lnTo>
                    <a:pt x="42" y="42"/>
                  </a:lnTo>
                  <a:lnTo>
                    <a:pt x="24" y="64"/>
                  </a:lnTo>
                  <a:lnTo>
                    <a:pt x="12" y="88"/>
                  </a:lnTo>
                  <a:lnTo>
                    <a:pt x="2" y="114"/>
                  </a:lnTo>
                  <a:lnTo>
                    <a:pt x="0" y="143"/>
                  </a:lnTo>
                  <a:lnTo>
                    <a:pt x="0" y="718"/>
                  </a:lnTo>
                  <a:lnTo>
                    <a:pt x="2" y="748"/>
                  </a:lnTo>
                  <a:lnTo>
                    <a:pt x="12" y="774"/>
                  </a:lnTo>
                  <a:lnTo>
                    <a:pt x="24" y="798"/>
                  </a:lnTo>
                  <a:lnTo>
                    <a:pt x="42" y="820"/>
                  </a:lnTo>
                  <a:lnTo>
                    <a:pt x="64" y="838"/>
                  </a:lnTo>
                  <a:lnTo>
                    <a:pt x="87" y="850"/>
                  </a:lnTo>
                  <a:lnTo>
                    <a:pt x="113" y="860"/>
                  </a:lnTo>
                  <a:lnTo>
                    <a:pt x="143" y="862"/>
                  </a:lnTo>
                  <a:lnTo>
                    <a:pt x="2243" y="862"/>
                  </a:lnTo>
                  <a:lnTo>
                    <a:pt x="2273" y="860"/>
                  </a:lnTo>
                  <a:lnTo>
                    <a:pt x="2298" y="850"/>
                  </a:lnTo>
                  <a:lnTo>
                    <a:pt x="2322" y="838"/>
                  </a:lnTo>
                  <a:lnTo>
                    <a:pt x="2344" y="820"/>
                  </a:lnTo>
                  <a:lnTo>
                    <a:pt x="2362" y="798"/>
                  </a:lnTo>
                  <a:lnTo>
                    <a:pt x="2374" y="774"/>
                  </a:lnTo>
                  <a:lnTo>
                    <a:pt x="2384" y="748"/>
                  </a:lnTo>
                  <a:lnTo>
                    <a:pt x="2386" y="718"/>
                  </a:lnTo>
                  <a:lnTo>
                    <a:pt x="2386" y="143"/>
                  </a:lnTo>
                  <a:lnTo>
                    <a:pt x="2384" y="114"/>
                  </a:lnTo>
                  <a:lnTo>
                    <a:pt x="2374" y="88"/>
                  </a:lnTo>
                  <a:lnTo>
                    <a:pt x="2362" y="64"/>
                  </a:lnTo>
                  <a:lnTo>
                    <a:pt x="2344" y="42"/>
                  </a:lnTo>
                  <a:lnTo>
                    <a:pt x="2322" y="24"/>
                  </a:lnTo>
                  <a:lnTo>
                    <a:pt x="2298" y="12"/>
                  </a:lnTo>
                  <a:lnTo>
                    <a:pt x="2273" y="2"/>
                  </a:lnTo>
                  <a:lnTo>
                    <a:pt x="2243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998" name="Rectangle 164">
              <a:extLst>
                <a:ext uri="{FF2B5EF4-FFF2-40B4-BE49-F238E27FC236}">
                  <a16:creationId xmlns:a16="http://schemas.microsoft.com/office/drawing/2014/main" id="{067C4083-0A88-4E83-B3A4-8F00B806E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" y="2572"/>
              <a:ext cx="66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1999" name="Rectangle 165">
              <a:extLst>
                <a:ext uri="{FF2B5EF4-FFF2-40B4-BE49-F238E27FC236}">
                  <a16:creationId xmlns:a16="http://schemas.microsoft.com/office/drawing/2014/main" id="{66C2A88C-E89B-7184-46C2-9782049B0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" y="2583"/>
              <a:ext cx="66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Necessidades </a:t>
              </a:r>
              <a:endParaRPr lang="pt-BR" altLang="pt-BR"/>
            </a:p>
          </p:txBody>
        </p:sp>
        <p:sp>
          <p:nvSpPr>
            <p:cNvPr id="42000" name="Rectangle 166">
              <a:extLst>
                <a:ext uri="{FF2B5EF4-FFF2-40B4-BE49-F238E27FC236}">
                  <a16:creationId xmlns:a16="http://schemas.microsoft.com/office/drawing/2014/main" id="{B270B837-2C5B-F011-9846-BE61CE5EF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" y="2697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dos clientes </a:t>
              </a:r>
              <a:endParaRPr lang="pt-BR" altLang="pt-BR"/>
            </a:p>
          </p:txBody>
        </p:sp>
        <p:sp>
          <p:nvSpPr>
            <p:cNvPr id="42001" name="Rectangle 167">
              <a:extLst>
                <a:ext uri="{FF2B5EF4-FFF2-40B4-BE49-F238E27FC236}">
                  <a16:creationId xmlns:a16="http://schemas.microsoft.com/office/drawing/2014/main" id="{6CEA651B-B2FD-B77D-E5C5-A8D9F3B61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2001"/>
              <a:ext cx="531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02" name="Rectangle 168">
              <a:extLst>
                <a:ext uri="{FF2B5EF4-FFF2-40B4-BE49-F238E27FC236}">
                  <a16:creationId xmlns:a16="http://schemas.microsoft.com/office/drawing/2014/main" id="{5F226572-E2CC-7636-4D16-77DE3C943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" y="2012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/>
            </a:p>
          </p:txBody>
        </p:sp>
        <p:sp>
          <p:nvSpPr>
            <p:cNvPr id="42003" name="Rectangle 169">
              <a:extLst>
                <a:ext uri="{FF2B5EF4-FFF2-40B4-BE49-F238E27FC236}">
                  <a16:creationId xmlns:a16="http://schemas.microsoft.com/office/drawing/2014/main" id="{ACD8EFB8-EAC8-AF79-7A35-51DCFED21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" y="2127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/>
            </a:p>
          </p:txBody>
        </p:sp>
        <p:sp>
          <p:nvSpPr>
            <p:cNvPr id="42004" name="Rectangle 170">
              <a:extLst>
                <a:ext uri="{FF2B5EF4-FFF2-40B4-BE49-F238E27FC236}">
                  <a16:creationId xmlns:a16="http://schemas.microsoft.com/office/drawing/2014/main" id="{4E6D7C9B-14AA-A3AC-968D-E3E4AFB78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" y="224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clientes</a:t>
              </a:r>
              <a:endParaRPr lang="pt-BR" altLang="pt-BR"/>
            </a:p>
          </p:txBody>
        </p:sp>
        <p:sp>
          <p:nvSpPr>
            <p:cNvPr id="42005" name="Rectangle 171">
              <a:extLst>
                <a:ext uri="{FF2B5EF4-FFF2-40B4-BE49-F238E27FC236}">
                  <a16:creationId xmlns:a16="http://schemas.microsoft.com/office/drawing/2014/main" id="{1660489E-51C2-F66A-F40B-C3FD90850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70"/>
              <a:ext cx="682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06" name="Rectangle 172">
              <a:extLst>
                <a:ext uri="{FF2B5EF4-FFF2-40B4-BE49-F238E27FC236}">
                  <a16:creationId xmlns:a16="http://schemas.microsoft.com/office/drawing/2014/main" id="{98A88ADB-9B33-6FF4-8520-B72B1641A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981"/>
              <a:ext cx="45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Estrutura </a:t>
              </a:r>
              <a:endParaRPr lang="pt-BR" altLang="pt-BR"/>
            </a:p>
          </p:txBody>
        </p:sp>
        <p:sp>
          <p:nvSpPr>
            <p:cNvPr id="42007" name="Rectangle 173">
              <a:extLst>
                <a:ext uri="{FF2B5EF4-FFF2-40B4-BE49-F238E27FC236}">
                  <a16:creationId xmlns:a16="http://schemas.microsoft.com/office/drawing/2014/main" id="{5737995D-E119-4144-6BB0-2BDACC103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2096"/>
              <a:ext cx="58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funcional do </a:t>
              </a:r>
              <a:endParaRPr lang="pt-BR" altLang="pt-BR"/>
            </a:p>
          </p:txBody>
        </p:sp>
        <p:sp>
          <p:nvSpPr>
            <p:cNvPr id="42008" name="Rectangle 174">
              <a:extLst>
                <a:ext uri="{FF2B5EF4-FFF2-40B4-BE49-F238E27FC236}">
                  <a16:creationId xmlns:a16="http://schemas.microsoft.com/office/drawing/2014/main" id="{C10C3D6D-49E4-4866-020F-52F603C5B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21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/>
            </a:p>
          </p:txBody>
        </p:sp>
        <p:sp>
          <p:nvSpPr>
            <p:cNvPr id="42009" name="Rectangle 175">
              <a:extLst>
                <a:ext uri="{FF2B5EF4-FFF2-40B4-BE49-F238E27FC236}">
                  <a16:creationId xmlns:a16="http://schemas.microsoft.com/office/drawing/2014/main" id="{FCF09EC8-DFEE-F4CA-2EE2-909AB26FA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2585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10" name="Rectangle 176">
              <a:extLst>
                <a:ext uri="{FF2B5EF4-FFF2-40B4-BE49-F238E27FC236}">
                  <a16:creationId xmlns:a16="http://schemas.microsoft.com/office/drawing/2014/main" id="{1EFA5259-3F6A-70C9-3D0E-232010A58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2596"/>
              <a:ext cx="42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Lista dos</a:t>
              </a:r>
              <a:endParaRPr lang="pt-BR" altLang="pt-BR"/>
            </a:p>
          </p:txBody>
        </p:sp>
        <p:sp>
          <p:nvSpPr>
            <p:cNvPr id="42011" name="Rectangle 177">
              <a:extLst>
                <a:ext uri="{FF2B5EF4-FFF2-40B4-BE49-F238E27FC236}">
                  <a16:creationId xmlns:a16="http://schemas.microsoft.com/office/drawing/2014/main" id="{8FAE92B9-3AF0-6964-7E5E-2DFB9EC18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596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/>
            </a:p>
          </p:txBody>
        </p:sp>
        <p:sp>
          <p:nvSpPr>
            <p:cNvPr id="42012" name="Rectangle 178">
              <a:extLst>
                <a:ext uri="{FF2B5EF4-FFF2-40B4-BE49-F238E27FC236}">
                  <a16:creationId xmlns:a16="http://schemas.microsoft.com/office/drawing/2014/main" id="{C5063F7C-8BC0-773E-CF13-92B9F37C2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" y="2710"/>
              <a:ext cx="44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principais</a:t>
              </a:r>
              <a:endParaRPr lang="pt-BR" altLang="pt-BR"/>
            </a:p>
          </p:txBody>
        </p:sp>
        <p:sp>
          <p:nvSpPr>
            <p:cNvPr id="42013" name="Rectangle 179">
              <a:extLst>
                <a:ext uri="{FF2B5EF4-FFF2-40B4-BE49-F238E27FC236}">
                  <a16:creationId xmlns:a16="http://schemas.microsoft.com/office/drawing/2014/main" id="{D1E951A0-4273-2CBD-04A8-2D491290B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390"/>
              <a:ext cx="1004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14" name="Rectangle 180">
              <a:extLst>
                <a:ext uri="{FF2B5EF4-FFF2-40B4-BE49-F238E27FC236}">
                  <a16:creationId xmlns:a16="http://schemas.microsoft.com/office/drawing/2014/main" id="{A5621365-84D9-F5DC-6EB0-68134B615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3401"/>
              <a:ext cx="98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Arquitetura do produto</a:t>
              </a:r>
              <a:endParaRPr lang="pt-BR" altLang="pt-BR"/>
            </a:p>
          </p:txBody>
        </p:sp>
        <p:sp>
          <p:nvSpPr>
            <p:cNvPr id="42015" name="Rectangle 181">
              <a:extLst>
                <a:ext uri="{FF2B5EF4-FFF2-40B4-BE49-F238E27FC236}">
                  <a16:creationId xmlns:a16="http://schemas.microsoft.com/office/drawing/2014/main" id="{1BEF922F-72AE-0D93-F277-D150421C6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059"/>
              <a:ext cx="526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16" name="Rectangle 182">
              <a:extLst>
                <a:ext uri="{FF2B5EF4-FFF2-40B4-BE49-F238E27FC236}">
                  <a16:creationId xmlns:a16="http://schemas.microsoft.com/office/drawing/2014/main" id="{8338BF45-3013-58BA-D7CA-77491282E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3070"/>
              <a:ext cx="5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Modelo do </a:t>
              </a:r>
              <a:endParaRPr lang="pt-BR" altLang="pt-BR"/>
            </a:p>
          </p:txBody>
        </p:sp>
        <p:sp>
          <p:nvSpPr>
            <p:cNvPr id="42017" name="Rectangle 183">
              <a:extLst>
                <a:ext uri="{FF2B5EF4-FFF2-40B4-BE49-F238E27FC236}">
                  <a16:creationId xmlns:a16="http://schemas.microsoft.com/office/drawing/2014/main" id="{36F3F8F5-A2B7-EAB0-D1B7-BAB75B816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184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/>
            </a:p>
          </p:txBody>
        </p:sp>
        <p:sp>
          <p:nvSpPr>
            <p:cNvPr id="42018" name="Rectangle 184">
              <a:extLst>
                <a:ext uri="{FF2B5EF4-FFF2-40B4-BE49-F238E27FC236}">
                  <a16:creationId xmlns:a16="http://schemas.microsoft.com/office/drawing/2014/main" id="{6B3FD3FD-17E3-E815-9A13-0D8AD8E89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3438"/>
              <a:ext cx="717" cy="236"/>
            </a:xfrm>
            <a:prstGeom prst="rect">
              <a:avLst/>
            </a:prstGeom>
            <a:solidFill>
              <a:srgbClr val="FFCC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19" name="Rectangle 185">
              <a:extLst>
                <a:ext uri="{FF2B5EF4-FFF2-40B4-BE49-F238E27FC236}">
                  <a16:creationId xmlns:a16="http://schemas.microsoft.com/office/drawing/2014/main" id="{B7F84E68-19C7-068E-0B75-DC679F587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449"/>
              <a:ext cx="68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Concepção do </a:t>
              </a:r>
              <a:endParaRPr lang="pt-BR" altLang="pt-BR"/>
            </a:p>
          </p:txBody>
        </p:sp>
        <p:sp>
          <p:nvSpPr>
            <p:cNvPr id="42020" name="Rectangle 186">
              <a:extLst>
                <a:ext uri="{FF2B5EF4-FFF2-40B4-BE49-F238E27FC236}">
                  <a16:creationId xmlns:a16="http://schemas.microsoft.com/office/drawing/2014/main" id="{7BF6DB3D-CCB3-A77A-C858-EC1ADE94C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563"/>
              <a:ext cx="4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produto  </a:t>
              </a:r>
              <a:endParaRPr lang="pt-BR" altLang="pt-BR"/>
            </a:p>
          </p:txBody>
        </p:sp>
        <p:sp>
          <p:nvSpPr>
            <p:cNvPr id="42021" name="Rectangle 187">
              <a:extLst>
                <a:ext uri="{FF2B5EF4-FFF2-40B4-BE49-F238E27FC236}">
                  <a16:creationId xmlns:a16="http://schemas.microsoft.com/office/drawing/2014/main" id="{CFEB8C29-23BD-2561-10A2-13DBC727D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059"/>
              <a:ext cx="38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22" name="Rectangle 188">
              <a:extLst>
                <a:ext uri="{FF2B5EF4-FFF2-40B4-BE49-F238E27FC236}">
                  <a16:creationId xmlns:a16="http://schemas.microsoft.com/office/drawing/2014/main" id="{839FDAB3-8EED-AC73-2E05-04E61D695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070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BOM </a:t>
              </a:r>
              <a:endParaRPr lang="pt-BR" altLang="pt-BR"/>
            </a:p>
          </p:txBody>
        </p:sp>
        <p:sp>
          <p:nvSpPr>
            <p:cNvPr id="42023" name="Rectangle 189">
              <a:extLst>
                <a:ext uri="{FF2B5EF4-FFF2-40B4-BE49-F238E27FC236}">
                  <a16:creationId xmlns:a16="http://schemas.microsoft.com/office/drawing/2014/main" id="{106AFB84-4981-555F-4F02-931D1A7D2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3184"/>
              <a:ext cx="30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inicial </a:t>
              </a:r>
              <a:endParaRPr lang="pt-BR" altLang="pt-BR"/>
            </a:p>
          </p:txBody>
        </p:sp>
        <p:sp>
          <p:nvSpPr>
            <p:cNvPr id="42024" name="Rectangle 190">
              <a:extLst>
                <a:ext uri="{FF2B5EF4-FFF2-40B4-BE49-F238E27FC236}">
                  <a16:creationId xmlns:a16="http://schemas.microsoft.com/office/drawing/2014/main" id="{20BF4C8F-E20C-F967-8ECA-0FDBC1715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059"/>
              <a:ext cx="49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25" name="Rectangle 191">
              <a:extLst>
                <a:ext uri="{FF2B5EF4-FFF2-40B4-BE49-F238E27FC236}">
                  <a16:creationId xmlns:a16="http://schemas.microsoft.com/office/drawing/2014/main" id="{94293360-C46C-1CBA-6327-1E0DD66DF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3070"/>
              <a:ext cx="4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Desenhos </a:t>
              </a:r>
              <a:endParaRPr lang="pt-BR" altLang="pt-BR"/>
            </a:p>
          </p:txBody>
        </p:sp>
        <p:sp>
          <p:nvSpPr>
            <p:cNvPr id="42026" name="Rectangle 192">
              <a:extLst>
                <a:ext uri="{FF2B5EF4-FFF2-40B4-BE49-F238E27FC236}">
                  <a16:creationId xmlns:a16="http://schemas.microsoft.com/office/drawing/2014/main" id="{326BAFA6-4C60-5090-90A1-59AD377B9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184"/>
              <a:ext cx="32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iniciais</a:t>
              </a:r>
              <a:endParaRPr lang="pt-BR" altLang="pt-BR"/>
            </a:p>
          </p:txBody>
        </p:sp>
        <p:grpSp>
          <p:nvGrpSpPr>
            <p:cNvPr id="42027" name="Group 232">
              <a:extLst>
                <a:ext uri="{FF2B5EF4-FFF2-40B4-BE49-F238E27FC236}">
                  <a16:creationId xmlns:a16="http://schemas.microsoft.com/office/drawing/2014/main" id="{B7995F60-4E53-795A-9286-5403E83684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0" y="1810"/>
              <a:ext cx="2005" cy="1144"/>
              <a:chOff x="3570" y="1810"/>
              <a:chExt cx="2005" cy="1144"/>
            </a:xfrm>
          </p:grpSpPr>
          <p:sp>
            <p:nvSpPr>
              <p:cNvPr id="42373" name="Freeform 193">
                <a:extLst>
                  <a:ext uri="{FF2B5EF4-FFF2-40B4-BE49-F238E27FC236}">
                    <a16:creationId xmlns:a16="http://schemas.microsoft.com/office/drawing/2014/main" id="{E19873F9-DECA-12BC-5177-CF73F1664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0" y="1810"/>
                <a:ext cx="2005" cy="1053"/>
              </a:xfrm>
              <a:custGeom>
                <a:avLst/>
                <a:gdLst>
                  <a:gd name="T0" fmla="*/ 79 w 4008"/>
                  <a:gd name="T1" fmla="*/ 0 h 2107"/>
                  <a:gd name="T2" fmla="*/ 62 w 4008"/>
                  <a:gd name="T3" fmla="*/ 4 h 2107"/>
                  <a:gd name="T4" fmla="*/ 46 w 4008"/>
                  <a:gd name="T5" fmla="*/ 10 h 2107"/>
                  <a:gd name="T6" fmla="*/ 32 w 4008"/>
                  <a:gd name="T7" fmla="*/ 20 h 2107"/>
                  <a:gd name="T8" fmla="*/ 20 w 4008"/>
                  <a:gd name="T9" fmla="*/ 32 h 2107"/>
                  <a:gd name="T10" fmla="*/ 11 w 4008"/>
                  <a:gd name="T11" fmla="*/ 46 h 2107"/>
                  <a:gd name="T12" fmla="*/ 4 w 4008"/>
                  <a:gd name="T13" fmla="*/ 62 h 2107"/>
                  <a:gd name="T14" fmla="*/ 1 w 4008"/>
                  <a:gd name="T15" fmla="*/ 79 h 2107"/>
                  <a:gd name="T16" fmla="*/ 0 w 4008"/>
                  <a:gd name="T17" fmla="*/ 439 h 2107"/>
                  <a:gd name="T18" fmla="*/ 2 w 4008"/>
                  <a:gd name="T19" fmla="*/ 456 h 2107"/>
                  <a:gd name="T20" fmla="*/ 7 w 4008"/>
                  <a:gd name="T21" fmla="*/ 473 h 2107"/>
                  <a:gd name="T22" fmla="*/ 15 w 4008"/>
                  <a:gd name="T23" fmla="*/ 488 h 2107"/>
                  <a:gd name="T24" fmla="*/ 26 w 4008"/>
                  <a:gd name="T25" fmla="*/ 501 h 2107"/>
                  <a:gd name="T26" fmla="*/ 39 w 4008"/>
                  <a:gd name="T27" fmla="*/ 512 h 2107"/>
                  <a:gd name="T28" fmla="*/ 54 w 4008"/>
                  <a:gd name="T29" fmla="*/ 520 h 2107"/>
                  <a:gd name="T30" fmla="*/ 70 w 4008"/>
                  <a:gd name="T31" fmla="*/ 524 h 2107"/>
                  <a:gd name="T32" fmla="*/ 88 w 4008"/>
                  <a:gd name="T33" fmla="*/ 526 h 2107"/>
                  <a:gd name="T34" fmla="*/ 924 w 4008"/>
                  <a:gd name="T35" fmla="*/ 526 h 2107"/>
                  <a:gd name="T36" fmla="*/ 941 w 4008"/>
                  <a:gd name="T37" fmla="*/ 522 h 2107"/>
                  <a:gd name="T38" fmla="*/ 957 w 4008"/>
                  <a:gd name="T39" fmla="*/ 516 h 2107"/>
                  <a:gd name="T40" fmla="*/ 971 w 4008"/>
                  <a:gd name="T41" fmla="*/ 507 h 2107"/>
                  <a:gd name="T42" fmla="*/ 983 w 4008"/>
                  <a:gd name="T43" fmla="*/ 495 h 2107"/>
                  <a:gd name="T44" fmla="*/ 992 w 4008"/>
                  <a:gd name="T45" fmla="*/ 481 h 2107"/>
                  <a:gd name="T46" fmla="*/ 999 w 4008"/>
                  <a:gd name="T47" fmla="*/ 465 h 2107"/>
                  <a:gd name="T48" fmla="*/ 1003 w 4008"/>
                  <a:gd name="T49" fmla="*/ 448 h 2107"/>
                  <a:gd name="T50" fmla="*/ 1003 w 4008"/>
                  <a:gd name="T51" fmla="*/ 88 h 2107"/>
                  <a:gd name="T52" fmla="*/ 1001 w 4008"/>
                  <a:gd name="T53" fmla="*/ 70 h 2107"/>
                  <a:gd name="T54" fmla="*/ 996 w 4008"/>
                  <a:gd name="T55" fmla="*/ 54 h 2107"/>
                  <a:gd name="T56" fmla="*/ 988 w 4008"/>
                  <a:gd name="T57" fmla="*/ 39 h 2107"/>
                  <a:gd name="T58" fmla="*/ 977 w 4008"/>
                  <a:gd name="T59" fmla="*/ 26 h 2107"/>
                  <a:gd name="T60" fmla="*/ 964 w 4008"/>
                  <a:gd name="T61" fmla="*/ 15 h 2107"/>
                  <a:gd name="T62" fmla="*/ 949 w 4008"/>
                  <a:gd name="T63" fmla="*/ 7 h 2107"/>
                  <a:gd name="T64" fmla="*/ 933 w 4008"/>
                  <a:gd name="T65" fmla="*/ 2 h 2107"/>
                  <a:gd name="T66" fmla="*/ 915 w 4008"/>
                  <a:gd name="T67" fmla="*/ 0 h 210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008"/>
                  <a:gd name="T103" fmla="*/ 0 h 2107"/>
                  <a:gd name="T104" fmla="*/ 4008 w 4008"/>
                  <a:gd name="T105" fmla="*/ 2107 h 210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008" h="2107">
                    <a:moveTo>
                      <a:pt x="350" y="0"/>
                    </a:moveTo>
                    <a:lnTo>
                      <a:pt x="314" y="2"/>
                    </a:lnTo>
                    <a:lnTo>
                      <a:pt x="280" y="8"/>
                    </a:lnTo>
                    <a:lnTo>
                      <a:pt x="246" y="16"/>
                    </a:lnTo>
                    <a:lnTo>
                      <a:pt x="215" y="28"/>
                    </a:lnTo>
                    <a:lnTo>
                      <a:pt x="183" y="42"/>
                    </a:lnTo>
                    <a:lnTo>
                      <a:pt x="155" y="60"/>
                    </a:lnTo>
                    <a:lnTo>
                      <a:pt x="127" y="80"/>
                    </a:lnTo>
                    <a:lnTo>
                      <a:pt x="103" y="104"/>
                    </a:lnTo>
                    <a:lnTo>
                      <a:pt x="79" y="128"/>
                    </a:lnTo>
                    <a:lnTo>
                      <a:pt x="59" y="156"/>
                    </a:lnTo>
                    <a:lnTo>
                      <a:pt x="42" y="184"/>
                    </a:lnTo>
                    <a:lnTo>
                      <a:pt x="28" y="216"/>
                    </a:lnTo>
                    <a:lnTo>
                      <a:pt x="16" y="248"/>
                    </a:lnTo>
                    <a:lnTo>
                      <a:pt x="8" y="282"/>
                    </a:lnTo>
                    <a:lnTo>
                      <a:pt x="2" y="316"/>
                    </a:lnTo>
                    <a:lnTo>
                      <a:pt x="0" y="352"/>
                    </a:lnTo>
                    <a:lnTo>
                      <a:pt x="0" y="1756"/>
                    </a:lnTo>
                    <a:lnTo>
                      <a:pt x="2" y="1792"/>
                    </a:lnTo>
                    <a:lnTo>
                      <a:pt x="8" y="1826"/>
                    </a:lnTo>
                    <a:lnTo>
                      <a:pt x="16" y="1860"/>
                    </a:lnTo>
                    <a:lnTo>
                      <a:pt x="28" y="1892"/>
                    </a:lnTo>
                    <a:lnTo>
                      <a:pt x="42" y="1924"/>
                    </a:lnTo>
                    <a:lnTo>
                      <a:pt x="59" y="1952"/>
                    </a:lnTo>
                    <a:lnTo>
                      <a:pt x="79" y="1980"/>
                    </a:lnTo>
                    <a:lnTo>
                      <a:pt x="103" y="2004"/>
                    </a:lnTo>
                    <a:lnTo>
                      <a:pt x="127" y="2028"/>
                    </a:lnTo>
                    <a:lnTo>
                      <a:pt x="155" y="2048"/>
                    </a:lnTo>
                    <a:lnTo>
                      <a:pt x="183" y="2066"/>
                    </a:lnTo>
                    <a:lnTo>
                      <a:pt x="215" y="2080"/>
                    </a:lnTo>
                    <a:lnTo>
                      <a:pt x="246" y="2091"/>
                    </a:lnTo>
                    <a:lnTo>
                      <a:pt x="280" y="2099"/>
                    </a:lnTo>
                    <a:lnTo>
                      <a:pt x="314" y="2105"/>
                    </a:lnTo>
                    <a:lnTo>
                      <a:pt x="350" y="2107"/>
                    </a:lnTo>
                    <a:lnTo>
                      <a:pt x="3658" y="2107"/>
                    </a:lnTo>
                    <a:lnTo>
                      <a:pt x="3694" y="2105"/>
                    </a:lnTo>
                    <a:lnTo>
                      <a:pt x="3728" y="2099"/>
                    </a:lnTo>
                    <a:lnTo>
                      <a:pt x="3762" y="2091"/>
                    </a:lnTo>
                    <a:lnTo>
                      <a:pt x="3793" y="2080"/>
                    </a:lnTo>
                    <a:lnTo>
                      <a:pt x="3825" y="2066"/>
                    </a:lnTo>
                    <a:lnTo>
                      <a:pt x="3853" y="2048"/>
                    </a:lnTo>
                    <a:lnTo>
                      <a:pt x="3881" y="2028"/>
                    </a:lnTo>
                    <a:lnTo>
                      <a:pt x="3905" y="2004"/>
                    </a:lnTo>
                    <a:lnTo>
                      <a:pt x="3929" y="1980"/>
                    </a:lnTo>
                    <a:lnTo>
                      <a:pt x="3949" y="1952"/>
                    </a:lnTo>
                    <a:lnTo>
                      <a:pt x="3966" y="1924"/>
                    </a:lnTo>
                    <a:lnTo>
                      <a:pt x="3980" y="1892"/>
                    </a:lnTo>
                    <a:lnTo>
                      <a:pt x="3992" y="1860"/>
                    </a:lnTo>
                    <a:lnTo>
                      <a:pt x="4000" y="1826"/>
                    </a:lnTo>
                    <a:lnTo>
                      <a:pt x="4006" y="1792"/>
                    </a:lnTo>
                    <a:lnTo>
                      <a:pt x="4008" y="1756"/>
                    </a:lnTo>
                    <a:lnTo>
                      <a:pt x="4008" y="352"/>
                    </a:lnTo>
                    <a:lnTo>
                      <a:pt x="4006" y="316"/>
                    </a:lnTo>
                    <a:lnTo>
                      <a:pt x="4000" y="282"/>
                    </a:lnTo>
                    <a:lnTo>
                      <a:pt x="3992" y="248"/>
                    </a:lnTo>
                    <a:lnTo>
                      <a:pt x="3980" y="216"/>
                    </a:lnTo>
                    <a:lnTo>
                      <a:pt x="3966" y="184"/>
                    </a:lnTo>
                    <a:lnTo>
                      <a:pt x="3949" y="156"/>
                    </a:lnTo>
                    <a:lnTo>
                      <a:pt x="3929" y="128"/>
                    </a:lnTo>
                    <a:lnTo>
                      <a:pt x="3905" y="104"/>
                    </a:lnTo>
                    <a:lnTo>
                      <a:pt x="3881" y="80"/>
                    </a:lnTo>
                    <a:lnTo>
                      <a:pt x="3853" y="60"/>
                    </a:lnTo>
                    <a:lnTo>
                      <a:pt x="3825" y="42"/>
                    </a:lnTo>
                    <a:lnTo>
                      <a:pt x="3793" y="28"/>
                    </a:lnTo>
                    <a:lnTo>
                      <a:pt x="3762" y="16"/>
                    </a:lnTo>
                    <a:lnTo>
                      <a:pt x="3728" y="8"/>
                    </a:lnTo>
                    <a:lnTo>
                      <a:pt x="3694" y="2"/>
                    </a:lnTo>
                    <a:lnTo>
                      <a:pt x="3658" y="0"/>
                    </a:lnTo>
                    <a:lnTo>
                      <a:pt x="3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42374" name="Group 211">
                <a:extLst>
                  <a:ext uri="{FF2B5EF4-FFF2-40B4-BE49-F238E27FC236}">
                    <a16:creationId xmlns:a16="http://schemas.microsoft.com/office/drawing/2014/main" id="{19D8D3D6-8180-4B1E-4CB8-8C86CC3307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18" y="1858"/>
                <a:ext cx="907" cy="924"/>
                <a:chOff x="3618" y="1858"/>
                <a:chExt cx="907" cy="924"/>
              </a:xfrm>
            </p:grpSpPr>
            <p:sp>
              <p:nvSpPr>
                <p:cNvPr id="42395" name="Freeform 194">
                  <a:extLst>
                    <a:ext uri="{FF2B5EF4-FFF2-40B4-BE49-F238E27FC236}">
                      <a16:creationId xmlns:a16="http://schemas.microsoft.com/office/drawing/2014/main" id="{3CD490FF-A1EF-07DD-4AA8-CEEEF8FE50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8" y="1858"/>
                  <a:ext cx="907" cy="814"/>
                </a:xfrm>
                <a:custGeom>
                  <a:avLst/>
                  <a:gdLst>
                    <a:gd name="T0" fmla="*/ 60 w 1814"/>
                    <a:gd name="T1" fmla="*/ 1 h 1628"/>
                    <a:gd name="T2" fmla="*/ 48 w 1814"/>
                    <a:gd name="T3" fmla="*/ 3 h 1628"/>
                    <a:gd name="T4" fmla="*/ 36 w 1814"/>
                    <a:gd name="T5" fmla="*/ 8 h 1628"/>
                    <a:gd name="T6" fmla="*/ 25 w 1814"/>
                    <a:gd name="T7" fmla="*/ 15 h 1628"/>
                    <a:gd name="T8" fmla="*/ 15 w 1814"/>
                    <a:gd name="T9" fmla="*/ 25 h 1628"/>
                    <a:gd name="T10" fmla="*/ 8 w 1814"/>
                    <a:gd name="T11" fmla="*/ 36 h 1628"/>
                    <a:gd name="T12" fmla="*/ 3 w 1814"/>
                    <a:gd name="T13" fmla="*/ 48 h 1628"/>
                    <a:gd name="T14" fmla="*/ 1 w 1814"/>
                    <a:gd name="T15" fmla="*/ 61 h 1628"/>
                    <a:gd name="T16" fmla="*/ 0 w 1814"/>
                    <a:gd name="T17" fmla="*/ 340 h 1628"/>
                    <a:gd name="T18" fmla="*/ 2 w 1814"/>
                    <a:gd name="T19" fmla="*/ 353 h 1628"/>
                    <a:gd name="T20" fmla="*/ 6 w 1814"/>
                    <a:gd name="T21" fmla="*/ 366 h 1628"/>
                    <a:gd name="T22" fmla="*/ 12 w 1814"/>
                    <a:gd name="T23" fmla="*/ 378 h 1628"/>
                    <a:gd name="T24" fmla="*/ 20 w 1814"/>
                    <a:gd name="T25" fmla="*/ 388 h 1628"/>
                    <a:gd name="T26" fmla="*/ 30 w 1814"/>
                    <a:gd name="T27" fmla="*/ 396 h 1628"/>
                    <a:gd name="T28" fmla="*/ 42 w 1814"/>
                    <a:gd name="T29" fmla="*/ 402 h 1628"/>
                    <a:gd name="T30" fmla="*/ 55 w 1814"/>
                    <a:gd name="T31" fmla="*/ 406 h 1628"/>
                    <a:gd name="T32" fmla="*/ 68 w 1814"/>
                    <a:gd name="T33" fmla="*/ 407 h 1628"/>
                    <a:gd name="T34" fmla="*/ 393 w 1814"/>
                    <a:gd name="T35" fmla="*/ 407 h 1628"/>
                    <a:gd name="T36" fmla="*/ 406 w 1814"/>
                    <a:gd name="T37" fmla="*/ 404 h 1628"/>
                    <a:gd name="T38" fmla="*/ 418 w 1814"/>
                    <a:gd name="T39" fmla="*/ 399 h 1628"/>
                    <a:gd name="T40" fmla="*/ 429 w 1814"/>
                    <a:gd name="T41" fmla="*/ 392 h 1628"/>
                    <a:gd name="T42" fmla="*/ 438 w 1814"/>
                    <a:gd name="T43" fmla="*/ 383 h 1628"/>
                    <a:gd name="T44" fmla="*/ 446 w 1814"/>
                    <a:gd name="T45" fmla="*/ 372 h 1628"/>
                    <a:gd name="T46" fmla="*/ 451 w 1814"/>
                    <a:gd name="T47" fmla="*/ 360 h 1628"/>
                    <a:gd name="T48" fmla="*/ 453 w 1814"/>
                    <a:gd name="T49" fmla="*/ 347 h 1628"/>
                    <a:gd name="T50" fmla="*/ 454 w 1814"/>
                    <a:gd name="T51" fmla="*/ 68 h 1628"/>
                    <a:gd name="T52" fmla="*/ 452 w 1814"/>
                    <a:gd name="T53" fmla="*/ 54 h 1628"/>
                    <a:gd name="T54" fmla="*/ 448 w 1814"/>
                    <a:gd name="T55" fmla="*/ 42 h 1628"/>
                    <a:gd name="T56" fmla="*/ 442 w 1814"/>
                    <a:gd name="T57" fmla="*/ 30 h 1628"/>
                    <a:gd name="T58" fmla="*/ 434 w 1814"/>
                    <a:gd name="T59" fmla="*/ 20 h 1628"/>
                    <a:gd name="T60" fmla="*/ 424 w 1814"/>
                    <a:gd name="T61" fmla="*/ 12 h 1628"/>
                    <a:gd name="T62" fmla="*/ 413 w 1814"/>
                    <a:gd name="T63" fmla="*/ 6 h 1628"/>
                    <a:gd name="T64" fmla="*/ 400 w 1814"/>
                    <a:gd name="T65" fmla="*/ 2 h 1628"/>
                    <a:gd name="T66" fmla="*/ 386 w 1814"/>
                    <a:gd name="T67" fmla="*/ 0 h 162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814"/>
                    <a:gd name="T103" fmla="*/ 0 h 1628"/>
                    <a:gd name="T104" fmla="*/ 1814 w 1814"/>
                    <a:gd name="T105" fmla="*/ 1628 h 1628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814" h="1628">
                      <a:moveTo>
                        <a:pt x="271" y="0"/>
                      </a:moveTo>
                      <a:lnTo>
                        <a:pt x="243" y="2"/>
                      </a:lnTo>
                      <a:lnTo>
                        <a:pt x="217" y="6"/>
                      </a:lnTo>
                      <a:lnTo>
                        <a:pt x="191" y="12"/>
                      </a:lnTo>
                      <a:lnTo>
                        <a:pt x="165" y="22"/>
                      </a:lnTo>
                      <a:lnTo>
                        <a:pt x="141" y="32"/>
                      </a:lnTo>
                      <a:lnTo>
                        <a:pt x="120" y="46"/>
                      </a:lnTo>
                      <a:lnTo>
                        <a:pt x="100" y="62"/>
                      </a:lnTo>
                      <a:lnTo>
                        <a:pt x="80" y="80"/>
                      </a:lnTo>
                      <a:lnTo>
                        <a:pt x="62" y="100"/>
                      </a:lnTo>
                      <a:lnTo>
                        <a:pt x="46" y="120"/>
                      </a:lnTo>
                      <a:lnTo>
                        <a:pt x="32" y="142"/>
                      </a:lnTo>
                      <a:lnTo>
                        <a:pt x="22" y="166"/>
                      </a:lnTo>
                      <a:lnTo>
                        <a:pt x="12" y="192"/>
                      </a:lnTo>
                      <a:lnTo>
                        <a:pt x="6" y="218"/>
                      </a:lnTo>
                      <a:lnTo>
                        <a:pt x="2" y="244"/>
                      </a:lnTo>
                      <a:lnTo>
                        <a:pt x="0" y="271"/>
                      </a:lnTo>
                      <a:lnTo>
                        <a:pt x="0" y="1357"/>
                      </a:lnTo>
                      <a:lnTo>
                        <a:pt x="2" y="1385"/>
                      </a:lnTo>
                      <a:lnTo>
                        <a:pt x="6" y="1411"/>
                      </a:lnTo>
                      <a:lnTo>
                        <a:pt x="12" y="1437"/>
                      </a:lnTo>
                      <a:lnTo>
                        <a:pt x="22" y="1463"/>
                      </a:lnTo>
                      <a:lnTo>
                        <a:pt x="32" y="1487"/>
                      </a:lnTo>
                      <a:lnTo>
                        <a:pt x="46" y="1509"/>
                      </a:lnTo>
                      <a:lnTo>
                        <a:pt x="62" y="1529"/>
                      </a:lnTo>
                      <a:lnTo>
                        <a:pt x="80" y="1549"/>
                      </a:lnTo>
                      <a:lnTo>
                        <a:pt x="100" y="1566"/>
                      </a:lnTo>
                      <a:lnTo>
                        <a:pt x="120" y="1582"/>
                      </a:lnTo>
                      <a:lnTo>
                        <a:pt x="141" y="1596"/>
                      </a:lnTo>
                      <a:lnTo>
                        <a:pt x="165" y="1606"/>
                      </a:lnTo>
                      <a:lnTo>
                        <a:pt x="191" y="1616"/>
                      </a:lnTo>
                      <a:lnTo>
                        <a:pt x="217" y="1622"/>
                      </a:lnTo>
                      <a:lnTo>
                        <a:pt x="243" y="1626"/>
                      </a:lnTo>
                      <a:lnTo>
                        <a:pt x="271" y="1628"/>
                      </a:lnTo>
                      <a:lnTo>
                        <a:pt x="1543" y="1628"/>
                      </a:lnTo>
                      <a:lnTo>
                        <a:pt x="1571" y="1626"/>
                      </a:lnTo>
                      <a:lnTo>
                        <a:pt x="1597" y="1622"/>
                      </a:lnTo>
                      <a:lnTo>
                        <a:pt x="1623" y="1616"/>
                      </a:lnTo>
                      <a:lnTo>
                        <a:pt x="1649" y="1606"/>
                      </a:lnTo>
                      <a:lnTo>
                        <a:pt x="1672" y="1596"/>
                      </a:lnTo>
                      <a:lnTo>
                        <a:pt x="1694" y="1582"/>
                      </a:lnTo>
                      <a:lnTo>
                        <a:pt x="1714" y="1566"/>
                      </a:lnTo>
                      <a:lnTo>
                        <a:pt x="1734" y="1549"/>
                      </a:lnTo>
                      <a:lnTo>
                        <a:pt x="1752" y="1529"/>
                      </a:lnTo>
                      <a:lnTo>
                        <a:pt x="1768" y="1509"/>
                      </a:lnTo>
                      <a:lnTo>
                        <a:pt x="1782" y="1487"/>
                      </a:lnTo>
                      <a:lnTo>
                        <a:pt x="1792" y="1463"/>
                      </a:lnTo>
                      <a:lnTo>
                        <a:pt x="1802" y="1437"/>
                      </a:lnTo>
                      <a:lnTo>
                        <a:pt x="1808" y="1411"/>
                      </a:lnTo>
                      <a:lnTo>
                        <a:pt x="1812" y="1385"/>
                      </a:lnTo>
                      <a:lnTo>
                        <a:pt x="1814" y="1357"/>
                      </a:lnTo>
                      <a:lnTo>
                        <a:pt x="1814" y="271"/>
                      </a:lnTo>
                      <a:lnTo>
                        <a:pt x="1812" y="244"/>
                      </a:lnTo>
                      <a:lnTo>
                        <a:pt x="1808" y="218"/>
                      </a:lnTo>
                      <a:lnTo>
                        <a:pt x="1802" y="192"/>
                      </a:lnTo>
                      <a:lnTo>
                        <a:pt x="1792" y="166"/>
                      </a:lnTo>
                      <a:lnTo>
                        <a:pt x="1782" y="142"/>
                      </a:lnTo>
                      <a:lnTo>
                        <a:pt x="1768" y="120"/>
                      </a:lnTo>
                      <a:lnTo>
                        <a:pt x="1752" y="100"/>
                      </a:lnTo>
                      <a:lnTo>
                        <a:pt x="1734" y="80"/>
                      </a:lnTo>
                      <a:lnTo>
                        <a:pt x="1714" y="62"/>
                      </a:lnTo>
                      <a:lnTo>
                        <a:pt x="1694" y="46"/>
                      </a:lnTo>
                      <a:lnTo>
                        <a:pt x="1672" y="32"/>
                      </a:lnTo>
                      <a:lnTo>
                        <a:pt x="1649" y="22"/>
                      </a:lnTo>
                      <a:lnTo>
                        <a:pt x="1623" y="12"/>
                      </a:lnTo>
                      <a:lnTo>
                        <a:pt x="1597" y="6"/>
                      </a:lnTo>
                      <a:lnTo>
                        <a:pt x="1571" y="2"/>
                      </a:lnTo>
                      <a:lnTo>
                        <a:pt x="1543" y="0"/>
                      </a:lnTo>
                      <a:lnTo>
                        <a:pt x="27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42396" name="Group 207">
                  <a:extLst>
                    <a:ext uri="{FF2B5EF4-FFF2-40B4-BE49-F238E27FC236}">
                      <a16:creationId xmlns:a16="http://schemas.microsoft.com/office/drawing/2014/main" id="{892522D7-E738-29DB-B615-68886E4FE9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66" y="1953"/>
                  <a:ext cx="797" cy="464"/>
                  <a:chOff x="3666" y="1953"/>
                  <a:chExt cx="797" cy="464"/>
                </a:xfrm>
              </p:grpSpPr>
              <p:sp>
                <p:nvSpPr>
                  <p:cNvPr id="42400" name="Rectangle 195">
                    <a:extLst>
                      <a:ext uri="{FF2B5EF4-FFF2-40B4-BE49-F238E27FC236}">
                        <a16:creationId xmlns:a16="http://schemas.microsoft.com/office/drawing/2014/main" id="{227AFDF5-54EF-A067-177B-0269D39BB9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57" y="1953"/>
                    <a:ext cx="573" cy="352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42401" name="Rectangle 196">
                    <a:extLst>
                      <a:ext uri="{FF2B5EF4-FFF2-40B4-BE49-F238E27FC236}">
                        <a16:creationId xmlns:a16="http://schemas.microsoft.com/office/drawing/2014/main" id="{6A8319A8-1F42-13FA-AA6C-77566652B3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92" y="1964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/>
                  </a:p>
                </p:txBody>
              </p:sp>
              <p:sp>
                <p:nvSpPr>
                  <p:cNvPr id="42402" name="Rectangle 197">
                    <a:extLst>
                      <a:ext uri="{FF2B5EF4-FFF2-40B4-BE49-F238E27FC236}">
                        <a16:creationId xmlns:a16="http://schemas.microsoft.com/office/drawing/2014/main" id="{36E3779B-62E5-0100-F609-3C510A2186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79" y="2079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/>
                  </a:p>
                </p:txBody>
              </p:sp>
              <p:sp>
                <p:nvSpPr>
                  <p:cNvPr id="42403" name="Rectangle 198">
                    <a:extLst>
                      <a:ext uri="{FF2B5EF4-FFF2-40B4-BE49-F238E27FC236}">
                        <a16:creationId xmlns:a16="http://schemas.microsoft.com/office/drawing/2014/main" id="{6DA11C21-28F8-FB36-14DC-C28682A5C7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46" y="2194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/>
                  </a:p>
                </p:txBody>
              </p:sp>
              <p:sp>
                <p:nvSpPr>
                  <p:cNvPr id="42404" name="Rectangle 199">
                    <a:extLst>
                      <a:ext uri="{FF2B5EF4-FFF2-40B4-BE49-F238E27FC236}">
                        <a16:creationId xmlns:a16="http://schemas.microsoft.com/office/drawing/2014/main" id="{B90F1543-B621-EA82-5EED-ED300EDC42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61" y="2001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42405" name="Rectangle 200">
                    <a:extLst>
                      <a:ext uri="{FF2B5EF4-FFF2-40B4-BE49-F238E27FC236}">
                        <a16:creationId xmlns:a16="http://schemas.microsoft.com/office/drawing/2014/main" id="{406AFDF3-099D-2190-D764-D5BC13AD29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96" y="2012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/>
                  </a:p>
                </p:txBody>
              </p:sp>
              <p:sp>
                <p:nvSpPr>
                  <p:cNvPr id="42406" name="Rectangle 201">
                    <a:extLst>
                      <a:ext uri="{FF2B5EF4-FFF2-40B4-BE49-F238E27FC236}">
                        <a16:creationId xmlns:a16="http://schemas.microsoft.com/office/drawing/2014/main" id="{073A07ED-586D-769D-072A-64AA76C306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4" y="2127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/>
                  </a:p>
                </p:txBody>
              </p:sp>
              <p:sp>
                <p:nvSpPr>
                  <p:cNvPr id="42407" name="Rectangle 202">
                    <a:extLst>
                      <a:ext uri="{FF2B5EF4-FFF2-40B4-BE49-F238E27FC236}">
                        <a16:creationId xmlns:a16="http://schemas.microsoft.com/office/drawing/2014/main" id="{FD12F664-15CB-FDBD-D291-444EE78704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51" y="2241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/>
                  </a:p>
                </p:txBody>
              </p:sp>
              <p:sp>
                <p:nvSpPr>
                  <p:cNvPr id="42408" name="Rectangle 203">
                    <a:extLst>
                      <a:ext uri="{FF2B5EF4-FFF2-40B4-BE49-F238E27FC236}">
                        <a16:creationId xmlns:a16="http://schemas.microsoft.com/office/drawing/2014/main" id="{72B69883-2C42-1E6D-4824-4BD9BE09E4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66" y="2049"/>
                    <a:ext cx="573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42409" name="Rectangle 204">
                    <a:extLst>
                      <a:ext uri="{FF2B5EF4-FFF2-40B4-BE49-F238E27FC236}">
                        <a16:creationId xmlns:a16="http://schemas.microsoft.com/office/drawing/2014/main" id="{CCF17CDC-8346-C97C-13A9-8821191448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01" y="2060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/>
                  </a:p>
                </p:txBody>
              </p:sp>
              <p:sp>
                <p:nvSpPr>
                  <p:cNvPr id="42410" name="Rectangle 205">
                    <a:extLst>
                      <a:ext uri="{FF2B5EF4-FFF2-40B4-BE49-F238E27FC236}">
                        <a16:creationId xmlns:a16="http://schemas.microsoft.com/office/drawing/2014/main" id="{0E7860A6-6548-812E-E1EE-0EA15BFE98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88" y="2175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/>
                  </a:p>
                </p:txBody>
              </p:sp>
              <p:sp>
                <p:nvSpPr>
                  <p:cNvPr id="42411" name="Rectangle 206">
                    <a:extLst>
                      <a:ext uri="{FF2B5EF4-FFF2-40B4-BE49-F238E27FC236}">
                        <a16:creationId xmlns:a16="http://schemas.microsoft.com/office/drawing/2014/main" id="{A68FD27C-83F5-CB1C-85EC-D07F36BDEF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55" y="2289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/>
                  </a:p>
                </p:txBody>
              </p:sp>
            </p:grpSp>
            <p:sp>
              <p:nvSpPr>
                <p:cNvPr id="42397" name="Rectangle 208">
                  <a:extLst>
                    <a:ext uri="{FF2B5EF4-FFF2-40B4-BE49-F238E27FC236}">
                      <a16:creationId xmlns:a16="http://schemas.microsoft.com/office/drawing/2014/main" id="{A9830A42-15B8-3D6B-9A7F-F3BBB758B6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1" y="2528"/>
                  <a:ext cx="587" cy="236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398" name="Rectangle 209">
                  <a:extLst>
                    <a:ext uri="{FF2B5EF4-FFF2-40B4-BE49-F238E27FC236}">
                      <a16:creationId xmlns:a16="http://schemas.microsoft.com/office/drawing/2014/main" id="{D38DD6B0-DA12-B475-BDED-DE177F0B0D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03" y="2539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/>
                </a:p>
              </p:txBody>
            </p:sp>
            <p:sp>
              <p:nvSpPr>
                <p:cNvPr id="42399" name="Rectangle 210">
                  <a:extLst>
                    <a:ext uri="{FF2B5EF4-FFF2-40B4-BE49-F238E27FC236}">
                      <a16:creationId xmlns:a16="http://schemas.microsoft.com/office/drawing/2014/main" id="{DF17CF53-D1F2-BA08-04CE-3DFDAF5DD1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7" y="2654"/>
                  <a:ext cx="57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total</a:t>
                  </a:r>
                  <a:endParaRPr lang="pt-BR" altLang="pt-BR"/>
                </a:p>
              </p:txBody>
            </p:sp>
          </p:grpSp>
          <p:sp>
            <p:nvSpPr>
              <p:cNvPr id="42375" name="Rectangle 212">
                <a:extLst>
                  <a:ext uri="{FF2B5EF4-FFF2-40B4-BE49-F238E27FC236}">
                    <a16:creationId xmlns:a16="http://schemas.microsoft.com/office/drawing/2014/main" id="{AE039325-A0D7-6931-E5A6-82672F17B6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4" y="2815"/>
                <a:ext cx="1385" cy="12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376" name="Rectangle 213">
                <a:extLst>
                  <a:ext uri="{FF2B5EF4-FFF2-40B4-BE49-F238E27FC236}">
                    <a16:creationId xmlns:a16="http://schemas.microsoft.com/office/drawing/2014/main" id="{F655B9FA-AB63-FBB6-AD62-29CB390827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5" y="2826"/>
                <a:ext cx="102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Alternativas de solução</a:t>
                </a:r>
                <a:endParaRPr lang="pt-BR" altLang="pt-BR"/>
              </a:p>
            </p:txBody>
          </p:sp>
          <p:grpSp>
            <p:nvGrpSpPr>
              <p:cNvPr id="42377" name="Group 231">
                <a:extLst>
                  <a:ext uri="{FF2B5EF4-FFF2-40B4-BE49-F238E27FC236}">
                    <a16:creationId xmlns:a16="http://schemas.microsoft.com/office/drawing/2014/main" id="{1A6D0B2B-0779-5650-F64A-0E64FBA5E9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0" y="1858"/>
                <a:ext cx="907" cy="924"/>
                <a:chOff x="4620" y="1858"/>
                <a:chExt cx="907" cy="924"/>
              </a:xfrm>
            </p:grpSpPr>
            <p:sp>
              <p:nvSpPr>
                <p:cNvPr id="42378" name="Freeform 214">
                  <a:extLst>
                    <a:ext uri="{FF2B5EF4-FFF2-40B4-BE49-F238E27FC236}">
                      <a16:creationId xmlns:a16="http://schemas.microsoft.com/office/drawing/2014/main" id="{2630618E-E8C0-E158-8576-EF735B8942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20" y="1858"/>
                  <a:ext cx="907" cy="814"/>
                </a:xfrm>
                <a:custGeom>
                  <a:avLst/>
                  <a:gdLst>
                    <a:gd name="T0" fmla="*/ 60 w 1814"/>
                    <a:gd name="T1" fmla="*/ 1 h 1628"/>
                    <a:gd name="T2" fmla="*/ 48 w 1814"/>
                    <a:gd name="T3" fmla="*/ 3 h 1628"/>
                    <a:gd name="T4" fmla="*/ 36 w 1814"/>
                    <a:gd name="T5" fmla="*/ 8 h 1628"/>
                    <a:gd name="T6" fmla="*/ 25 w 1814"/>
                    <a:gd name="T7" fmla="*/ 15 h 1628"/>
                    <a:gd name="T8" fmla="*/ 15 w 1814"/>
                    <a:gd name="T9" fmla="*/ 25 h 1628"/>
                    <a:gd name="T10" fmla="*/ 8 w 1814"/>
                    <a:gd name="T11" fmla="*/ 36 h 1628"/>
                    <a:gd name="T12" fmla="*/ 3 w 1814"/>
                    <a:gd name="T13" fmla="*/ 48 h 1628"/>
                    <a:gd name="T14" fmla="*/ 1 w 1814"/>
                    <a:gd name="T15" fmla="*/ 61 h 1628"/>
                    <a:gd name="T16" fmla="*/ 0 w 1814"/>
                    <a:gd name="T17" fmla="*/ 340 h 1628"/>
                    <a:gd name="T18" fmla="*/ 2 w 1814"/>
                    <a:gd name="T19" fmla="*/ 353 h 1628"/>
                    <a:gd name="T20" fmla="*/ 6 w 1814"/>
                    <a:gd name="T21" fmla="*/ 366 h 1628"/>
                    <a:gd name="T22" fmla="*/ 12 w 1814"/>
                    <a:gd name="T23" fmla="*/ 378 h 1628"/>
                    <a:gd name="T24" fmla="*/ 20 w 1814"/>
                    <a:gd name="T25" fmla="*/ 388 h 1628"/>
                    <a:gd name="T26" fmla="*/ 30 w 1814"/>
                    <a:gd name="T27" fmla="*/ 396 h 1628"/>
                    <a:gd name="T28" fmla="*/ 42 w 1814"/>
                    <a:gd name="T29" fmla="*/ 402 h 1628"/>
                    <a:gd name="T30" fmla="*/ 55 w 1814"/>
                    <a:gd name="T31" fmla="*/ 406 h 1628"/>
                    <a:gd name="T32" fmla="*/ 68 w 1814"/>
                    <a:gd name="T33" fmla="*/ 407 h 1628"/>
                    <a:gd name="T34" fmla="*/ 393 w 1814"/>
                    <a:gd name="T35" fmla="*/ 407 h 1628"/>
                    <a:gd name="T36" fmla="*/ 406 w 1814"/>
                    <a:gd name="T37" fmla="*/ 404 h 1628"/>
                    <a:gd name="T38" fmla="*/ 419 w 1814"/>
                    <a:gd name="T39" fmla="*/ 399 h 1628"/>
                    <a:gd name="T40" fmla="*/ 429 w 1814"/>
                    <a:gd name="T41" fmla="*/ 392 h 1628"/>
                    <a:gd name="T42" fmla="*/ 438 w 1814"/>
                    <a:gd name="T43" fmla="*/ 383 h 1628"/>
                    <a:gd name="T44" fmla="*/ 446 w 1814"/>
                    <a:gd name="T45" fmla="*/ 372 h 1628"/>
                    <a:gd name="T46" fmla="*/ 451 w 1814"/>
                    <a:gd name="T47" fmla="*/ 360 h 1628"/>
                    <a:gd name="T48" fmla="*/ 453 w 1814"/>
                    <a:gd name="T49" fmla="*/ 347 h 1628"/>
                    <a:gd name="T50" fmla="*/ 454 w 1814"/>
                    <a:gd name="T51" fmla="*/ 68 h 1628"/>
                    <a:gd name="T52" fmla="*/ 452 w 1814"/>
                    <a:gd name="T53" fmla="*/ 54 h 1628"/>
                    <a:gd name="T54" fmla="*/ 448 w 1814"/>
                    <a:gd name="T55" fmla="*/ 42 h 1628"/>
                    <a:gd name="T56" fmla="*/ 442 w 1814"/>
                    <a:gd name="T57" fmla="*/ 30 h 1628"/>
                    <a:gd name="T58" fmla="*/ 434 w 1814"/>
                    <a:gd name="T59" fmla="*/ 20 h 1628"/>
                    <a:gd name="T60" fmla="*/ 424 w 1814"/>
                    <a:gd name="T61" fmla="*/ 12 h 1628"/>
                    <a:gd name="T62" fmla="*/ 413 w 1814"/>
                    <a:gd name="T63" fmla="*/ 6 h 1628"/>
                    <a:gd name="T64" fmla="*/ 400 w 1814"/>
                    <a:gd name="T65" fmla="*/ 2 h 1628"/>
                    <a:gd name="T66" fmla="*/ 386 w 1814"/>
                    <a:gd name="T67" fmla="*/ 0 h 1628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814"/>
                    <a:gd name="T103" fmla="*/ 0 h 1628"/>
                    <a:gd name="T104" fmla="*/ 1814 w 1814"/>
                    <a:gd name="T105" fmla="*/ 1628 h 1628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814" h="1628">
                      <a:moveTo>
                        <a:pt x="271" y="0"/>
                      </a:moveTo>
                      <a:lnTo>
                        <a:pt x="243" y="2"/>
                      </a:lnTo>
                      <a:lnTo>
                        <a:pt x="217" y="6"/>
                      </a:lnTo>
                      <a:lnTo>
                        <a:pt x="191" y="12"/>
                      </a:lnTo>
                      <a:lnTo>
                        <a:pt x="165" y="22"/>
                      </a:lnTo>
                      <a:lnTo>
                        <a:pt x="142" y="32"/>
                      </a:lnTo>
                      <a:lnTo>
                        <a:pt x="120" y="46"/>
                      </a:lnTo>
                      <a:lnTo>
                        <a:pt x="100" y="62"/>
                      </a:lnTo>
                      <a:lnTo>
                        <a:pt x="80" y="80"/>
                      </a:lnTo>
                      <a:lnTo>
                        <a:pt x="62" y="100"/>
                      </a:lnTo>
                      <a:lnTo>
                        <a:pt x="46" y="120"/>
                      </a:lnTo>
                      <a:lnTo>
                        <a:pt x="32" y="142"/>
                      </a:lnTo>
                      <a:lnTo>
                        <a:pt x="22" y="166"/>
                      </a:lnTo>
                      <a:lnTo>
                        <a:pt x="12" y="192"/>
                      </a:lnTo>
                      <a:lnTo>
                        <a:pt x="6" y="218"/>
                      </a:lnTo>
                      <a:lnTo>
                        <a:pt x="2" y="244"/>
                      </a:lnTo>
                      <a:lnTo>
                        <a:pt x="0" y="271"/>
                      </a:lnTo>
                      <a:lnTo>
                        <a:pt x="0" y="1357"/>
                      </a:lnTo>
                      <a:lnTo>
                        <a:pt x="2" y="1385"/>
                      </a:lnTo>
                      <a:lnTo>
                        <a:pt x="6" y="1411"/>
                      </a:lnTo>
                      <a:lnTo>
                        <a:pt x="12" y="1437"/>
                      </a:lnTo>
                      <a:lnTo>
                        <a:pt x="22" y="1463"/>
                      </a:lnTo>
                      <a:lnTo>
                        <a:pt x="32" y="1487"/>
                      </a:lnTo>
                      <a:lnTo>
                        <a:pt x="46" y="1509"/>
                      </a:lnTo>
                      <a:lnTo>
                        <a:pt x="62" y="1529"/>
                      </a:lnTo>
                      <a:lnTo>
                        <a:pt x="80" y="1549"/>
                      </a:lnTo>
                      <a:lnTo>
                        <a:pt x="100" y="1566"/>
                      </a:lnTo>
                      <a:lnTo>
                        <a:pt x="120" y="1582"/>
                      </a:lnTo>
                      <a:lnTo>
                        <a:pt x="142" y="1596"/>
                      </a:lnTo>
                      <a:lnTo>
                        <a:pt x="165" y="1606"/>
                      </a:lnTo>
                      <a:lnTo>
                        <a:pt x="191" y="1616"/>
                      </a:lnTo>
                      <a:lnTo>
                        <a:pt x="217" y="1622"/>
                      </a:lnTo>
                      <a:lnTo>
                        <a:pt x="243" y="1626"/>
                      </a:lnTo>
                      <a:lnTo>
                        <a:pt x="271" y="1628"/>
                      </a:lnTo>
                      <a:lnTo>
                        <a:pt x="1543" y="1628"/>
                      </a:lnTo>
                      <a:lnTo>
                        <a:pt x="1571" y="1626"/>
                      </a:lnTo>
                      <a:lnTo>
                        <a:pt x="1597" y="1622"/>
                      </a:lnTo>
                      <a:lnTo>
                        <a:pt x="1623" y="1616"/>
                      </a:lnTo>
                      <a:lnTo>
                        <a:pt x="1649" y="1606"/>
                      </a:lnTo>
                      <a:lnTo>
                        <a:pt x="1673" y="1596"/>
                      </a:lnTo>
                      <a:lnTo>
                        <a:pt x="1694" y="1582"/>
                      </a:lnTo>
                      <a:lnTo>
                        <a:pt x="1714" y="1566"/>
                      </a:lnTo>
                      <a:lnTo>
                        <a:pt x="1734" y="1549"/>
                      </a:lnTo>
                      <a:lnTo>
                        <a:pt x="1752" y="1529"/>
                      </a:lnTo>
                      <a:lnTo>
                        <a:pt x="1768" y="1509"/>
                      </a:lnTo>
                      <a:lnTo>
                        <a:pt x="1782" y="1487"/>
                      </a:lnTo>
                      <a:lnTo>
                        <a:pt x="1792" y="1463"/>
                      </a:lnTo>
                      <a:lnTo>
                        <a:pt x="1802" y="1437"/>
                      </a:lnTo>
                      <a:lnTo>
                        <a:pt x="1808" y="1411"/>
                      </a:lnTo>
                      <a:lnTo>
                        <a:pt x="1812" y="1385"/>
                      </a:lnTo>
                      <a:lnTo>
                        <a:pt x="1814" y="1357"/>
                      </a:lnTo>
                      <a:lnTo>
                        <a:pt x="1814" y="271"/>
                      </a:lnTo>
                      <a:lnTo>
                        <a:pt x="1812" y="244"/>
                      </a:lnTo>
                      <a:lnTo>
                        <a:pt x="1808" y="218"/>
                      </a:lnTo>
                      <a:lnTo>
                        <a:pt x="1802" y="192"/>
                      </a:lnTo>
                      <a:lnTo>
                        <a:pt x="1792" y="166"/>
                      </a:lnTo>
                      <a:lnTo>
                        <a:pt x="1782" y="142"/>
                      </a:lnTo>
                      <a:lnTo>
                        <a:pt x="1768" y="120"/>
                      </a:lnTo>
                      <a:lnTo>
                        <a:pt x="1752" y="100"/>
                      </a:lnTo>
                      <a:lnTo>
                        <a:pt x="1734" y="80"/>
                      </a:lnTo>
                      <a:lnTo>
                        <a:pt x="1714" y="62"/>
                      </a:lnTo>
                      <a:lnTo>
                        <a:pt x="1694" y="46"/>
                      </a:lnTo>
                      <a:lnTo>
                        <a:pt x="1673" y="32"/>
                      </a:lnTo>
                      <a:lnTo>
                        <a:pt x="1649" y="22"/>
                      </a:lnTo>
                      <a:lnTo>
                        <a:pt x="1623" y="12"/>
                      </a:lnTo>
                      <a:lnTo>
                        <a:pt x="1597" y="6"/>
                      </a:lnTo>
                      <a:lnTo>
                        <a:pt x="1571" y="2"/>
                      </a:lnTo>
                      <a:lnTo>
                        <a:pt x="1543" y="0"/>
                      </a:lnTo>
                      <a:lnTo>
                        <a:pt x="271" y="0"/>
                      </a:lnTo>
                      <a:close/>
                    </a:path>
                  </a:pathLst>
                </a:custGeom>
                <a:solidFill>
                  <a:srgbClr val="EAEAEA"/>
                </a:solidFill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grpSp>
              <p:nvGrpSpPr>
                <p:cNvPr id="42379" name="Group 227">
                  <a:extLst>
                    <a:ext uri="{FF2B5EF4-FFF2-40B4-BE49-F238E27FC236}">
                      <a16:creationId xmlns:a16="http://schemas.microsoft.com/office/drawing/2014/main" id="{804F62DF-7CF5-2AE6-92E1-6DDCF2EDBC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68" y="1953"/>
                  <a:ext cx="797" cy="464"/>
                  <a:chOff x="4668" y="1953"/>
                  <a:chExt cx="797" cy="464"/>
                </a:xfrm>
              </p:grpSpPr>
              <p:sp>
                <p:nvSpPr>
                  <p:cNvPr id="42383" name="Rectangle 215">
                    <a:extLst>
                      <a:ext uri="{FF2B5EF4-FFF2-40B4-BE49-F238E27FC236}">
                        <a16:creationId xmlns:a16="http://schemas.microsoft.com/office/drawing/2014/main" id="{7CC56155-B4F7-6E07-5CF3-CA828BC37A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9" y="1953"/>
                    <a:ext cx="573" cy="352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42384" name="Rectangle 216">
                    <a:extLst>
                      <a:ext uri="{FF2B5EF4-FFF2-40B4-BE49-F238E27FC236}">
                        <a16:creationId xmlns:a16="http://schemas.microsoft.com/office/drawing/2014/main" id="{1EA832B0-68A2-4884-5F03-A021660E8E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94" y="1964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/>
                  </a:p>
                </p:txBody>
              </p:sp>
              <p:sp>
                <p:nvSpPr>
                  <p:cNvPr id="42385" name="Rectangle 217">
                    <a:extLst>
                      <a:ext uri="{FF2B5EF4-FFF2-40B4-BE49-F238E27FC236}">
                        <a16:creationId xmlns:a16="http://schemas.microsoft.com/office/drawing/2014/main" id="{BD8ADBBE-E361-181E-C7D4-8F2BCD0000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2079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/>
                  </a:p>
                </p:txBody>
              </p:sp>
              <p:sp>
                <p:nvSpPr>
                  <p:cNvPr id="42386" name="Rectangle 218">
                    <a:extLst>
                      <a:ext uri="{FF2B5EF4-FFF2-40B4-BE49-F238E27FC236}">
                        <a16:creationId xmlns:a16="http://schemas.microsoft.com/office/drawing/2014/main" id="{95393EF6-EEAC-F993-8B0F-5952DF0E0B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48" y="2194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/>
                  </a:p>
                </p:txBody>
              </p:sp>
              <p:sp>
                <p:nvSpPr>
                  <p:cNvPr id="42387" name="Rectangle 219">
                    <a:extLst>
                      <a:ext uri="{FF2B5EF4-FFF2-40B4-BE49-F238E27FC236}">
                        <a16:creationId xmlns:a16="http://schemas.microsoft.com/office/drawing/2014/main" id="{F15E6888-B131-88F8-437F-20BA6AF731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63" y="2001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42388" name="Rectangle 220">
                    <a:extLst>
                      <a:ext uri="{FF2B5EF4-FFF2-40B4-BE49-F238E27FC236}">
                        <a16:creationId xmlns:a16="http://schemas.microsoft.com/office/drawing/2014/main" id="{14C4187B-A816-5CB1-6996-771B119A01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98" y="2012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/>
                  </a:p>
                </p:txBody>
              </p:sp>
              <p:sp>
                <p:nvSpPr>
                  <p:cNvPr id="42389" name="Rectangle 221">
                    <a:extLst>
                      <a:ext uri="{FF2B5EF4-FFF2-40B4-BE49-F238E27FC236}">
                        <a16:creationId xmlns:a16="http://schemas.microsoft.com/office/drawing/2014/main" id="{8A71D25D-719A-CD1E-937C-3E70DA41BB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86" y="2127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/>
                  </a:p>
                </p:txBody>
              </p:sp>
              <p:sp>
                <p:nvSpPr>
                  <p:cNvPr id="42390" name="Rectangle 222">
                    <a:extLst>
                      <a:ext uri="{FF2B5EF4-FFF2-40B4-BE49-F238E27FC236}">
                        <a16:creationId xmlns:a16="http://schemas.microsoft.com/office/drawing/2014/main" id="{89518B97-BEA9-CB84-2006-8009CACD26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53" y="2241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/>
                  </a:p>
                </p:txBody>
              </p:sp>
              <p:sp>
                <p:nvSpPr>
                  <p:cNvPr id="42391" name="Rectangle 223">
                    <a:extLst>
                      <a:ext uri="{FF2B5EF4-FFF2-40B4-BE49-F238E27FC236}">
                        <a16:creationId xmlns:a16="http://schemas.microsoft.com/office/drawing/2014/main" id="{9220E0CF-1A46-1577-D142-87E7E4FD02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68" y="2049"/>
                    <a:ext cx="574" cy="351"/>
                  </a:xfrm>
                  <a:prstGeom prst="rect">
                    <a:avLst/>
                  </a:prstGeom>
                  <a:solidFill>
                    <a:srgbClr val="FFFFFF"/>
                  </a:solidFill>
                  <a:ln w="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42392" name="Rectangle 224">
                    <a:extLst>
                      <a:ext uri="{FF2B5EF4-FFF2-40B4-BE49-F238E27FC236}">
                        <a16:creationId xmlns:a16="http://schemas.microsoft.com/office/drawing/2014/main" id="{2A59C261-8672-90F6-4A3E-E429767C8B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03" y="2060"/>
                    <a:ext cx="571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Princípio de </a:t>
                    </a:r>
                    <a:endParaRPr lang="pt-BR" altLang="pt-BR"/>
                  </a:p>
                </p:txBody>
              </p:sp>
              <p:sp>
                <p:nvSpPr>
                  <p:cNvPr id="42393" name="Rectangle 225">
                    <a:extLst>
                      <a:ext uri="{FF2B5EF4-FFF2-40B4-BE49-F238E27FC236}">
                        <a16:creationId xmlns:a16="http://schemas.microsoft.com/office/drawing/2014/main" id="{444D6EC9-28DF-7D7E-4B09-8B67DECAF4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90" y="2175"/>
                    <a:ext cx="396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solução </a:t>
                    </a:r>
                    <a:endParaRPr lang="pt-BR" altLang="pt-BR"/>
                  </a:p>
                </p:txBody>
              </p:sp>
              <p:sp>
                <p:nvSpPr>
                  <p:cNvPr id="42394" name="Rectangle 226">
                    <a:extLst>
                      <a:ext uri="{FF2B5EF4-FFF2-40B4-BE49-F238E27FC236}">
                        <a16:creationId xmlns:a16="http://schemas.microsoft.com/office/drawing/2014/main" id="{700E7826-1619-2FD4-6633-90171EB426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57" y="2289"/>
                    <a:ext cx="435" cy="12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200">
                        <a:solidFill>
                          <a:srgbClr val="000000"/>
                        </a:solidFill>
                      </a:rPr>
                      <a:t>individual</a:t>
                    </a:r>
                    <a:endParaRPr lang="pt-BR" altLang="pt-BR"/>
                  </a:p>
                </p:txBody>
              </p:sp>
            </p:grpSp>
            <p:sp>
              <p:nvSpPr>
                <p:cNvPr id="42380" name="Rectangle 228">
                  <a:extLst>
                    <a:ext uri="{FF2B5EF4-FFF2-40B4-BE49-F238E27FC236}">
                      <a16:creationId xmlns:a16="http://schemas.microsoft.com/office/drawing/2014/main" id="{8863FE80-D402-C381-2A3A-2CEE432B0B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3" y="2528"/>
                  <a:ext cx="587" cy="236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381" name="Rectangle 229">
                  <a:extLst>
                    <a:ext uri="{FF2B5EF4-FFF2-40B4-BE49-F238E27FC236}">
                      <a16:creationId xmlns:a16="http://schemas.microsoft.com/office/drawing/2014/main" id="{B3CCF4AC-5C77-75BF-F283-D43A4E5FB1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05" y="2539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/>
                </a:p>
              </p:txBody>
            </p:sp>
            <p:sp>
              <p:nvSpPr>
                <p:cNvPr id="42382" name="Rectangle 230">
                  <a:extLst>
                    <a:ext uri="{FF2B5EF4-FFF2-40B4-BE49-F238E27FC236}">
                      <a16:creationId xmlns:a16="http://schemas.microsoft.com/office/drawing/2014/main" id="{4EFF1237-0C50-A3A6-5F93-DE454E73FC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9" y="2654"/>
                  <a:ext cx="57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total</a:t>
                  </a:r>
                  <a:endParaRPr lang="pt-BR" altLang="pt-BR"/>
                </a:p>
              </p:txBody>
            </p:sp>
          </p:grpSp>
        </p:grpSp>
        <p:grpSp>
          <p:nvGrpSpPr>
            <p:cNvPr id="42028" name="Group 245">
              <a:extLst>
                <a:ext uri="{FF2B5EF4-FFF2-40B4-BE49-F238E27FC236}">
                  <a16:creationId xmlns:a16="http://schemas.microsoft.com/office/drawing/2014/main" id="{5B532A33-6564-E75F-EC80-0F07AB8986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1810"/>
              <a:ext cx="1431" cy="622"/>
              <a:chOff x="994" y="1810"/>
              <a:chExt cx="1431" cy="622"/>
            </a:xfrm>
          </p:grpSpPr>
          <p:sp>
            <p:nvSpPr>
              <p:cNvPr id="42361" name="Freeform 233">
                <a:extLst>
                  <a:ext uri="{FF2B5EF4-FFF2-40B4-BE49-F238E27FC236}">
                    <a16:creationId xmlns:a16="http://schemas.microsoft.com/office/drawing/2014/main" id="{C5C997E0-523F-5E9B-94A3-B1D0B882C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4" y="1858"/>
                <a:ext cx="1431" cy="574"/>
              </a:xfrm>
              <a:custGeom>
                <a:avLst/>
                <a:gdLst>
                  <a:gd name="T0" fmla="*/ 47 w 2863"/>
                  <a:gd name="T1" fmla="*/ 0 h 1149"/>
                  <a:gd name="T2" fmla="*/ 42 w 2863"/>
                  <a:gd name="T3" fmla="*/ 0 h 1149"/>
                  <a:gd name="T4" fmla="*/ 38 w 2863"/>
                  <a:gd name="T5" fmla="*/ 1 h 1149"/>
                  <a:gd name="T6" fmla="*/ 29 w 2863"/>
                  <a:gd name="T7" fmla="*/ 4 h 1149"/>
                  <a:gd name="T8" fmla="*/ 21 w 2863"/>
                  <a:gd name="T9" fmla="*/ 8 h 1149"/>
                  <a:gd name="T10" fmla="*/ 14 w 2863"/>
                  <a:gd name="T11" fmla="*/ 14 h 1149"/>
                  <a:gd name="T12" fmla="*/ 8 w 2863"/>
                  <a:gd name="T13" fmla="*/ 21 h 1149"/>
                  <a:gd name="T14" fmla="*/ 4 w 2863"/>
                  <a:gd name="T15" fmla="*/ 29 h 1149"/>
                  <a:gd name="T16" fmla="*/ 1 w 2863"/>
                  <a:gd name="T17" fmla="*/ 38 h 1149"/>
                  <a:gd name="T18" fmla="*/ 0 w 2863"/>
                  <a:gd name="T19" fmla="*/ 43 h 1149"/>
                  <a:gd name="T20" fmla="*/ 0 w 2863"/>
                  <a:gd name="T21" fmla="*/ 48 h 1149"/>
                  <a:gd name="T22" fmla="*/ 0 w 2863"/>
                  <a:gd name="T23" fmla="*/ 239 h 1149"/>
                  <a:gd name="T24" fmla="*/ 0 w 2863"/>
                  <a:gd name="T25" fmla="*/ 244 h 1149"/>
                  <a:gd name="T26" fmla="*/ 1 w 2863"/>
                  <a:gd name="T27" fmla="*/ 249 h 1149"/>
                  <a:gd name="T28" fmla="*/ 4 w 2863"/>
                  <a:gd name="T29" fmla="*/ 258 h 1149"/>
                  <a:gd name="T30" fmla="*/ 8 w 2863"/>
                  <a:gd name="T31" fmla="*/ 266 h 1149"/>
                  <a:gd name="T32" fmla="*/ 14 w 2863"/>
                  <a:gd name="T33" fmla="*/ 273 h 1149"/>
                  <a:gd name="T34" fmla="*/ 21 w 2863"/>
                  <a:gd name="T35" fmla="*/ 279 h 1149"/>
                  <a:gd name="T36" fmla="*/ 29 w 2863"/>
                  <a:gd name="T37" fmla="*/ 283 h 1149"/>
                  <a:gd name="T38" fmla="*/ 38 w 2863"/>
                  <a:gd name="T39" fmla="*/ 286 h 1149"/>
                  <a:gd name="T40" fmla="*/ 42 w 2863"/>
                  <a:gd name="T41" fmla="*/ 287 h 1149"/>
                  <a:gd name="T42" fmla="*/ 47 w 2863"/>
                  <a:gd name="T43" fmla="*/ 287 h 1149"/>
                  <a:gd name="T44" fmla="*/ 668 w 2863"/>
                  <a:gd name="T45" fmla="*/ 287 h 1149"/>
                  <a:gd name="T46" fmla="*/ 673 w 2863"/>
                  <a:gd name="T47" fmla="*/ 287 h 1149"/>
                  <a:gd name="T48" fmla="*/ 677 w 2863"/>
                  <a:gd name="T49" fmla="*/ 286 h 1149"/>
                  <a:gd name="T50" fmla="*/ 686 w 2863"/>
                  <a:gd name="T51" fmla="*/ 283 h 1149"/>
                  <a:gd name="T52" fmla="*/ 695 w 2863"/>
                  <a:gd name="T53" fmla="*/ 279 h 1149"/>
                  <a:gd name="T54" fmla="*/ 702 w 2863"/>
                  <a:gd name="T55" fmla="*/ 273 h 1149"/>
                  <a:gd name="T56" fmla="*/ 707 w 2863"/>
                  <a:gd name="T57" fmla="*/ 266 h 1149"/>
                  <a:gd name="T58" fmla="*/ 711 w 2863"/>
                  <a:gd name="T59" fmla="*/ 258 h 1149"/>
                  <a:gd name="T60" fmla="*/ 714 w 2863"/>
                  <a:gd name="T61" fmla="*/ 249 h 1149"/>
                  <a:gd name="T62" fmla="*/ 715 w 2863"/>
                  <a:gd name="T63" fmla="*/ 244 h 1149"/>
                  <a:gd name="T64" fmla="*/ 715 w 2863"/>
                  <a:gd name="T65" fmla="*/ 239 h 1149"/>
                  <a:gd name="T66" fmla="*/ 715 w 2863"/>
                  <a:gd name="T67" fmla="*/ 48 h 1149"/>
                  <a:gd name="T68" fmla="*/ 715 w 2863"/>
                  <a:gd name="T69" fmla="*/ 43 h 1149"/>
                  <a:gd name="T70" fmla="*/ 714 w 2863"/>
                  <a:gd name="T71" fmla="*/ 38 h 1149"/>
                  <a:gd name="T72" fmla="*/ 711 w 2863"/>
                  <a:gd name="T73" fmla="*/ 29 h 1149"/>
                  <a:gd name="T74" fmla="*/ 707 w 2863"/>
                  <a:gd name="T75" fmla="*/ 21 h 1149"/>
                  <a:gd name="T76" fmla="*/ 702 w 2863"/>
                  <a:gd name="T77" fmla="*/ 14 h 1149"/>
                  <a:gd name="T78" fmla="*/ 695 w 2863"/>
                  <a:gd name="T79" fmla="*/ 8 h 1149"/>
                  <a:gd name="T80" fmla="*/ 686 w 2863"/>
                  <a:gd name="T81" fmla="*/ 4 h 1149"/>
                  <a:gd name="T82" fmla="*/ 677 w 2863"/>
                  <a:gd name="T83" fmla="*/ 1 h 1149"/>
                  <a:gd name="T84" fmla="*/ 673 w 2863"/>
                  <a:gd name="T85" fmla="*/ 0 h 1149"/>
                  <a:gd name="T86" fmla="*/ 668 w 2863"/>
                  <a:gd name="T87" fmla="*/ 0 h 1149"/>
                  <a:gd name="T88" fmla="*/ 47 w 2863"/>
                  <a:gd name="T89" fmla="*/ 0 h 114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863"/>
                  <a:gd name="T136" fmla="*/ 0 h 1149"/>
                  <a:gd name="T137" fmla="*/ 2863 w 2863"/>
                  <a:gd name="T138" fmla="*/ 1149 h 114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863" h="1149">
                    <a:moveTo>
                      <a:pt x="191" y="0"/>
                    </a:moveTo>
                    <a:lnTo>
                      <a:pt x="171" y="2"/>
                    </a:lnTo>
                    <a:lnTo>
                      <a:pt x="153" y="4"/>
                    </a:lnTo>
                    <a:lnTo>
                      <a:pt x="117" y="16"/>
                    </a:lnTo>
                    <a:lnTo>
                      <a:pt x="84" y="32"/>
                    </a:lnTo>
                    <a:lnTo>
                      <a:pt x="56" y="56"/>
                    </a:lnTo>
                    <a:lnTo>
                      <a:pt x="32" y="84"/>
                    </a:lnTo>
                    <a:lnTo>
                      <a:pt x="16" y="118"/>
                    </a:lnTo>
                    <a:lnTo>
                      <a:pt x="4" y="154"/>
                    </a:lnTo>
                    <a:lnTo>
                      <a:pt x="2" y="172"/>
                    </a:lnTo>
                    <a:lnTo>
                      <a:pt x="0" y="192"/>
                    </a:lnTo>
                    <a:lnTo>
                      <a:pt x="0" y="958"/>
                    </a:lnTo>
                    <a:lnTo>
                      <a:pt x="2" y="978"/>
                    </a:lnTo>
                    <a:lnTo>
                      <a:pt x="4" y="996"/>
                    </a:lnTo>
                    <a:lnTo>
                      <a:pt x="16" y="1032"/>
                    </a:lnTo>
                    <a:lnTo>
                      <a:pt x="32" y="1066"/>
                    </a:lnTo>
                    <a:lnTo>
                      <a:pt x="56" y="1094"/>
                    </a:lnTo>
                    <a:lnTo>
                      <a:pt x="84" y="1118"/>
                    </a:lnTo>
                    <a:lnTo>
                      <a:pt x="117" y="1133"/>
                    </a:lnTo>
                    <a:lnTo>
                      <a:pt x="153" y="1145"/>
                    </a:lnTo>
                    <a:lnTo>
                      <a:pt x="171" y="1149"/>
                    </a:lnTo>
                    <a:lnTo>
                      <a:pt x="191" y="1149"/>
                    </a:lnTo>
                    <a:lnTo>
                      <a:pt x="2672" y="1149"/>
                    </a:lnTo>
                    <a:lnTo>
                      <a:pt x="2692" y="1149"/>
                    </a:lnTo>
                    <a:lnTo>
                      <a:pt x="2710" y="1145"/>
                    </a:lnTo>
                    <a:lnTo>
                      <a:pt x="2746" y="1133"/>
                    </a:lnTo>
                    <a:lnTo>
                      <a:pt x="2780" y="1118"/>
                    </a:lnTo>
                    <a:lnTo>
                      <a:pt x="2808" y="1094"/>
                    </a:lnTo>
                    <a:lnTo>
                      <a:pt x="2831" y="1066"/>
                    </a:lnTo>
                    <a:lnTo>
                      <a:pt x="2847" y="1032"/>
                    </a:lnTo>
                    <a:lnTo>
                      <a:pt x="2859" y="996"/>
                    </a:lnTo>
                    <a:lnTo>
                      <a:pt x="2863" y="978"/>
                    </a:lnTo>
                    <a:lnTo>
                      <a:pt x="2863" y="958"/>
                    </a:lnTo>
                    <a:lnTo>
                      <a:pt x="2863" y="192"/>
                    </a:lnTo>
                    <a:lnTo>
                      <a:pt x="2863" y="172"/>
                    </a:lnTo>
                    <a:lnTo>
                      <a:pt x="2859" y="154"/>
                    </a:lnTo>
                    <a:lnTo>
                      <a:pt x="2847" y="118"/>
                    </a:lnTo>
                    <a:lnTo>
                      <a:pt x="2831" y="84"/>
                    </a:lnTo>
                    <a:lnTo>
                      <a:pt x="2808" y="56"/>
                    </a:lnTo>
                    <a:lnTo>
                      <a:pt x="2780" y="32"/>
                    </a:lnTo>
                    <a:lnTo>
                      <a:pt x="2746" y="16"/>
                    </a:lnTo>
                    <a:lnTo>
                      <a:pt x="2710" y="4"/>
                    </a:lnTo>
                    <a:lnTo>
                      <a:pt x="2692" y="2"/>
                    </a:lnTo>
                    <a:lnTo>
                      <a:pt x="2672" y="0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62" name="Rectangle 234">
                <a:extLst>
                  <a:ext uri="{FF2B5EF4-FFF2-40B4-BE49-F238E27FC236}">
                    <a16:creationId xmlns:a16="http://schemas.microsoft.com/office/drawing/2014/main" id="{0B60DA93-9517-AC61-8B94-023EE6148E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1810"/>
                <a:ext cx="926" cy="12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363" name="Rectangle 235">
                <a:extLst>
                  <a:ext uri="{FF2B5EF4-FFF2-40B4-BE49-F238E27FC236}">
                    <a16:creationId xmlns:a16="http://schemas.microsoft.com/office/drawing/2014/main" id="{DDB3C3F8-A0C2-0E0A-FDC6-439F4D93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3" y="1820"/>
                <a:ext cx="9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Especificações meta</a:t>
                </a:r>
                <a:endParaRPr lang="pt-BR" altLang="pt-BR"/>
              </a:p>
            </p:txBody>
          </p:sp>
          <p:grpSp>
            <p:nvGrpSpPr>
              <p:cNvPr id="42364" name="Group 244">
                <a:extLst>
                  <a:ext uri="{FF2B5EF4-FFF2-40B4-BE49-F238E27FC236}">
                    <a16:creationId xmlns:a16="http://schemas.microsoft.com/office/drawing/2014/main" id="{848D6356-94A5-A463-E2CE-13CB0F2246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1" y="2001"/>
                <a:ext cx="1360" cy="368"/>
                <a:chOff x="1041" y="2001"/>
                <a:chExt cx="1360" cy="368"/>
              </a:xfrm>
            </p:grpSpPr>
            <p:sp>
              <p:nvSpPr>
                <p:cNvPr id="42365" name="Rectangle 236">
                  <a:extLst>
                    <a:ext uri="{FF2B5EF4-FFF2-40B4-BE49-F238E27FC236}">
                      <a16:creationId xmlns:a16="http://schemas.microsoft.com/office/drawing/2014/main" id="{2AAA2FE5-9E5B-6B90-A784-67E90F831B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1" y="2001"/>
                  <a:ext cx="638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366" name="Rectangle 237">
                  <a:extLst>
                    <a:ext uri="{FF2B5EF4-FFF2-40B4-BE49-F238E27FC236}">
                      <a16:creationId xmlns:a16="http://schemas.microsoft.com/office/drawing/2014/main" id="{BAB2B34C-BBA5-D0E5-BEB7-6F266DD487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1" y="2012"/>
                  <a:ext cx="644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Requisitos do </a:t>
                  </a:r>
                  <a:endParaRPr lang="pt-BR" altLang="pt-BR"/>
                </a:p>
              </p:txBody>
            </p:sp>
            <p:sp>
              <p:nvSpPr>
                <p:cNvPr id="42367" name="Rectangle 238">
                  <a:extLst>
                    <a:ext uri="{FF2B5EF4-FFF2-40B4-BE49-F238E27FC236}">
                      <a16:creationId xmlns:a16="http://schemas.microsoft.com/office/drawing/2014/main" id="{2CFA280C-4877-09EE-1A46-2704260506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8" y="2127"/>
                  <a:ext cx="39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produto </a:t>
                  </a:r>
                  <a:endParaRPr lang="pt-BR" altLang="pt-BR"/>
                </a:p>
              </p:txBody>
            </p:sp>
            <p:sp>
              <p:nvSpPr>
                <p:cNvPr id="42368" name="Rectangle 239">
                  <a:extLst>
                    <a:ext uri="{FF2B5EF4-FFF2-40B4-BE49-F238E27FC236}">
                      <a16:creationId xmlns:a16="http://schemas.microsoft.com/office/drawing/2014/main" id="{CFF1C2FA-329F-BE8C-E8B2-EC4A192EEB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5" y="2241"/>
                  <a:ext cx="55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(valor meta)</a:t>
                  </a:r>
                  <a:endParaRPr lang="pt-BR" altLang="pt-BR"/>
                </a:p>
              </p:txBody>
            </p:sp>
            <p:sp>
              <p:nvSpPr>
                <p:cNvPr id="42369" name="Rectangle 240">
                  <a:extLst>
                    <a:ext uri="{FF2B5EF4-FFF2-40B4-BE49-F238E27FC236}">
                      <a16:creationId xmlns:a16="http://schemas.microsoft.com/office/drawing/2014/main" id="{149BCB1D-623F-A31B-2748-7CA182C845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7" y="2001"/>
                  <a:ext cx="621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370" name="Rectangle 241">
                  <a:extLst>
                    <a:ext uri="{FF2B5EF4-FFF2-40B4-BE49-F238E27FC236}">
                      <a16:creationId xmlns:a16="http://schemas.microsoft.com/office/drawing/2014/main" id="{A72E3221-8A5F-6AB9-70E0-1096935AD8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05" y="2012"/>
                  <a:ext cx="5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Informações </a:t>
                  </a:r>
                  <a:endParaRPr lang="pt-BR" altLang="pt-BR"/>
                </a:p>
              </p:txBody>
            </p:sp>
            <p:sp>
              <p:nvSpPr>
                <p:cNvPr id="42371" name="Rectangle 242">
                  <a:extLst>
                    <a:ext uri="{FF2B5EF4-FFF2-40B4-BE49-F238E27FC236}">
                      <a16:creationId xmlns:a16="http://schemas.microsoft.com/office/drawing/2014/main" id="{DEFD9FC3-6ED6-5390-20CE-32DA2DC6C7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56" y="2127"/>
                  <a:ext cx="490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adicionais </a:t>
                  </a:r>
                  <a:endParaRPr lang="pt-BR" altLang="pt-BR"/>
                </a:p>
              </p:txBody>
            </p:sp>
            <p:sp>
              <p:nvSpPr>
                <p:cNvPr id="42372" name="Rectangle 243">
                  <a:extLst>
                    <a:ext uri="{FF2B5EF4-FFF2-40B4-BE49-F238E27FC236}">
                      <a16:creationId xmlns:a16="http://schemas.microsoft.com/office/drawing/2014/main" id="{8F943C1B-F872-B6A6-1D11-0A9D171396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0" y="2241"/>
                  <a:ext cx="51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qualitativas</a:t>
                  </a:r>
                  <a:endParaRPr lang="pt-BR" altLang="pt-BR"/>
                </a:p>
              </p:txBody>
            </p:sp>
          </p:grpSp>
        </p:grpSp>
        <p:sp>
          <p:nvSpPr>
            <p:cNvPr id="42029" name="Rectangle 246">
              <a:extLst>
                <a:ext uri="{FF2B5EF4-FFF2-40B4-BE49-F238E27FC236}">
                  <a16:creationId xmlns:a16="http://schemas.microsoft.com/office/drawing/2014/main" id="{EC556C0C-B219-E72B-E8A1-85BD94944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2528"/>
              <a:ext cx="669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30" name="Rectangle 247">
              <a:extLst>
                <a:ext uri="{FF2B5EF4-FFF2-40B4-BE49-F238E27FC236}">
                  <a16:creationId xmlns:a16="http://schemas.microsoft.com/office/drawing/2014/main" id="{35289BAC-9C87-4C3D-4BC6-8F0D7563A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2539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/>
            </a:p>
          </p:txBody>
        </p:sp>
        <p:sp>
          <p:nvSpPr>
            <p:cNvPr id="42031" name="Rectangle 248">
              <a:extLst>
                <a:ext uri="{FF2B5EF4-FFF2-40B4-BE49-F238E27FC236}">
                  <a16:creationId xmlns:a16="http://schemas.microsoft.com/office/drawing/2014/main" id="{EACF134B-12F8-23CF-B114-45029CA95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2654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/>
            </a:p>
          </p:txBody>
        </p:sp>
        <p:sp>
          <p:nvSpPr>
            <p:cNvPr id="42032" name="Rectangle 249">
              <a:extLst>
                <a:ext uri="{FF2B5EF4-FFF2-40B4-BE49-F238E27FC236}">
                  <a16:creationId xmlns:a16="http://schemas.microsoft.com/office/drawing/2014/main" id="{5A9C7331-40BE-F942-D327-60DA240CE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2654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/>
            </a:p>
          </p:txBody>
        </p:sp>
        <p:sp>
          <p:nvSpPr>
            <p:cNvPr id="42033" name="Rectangle 250">
              <a:extLst>
                <a:ext uri="{FF2B5EF4-FFF2-40B4-BE49-F238E27FC236}">
                  <a16:creationId xmlns:a16="http://schemas.microsoft.com/office/drawing/2014/main" id="{F1C0FDC4-2DF7-1309-22D8-3B1741390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2768"/>
              <a:ext cx="65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(desdobrados)</a:t>
              </a:r>
              <a:endParaRPr lang="pt-BR" altLang="pt-BR"/>
            </a:p>
          </p:txBody>
        </p:sp>
        <p:sp>
          <p:nvSpPr>
            <p:cNvPr id="42034" name="Rectangle 251">
              <a:extLst>
                <a:ext uri="{FF2B5EF4-FFF2-40B4-BE49-F238E27FC236}">
                  <a16:creationId xmlns:a16="http://schemas.microsoft.com/office/drawing/2014/main" id="{2996C739-2348-9009-C092-5F1784442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" y="3059"/>
              <a:ext cx="81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35" name="Rectangle 252">
              <a:extLst>
                <a:ext uri="{FF2B5EF4-FFF2-40B4-BE49-F238E27FC236}">
                  <a16:creationId xmlns:a16="http://schemas.microsoft.com/office/drawing/2014/main" id="{0018ED03-DD3F-4C5B-EF67-49744466F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" y="3070"/>
              <a:ext cx="70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Especificações </a:t>
              </a:r>
              <a:endParaRPr lang="pt-BR" altLang="pt-BR"/>
            </a:p>
          </p:txBody>
        </p:sp>
        <p:sp>
          <p:nvSpPr>
            <p:cNvPr id="42036" name="Rectangle 253">
              <a:extLst>
                <a:ext uri="{FF2B5EF4-FFF2-40B4-BE49-F238E27FC236}">
                  <a16:creationId xmlns:a16="http://schemas.microsoft.com/office/drawing/2014/main" id="{F2830857-2A2C-4B92-1861-355874598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" y="3184"/>
              <a:ext cx="53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iniciais dos </a:t>
              </a:r>
              <a:endParaRPr lang="pt-BR" altLang="pt-BR"/>
            </a:p>
          </p:txBody>
        </p:sp>
        <p:sp>
          <p:nvSpPr>
            <p:cNvPr id="42037" name="Rectangle 254">
              <a:extLst>
                <a:ext uri="{FF2B5EF4-FFF2-40B4-BE49-F238E27FC236}">
                  <a16:creationId xmlns:a16="http://schemas.microsoft.com/office/drawing/2014/main" id="{A2B767E8-6E32-EA72-39E1-1F89007BC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" y="3184"/>
              <a:ext cx="3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SSCs </a:t>
              </a:r>
              <a:endParaRPr lang="pt-BR" altLang="pt-BR"/>
            </a:p>
          </p:txBody>
        </p:sp>
        <p:sp>
          <p:nvSpPr>
            <p:cNvPr id="42038" name="Rectangle 255">
              <a:extLst>
                <a:ext uri="{FF2B5EF4-FFF2-40B4-BE49-F238E27FC236}">
                  <a16:creationId xmlns:a16="http://schemas.microsoft.com/office/drawing/2014/main" id="{6B4CB1E6-BE1C-920A-814F-63DA5FA15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3390"/>
              <a:ext cx="623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39" name="Rectangle 256">
              <a:extLst>
                <a:ext uri="{FF2B5EF4-FFF2-40B4-BE49-F238E27FC236}">
                  <a16:creationId xmlns:a16="http://schemas.microsoft.com/office/drawing/2014/main" id="{5ABEB23B-E166-7DF3-61FE-86F3AB49B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" y="3401"/>
              <a:ext cx="60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Plano macro </a:t>
              </a:r>
              <a:endParaRPr lang="pt-BR" altLang="pt-BR"/>
            </a:p>
          </p:txBody>
        </p:sp>
        <p:sp>
          <p:nvSpPr>
            <p:cNvPr id="42040" name="Rectangle 257">
              <a:extLst>
                <a:ext uri="{FF2B5EF4-FFF2-40B4-BE49-F238E27FC236}">
                  <a16:creationId xmlns:a16="http://schemas.microsoft.com/office/drawing/2014/main" id="{CA5D27EB-2304-1CE7-8845-F2F823A58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" y="3516"/>
              <a:ext cx="560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de processo</a:t>
              </a:r>
              <a:endParaRPr lang="pt-BR" altLang="pt-BR"/>
            </a:p>
          </p:txBody>
        </p:sp>
        <p:grpSp>
          <p:nvGrpSpPr>
            <p:cNvPr id="42041" name="Group 260">
              <a:extLst>
                <a:ext uri="{FF2B5EF4-FFF2-40B4-BE49-F238E27FC236}">
                  <a16:creationId xmlns:a16="http://schemas.microsoft.com/office/drawing/2014/main" id="{16702582-F341-77AF-61F4-D080BBCFD0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9" y="2146"/>
              <a:ext cx="212" cy="63"/>
              <a:chOff x="829" y="2146"/>
              <a:chExt cx="212" cy="63"/>
            </a:xfrm>
          </p:grpSpPr>
          <p:sp>
            <p:nvSpPr>
              <p:cNvPr id="42359" name="Line 258">
                <a:extLst>
                  <a:ext uri="{FF2B5EF4-FFF2-40B4-BE49-F238E27FC236}">
                    <a16:creationId xmlns:a16="http://schemas.microsoft.com/office/drawing/2014/main" id="{F4936BE4-D90A-0927-8B90-0217F3176B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9" y="2177"/>
                <a:ext cx="153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60" name="Freeform 259">
                <a:extLst>
                  <a:ext uri="{FF2B5EF4-FFF2-40B4-BE49-F238E27FC236}">
                    <a16:creationId xmlns:a16="http://schemas.microsoft.com/office/drawing/2014/main" id="{CAA2FAB2-441F-11E4-B23F-A5777690E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146"/>
                <a:ext cx="61" cy="63"/>
              </a:xfrm>
              <a:custGeom>
                <a:avLst/>
                <a:gdLst>
                  <a:gd name="T0" fmla="*/ 0 w 124"/>
                  <a:gd name="T1" fmla="*/ 32 h 125"/>
                  <a:gd name="T2" fmla="*/ 30 w 124"/>
                  <a:gd name="T3" fmla="*/ 16 h 125"/>
                  <a:gd name="T4" fmla="*/ 0 w 124"/>
                  <a:gd name="T5" fmla="*/ 0 h 125"/>
                  <a:gd name="T6" fmla="*/ 0 w 124"/>
                  <a:gd name="T7" fmla="*/ 32 h 1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"/>
                  <a:gd name="T13" fmla="*/ 0 h 125"/>
                  <a:gd name="T14" fmla="*/ 124 w 124"/>
                  <a:gd name="T15" fmla="*/ 125 h 1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" h="125">
                    <a:moveTo>
                      <a:pt x="0" y="125"/>
                    </a:moveTo>
                    <a:lnTo>
                      <a:pt x="124" y="62"/>
                    </a:lnTo>
                    <a:lnTo>
                      <a:pt x="0" y="0"/>
                    </a:lnTo>
                    <a:lnTo>
                      <a:pt x="0" y="12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42" name="Group 263">
              <a:extLst>
                <a:ext uri="{FF2B5EF4-FFF2-40B4-BE49-F238E27FC236}">
                  <a16:creationId xmlns:a16="http://schemas.microsoft.com/office/drawing/2014/main" id="{1D1FCAF1-52A2-CF27-D978-E8B136FF7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5" y="2115"/>
              <a:ext cx="215" cy="63"/>
              <a:chOff x="2425" y="2115"/>
              <a:chExt cx="215" cy="63"/>
            </a:xfrm>
          </p:grpSpPr>
          <p:sp>
            <p:nvSpPr>
              <p:cNvPr id="42357" name="Line 261">
                <a:extLst>
                  <a:ext uri="{FF2B5EF4-FFF2-40B4-BE49-F238E27FC236}">
                    <a16:creationId xmlns:a16="http://schemas.microsoft.com/office/drawing/2014/main" id="{66C11E6C-1B59-942B-2697-77AA630E73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2145"/>
                <a:ext cx="154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58" name="Freeform 262">
                <a:extLst>
                  <a:ext uri="{FF2B5EF4-FFF2-40B4-BE49-F238E27FC236}">
                    <a16:creationId xmlns:a16="http://schemas.microsoft.com/office/drawing/2014/main" id="{5B79A62A-5069-D451-0CC5-33C7DBBFB5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2115"/>
                <a:ext cx="63" cy="63"/>
              </a:xfrm>
              <a:custGeom>
                <a:avLst/>
                <a:gdLst>
                  <a:gd name="T0" fmla="*/ 0 w 126"/>
                  <a:gd name="T1" fmla="*/ 32 h 126"/>
                  <a:gd name="T2" fmla="*/ 32 w 126"/>
                  <a:gd name="T3" fmla="*/ 16 h 126"/>
                  <a:gd name="T4" fmla="*/ 0 w 126"/>
                  <a:gd name="T5" fmla="*/ 0 h 126"/>
                  <a:gd name="T6" fmla="*/ 0 w 126"/>
                  <a:gd name="T7" fmla="*/ 32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6"/>
                  <a:gd name="T14" fmla="*/ 126 w 126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6">
                    <a:moveTo>
                      <a:pt x="0" y="126"/>
                    </a:moveTo>
                    <a:lnTo>
                      <a:pt x="126" y="64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43" name="Group 266">
              <a:extLst>
                <a:ext uri="{FF2B5EF4-FFF2-40B4-BE49-F238E27FC236}">
                  <a16:creationId xmlns:a16="http://schemas.microsoft.com/office/drawing/2014/main" id="{1213DA83-D0DE-45B4-6867-FCC5175806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0" y="2146"/>
              <a:ext cx="346" cy="96"/>
              <a:chOff x="3320" y="2146"/>
              <a:chExt cx="346" cy="96"/>
            </a:xfrm>
          </p:grpSpPr>
          <p:sp>
            <p:nvSpPr>
              <p:cNvPr id="42355" name="Line 264">
                <a:extLst>
                  <a:ext uri="{FF2B5EF4-FFF2-40B4-BE49-F238E27FC236}">
                    <a16:creationId xmlns:a16="http://schemas.microsoft.com/office/drawing/2014/main" id="{A2881397-D15E-FB18-2E3B-796C050AB1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0" y="2146"/>
                <a:ext cx="288" cy="6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56" name="Freeform 265">
                <a:extLst>
                  <a:ext uri="{FF2B5EF4-FFF2-40B4-BE49-F238E27FC236}">
                    <a16:creationId xmlns:a16="http://schemas.microsoft.com/office/drawing/2014/main" id="{783C95F0-360E-C8BD-981F-683BB98BB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8" y="2181"/>
                <a:ext cx="68" cy="61"/>
              </a:xfrm>
              <a:custGeom>
                <a:avLst/>
                <a:gdLst>
                  <a:gd name="T0" fmla="*/ 0 w 136"/>
                  <a:gd name="T1" fmla="*/ 31 h 121"/>
                  <a:gd name="T2" fmla="*/ 34 w 136"/>
                  <a:gd name="T3" fmla="*/ 22 h 121"/>
                  <a:gd name="T4" fmla="*/ 7 w 136"/>
                  <a:gd name="T5" fmla="*/ 0 h 121"/>
                  <a:gd name="T6" fmla="*/ 0 w 136"/>
                  <a:gd name="T7" fmla="*/ 31 h 1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6"/>
                  <a:gd name="T13" fmla="*/ 0 h 121"/>
                  <a:gd name="T14" fmla="*/ 136 w 136"/>
                  <a:gd name="T15" fmla="*/ 121 h 1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6" h="121">
                    <a:moveTo>
                      <a:pt x="0" y="121"/>
                    </a:moveTo>
                    <a:lnTo>
                      <a:pt x="136" y="87"/>
                    </a:lnTo>
                    <a:lnTo>
                      <a:pt x="28" y="0"/>
                    </a:lnTo>
                    <a:lnTo>
                      <a:pt x="0" y="1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44" name="Group 269">
              <a:extLst>
                <a:ext uri="{FF2B5EF4-FFF2-40B4-BE49-F238E27FC236}">
                  <a16:creationId xmlns:a16="http://schemas.microsoft.com/office/drawing/2014/main" id="{FDB64E26-BBE0-B758-993D-19AF23BED8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4" y="2351"/>
              <a:ext cx="65" cy="177"/>
              <a:chOff x="1294" y="2351"/>
              <a:chExt cx="65" cy="177"/>
            </a:xfrm>
          </p:grpSpPr>
          <p:sp>
            <p:nvSpPr>
              <p:cNvPr id="42353" name="Line 267">
                <a:extLst>
                  <a:ext uri="{FF2B5EF4-FFF2-40B4-BE49-F238E27FC236}">
                    <a16:creationId xmlns:a16="http://schemas.microsoft.com/office/drawing/2014/main" id="{43827A03-105B-063B-E187-04F636145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3" y="2351"/>
                <a:ext cx="36" cy="120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54" name="Freeform 268">
                <a:extLst>
                  <a:ext uri="{FF2B5EF4-FFF2-40B4-BE49-F238E27FC236}">
                    <a16:creationId xmlns:a16="http://schemas.microsoft.com/office/drawing/2014/main" id="{563E2A0A-601E-0A4D-5095-1D6A08335A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" y="2459"/>
                <a:ext cx="59" cy="69"/>
              </a:xfrm>
              <a:custGeom>
                <a:avLst/>
                <a:gdLst>
                  <a:gd name="T0" fmla="*/ 0 w 119"/>
                  <a:gd name="T1" fmla="*/ 0 h 138"/>
                  <a:gd name="T2" fmla="*/ 4 w 119"/>
                  <a:gd name="T3" fmla="*/ 35 h 138"/>
                  <a:gd name="T4" fmla="*/ 29 w 119"/>
                  <a:gd name="T5" fmla="*/ 9 h 138"/>
                  <a:gd name="T6" fmla="*/ 0 w 119"/>
                  <a:gd name="T7" fmla="*/ 0 h 1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"/>
                  <a:gd name="T13" fmla="*/ 0 h 138"/>
                  <a:gd name="T14" fmla="*/ 119 w 119"/>
                  <a:gd name="T15" fmla="*/ 138 h 1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" h="138">
                    <a:moveTo>
                      <a:pt x="0" y="0"/>
                    </a:moveTo>
                    <a:lnTo>
                      <a:pt x="19" y="138"/>
                    </a:lnTo>
                    <a:lnTo>
                      <a:pt x="119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45" name="Group 272">
              <a:extLst>
                <a:ext uri="{FF2B5EF4-FFF2-40B4-BE49-F238E27FC236}">
                  <a16:creationId xmlns:a16="http://schemas.microsoft.com/office/drawing/2014/main" id="{A22A0A0D-604C-480B-99B3-3A0B0E919E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8" y="2672"/>
              <a:ext cx="978" cy="63"/>
              <a:chOff x="1638" y="2672"/>
              <a:chExt cx="978" cy="63"/>
            </a:xfrm>
          </p:grpSpPr>
          <p:sp>
            <p:nvSpPr>
              <p:cNvPr id="42351" name="Line 270">
                <a:extLst>
                  <a:ext uri="{FF2B5EF4-FFF2-40B4-BE49-F238E27FC236}">
                    <a16:creationId xmlns:a16="http://schemas.microsoft.com/office/drawing/2014/main" id="{196362BD-C401-29B0-2AB1-98F89E574F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8" y="2703"/>
                <a:ext cx="918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52" name="Freeform 271">
                <a:extLst>
                  <a:ext uri="{FF2B5EF4-FFF2-40B4-BE49-F238E27FC236}">
                    <a16:creationId xmlns:a16="http://schemas.microsoft.com/office/drawing/2014/main" id="{CED81EEE-3188-2F19-6899-475AAB4BA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4" y="2672"/>
                <a:ext cx="62" cy="63"/>
              </a:xfrm>
              <a:custGeom>
                <a:avLst/>
                <a:gdLst>
                  <a:gd name="T0" fmla="*/ 0 w 123"/>
                  <a:gd name="T1" fmla="*/ 32 h 126"/>
                  <a:gd name="T2" fmla="*/ 31 w 123"/>
                  <a:gd name="T3" fmla="*/ 16 h 126"/>
                  <a:gd name="T4" fmla="*/ 0 w 123"/>
                  <a:gd name="T5" fmla="*/ 0 h 126"/>
                  <a:gd name="T6" fmla="*/ 0 w 123"/>
                  <a:gd name="T7" fmla="*/ 32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4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46" name="Group 275">
              <a:extLst>
                <a:ext uri="{FF2B5EF4-FFF2-40B4-BE49-F238E27FC236}">
                  <a16:creationId xmlns:a16="http://schemas.microsoft.com/office/drawing/2014/main" id="{9038E326-D1B8-4306-055D-CE9E8837FA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4" y="2320"/>
              <a:ext cx="63" cy="266"/>
              <a:chOff x="2944" y="2320"/>
              <a:chExt cx="63" cy="266"/>
            </a:xfrm>
          </p:grpSpPr>
          <p:sp>
            <p:nvSpPr>
              <p:cNvPr id="42349" name="Line 273">
                <a:extLst>
                  <a:ext uri="{FF2B5EF4-FFF2-40B4-BE49-F238E27FC236}">
                    <a16:creationId xmlns:a16="http://schemas.microsoft.com/office/drawing/2014/main" id="{B49AF8D3-C176-F53F-F833-1CB6594D46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5" y="2320"/>
                <a:ext cx="5" cy="205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50" name="Freeform 274">
                <a:extLst>
                  <a:ext uri="{FF2B5EF4-FFF2-40B4-BE49-F238E27FC236}">
                    <a16:creationId xmlns:a16="http://schemas.microsoft.com/office/drawing/2014/main" id="{A7DF65CB-4263-AAB4-290D-0D314FBF3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522"/>
                <a:ext cx="63" cy="64"/>
              </a:xfrm>
              <a:custGeom>
                <a:avLst/>
                <a:gdLst>
                  <a:gd name="T0" fmla="*/ 0 w 125"/>
                  <a:gd name="T1" fmla="*/ 0 h 128"/>
                  <a:gd name="T2" fmla="*/ 15 w 125"/>
                  <a:gd name="T3" fmla="*/ 32 h 128"/>
                  <a:gd name="T4" fmla="*/ 32 w 125"/>
                  <a:gd name="T5" fmla="*/ 1 h 128"/>
                  <a:gd name="T6" fmla="*/ 0 w 125"/>
                  <a:gd name="T7" fmla="*/ 0 h 1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8"/>
                  <a:gd name="T14" fmla="*/ 125 w 125"/>
                  <a:gd name="T15" fmla="*/ 128 h 1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8">
                    <a:moveTo>
                      <a:pt x="0" y="0"/>
                    </a:moveTo>
                    <a:lnTo>
                      <a:pt x="60" y="128"/>
                    </a:lnTo>
                    <a:lnTo>
                      <a:pt x="125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47" name="Group 278">
              <a:extLst>
                <a:ext uri="{FF2B5EF4-FFF2-40B4-BE49-F238E27FC236}">
                  <a16:creationId xmlns:a16="http://schemas.microsoft.com/office/drawing/2014/main" id="{F088B5DD-4917-BC55-D8BC-87463D988B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6" y="2820"/>
              <a:ext cx="828" cy="239"/>
              <a:chOff x="2146" y="2820"/>
              <a:chExt cx="828" cy="239"/>
            </a:xfrm>
          </p:grpSpPr>
          <p:sp>
            <p:nvSpPr>
              <p:cNvPr id="42347" name="Freeform 276">
                <a:extLst>
                  <a:ext uri="{FF2B5EF4-FFF2-40B4-BE49-F238E27FC236}">
                    <a16:creationId xmlns:a16="http://schemas.microsoft.com/office/drawing/2014/main" id="{35E41FAF-21A7-7B81-CA1D-540BC5025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2820"/>
                <a:ext cx="797" cy="179"/>
              </a:xfrm>
              <a:custGeom>
                <a:avLst/>
                <a:gdLst>
                  <a:gd name="T0" fmla="*/ 398 w 1595"/>
                  <a:gd name="T1" fmla="*/ 0 h 357"/>
                  <a:gd name="T2" fmla="*/ 398 w 1595"/>
                  <a:gd name="T3" fmla="*/ 60 h 357"/>
                  <a:gd name="T4" fmla="*/ 0 w 1595"/>
                  <a:gd name="T5" fmla="*/ 60 h 357"/>
                  <a:gd name="T6" fmla="*/ 0 w 1595"/>
                  <a:gd name="T7" fmla="*/ 90 h 3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95"/>
                  <a:gd name="T13" fmla="*/ 0 h 357"/>
                  <a:gd name="T14" fmla="*/ 1595 w 1595"/>
                  <a:gd name="T15" fmla="*/ 357 h 3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95" h="357">
                    <a:moveTo>
                      <a:pt x="1595" y="0"/>
                    </a:moveTo>
                    <a:lnTo>
                      <a:pt x="1595" y="237"/>
                    </a:lnTo>
                    <a:lnTo>
                      <a:pt x="0" y="237"/>
                    </a:lnTo>
                    <a:lnTo>
                      <a:pt x="0" y="357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48" name="Freeform 277">
                <a:extLst>
                  <a:ext uri="{FF2B5EF4-FFF2-40B4-BE49-F238E27FC236}">
                    <a16:creationId xmlns:a16="http://schemas.microsoft.com/office/drawing/2014/main" id="{654AFB70-7C99-653A-E39B-9B275AF71E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6" y="2997"/>
                <a:ext cx="62" cy="62"/>
              </a:xfrm>
              <a:custGeom>
                <a:avLst/>
                <a:gdLst>
                  <a:gd name="T0" fmla="*/ 0 w 125"/>
                  <a:gd name="T1" fmla="*/ 0 h 124"/>
                  <a:gd name="T2" fmla="*/ 15 w 125"/>
                  <a:gd name="T3" fmla="*/ 31 h 124"/>
                  <a:gd name="T4" fmla="*/ 31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1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48" name="Group 281">
              <a:extLst>
                <a:ext uri="{FF2B5EF4-FFF2-40B4-BE49-F238E27FC236}">
                  <a16:creationId xmlns:a16="http://schemas.microsoft.com/office/drawing/2014/main" id="{1B1F4B57-95C8-7DE1-CA89-F6C8E13F30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" y="2820"/>
              <a:ext cx="628" cy="239"/>
              <a:chOff x="2974" y="2820"/>
              <a:chExt cx="628" cy="239"/>
            </a:xfrm>
          </p:grpSpPr>
          <p:sp>
            <p:nvSpPr>
              <p:cNvPr id="42345" name="Freeform 279">
                <a:extLst>
                  <a:ext uri="{FF2B5EF4-FFF2-40B4-BE49-F238E27FC236}">
                    <a16:creationId xmlns:a16="http://schemas.microsoft.com/office/drawing/2014/main" id="{DD4C1BB7-00BF-A2A1-7DAE-38D54746E8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" y="2820"/>
                <a:ext cx="596" cy="179"/>
              </a:xfrm>
              <a:custGeom>
                <a:avLst/>
                <a:gdLst>
                  <a:gd name="T0" fmla="*/ 0 w 1193"/>
                  <a:gd name="T1" fmla="*/ 0 h 357"/>
                  <a:gd name="T2" fmla="*/ 0 w 1193"/>
                  <a:gd name="T3" fmla="*/ 60 h 357"/>
                  <a:gd name="T4" fmla="*/ 298 w 1193"/>
                  <a:gd name="T5" fmla="*/ 60 h 357"/>
                  <a:gd name="T6" fmla="*/ 298 w 1193"/>
                  <a:gd name="T7" fmla="*/ 90 h 3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93"/>
                  <a:gd name="T13" fmla="*/ 0 h 357"/>
                  <a:gd name="T14" fmla="*/ 1193 w 1193"/>
                  <a:gd name="T15" fmla="*/ 357 h 3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93" h="357">
                    <a:moveTo>
                      <a:pt x="0" y="0"/>
                    </a:moveTo>
                    <a:lnTo>
                      <a:pt x="0" y="237"/>
                    </a:lnTo>
                    <a:lnTo>
                      <a:pt x="1193" y="237"/>
                    </a:lnTo>
                    <a:lnTo>
                      <a:pt x="1193" y="357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46" name="Freeform 280">
                <a:extLst>
                  <a:ext uri="{FF2B5EF4-FFF2-40B4-BE49-F238E27FC236}">
                    <a16:creationId xmlns:a16="http://schemas.microsoft.com/office/drawing/2014/main" id="{41897660-B2E3-5B74-BABA-E96A631E7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0" y="2997"/>
                <a:ext cx="62" cy="62"/>
              </a:xfrm>
              <a:custGeom>
                <a:avLst/>
                <a:gdLst>
                  <a:gd name="T0" fmla="*/ 0 w 125"/>
                  <a:gd name="T1" fmla="*/ 0 h 124"/>
                  <a:gd name="T2" fmla="*/ 15 w 125"/>
                  <a:gd name="T3" fmla="*/ 31 h 124"/>
                  <a:gd name="T4" fmla="*/ 31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2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49" name="Group 284">
              <a:extLst>
                <a:ext uri="{FF2B5EF4-FFF2-40B4-BE49-F238E27FC236}">
                  <a16:creationId xmlns:a16="http://schemas.microsoft.com/office/drawing/2014/main" id="{1164A6F9-3886-B1B9-A580-5792D4D79B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1" y="2936"/>
              <a:ext cx="835" cy="272"/>
              <a:chOff x="3761" y="2936"/>
              <a:chExt cx="835" cy="272"/>
            </a:xfrm>
          </p:grpSpPr>
          <p:sp>
            <p:nvSpPr>
              <p:cNvPr id="42343" name="Freeform 282">
                <a:extLst>
                  <a:ext uri="{FF2B5EF4-FFF2-40B4-BE49-F238E27FC236}">
                    <a16:creationId xmlns:a16="http://schemas.microsoft.com/office/drawing/2014/main" id="{65A11CA6-695D-06F9-D04C-D09BC3728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1" y="2936"/>
                <a:ext cx="775" cy="241"/>
              </a:xfrm>
              <a:custGeom>
                <a:avLst/>
                <a:gdLst>
                  <a:gd name="T0" fmla="*/ 387 w 1551"/>
                  <a:gd name="T1" fmla="*/ 0 h 481"/>
                  <a:gd name="T2" fmla="*/ 387 w 1551"/>
                  <a:gd name="T3" fmla="*/ 121 h 481"/>
                  <a:gd name="T4" fmla="*/ 0 w 1551"/>
                  <a:gd name="T5" fmla="*/ 121 h 481"/>
                  <a:gd name="T6" fmla="*/ 0 60000 65536"/>
                  <a:gd name="T7" fmla="*/ 0 60000 65536"/>
                  <a:gd name="T8" fmla="*/ 0 60000 65536"/>
                  <a:gd name="T9" fmla="*/ 0 w 1551"/>
                  <a:gd name="T10" fmla="*/ 0 h 481"/>
                  <a:gd name="T11" fmla="*/ 1551 w 1551"/>
                  <a:gd name="T12" fmla="*/ 481 h 4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51" h="481">
                    <a:moveTo>
                      <a:pt x="1551" y="0"/>
                    </a:moveTo>
                    <a:lnTo>
                      <a:pt x="1551" y="481"/>
                    </a:lnTo>
                    <a:lnTo>
                      <a:pt x="0" y="481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44" name="Freeform 283">
                <a:extLst>
                  <a:ext uri="{FF2B5EF4-FFF2-40B4-BE49-F238E27FC236}">
                    <a16:creationId xmlns:a16="http://schemas.microsoft.com/office/drawing/2014/main" id="{EAB3BE59-177F-A916-7071-C84FE9829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1" y="3146"/>
                <a:ext cx="63" cy="62"/>
              </a:xfrm>
              <a:custGeom>
                <a:avLst/>
                <a:gdLst>
                  <a:gd name="T0" fmla="*/ 32 w 125"/>
                  <a:gd name="T1" fmla="*/ 0 h 126"/>
                  <a:gd name="T2" fmla="*/ 0 w 125"/>
                  <a:gd name="T3" fmla="*/ 15 h 126"/>
                  <a:gd name="T4" fmla="*/ 32 w 125"/>
                  <a:gd name="T5" fmla="*/ 31 h 126"/>
                  <a:gd name="T6" fmla="*/ 32 w 125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6"/>
                  <a:gd name="T14" fmla="*/ 125 w 12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6">
                    <a:moveTo>
                      <a:pt x="125" y="0"/>
                    </a:moveTo>
                    <a:lnTo>
                      <a:pt x="0" y="62"/>
                    </a:lnTo>
                    <a:lnTo>
                      <a:pt x="125" y="12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50" name="Group 287">
              <a:extLst>
                <a:ext uri="{FF2B5EF4-FFF2-40B4-BE49-F238E27FC236}">
                  <a16:creationId xmlns:a16="http://schemas.microsoft.com/office/drawing/2014/main" id="{33C3222A-EFC0-69AD-C706-EF13BB25CC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146"/>
              <a:ext cx="219" cy="62"/>
              <a:chOff x="1709" y="3146"/>
              <a:chExt cx="219" cy="62"/>
            </a:xfrm>
          </p:grpSpPr>
          <p:sp>
            <p:nvSpPr>
              <p:cNvPr id="42341" name="Line 285">
                <a:extLst>
                  <a:ext uri="{FF2B5EF4-FFF2-40B4-BE49-F238E27FC236}">
                    <a16:creationId xmlns:a16="http://schemas.microsoft.com/office/drawing/2014/main" id="{6217F028-AECE-C828-3FAB-345519994D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9" y="3177"/>
                <a:ext cx="158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42" name="Freeform 286">
                <a:extLst>
                  <a:ext uri="{FF2B5EF4-FFF2-40B4-BE49-F238E27FC236}">
                    <a16:creationId xmlns:a16="http://schemas.microsoft.com/office/drawing/2014/main" id="{48F9F6B1-C0AB-3695-5ACB-E46B005EE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3146"/>
                <a:ext cx="63" cy="62"/>
              </a:xfrm>
              <a:custGeom>
                <a:avLst/>
                <a:gdLst>
                  <a:gd name="T0" fmla="*/ 0 w 125"/>
                  <a:gd name="T1" fmla="*/ 31 h 126"/>
                  <a:gd name="T2" fmla="*/ 32 w 125"/>
                  <a:gd name="T3" fmla="*/ 15 h 126"/>
                  <a:gd name="T4" fmla="*/ 0 w 125"/>
                  <a:gd name="T5" fmla="*/ 0 h 126"/>
                  <a:gd name="T6" fmla="*/ 0 w 125"/>
                  <a:gd name="T7" fmla="*/ 3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6"/>
                  <a:gd name="T14" fmla="*/ 125 w 125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6">
                    <a:moveTo>
                      <a:pt x="0" y="126"/>
                    </a:moveTo>
                    <a:lnTo>
                      <a:pt x="125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51" name="Group 290">
              <a:extLst>
                <a:ext uri="{FF2B5EF4-FFF2-40B4-BE49-F238E27FC236}">
                  <a16:creationId xmlns:a16="http://schemas.microsoft.com/office/drawing/2014/main" id="{13CC1975-53FF-DE0F-C134-B28DCB47E1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5" y="3146"/>
              <a:ext cx="286" cy="62"/>
              <a:chOff x="2425" y="3146"/>
              <a:chExt cx="286" cy="62"/>
            </a:xfrm>
          </p:grpSpPr>
          <p:sp>
            <p:nvSpPr>
              <p:cNvPr id="42339" name="Line 288">
                <a:extLst>
                  <a:ext uri="{FF2B5EF4-FFF2-40B4-BE49-F238E27FC236}">
                    <a16:creationId xmlns:a16="http://schemas.microsoft.com/office/drawing/2014/main" id="{91E80D26-0D91-EF60-9D7C-1C6F3C078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5" y="3177"/>
                <a:ext cx="227" cy="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40" name="Freeform 289">
                <a:extLst>
                  <a:ext uri="{FF2B5EF4-FFF2-40B4-BE49-F238E27FC236}">
                    <a16:creationId xmlns:a16="http://schemas.microsoft.com/office/drawing/2014/main" id="{453E090C-3116-FCEE-9E35-98878D290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3146"/>
                <a:ext cx="61" cy="62"/>
              </a:xfrm>
              <a:custGeom>
                <a:avLst/>
                <a:gdLst>
                  <a:gd name="T0" fmla="*/ 0 w 123"/>
                  <a:gd name="T1" fmla="*/ 31 h 126"/>
                  <a:gd name="T2" fmla="*/ 30 w 123"/>
                  <a:gd name="T3" fmla="*/ 15 h 126"/>
                  <a:gd name="T4" fmla="*/ 0 w 123"/>
                  <a:gd name="T5" fmla="*/ 0 h 126"/>
                  <a:gd name="T6" fmla="*/ 0 w 123"/>
                  <a:gd name="T7" fmla="*/ 31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52" name="Group 293">
              <a:extLst>
                <a:ext uri="{FF2B5EF4-FFF2-40B4-BE49-F238E27FC236}">
                  <a16:creationId xmlns:a16="http://schemas.microsoft.com/office/drawing/2014/main" id="{01B3572F-1114-8585-4958-7A4CEEF133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3" y="2878"/>
              <a:ext cx="63" cy="181"/>
              <a:chOff x="1273" y="2878"/>
              <a:chExt cx="63" cy="181"/>
            </a:xfrm>
          </p:grpSpPr>
          <p:sp>
            <p:nvSpPr>
              <p:cNvPr id="42337" name="Line 291">
                <a:extLst>
                  <a:ext uri="{FF2B5EF4-FFF2-40B4-BE49-F238E27FC236}">
                    <a16:creationId xmlns:a16="http://schemas.microsoft.com/office/drawing/2014/main" id="{28512B20-A48B-CFDC-A232-C614D746AC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04" y="2878"/>
                <a:ext cx="1" cy="12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38" name="Freeform 292">
                <a:extLst>
                  <a:ext uri="{FF2B5EF4-FFF2-40B4-BE49-F238E27FC236}">
                    <a16:creationId xmlns:a16="http://schemas.microsoft.com/office/drawing/2014/main" id="{CA29962F-1B8B-963B-1BBF-2772FCE409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" y="2997"/>
                <a:ext cx="63" cy="62"/>
              </a:xfrm>
              <a:custGeom>
                <a:avLst/>
                <a:gdLst>
                  <a:gd name="T0" fmla="*/ 0 w 125"/>
                  <a:gd name="T1" fmla="*/ 0 h 124"/>
                  <a:gd name="T2" fmla="*/ 16 w 125"/>
                  <a:gd name="T3" fmla="*/ 31 h 124"/>
                  <a:gd name="T4" fmla="*/ 32 w 125"/>
                  <a:gd name="T5" fmla="*/ 0 h 124"/>
                  <a:gd name="T6" fmla="*/ 0 w 125"/>
                  <a:gd name="T7" fmla="*/ 0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5"/>
                  <a:gd name="T13" fmla="*/ 0 h 124"/>
                  <a:gd name="T14" fmla="*/ 125 w 125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5" h="124">
                    <a:moveTo>
                      <a:pt x="0" y="0"/>
                    </a:moveTo>
                    <a:lnTo>
                      <a:pt x="61" y="124"/>
                    </a:lnTo>
                    <a:lnTo>
                      <a:pt x="1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53" name="Group 296">
              <a:extLst>
                <a:ext uri="{FF2B5EF4-FFF2-40B4-BE49-F238E27FC236}">
                  <a16:creationId xmlns:a16="http://schemas.microsoft.com/office/drawing/2014/main" id="{3B7B5E11-9334-A5CE-3543-DA4CD5272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" y="2352"/>
              <a:ext cx="63" cy="220"/>
              <a:chOff x="533" y="2352"/>
              <a:chExt cx="63" cy="220"/>
            </a:xfrm>
          </p:grpSpPr>
          <p:sp>
            <p:nvSpPr>
              <p:cNvPr id="42335" name="Line 294">
                <a:extLst>
                  <a:ext uri="{FF2B5EF4-FFF2-40B4-BE49-F238E27FC236}">
                    <a16:creationId xmlns:a16="http://schemas.microsoft.com/office/drawing/2014/main" id="{416A7B83-3219-709B-AB22-AF3B26B3B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4" y="2411"/>
                <a:ext cx="1" cy="161"/>
              </a:xfrm>
              <a:prstGeom prst="line">
                <a:avLst/>
              </a:prstGeom>
              <a:noFill/>
              <a:ln w="6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36" name="Freeform 295">
                <a:extLst>
                  <a:ext uri="{FF2B5EF4-FFF2-40B4-BE49-F238E27FC236}">
                    <a16:creationId xmlns:a16="http://schemas.microsoft.com/office/drawing/2014/main" id="{A15A3365-7F4D-037A-883E-C66A910CC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" y="2352"/>
                <a:ext cx="63" cy="62"/>
              </a:xfrm>
              <a:custGeom>
                <a:avLst/>
                <a:gdLst>
                  <a:gd name="T0" fmla="*/ 32 w 126"/>
                  <a:gd name="T1" fmla="*/ 31 h 124"/>
                  <a:gd name="T2" fmla="*/ 16 w 126"/>
                  <a:gd name="T3" fmla="*/ 0 h 124"/>
                  <a:gd name="T4" fmla="*/ 0 w 126"/>
                  <a:gd name="T5" fmla="*/ 31 h 124"/>
                  <a:gd name="T6" fmla="*/ 32 w 126"/>
                  <a:gd name="T7" fmla="*/ 31 h 1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4"/>
                  <a:gd name="T14" fmla="*/ 126 w 126"/>
                  <a:gd name="T15" fmla="*/ 124 h 1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4">
                    <a:moveTo>
                      <a:pt x="126" y="124"/>
                    </a:moveTo>
                    <a:lnTo>
                      <a:pt x="62" y="0"/>
                    </a:lnTo>
                    <a:lnTo>
                      <a:pt x="0" y="124"/>
                    </a:lnTo>
                    <a:lnTo>
                      <a:pt x="126" y="1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2054" name="Rectangle 297">
              <a:extLst>
                <a:ext uri="{FF2B5EF4-FFF2-40B4-BE49-F238E27FC236}">
                  <a16:creationId xmlns:a16="http://schemas.microsoft.com/office/drawing/2014/main" id="{63055D09-258E-D9A7-F3D8-0C3F4F90C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" y="1288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55" name="Rectangle 298">
              <a:extLst>
                <a:ext uri="{FF2B5EF4-FFF2-40B4-BE49-F238E27FC236}">
                  <a16:creationId xmlns:a16="http://schemas.microsoft.com/office/drawing/2014/main" id="{777A1A91-B694-6E9B-0E9F-E5BD960F2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8" y="1299"/>
              <a:ext cx="5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Escopo do </a:t>
              </a:r>
              <a:endParaRPr lang="pt-BR" altLang="pt-BR"/>
            </a:p>
          </p:txBody>
        </p:sp>
        <p:sp>
          <p:nvSpPr>
            <p:cNvPr id="42056" name="Rectangle 299">
              <a:extLst>
                <a:ext uri="{FF2B5EF4-FFF2-40B4-BE49-F238E27FC236}">
                  <a16:creationId xmlns:a16="http://schemas.microsoft.com/office/drawing/2014/main" id="{A508002C-95C7-E570-0A2E-330D04170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" y="1413"/>
              <a:ext cx="37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/>
            </a:p>
          </p:txBody>
        </p:sp>
        <p:sp>
          <p:nvSpPr>
            <p:cNvPr id="42057" name="Rectangle 300">
              <a:extLst>
                <a:ext uri="{FF2B5EF4-FFF2-40B4-BE49-F238E27FC236}">
                  <a16:creationId xmlns:a16="http://schemas.microsoft.com/office/drawing/2014/main" id="{03E65C8E-B707-5381-44EE-A660A7474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" y="1231"/>
              <a:ext cx="55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58" name="Rectangle 301">
              <a:extLst>
                <a:ext uri="{FF2B5EF4-FFF2-40B4-BE49-F238E27FC236}">
                  <a16:creationId xmlns:a16="http://schemas.microsoft.com/office/drawing/2014/main" id="{8721FBCF-F2E0-6CE7-FE6C-0541F70E1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1242"/>
              <a:ext cx="4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Ciclo de </a:t>
              </a:r>
              <a:endParaRPr lang="pt-BR" altLang="pt-BR"/>
            </a:p>
          </p:txBody>
        </p:sp>
        <p:sp>
          <p:nvSpPr>
            <p:cNvPr id="42059" name="Rectangle 302">
              <a:extLst>
                <a:ext uri="{FF2B5EF4-FFF2-40B4-BE49-F238E27FC236}">
                  <a16:creationId xmlns:a16="http://schemas.microsoft.com/office/drawing/2014/main" id="{490969C6-E0FB-F47D-E1EA-4699BEDEC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" y="1357"/>
              <a:ext cx="37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vida do </a:t>
              </a:r>
              <a:endParaRPr lang="pt-BR" altLang="pt-BR"/>
            </a:p>
          </p:txBody>
        </p:sp>
        <p:sp>
          <p:nvSpPr>
            <p:cNvPr id="42060" name="Rectangle 303">
              <a:extLst>
                <a:ext uri="{FF2B5EF4-FFF2-40B4-BE49-F238E27FC236}">
                  <a16:creationId xmlns:a16="http://schemas.microsoft.com/office/drawing/2014/main" id="{C49EB790-E8BB-0008-AC21-C662B219B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" y="147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/>
            </a:p>
          </p:txBody>
        </p:sp>
        <p:grpSp>
          <p:nvGrpSpPr>
            <p:cNvPr id="42061" name="Group 306">
              <a:extLst>
                <a:ext uri="{FF2B5EF4-FFF2-40B4-BE49-F238E27FC236}">
                  <a16:creationId xmlns:a16="http://schemas.microsoft.com/office/drawing/2014/main" id="{7588CE9F-7146-DEB9-4A44-9D97169D3C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8" y="1376"/>
              <a:ext cx="296" cy="63"/>
              <a:chOff x="878" y="1376"/>
              <a:chExt cx="296" cy="63"/>
            </a:xfrm>
          </p:grpSpPr>
          <p:sp>
            <p:nvSpPr>
              <p:cNvPr id="42333" name="Freeform 304">
                <a:extLst>
                  <a:ext uri="{FF2B5EF4-FFF2-40B4-BE49-F238E27FC236}">
                    <a16:creationId xmlns:a16="http://schemas.microsoft.com/office/drawing/2014/main" id="{757B5E29-8246-6081-4A57-CF775710B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8" y="1406"/>
                <a:ext cx="236" cy="1"/>
              </a:xfrm>
              <a:custGeom>
                <a:avLst/>
                <a:gdLst>
                  <a:gd name="T0" fmla="*/ 118 w 473"/>
                  <a:gd name="T1" fmla="*/ 0 h 2"/>
                  <a:gd name="T2" fmla="*/ 44 w 473"/>
                  <a:gd name="T3" fmla="*/ 0 h 2"/>
                  <a:gd name="T4" fmla="*/ 44 w 473"/>
                  <a:gd name="T5" fmla="*/ 1 h 2"/>
                  <a:gd name="T6" fmla="*/ 0 w 473"/>
                  <a:gd name="T7" fmla="*/ 1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3"/>
                  <a:gd name="T13" fmla="*/ 0 h 2"/>
                  <a:gd name="T14" fmla="*/ 473 w 473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3" h="2">
                    <a:moveTo>
                      <a:pt x="473" y="0"/>
                    </a:moveTo>
                    <a:lnTo>
                      <a:pt x="177" y="0"/>
                    </a:lnTo>
                    <a:lnTo>
                      <a:pt x="177" y="2"/>
                    </a:lnTo>
                    <a:lnTo>
                      <a:pt x="0" y="2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34" name="Freeform 305">
                <a:extLst>
                  <a:ext uri="{FF2B5EF4-FFF2-40B4-BE49-F238E27FC236}">
                    <a16:creationId xmlns:a16="http://schemas.microsoft.com/office/drawing/2014/main" id="{4785B936-356D-B1D4-3AB2-11F838C6B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" y="1376"/>
                <a:ext cx="63" cy="63"/>
              </a:xfrm>
              <a:custGeom>
                <a:avLst/>
                <a:gdLst>
                  <a:gd name="T0" fmla="*/ 32 w 126"/>
                  <a:gd name="T1" fmla="*/ 0 h 126"/>
                  <a:gd name="T2" fmla="*/ 0 w 126"/>
                  <a:gd name="T3" fmla="*/ 16 h 126"/>
                  <a:gd name="T4" fmla="*/ 32 w 126"/>
                  <a:gd name="T5" fmla="*/ 32 h 126"/>
                  <a:gd name="T6" fmla="*/ 32 w 126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6"/>
                  <a:gd name="T14" fmla="*/ 126 w 126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6">
                    <a:moveTo>
                      <a:pt x="126" y="0"/>
                    </a:moveTo>
                    <a:lnTo>
                      <a:pt x="0" y="62"/>
                    </a:lnTo>
                    <a:lnTo>
                      <a:pt x="126" y="126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62" name="Group 309">
              <a:extLst>
                <a:ext uri="{FF2B5EF4-FFF2-40B4-BE49-F238E27FC236}">
                  <a16:creationId xmlns:a16="http://schemas.microsoft.com/office/drawing/2014/main" id="{2C3D0980-1569-3092-A16A-86D4759857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407"/>
              <a:ext cx="238" cy="1315"/>
              <a:chOff x="87" y="1407"/>
              <a:chExt cx="238" cy="1315"/>
            </a:xfrm>
          </p:grpSpPr>
          <p:sp>
            <p:nvSpPr>
              <p:cNvPr id="42331" name="Freeform 307">
                <a:extLst>
                  <a:ext uri="{FF2B5EF4-FFF2-40B4-BE49-F238E27FC236}">
                    <a16:creationId xmlns:a16="http://schemas.microsoft.com/office/drawing/2014/main" id="{13F53D93-0182-D359-BE2C-C9296BE28C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" y="1407"/>
                <a:ext cx="238" cy="1283"/>
              </a:xfrm>
              <a:custGeom>
                <a:avLst/>
                <a:gdLst>
                  <a:gd name="T0" fmla="*/ 119 w 477"/>
                  <a:gd name="T1" fmla="*/ 0 h 2566"/>
                  <a:gd name="T2" fmla="*/ 0 w 477"/>
                  <a:gd name="T3" fmla="*/ 0 h 2566"/>
                  <a:gd name="T4" fmla="*/ 0 w 477"/>
                  <a:gd name="T5" fmla="*/ 642 h 2566"/>
                  <a:gd name="T6" fmla="*/ 41 w 477"/>
                  <a:gd name="T7" fmla="*/ 642 h 25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7"/>
                  <a:gd name="T13" fmla="*/ 0 h 2566"/>
                  <a:gd name="T14" fmla="*/ 477 w 477"/>
                  <a:gd name="T15" fmla="*/ 2566 h 25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7" h="2566">
                    <a:moveTo>
                      <a:pt x="477" y="0"/>
                    </a:moveTo>
                    <a:lnTo>
                      <a:pt x="0" y="0"/>
                    </a:lnTo>
                    <a:lnTo>
                      <a:pt x="0" y="2566"/>
                    </a:lnTo>
                    <a:lnTo>
                      <a:pt x="167" y="2566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32" name="Freeform 308">
                <a:extLst>
                  <a:ext uri="{FF2B5EF4-FFF2-40B4-BE49-F238E27FC236}">
                    <a16:creationId xmlns:a16="http://schemas.microsoft.com/office/drawing/2014/main" id="{A6890BF7-742D-42B1-E2A7-451DBC2B4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" y="2659"/>
                <a:ext cx="62" cy="63"/>
              </a:xfrm>
              <a:custGeom>
                <a:avLst/>
                <a:gdLst>
                  <a:gd name="T0" fmla="*/ 0 w 123"/>
                  <a:gd name="T1" fmla="*/ 32 h 126"/>
                  <a:gd name="T2" fmla="*/ 31 w 123"/>
                  <a:gd name="T3" fmla="*/ 16 h 126"/>
                  <a:gd name="T4" fmla="*/ 0 w 123"/>
                  <a:gd name="T5" fmla="*/ 0 h 126"/>
                  <a:gd name="T6" fmla="*/ 0 w 123"/>
                  <a:gd name="T7" fmla="*/ 32 h 1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3"/>
                  <a:gd name="T13" fmla="*/ 0 h 126"/>
                  <a:gd name="T14" fmla="*/ 123 w 123"/>
                  <a:gd name="T15" fmla="*/ 126 h 1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3" h="126">
                    <a:moveTo>
                      <a:pt x="0" y="126"/>
                    </a:moveTo>
                    <a:lnTo>
                      <a:pt x="123" y="62"/>
                    </a:lnTo>
                    <a:lnTo>
                      <a:pt x="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2063" name="Group 312">
              <a:extLst>
                <a:ext uri="{FF2B5EF4-FFF2-40B4-BE49-F238E27FC236}">
                  <a16:creationId xmlns:a16="http://schemas.microsoft.com/office/drawing/2014/main" id="{476F5D65-7020-154B-E237-9961E1D239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" y="1523"/>
              <a:ext cx="999" cy="478"/>
              <a:chOff x="533" y="1523"/>
              <a:chExt cx="999" cy="478"/>
            </a:xfrm>
          </p:grpSpPr>
          <p:sp>
            <p:nvSpPr>
              <p:cNvPr id="42329" name="Freeform 310">
                <a:extLst>
                  <a:ext uri="{FF2B5EF4-FFF2-40B4-BE49-F238E27FC236}">
                    <a16:creationId xmlns:a16="http://schemas.microsoft.com/office/drawing/2014/main" id="{426B082F-64BA-43DF-BB86-55BD7EB4E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1523"/>
                <a:ext cx="968" cy="418"/>
              </a:xfrm>
              <a:custGeom>
                <a:avLst/>
                <a:gdLst>
                  <a:gd name="T0" fmla="*/ 484 w 1937"/>
                  <a:gd name="T1" fmla="*/ 0 h 836"/>
                  <a:gd name="T2" fmla="*/ 484 w 1937"/>
                  <a:gd name="T3" fmla="*/ 119 h 836"/>
                  <a:gd name="T4" fmla="*/ 0 w 1937"/>
                  <a:gd name="T5" fmla="*/ 119 h 836"/>
                  <a:gd name="T6" fmla="*/ 0 w 1937"/>
                  <a:gd name="T7" fmla="*/ 209 h 8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37"/>
                  <a:gd name="T13" fmla="*/ 0 h 836"/>
                  <a:gd name="T14" fmla="*/ 1937 w 1937"/>
                  <a:gd name="T15" fmla="*/ 836 h 8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37" h="836">
                    <a:moveTo>
                      <a:pt x="1937" y="0"/>
                    </a:moveTo>
                    <a:lnTo>
                      <a:pt x="1937" y="477"/>
                    </a:lnTo>
                    <a:lnTo>
                      <a:pt x="0" y="477"/>
                    </a:lnTo>
                    <a:lnTo>
                      <a:pt x="0" y="836"/>
                    </a:lnTo>
                  </a:path>
                </a:pathLst>
              </a:custGeom>
              <a:noFill/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30" name="Freeform 311">
                <a:extLst>
                  <a:ext uri="{FF2B5EF4-FFF2-40B4-BE49-F238E27FC236}">
                    <a16:creationId xmlns:a16="http://schemas.microsoft.com/office/drawing/2014/main" id="{1509E98B-A494-088A-47C5-95BB74089B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3" y="1939"/>
                <a:ext cx="63" cy="62"/>
              </a:xfrm>
              <a:custGeom>
                <a:avLst/>
                <a:gdLst>
                  <a:gd name="T0" fmla="*/ 0 w 126"/>
                  <a:gd name="T1" fmla="*/ 0 h 123"/>
                  <a:gd name="T2" fmla="*/ 16 w 126"/>
                  <a:gd name="T3" fmla="*/ 31 h 123"/>
                  <a:gd name="T4" fmla="*/ 32 w 126"/>
                  <a:gd name="T5" fmla="*/ 0 h 123"/>
                  <a:gd name="T6" fmla="*/ 0 w 126"/>
                  <a:gd name="T7" fmla="*/ 0 h 1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6"/>
                  <a:gd name="T13" fmla="*/ 0 h 123"/>
                  <a:gd name="T14" fmla="*/ 126 w 126"/>
                  <a:gd name="T15" fmla="*/ 123 h 1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6" h="123">
                    <a:moveTo>
                      <a:pt x="0" y="0"/>
                    </a:moveTo>
                    <a:lnTo>
                      <a:pt x="62" y="123"/>
                    </a:lnTo>
                    <a:lnTo>
                      <a:pt x="12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2064" name="Freeform 313">
              <a:extLst>
                <a:ext uri="{FF2B5EF4-FFF2-40B4-BE49-F238E27FC236}">
                  <a16:creationId xmlns:a16="http://schemas.microsoft.com/office/drawing/2014/main" id="{89C9893D-BE3A-D0A4-4BEB-0A00E841E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618"/>
              <a:ext cx="4809" cy="1973"/>
            </a:xfrm>
            <a:custGeom>
              <a:avLst/>
              <a:gdLst>
                <a:gd name="T0" fmla="*/ 0 w 9620"/>
                <a:gd name="T1" fmla="*/ 651 h 3945"/>
                <a:gd name="T2" fmla="*/ 1331 w 9620"/>
                <a:gd name="T3" fmla="*/ 336 h 3945"/>
                <a:gd name="T4" fmla="*/ 1331 w 9620"/>
                <a:gd name="T5" fmla="*/ 0 h 3945"/>
                <a:gd name="T6" fmla="*/ 2404 w 9620"/>
                <a:gd name="T7" fmla="*/ 0 h 3945"/>
                <a:gd name="T8" fmla="*/ 2404 w 9620"/>
                <a:gd name="T9" fmla="*/ 982 h 3945"/>
                <a:gd name="T10" fmla="*/ 0 w 9620"/>
                <a:gd name="T11" fmla="*/ 987 h 3945"/>
                <a:gd name="T12" fmla="*/ 3 w 9620"/>
                <a:gd name="T13" fmla="*/ 830 h 3945"/>
                <a:gd name="T14" fmla="*/ 0 w 9620"/>
                <a:gd name="T15" fmla="*/ 651 h 39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620"/>
                <a:gd name="T25" fmla="*/ 0 h 3945"/>
                <a:gd name="T26" fmla="*/ 9620 w 9620"/>
                <a:gd name="T27" fmla="*/ 3945 h 394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620" h="3945">
                  <a:moveTo>
                    <a:pt x="0" y="2602"/>
                  </a:moveTo>
                  <a:lnTo>
                    <a:pt x="5325" y="1341"/>
                  </a:lnTo>
                  <a:lnTo>
                    <a:pt x="5325" y="0"/>
                  </a:lnTo>
                  <a:lnTo>
                    <a:pt x="9620" y="0"/>
                  </a:lnTo>
                  <a:lnTo>
                    <a:pt x="9620" y="3927"/>
                  </a:lnTo>
                  <a:lnTo>
                    <a:pt x="0" y="3945"/>
                  </a:lnTo>
                  <a:lnTo>
                    <a:pt x="14" y="3319"/>
                  </a:lnTo>
                  <a:lnTo>
                    <a:pt x="0" y="2602"/>
                  </a:lnTo>
                  <a:close/>
                </a:path>
              </a:pathLst>
            </a:custGeom>
            <a:solidFill>
              <a:srgbClr val="FFE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065" name="Freeform 314">
              <a:extLst>
                <a:ext uri="{FF2B5EF4-FFF2-40B4-BE49-F238E27FC236}">
                  <a16:creationId xmlns:a16="http://schemas.microsoft.com/office/drawing/2014/main" id="{EB802251-8671-B31C-A1A9-B2FF1C0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07"/>
              <a:ext cx="1193" cy="431"/>
            </a:xfrm>
            <a:custGeom>
              <a:avLst/>
              <a:gdLst>
                <a:gd name="T0" fmla="*/ 36 w 2386"/>
                <a:gd name="T1" fmla="*/ 0 h 862"/>
                <a:gd name="T2" fmla="*/ 28 w 2386"/>
                <a:gd name="T3" fmla="*/ 1 h 862"/>
                <a:gd name="T4" fmla="*/ 21 w 2386"/>
                <a:gd name="T5" fmla="*/ 3 h 862"/>
                <a:gd name="T6" fmla="*/ 16 w 2386"/>
                <a:gd name="T7" fmla="*/ 6 h 862"/>
                <a:gd name="T8" fmla="*/ 10 w 2386"/>
                <a:gd name="T9" fmla="*/ 11 h 862"/>
                <a:gd name="T10" fmla="*/ 6 w 2386"/>
                <a:gd name="T11" fmla="*/ 16 h 862"/>
                <a:gd name="T12" fmla="*/ 3 w 2386"/>
                <a:gd name="T13" fmla="*/ 22 h 862"/>
                <a:gd name="T14" fmla="*/ 1 w 2386"/>
                <a:gd name="T15" fmla="*/ 28 h 862"/>
                <a:gd name="T16" fmla="*/ 0 w 2386"/>
                <a:gd name="T17" fmla="*/ 36 h 862"/>
                <a:gd name="T18" fmla="*/ 0 w 2386"/>
                <a:gd name="T19" fmla="*/ 180 h 862"/>
                <a:gd name="T20" fmla="*/ 1 w 2386"/>
                <a:gd name="T21" fmla="*/ 187 h 862"/>
                <a:gd name="T22" fmla="*/ 3 w 2386"/>
                <a:gd name="T23" fmla="*/ 194 h 862"/>
                <a:gd name="T24" fmla="*/ 6 w 2386"/>
                <a:gd name="T25" fmla="*/ 200 h 862"/>
                <a:gd name="T26" fmla="*/ 10 w 2386"/>
                <a:gd name="T27" fmla="*/ 205 h 862"/>
                <a:gd name="T28" fmla="*/ 16 w 2386"/>
                <a:gd name="T29" fmla="*/ 210 h 862"/>
                <a:gd name="T30" fmla="*/ 21 w 2386"/>
                <a:gd name="T31" fmla="*/ 213 h 862"/>
                <a:gd name="T32" fmla="*/ 28 w 2386"/>
                <a:gd name="T33" fmla="*/ 215 h 862"/>
                <a:gd name="T34" fmla="*/ 36 w 2386"/>
                <a:gd name="T35" fmla="*/ 216 h 862"/>
                <a:gd name="T36" fmla="*/ 561 w 2386"/>
                <a:gd name="T37" fmla="*/ 216 h 862"/>
                <a:gd name="T38" fmla="*/ 569 w 2386"/>
                <a:gd name="T39" fmla="*/ 215 h 862"/>
                <a:gd name="T40" fmla="*/ 575 w 2386"/>
                <a:gd name="T41" fmla="*/ 213 h 862"/>
                <a:gd name="T42" fmla="*/ 581 w 2386"/>
                <a:gd name="T43" fmla="*/ 210 h 862"/>
                <a:gd name="T44" fmla="*/ 586 w 2386"/>
                <a:gd name="T45" fmla="*/ 205 h 862"/>
                <a:gd name="T46" fmla="*/ 591 w 2386"/>
                <a:gd name="T47" fmla="*/ 200 h 862"/>
                <a:gd name="T48" fmla="*/ 594 w 2386"/>
                <a:gd name="T49" fmla="*/ 194 h 862"/>
                <a:gd name="T50" fmla="*/ 596 w 2386"/>
                <a:gd name="T51" fmla="*/ 187 h 862"/>
                <a:gd name="T52" fmla="*/ 597 w 2386"/>
                <a:gd name="T53" fmla="*/ 180 h 862"/>
                <a:gd name="T54" fmla="*/ 597 w 2386"/>
                <a:gd name="T55" fmla="*/ 36 h 862"/>
                <a:gd name="T56" fmla="*/ 596 w 2386"/>
                <a:gd name="T57" fmla="*/ 28 h 862"/>
                <a:gd name="T58" fmla="*/ 594 w 2386"/>
                <a:gd name="T59" fmla="*/ 22 h 862"/>
                <a:gd name="T60" fmla="*/ 591 w 2386"/>
                <a:gd name="T61" fmla="*/ 16 h 862"/>
                <a:gd name="T62" fmla="*/ 586 w 2386"/>
                <a:gd name="T63" fmla="*/ 11 h 862"/>
                <a:gd name="T64" fmla="*/ 581 w 2386"/>
                <a:gd name="T65" fmla="*/ 6 h 862"/>
                <a:gd name="T66" fmla="*/ 575 w 2386"/>
                <a:gd name="T67" fmla="*/ 3 h 862"/>
                <a:gd name="T68" fmla="*/ 569 w 2386"/>
                <a:gd name="T69" fmla="*/ 1 h 862"/>
                <a:gd name="T70" fmla="*/ 561 w 2386"/>
                <a:gd name="T71" fmla="*/ 0 h 862"/>
                <a:gd name="T72" fmla="*/ 36 w 2386"/>
                <a:gd name="T73" fmla="*/ 0 h 86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6"/>
                <a:gd name="T112" fmla="*/ 0 h 862"/>
                <a:gd name="T113" fmla="*/ 2386 w 2386"/>
                <a:gd name="T114" fmla="*/ 862 h 86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6" h="862">
                  <a:moveTo>
                    <a:pt x="143" y="0"/>
                  </a:moveTo>
                  <a:lnTo>
                    <a:pt x="113" y="2"/>
                  </a:lnTo>
                  <a:lnTo>
                    <a:pt x="87" y="12"/>
                  </a:lnTo>
                  <a:lnTo>
                    <a:pt x="64" y="24"/>
                  </a:lnTo>
                  <a:lnTo>
                    <a:pt x="42" y="42"/>
                  </a:lnTo>
                  <a:lnTo>
                    <a:pt x="24" y="64"/>
                  </a:lnTo>
                  <a:lnTo>
                    <a:pt x="12" y="88"/>
                  </a:lnTo>
                  <a:lnTo>
                    <a:pt x="2" y="114"/>
                  </a:lnTo>
                  <a:lnTo>
                    <a:pt x="0" y="143"/>
                  </a:lnTo>
                  <a:lnTo>
                    <a:pt x="0" y="718"/>
                  </a:lnTo>
                  <a:lnTo>
                    <a:pt x="2" y="748"/>
                  </a:lnTo>
                  <a:lnTo>
                    <a:pt x="12" y="774"/>
                  </a:lnTo>
                  <a:lnTo>
                    <a:pt x="24" y="798"/>
                  </a:lnTo>
                  <a:lnTo>
                    <a:pt x="42" y="820"/>
                  </a:lnTo>
                  <a:lnTo>
                    <a:pt x="64" y="838"/>
                  </a:lnTo>
                  <a:lnTo>
                    <a:pt x="87" y="850"/>
                  </a:lnTo>
                  <a:lnTo>
                    <a:pt x="113" y="860"/>
                  </a:lnTo>
                  <a:lnTo>
                    <a:pt x="143" y="862"/>
                  </a:lnTo>
                  <a:lnTo>
                    <a:pt x="2243" y="862"/>
                  </a:lnTo>
                  <a:lnTo>
                    <a:pt x="2273" y="860"/>
                  </a:lnTo>
                  <a:lnTo>
                    <a:pt x="2298" y="850"/>
                  </a:lnTo>
                  <a:lnTo>
                    <a:pt x="2322" y="838"/>
                  </a:lnTo>
                  <a:lnTo>
                    <a:pt x="2344" y="820"/>
                  </a:lnTo>
                  <a:lnTo>
                    <a:pt x="2362" y="798"/>
                  </a:lnTo>
                  <a:lnTo>
                    <a:pt x="2374" y="774"/>
                  </a:lnTo>
                  <a:lnTo>
                    <a:pt x="2384" y="748"/>
                  </a:lnTo>
                  <a:lnTo>
                    <a:pt x="2386" y="718"/>
                  </a:lnTo>
                  <a:lnTo>
                    <a:pt x="2386" y="143"/>
                  </a:lnTo>
                  <a:lnTo>
                    <a:pt x="2384" y="114"/>
                  </a:lnTo>
                  <a:lnTo>
                    <a:pt x="2374" y="88"/>
                  </a:lnTo>
                  <a:lnTo>
                    <a:pt x="2362" y="64"/>
                  </a:lnTo>
                  <a:lnTo>
                    <a:pt x="2344" y="42"/>
                  </a:lnTo>
                  <a:lnTo>
                    <a:pt x="2322" y="24"/>
                  </a:lnTo>
                  <a:lnTo>
                    <a:pt x="2298" y="12"/>
                  </a:lnTo>
                  <a:lnTo>
                    <a:pt x="2273" y="2"/>
                  </a:lnTo>
                  <a:lnTo>
                    <a:pt x="2243" y="0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066" name="Rectangle 315">
              <a:extLst>
                <a:ext uri="{FF2B5EF4-FFF2-40B4-BE49-F238E27FC236}">
                  <a16:creationId xmlns:a16="http://schemas.microsoft.com/office/drawing/2014/main" id="{95EB9022-4260-3676-5191-7357F6D5B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" y="2572"/>
              <a:ext cx="66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67" name="Rectangle 316">
              <a:extLst>
                <a:ext uri="{FF2B5EF4-FFF2-40B4-BE49-F238E27FC236}">
                  <a16:creationId xmlns:a16="http://schemas.microsoft.com/office/drawing/2014/main" id="{8CFD5A32-C2C2-DAC1-426D-319AB6167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" y="2583"/>
              <a:ext cx="66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Necessidades </a:t>
              </a:r>
              <a:endParaRPr lang="pt-BR" altLang="pt-BR"/>
            </a:p>
          </p:txBody>
        </p:sp>
        <p:sp>
          <p:nvSpPr>
            <p:cNvPr id="42068" name="Rectangle 317">
              <a:extLst>
                <a:ext uri="{FF2B5EF4-FFF2-40B4-BE49-F238E27FC236}">
                  <a16:creationId xmlns:a16="http://schemas.microsoft.com/office/drawing/2014/main" id="{9700BC1E-06B2-8775-8D6B-BC1D7AC88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" y="2697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dos clientes </a:t>
              </a:r>
              <a:endParaRPr lang="pt-BR" altLang="pt-BR"/>
            </a:p>
          </p:txBody>
        </p:sp>
        <p:sp>
          <p:nvSpPr>
            <p:cNvPr id="42069" name="Rectangle 318">
              <a:extLst>
                <a:ext uri="{FF2B5EF4-FFF2-40B4-BE49-F238E27FC236}">
                  <a16:creationId xmlns:a16="http://schemas.microsoft.com/office/drawing/2014/main" id="{4CF83213-E597-0FB4-3AC5-898C26922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" y="2001"/>
              <a:ext cx="531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70" name="Rectangle 319">
              <a:extLst>
                <a:ext uri="{FF2B5EF4-FFF2-40B4-BE49-F238E27FC236}">
                  <a16:creationId xmlns:a16="http://schemas.microsoft.com/office/drawing/2014/main" id="{6BF702B1-96D9-F7AC-0DD7-2622C7B37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" y="2012"/>
              <a:ext cx="51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Requisitos </a:t>
              </a:r>
              <a:endParaRPr lang="pt-BR" altLang="pt-BR"/>
            </a:p>
          </p:txBody>
        </p:sp>
        <p:sp>
          <p:nvSpPr>
            <p:cNvPr id="42071" name="Rectangle 320">
              <a:extLst>
                <a:ext uri="{FF2B5EF4-FFF2-40B4-BE49-F238E27FC236}">
                  <a16:creationId xmlns:a16="http://schemas.microsoft.com/office/drawing/2014/main" id="{DC6429AE-F778-6649-F5D4-778E20879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" y="2127"/>
              <a:ext cx="22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dos </a:t>
              </a:r>
              <a:endParaRPr lang="pt-BR" altLang="pt-BR"/>
            </a:p>
          </p:txBody>
        </p:sp>
        <p:sp>
          <p:nvSpPr>
            <p:cNvPr id="42072" name="Rectangle 321">
              <a:extLst>
                <a:ext uri="{FF2B5EF4-FFF2-40B4-BE49-F238E27FC236}">
                  <a16:creationId xmlns:a16="http://schemas.microsoft.com/office/drawing/2014/main" id="{2301E9E2-E737-AE69-64EE-C18D2CF9C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" y="224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clientes</a:t>
              </a:r>
              <a:endParaRPr lang="pt-BR" altLang="pt-BR"/>
            </a:p>
          </p:txBody>
        </p:sp>
        <p:sp>
          <p:nvSpPr>
            <p:cNvPr id="42073" name="Rectangle 322">
              <a:extLst>
                <a:ext uri="{FF2B5EF4-FFF2-40B4-BE49-F238E27FC236}">
                  <a16:creationId xmlns:a16="http://schemas.microsoft.com/office/drawing/2014/main" id="{FE6BB1A4-9BED-B2C2-3235-30A6CE065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1970"/>
              <a:ext cx="682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74" name="Rectangle 323">
              <a:extLst>
                <a:ext uri="{FF2B5EF4-FFF2-40B4-BE49-F238E27FC236}">
                  <a16:creationId xmlns:a16="http://schemas.microsoft.com/office/drawing/2014/main" id="{CFF65F5A-0BCF-1F96-24BF-6D31BA7B6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" y="1981"/>
              <a:ext cx="45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Estrutura </a:t>
              </a:r>
              <a:endParaRPr lang="pt-BR" altLang="pt-BR"/>
            </a:p>
          </p:txBody>
        </p:sp>
        <p:sp>
          <p:nvSpPr>
            <p:cNvPr id="42075" name="Rectangle 324">
              <a:extLst>
                <a:ext uri="{FF2B5EF4-FFF2-40B4-BE49-F238E27FC236}">
                  <a16:creationId xmlns:a16="http://schemas.microsoft.com/office/drawing/2014/main" id="{6ED6E5EF-2B0A-A259-4758-7EC7EAE8D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2096"/>
              <a:ext cx="58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funcional do </a:t>
              </a:r>
              <a:endParaRPr lang="pt-BR" altLang="pt-BR"/>
            </a:p>
          </p:txBody>
        </p:sp>
        <p:sp>
          <p:nvSpPr>
            <p:cNvPr id="42076" name="Rectangle 325">
              <a:extLst>
                <a:ext uri="{FF2B5EF4-FFF2-40B4-BE49-F238E27FC236}">
                  <a16:creationId xmlns:a16="http://schemas.microsoft.com/office/drawing/2014/main" id="{1EFD8B4C-F27A-60E4-76CB-F826BA918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211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/>
            </a:p>
          </p:txBody>
        </p:sp>
        <p:sp>
          <p:nvSpPr>
            <p:cNvPr id="42077" name="Rectangle 326">
              <a:extLst>
                <a:ext uri="{FF2B5EF4-FFF2-40B4-BE49-F238E27FC236}">
                  <a16:creationId xmlns:a16="http://schemas.microsoft.com/office/drawing/2014/main" id="{7A9BE646-A4B3-B63E-442F-5F83209D3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2585"/>
              <a:ext cx="71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78" name="Rectangle 327">
              <a:extLst>
                <a:ext uri="{FF2B5EF4-FFF2-40B4-BE49-F238E27FC236}">
                  <a16:creationId xmlns:a16="http://schemas.microsoft.com/office/drawing/2014/main" id="{1E7D50CF-554A-4ED0-B345-26CA6E015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2596"/>
              <a:ext cx="423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Lista dos</a:t>
              </a:r>
              <a:endParaRPr lang="pt-BR" altLang="pt-BR"/>
            </a:p>
          </p:txBody>
        </p:sp>
        <p:sp>
          <p:nvSpPr>
            <p:cNvPr id="42079" name="Rectangle 328">
              <a:extLst>
                <a:ext uri="{FF2B5EF4-FFF2-40B4-BE49-F238E27FC236}">
                  <a16:creationId xmlns:a16="http://schemas.microsoft.com/office/drawing/2014/main" id="{AA133B51-A88F-303E-0E29-D56FB06E1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5" y="2596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SSCs</a:t>
              </a:r>
              <a:endParaRPr lang="pt-BR" altLang="pt-BR"/>
            </a:p>
          </p:txBody>
        </p:sp>
        <p:sp>
          <p:nvSpPr>
            <p:cNvPr id="42080" name="Rectangle 329">
              <a:extLst>
                <a:ext uri="{FF2B5EF4-FFF2-40B4-BE49-F238E27FC236}">
                  <a16:creationId xmlns:a16="http://schemas.microsoft.com/office/drawing/2014/main" id="{760E5673-DFDD-AEB0-570E-D97C95218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" y="2710"/>
              <a:ext cx="44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principais</a:t>
              </a:r>
              <a:endParaRPr lang="pt-BR" altLang="pt-BR"/>
            </a:p>
          </p:txBody>
        </p:sp>
        <p:sp>
          <p:nvSpPr>
            <p:cNvPr id="42081" name="Rectangle 330">
              <a:extLst>
                <a:ext uri="{FF2B5EF4-FFF2-40B4-BE49-F238E27FC236}">
                  <a16:creationId xmlns:a16="http://schemas.microsoft.com/office/drawing/2014/main" id="{F2EA8384-DC64-E753-88BD-5A44393A9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390"/>
              <a:ext cx="1004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82" name="Rectangle 331">
              <a:extLst>
                <a:ext uri="{FF2B5EF4-FFF2-40B4-BE49-F238E27FC236}">
                  <a16:creationId xmlns:a16="http://schemas.microsoft.com/office/drawing/2014/main" id="{A1505C83-081C-F84E-EFCF-578FA8B70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9" y="3401"/>
              <a:ext cx="98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Arquitetura do produto</a:t>
              </a:r>
              <a:endParaRPr lang="pt-BR" altLang="pt-BR"/>
            </a:p>
          </p:txBody>
        </p:sp>
        <p:sp>
          <p:nvSpPr>
            <p:cNvPr id="42083" name="Rectangle 332">
              <a:extLst>
                <a:ext uri="{FF2B5EF4-FFF2-40B4-BE49-F238E27FC236}">
                  <a16:creationId xmlns:a16="http://schemas.microsoft.com/office/drawing/2014/main" id="{FA65FCC6-EC8B-7E9C-DE47-A7CD16A77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1" y="3059"/>
              <a:ext cx="526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84" name="Rectangle 333">
              <a:extLst>
                <a:ext uri="{FF2B5EF4-FFF2-40B4-BE49-F238E27FC236}">
                  <a16:creationId xmlns:a16="http://schemas.microsoft.com/office/drawing/2014/main" id="{B6F824E6-CD67-DAF1-E7FF-A3E4ECD9C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3070"/>
              <a:ext cx="51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Modelo do </a:t>
              </a:r>
              <a:endParaRPr lang="pt-BR" altLang="pt-BR"/>
            </a:p>
          </p:txBody>
        </p:sp>
        <p:sp>
          <p:nvSpPr>
            <p:cNvPr id="42085" name="Rectangle 334">
              <a:extLst>
                <a:ext uri="{FF2B5EF4-FFF2-40B4-BE49-F238E27FC236}">
                  <a16:creationId xmlns:a16="http://schemas.microsoft.com/office/drawing/2014/main" id="{F864F1C0-B021-6A69-CB64-2C75F0B78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" y="3184"/>
              <a:ext cx="36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produto</a:t>
              </a:r>
              <a:endParaRPr lang="pt-BR" altLang="pt-BR"/>
            </a:p>
          </p:txBody>
        </p:sp>
        <p:sp>
          <p:nvSpPr>
            <p:cNvPr id="42086" name="Rectangle 335">
              <a:extLst>
                <a:ext uri="{FF2B5EF4-FFF2-40B4-BE49-F238E27FC236}">
                  <a16:creationId xmlns:a16="http://schemas.microsoft.com/office/drawing/2014/main" id="{1D8EA2AD-BF34-45D3-C377-C92022F4C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3438"/>
              <a:ext cx="717" cy="236"/>
            </a:xfrm>
            <a:prstGeom prst="rect">
              <a:avLst/>
            </a:prstGeom>
            <a:solidFill>
              <a:srgbClr val="FFCC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87" name="Rectangle 336">
              <a:extLst>
                <a:ext uri="{FF2B5EF4-FFF2-40B4-BE49-F238E27FC236}">
                  <a16:creationId xmlns:a16="http://schemas.microsoft.com/office/drawing/2014/main" id="{927EF17C-D3CC-782B-0B68-F56DF37F6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449"/>
              <a:ext cx="68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Concepção do </a:t>
              </a:r>
              <a:endParaRPr lang="pt-BR" altLang="pt-BR"/>
            </a:p>
          </p:txBody>
        </p:sp>
        <p:sp>
          <p:nvSpPr>
            <p:cNvPr id="42088" name="Rectangle 337">
              <a:extLst>
                <a:ext uri="{FF2B5EF4-FFF2-40B4-BE49-F238E27FC236}">
                  <a16:creationId xmlns:a16="http://schemas.microsoft.com/office/drawing/2014/main" id="{5139F1F5-3F4B-7C2C-577C-73DE8AB00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563"/>
              <a:ext cx="4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produto  </a:t>
              </a:r>
              <a:endParaRPr lang="pt-BR" altLang="pt-BR"/>
            </a:p>
          </p:txBody>
        </p:sp>
        <p:sp>
          <p:nvSpPr>
            <p:cNvPr id="42089" name="Rectangle 338">
              <a:extLst>
                <a:ext uri="{FF2B5EF4-FFF2-40B4-BE49-F238E27FC236}">
                  <a16:creationId xmlns:a16="http://schemas.microsoft.com/office/drawing/2014/main" id="{22D3DDC2-7CCA-A740-4AFF-F20F7EBB7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0" y="3059"/>
              <a:ext cx="382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90" name="Rectangle 339">
              <a:extLst>
                <a:ext uri="{FF2B5EF4-FFF2-40B4-BE49-F238E27FC236}">
                  <a16:creationId xmlns:a16="http://schemas.microsoft.com/office/drawing/2014/main" id="{591AED8A-F3C1-674B-7EBB-30DD443D0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070"/>
              <a:ext cx="28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BOM </a:t>
              </a:r>
              <a:endParaRPr lang="pt-BR" altLang="pt-BR"/>
            </a:p>
          </p:txBody>
        </p:sp>
        <p:sp>
          <p:nvSpPr>
            <p:cNvPr id="42091" name="Rectangle 340">
              <a:extLst>
                <a:ext uri="{FF2B5EF4-FFF2-40B4-BE49-F238E27FC236}">
                  <a16:creationId xmlns:a16="http://schemas.microsoft.com/office/drawing/2014/main" id="{8CA1A787-6D69-E799-2230-4AE370242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3184"/>
              <a:ext cx="30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inicial </a:t>
              </a:r>
              <a:endParaRPr lang="pt-BR" altLang="pt-BR"/>
            </a:p>
          </p:txBody>
        </p:sp>
        <p:sp>
          <p:nvSpPr>
            <p:cNvPr id="42092" name="Rectangle 341">
              <a:extLst>
                <a:ext uri="{FF2B5EF4-FFF2-40B4-BE49-F238E27FC236}">
                  <a16:creationId xmlns:a16="http://schemas.microsoft.com/office/drawing/2014/main" id="{B5484FEF-91BD-3E15-1FC1-7BFCB74B7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059"/>
              <a:ext cx="499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93" name="Rectangle 342">
              <a:extLst>
                <a:ext uri="{FF2B5EF4-FFF2-40B4-BE49-F238E27FC236}">
                  <a16:creationId xmlns:a16="http://schemas.microsoft.com/office/drawing/2014/main" id="{1DC93D0C-1890-0A16-5DF4-8A2CE0BAD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3070"/>
              <a:ext cx="4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Desenhos </a:t>
              </a:r>
              <a:endParaRPr lang="pt-BR" altLang="pt-BR"/>
            </a:p>
          </p:txBody>
        </p:sp>
        <p:sp>
          <p:nvSpPr>
            <p:cNvPr id="42094" name="Rectangle 343">
              <a:extLst>
                <a:ext uri="{FF2B5EF4-FFF2-40B4-BE49-F238E27FC236}">
                  <a16:creationId xmlns:a16="http://schemas.microsoft.com/office/drawing/2014/main" id="{7EFDF6B9-A239-0BA7-44A1-8A0E50D9D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184"/>
              <a:ext cx="32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iniciais</a:t>
              </a:r>
              <a:endParaRPr lang="pt-BR" altLang="pt-BR"/>
            </a:p>
          </p:txBody>
        </p:sp>
        <p:sp>
          <p:nvSpPr>
            <p:cNvPr id="42095" name="Freeform 344">
              <a:extLst>
                <a:ext uri="{FF2B5EF4-FFF2-40B4-BE49-F238E27FC236}">
                  <a16:creationId xmlns:a16="http://schemas.microsoft.com/office/drawing/2014/main" id="{81DF0441-110F-50EC-16F6-8ECD34940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810"/>
              <a:ext cx="2005" cy="1053"/>
            </a:xfrm>
            <a:custGeom>
              <a:avLst/>
              <a:gdLst>
                <a:gd name="T0" fmla="*/ 79 w 4008"/>
                <a:gd name="T1" fmla="*/ 0 h 2107"/>
                <a:gd name="T2" fmla="*/ 62 w 4008"/>
                <a:gd name="T3" fmla="*/ 4 h 2107"/>
                <a:gd name="T4" fmla="*/ 46 w 4008"/>
                <a:gd name="T5" fmla="*/ 10 h 2107"/>
                <a:gd name="T6" fmla="*/ 32 w 4008"/>
                <a:gd name="T7" fmla="*/ 20 h 2107"/>
                <a:gd name="T8" fmla="*/ 20 w 4008"/>
                <a:gd name="T9" fmla="*/ 32 h 2107"/>
                <a:gd name="T10" fmla="*/ 11 w 4008"/>
                <a:gd name="T11" fmla="*/ 46 h 2107"/>
                <a:gd name="T12" fmla="*/ 4 w 4008"/>
                <a:gd name="T13" fmla="*/ 62 h 2107"/>
                <a:gd name="T14" fmla="*/ 1 w 4008"/>
                <a:gd name="T15" fmla="*/ 79 h 2107"/>
                <a:gd name="T16" fmla="*/ 0 w 4008"/>
                <a:gd name="T17" fmla="*/ 439 h 2107"/>
                <a:gd name="T18" fmla="*/ 2 w 4008"/>
                <a:gd name="T19" fmla="*/ 456 h 2107"/>
                <a:gd name="T20" fmla="*/ 7 w 4008"/>
                <a:gd name="T21" fmla="*/ 473 h 2107"/>
                <a:gd name="T22" fmla="*/ 15 w 4008"/>
                <a:gd name="T23" fmla="*/ 488 h 2107"/>
                <a:gd name="T24" fmla="*/ 26 w 4008"/>
                <a:gd name="T25" fmla="*/ 501 h 2107"/>
                <a:gd name="T26" fmla="*/ 39 w 4008"/>
                <a:gd name="T27" fmla="*/ 512 h 2107"/>
                <a:gd name="T28" fmla="*/ 54 w 4008"/>
                <a:gd name="T29" fmla="*/ 520 h 2107"/>
                <a:gd name="T30" fmla="*/ 70 w 4008"/>
                <a:gd name="T31" fmla="*/ 524 h 2107"/>
                <a:gd name="T32" fmla="*/ 88 w 4008"/>
                <a:gd name="T33" fmla="*/ 526 h 2107"/>
                <a:gd name="T34" fmla="*/ 924 w 4008"/>
                <a:gd name="T35" fmla="*/ 526 h 2107"/>
                <a:gd name="T36" fmla="*/ 941 w 4008"/>
                <a:gd name="T37" fmla="*/ 522 h 2107"/>
                <a:gd name="T38" fmla="*/ 957 w 4008"/>
                <a:gd name="T39" fmla="*/ 516 h 2107"/>
                <a:gd name="T40" fmla="*/ 971 w 4008"/>
                <a:gd name="T41" fmla="*/ 507 h 2107"/>
                <a:gd name="T42" fmla="*/ 983 w 4008"/>
                <a:gd name="T43" fmla="*/ 495 h 2107"/>
                <a:gd name="T44" fmla="*/ 992 w 4008"/>
                <a:gd name="T45" fmla="*/ 481 h 2107"/>
                <a:gd name="T46" fmla="*/ 999 w 4008"/>
                <a:gd name="T47" fmla="*/ 465 h 2107"/>
                <a:gd name="T48" fmla="*/ 1003 w 4008"/>
                <a:gd name="T49" fmla="*/ 448 h 2107"/>
                <a:gd name="T50" fmla="*/ 1003 w 4008"/>
                <a:gd name="T51" fmla="*/ 88 h 2107"/>
                <a:gd name="T52" fmla="*/ 1001 w 4008"/>
                <a:gd name="T53" fmla="*/ 70 h 2107"/>
                <a:gd name="T54" fmla="*/ 996 w 4008"/>
                <a:gd name="T55" fmla="*/ 54 h 2107"/>
                <a:gd name="T56" fmla="*/ 988 w 4008"/>
                <a:gd name="T57" fmla="*/ 39 h 2107"/>
                <a:gd name="T58" fmla="*/ 977 w 4008"/>
                <a:gd name="T59" fmla="*/ 26 h 2107"/>
                <a:gd name="T60" fmla="*/ 964 w 4008"/>
                <a:gd name="T61" fmla="*/ 15 h 2107"/>
                <a:gd name="T62" fmla="*/ 949 w 4008"/>
                <a:gd name="T63" fmla="*/ 7 h 2107"/>
                <a:gd name="T64" fmla="*/ 933 w 4008"/>
                <a:gd name="T65" fmla="*/ 2 h 2107"/>
                <a:gd name="T66" fmla="*/ 915 w 4008"/>
                <a:gd name="T67" fmla="*/ 0 h 210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08"/>
                <a:gd name="T103" fmla="*/ 0 h 2107"/>
                <a:gd name="T104" fmla="*/ 4008 w 4008"/>
                <a:gd name="T105" fmla="*/ 2107 h 210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08" h="2107">
                  <a:moveTo>
                    <a:pt x="350" y="0"/>
                  </a:moveTo>
                  <a:lnTo>
                    <a:pt x="314" y="2"/>
                  </a:lnTo>
                  <a:lnTo>
                    <a:pt x="280" y="8"/>
                  </a:lnTo>
                  <a:lnTo>
                    <a:pt x="246" y="16"/>
                  </a:lnTo>
                  <a:lnTo>
                    <a:pt x="215" y="28"/>
                  </a:lnTo>
                  <a:lnTo>
                    <a:pt x="183" y="42"/>
                  </a:lnTo>
                  <a:lnTo>
                    <a:pt x="155" y="60"/>
                  </a:lnTo>
                  <a:lnTo>
                    <a:pt x="127" y="80"/>
                  </a:lnTo>
                  <a:lnTo>
                    <a:pt x="103" y="104"/>
                  </a:lnTo>
                  <a:lnTo>
                    <a:pt x="79" y="128"/>
                  </a:lnTo>
                  <a:lnTo>
                    <a:pt x="59" y="156"/>
                  </a:lnTo>
                  <a:lnTo>
                    <a:pt x="42" y="184"/>
                  </a:lnTo>
                  <a:lnTo>
                    <a:pt x="28" y="216"/>
                  </a:lnTo>
                  <a:lnTo>
                    <a:pt x="16" y="248"/>
                  </a:lnTo>
                  <a:lnTo>
                    <a:pt x="8" y="282"/>
                  </a:lnTo>
                  <a:lnTo>
                    <a:pt x="2" y="316"/>
                  </a:lnTo>
                  <a:lnTo>
                    <a:pt x="0" y="352"/>
                  </a:lnTo>
                  <a:lnTo>
                    <a:pt x="0" y="1756"/>
                  </a:lnTo>
                  <a:lnTo>
                    <a:pt x="2" y="1792"/>
                  </a:lnTo>
                  <a:lnTo>
                    <a:pt x="8" y="1826"/>
                  </a:lnTo>
                  <a:lnTo>
                    <a:pt x="16" y="1860"/>
                  </a:lnTo>
                  <a:lnTo>
                    <a:pt x="28" y="1892"/>
                  </a:lnTo>
                  <a:lnTo>
                    <a:pt x="42" y="1924"/>
                  </a:lnTo>
                  <a:lnTo>
                    <a:pt x="59" y="1952"/>
                  </a:lnTo>
                  <a:lnTo>
                    <a:pt x="79" y="1980"/>
                  </a:lnTo>
                  <a:lnTo>
                    <a:pt x="103" y="2004"/>
                  </a:lnTo>
                  <a:lnTo>
                    <a:pt x="127" y="2028"/>
                  </a:lnTo>
                  <a:lnTo>
                    <a:pt x="155" y="2048"/>
                  </a:lnTo>
                  <a:lnTo>
                    <a:pt x="183" y="2066"/>
                  </a:lnTo>
                  <a:lnTo>
                    <a:pt x="215" y="2080"/>
                  </a:lnTo>
                  <a:lnTo>
                    <a:pt x="246" y="2091"/>
                  </a:lnTo>
                  <a:lnTo>
                    <a:pt x="280" y="2099"/>
                  </a:lnTo>
                  <a:lnTo>
                    <a:pt x="314" y="2105"/>
                  </a:lnTo>
                  <a:lnTo>
                    <a:pt x="350" y="2107"/>
                  </a:lnTo>
                  <a:lnTo>
                    <a:pt x="3658" y="2107"/>
                  </a:lnTo>
                  <a:lnTo>
                    <a:pt x="3694" y="2105"/>
                  </a:lnTo>
                  <a:lnTo>
                    <a:pt x="3728" y="2099"/>
                  </a:lnTo>
                  <a:lnTo>
                    <a:pt x="3762" y="2091"/>
                  </a:lnTo>
                  <a:lnTo>
                    <a:pt x="3793" y="2080"/>
                  </a:lnTo>
                  <a:lnTo>
                    <a:pt x="3825" y="2066"/>
                  </a:lnTo>
                  <a:lnTo>
                    <a:pt x="3853" y="2048"/>
                  </a:lnTo>
                  <a:lnTo>
                    <a:pt x="3881" y="2028"/>
                  </a:lnTo>
                  <a:lnTo>
                    <a:pt x="3905" y="2004"/>
                  </a:lnTo>
                  <a:lnTo>
                    <a:pt x="3929" y="1980"/>
                  </a:lnTo>
                  <a:lnTo>
                    <a:pt x="3949" y="1952"/>
                  </a:lnTo>
                  <a:lnTo>
                    <a:pt x="3966" y="1924"/>
                  </a:lnTo>
                  <a:lnTo>
                    <a:pt x="3980" y="1892"/>
                  </a:lnTo>
                  <a:lnTo>
                    <a:pt x="3992" y="1860"/>
                  </a:lnTo>
                  <a:lnTo>
                    <a:pt x="4000" y="1826"/>
                  </a:lnTo>
                  <a:lnTo>
                    <a:pt x="4006" y="1792"/>
                  </a:lnTo>
                  <a:lnTo>
                    <a:pt x="4008" y="1756"/>
                  </a:lnTo>
                  <a:lnTo>
                    <a:pt x="4008" y="352"/>
                  </a:lnTo>
                  <a:lnTo>
                    <a:pt x="4006" y="316"/>
                  </a:lnTo>
                  <a:lnTo>
                    <a:pt x="4000" y="282"/>
                  </a:lnTo>
                  <a:lnTo>
                    <a:pt x="3992" y="248"/>
                  </a:lnTo>
                  <a:lnTo>
                    <a:pt x="3980" y="216"/>
                  </a:lnTo>
                  <a:lnTo>
                    <a:pt x="3966" y="184"/>
                  </a:lnTo>
                  <a:lnTo>
                    <a:pt x="3949" y="156"/>
                  </a:lnTo>
                  <a:lnTo>
                    <a:pt x="3929" y="128"/>
                  </a:lnTo>
                  <a:lnTo>
                    <a:pt x="3905" y="104"/>
                  </a:lnTo>
                  <a:lnTo>
                    <a:pt x="3881" y="80"/>
                  </a:lnTo>
                  <a:lnTo>
                    <a:pt x="3853" y="60"/>
                  </a:lnTo>
                  <a:lnTo>
                    <a:pt x="3825" y="42"/>
                  </a:lnTo>
                  <a:lnTo>
                    <a:pt x="3793" y="28"/>
                  </a:lnTo>
                  <a:lnTo>
                    <a:pt x="3762" y="16"/>
                  </a:lnTo>
                  <a:lnTo>
                    <a:pt x="3728" y="8"/>
                  </a:lnTo>
                  <a:lnTo>
                    <a:pt x="3694" y="2"/>
                  </a:lnTo>
                  <a:lnTo>
                    <a:pt x="3658" y="0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FFFFFF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42096" name="Group 362">
              <a:extLst>
                <a:ext uri="{FF2B5EF4-FFF2-40B4-BE49-F238E27FC236}">
                  <a16:creationId xmlns:a16="http://schemas.microsoft.com/office/drawing/2014/main" id="{455E99EE-CCB9-FFE1-81D4-3926847D47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8" y="1858"/>
              <a:ext cx="907" cy="924"/>
              <a:chOff x="3618" y="1858"/>
              <a:chExt cx="907" cy="924"/>
            </a:xfrm>
          </p:grpSpPr>
          <p:sp>
            <p:nvSpPr>
              <p:cNvPr id="42312" name="Freeform 345">
                <a:extLst>
                  <a:ext uri="{FF2B5EF4-FFF2-40B4-BE49-F238E27FC236}">
                    <a16:creationId xmlns:a16="http://schemas.microsoft.com/office/drawing/2014/main" id="{191CC9B2-9E85-05CE-A71A-39864DB76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8" y="1858"/>
                <a:ext cx="907" cy="814"/>
              </a:xfrm>
              <a:custGeom>
                <a:avLst/>
                <a:gdLst>
                  <a:gd name="T0" fmla="*/ 60 w 1814"/>
                  <a:gd name="T1" fmla="*/ 1 h 1628"/>
                  <a:gd name="T2" fmla="*/ 48 w 1814"/>
                  <a:gd name="T3" fmla="*/ 3 h 1628"/>
                  <a:gd name="T4" fmla="*/ 36 w 1814"/>
                  <a:gd name="T5" fmla="*/ 8 h 1628"/>
                  <a:gd name="T6" fmla="*/ 25 w 1814"/>
                  <a:gd name="T7" fmla="*/ 15 h 1628"/>
                  <a:gd name="T8" fmla="*/ 15 w 1814"/>
                  <a:gd name="T9" fmla="*/ 25 h 1628"/>
                  <a:gd name="T10" fmla="*/ 8 w 1814"/>
                  <a:gd name="T11" fmla="*/ 36 h 1628"/>
                  <a:gd name="T12" fmla="*/ 3 w 1814"/>
                  <a:gd name="T13" fmla="*/ 48 h 1628"/>
                  <a:gd name="T14" fmla="*/ 1 w 1814"/>
                  <a:gd name="T15" fmla="*/ 61 h 1628"/>
                  <a:gd name="T16" fmla="*/ 0 w 1814"/>
                  <a:gd name="T17" fmla="*/ 340 h 1628"/>
                  <a:gd name="T18" fmla="*/ 2 w 1814"/>
                  <a:gd name="T19" fmla="*/ 353 h 1628"/>
                  <a:gd name="T20" fmla="*/ 6 w 1814"/>
                  <a:gd name="T21" fmla="*/ 366 h 1628"/>
                  <a:gd name="T22" fmla="*/ 12 w 1814"/>
                  <a:gd name="T23" fmla="*/ 378 h 1628"/>
                  <a:gd name="T24" fmla="*/ 20 w 1814"/>
                  <a:gd name="T25" fmla="*/ 388 h 1628"/>
                  <a:gd name="T26" fmla="*/ 30 w 1814"/>
                  <a:gd name="T27" fmla="*/ 396 h 1628"/>
                  <a:gd name="T28" fmla="*/ 42 w 1814"/>
                  <a:gd name="T29" fmla="*/ 402 h 1628"/>
                  <a:gd name="T30" fmla="*/ 55 w 1814"/>
                  <a:gd name="T31" fmla="*/ 406 h 1628"/>
                  <a:gd name="T32" fmla="*/ 68 w 1814"/>
                  <a:gd name="T33" fmla="*/ 407 h 1628"/>
                  <a:gd name="T34" fmla="*/ 393 w 1814"/>
                  <a:gd name="T35" fmla="*/ 407 h 1628"/>
                  <a:gd name="T36" fmla="*/ 406 w 1814"/>
                  <a:gd name="T37" fmla="*/ 404 h 1628"/>
                  <a:gd name="T38" fmla="*/ 418 w 1814"/>
                  <a:gd name="T39" fmla="*/ 399 h 1628"/>
                  <a:gd name="T40" fmla="*/ 429 w 1814"/>
                  <a:gd name="T41" fmla="*/ 392 h 1628"/>
                  <a:gd name="T42" fmla="*/ 438 w 1814"/>
                  <a:gd name="T43" fmla="*/ 383 h 1628"/>
                  <a:gd name="T44" fmla="*/ 446 w 1814"/>
                  <a:gd name="T45" fmla="*/ 372 h 1628"/>
                  <a:gd name="T46" fmla="*/ 451 w 1814"/>
                  <a:gd name="T47" fmla="*/ 360 h 1628"/>
                  <a:gd name="T48" fmla="*/ 453 w 1814"/>
                  <a:gd name="T49" fmla="*/ 347 h 1628"/>
                  <a:gd name="T50" fmla="*/ 454 w 1814"/>
                  <a:gd name="T51" fmla="*/ 68 h 1628"/>
                  <a:gd name="T52" fmla="*/ 452 w 1814"/>
                  <a:gd name="T53" fmla="*/ 54 h 1628"/>
                  <a:gd name="T54" fmla="*/ 448 w 1814"/>
                  <a:gd name="T55" fmla="*/ 42 h 1628"/>
                  <a:gd name="T56" fmla="*/ 442 w 1814"/>
                  <a:gd name="T57" fmla="*/ 30 h 1628"/>
                  <a:gd name="T58" fmla="*/ 434 w 1814"/>
                  <a:gd name="T59" fmla="*/ 20 h 1628"/>
                  <a:gd name="T60" fmla="*/ 424 w 1814"/>
                  <a:gd name="T61" fmla="*/ 12 h 1628"/>
                  <a:gd name="T62" fmla="*/ 413 w 1814"/>
                  <a:gd name="T63" fmla="*/ 6 h 1628"/>
                  <a:gd name="T64" fmla="*/ 400 w 1814"/>
                  <a:gd name="T65" fmla="*/ 2 h 1628"/>
                  <a:gd name="T66" fmla="*/ 386 w 1814"/>
                  <a:gd name="T67" fmla="*/ 0 h 162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814"/>
                  <a:gd name="T103" fmla="*/ 0 h 1628"/>
                  <a:gd name="T104" fmla="*/ 1814 w 1814"/>
                  <a:gd name="T105" fmla="*/ 1628 h 162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814" h="1628">
                    <a:moveTo>
                      <a:pt x="271" y="0"/>
                    </a:moveTo>
                    <a:lnTo>
                      <a:pt x="243" y="2"/>
                    </a:lnTo>
                    <a:lnTo>
                      <a:pt x="217" y="6"/>
                    </a:lnTo>
                    <a:lnTo>
                      <a:pt x="191" y="12"/>
                    </a:lnTo>
                    <a:lnTo>
                      <a:pt x="165" y="22"/>
                    </a:lnTo>
                    <a:lnTo>
                      <a:pt x="141" y="32"/>
                    </a:lnTo>
                    <a:lnTo>
                      <a:pt x="120" y="46"/>
                    </a:lnTo>
                    <a:lnTo>
                      <a:pt x="100" y="62"/>
                    </a:lnTo>
                    <a:lnTo>
                      <a:pt x="80" y="80"/>
                    </a:lnTo>
                    <a:lnTo>
                      <a:pt x="62" y="100"/>
                    </a:lnTo>
                    <a:lnTo>
                      <a:pt x="46" y="120"/>
                    </a:lnTo>
                    <a:lnTo>
                      <a:pt x="32" y="142"/>
                    </a:lnTo>
                    <a:lnTo>
                      <a:pt x="22" y="166"/>
                    </a:lnTo>
                    <a:lnTo>
                      <a:pt x="12" y="192"/>
                    </a:lnTo>
                    <a:lnTo>
                      <a:pt x="6" y="218"/>
                    </a:lnTo>
                    <a:lnTo>
                      <a:pt x="2" y="244"/>
                    </a:lnTo>
                    <a:lnTo>
                      <a:pt x="0" y="271"/>
                    </a:lnTo>
                    <a:lnTo>
                      <a:pt x="0" y="1357"/>
                    </a:lnTo>
                    <a:lnTo>
                      <a:pt x="2" y="1385"/>
                    </a:lnTo>
                    <a:lnTo>
                      <a:pt x="6" y="1411"/>
                    </a:lnTo>
                    <a:lnTo>
                      <a:pt x="12" y="1437"/>
                    </a:lnTo>
                    <a:lnTo>
                      <a:pt x="22" y="1463"/>
                    </a:lnTo>
                    <a:lnTo>
                      <a:pt x="32" y="1487"/>
                    </a:lnTo>
                    <a:lnTo>
                      <a:pt x="46" y="1509"/>
                    </a:lnTo>
                    <a:lnTo>
                      <a:pt x="62" y="1529"/>
                    </a:lnTo>
                    <a:lnTo>
                      <a:pt x="80" y="1549"/>
                    </a:lnTo>
                    <a:lnTo>
                      <a:pt x="100" y="1566"/>
                    </a:lnTo>
                    <a:lnTo>
                      <a:pt x="120" y="1582"/>
                    </a:lnTo>
                    <a:lnTo>
                      <a:pt x="141" y="1596"/>
                    </a:lnTo>
                    <a:lnTo>
                      <a:pt x="165" y="1606"/>
                    </a:lnTo>
                    <a:lnTo>
                      <a:pt x="191" y="1616"/>
                    </a:lnTo>
                    <a:lnTo>
                      <a:pt x="217" y="1622"/>
                    </a:lnTo>
                    <a:lnTo>
                      <a:pt x="243" y="1626"/>
                    </a:lnTo>
                    <a:lnTo>
                      <a:pt x="271" y="1628"/>
                    </a:lnTo>
                    <a:lnTo>
                      <a:pt x="1543" y="1628"/>
                    </a:lnTo>
                    <a:lnTo>
                      <a:pt x="1571" y="1626"/>
                    </a:lnTo>
                    <a:lnTo>
                      <a:pt x="1597" y="1622"/>
                    </a:lnTo>
                    <a:lnTo>
                      <a:pt x="1623" y="1616"/>
                    </a:lnTo>
                    <a:lnTo>
                      <a:pt x="1649" y="1606"/>
                    </a:lnTo>
                    <a:lnTo>
                      <a:pt x="1672" y="1596"/>
                    </a:lnTo>
                    <a:lnTo>
                      <a:pt x="1694" y="1582"/>
                    </a:lnTo>
                    <a:lnTo>
                      <a:pt x="1714" y="1566"/>
                    </a:lnTo>
                    <a:lnTo>
                      <a:pt x="1734" y="1549"/>
                    </a:lnTo>
                    <a:lnTo>
                      <a:pt x="1752" y="1529"/>
                    </a:lnTo>
                    <a:lnTo>
                      <a:pt x="1768" y="1509"/>
                    </a:lnTo>
                    <a:lnTo>
                      <a:pt x="1782" y="1487"/>
                    </a:lnTo>
                    <a:lnTo>
                      <a:pt x="1792" y="1463"/>
                    </a:lnTo>
                    <a:lnTo>
                      <a:pt x="1802" y="1437"/>
                    </a:lnTo>
                    <a:lnTo>
                      <a:pt x="1808" y="1411"/>
                    </a:lnTo>
                    <a:lnTo>
                      <a:pt x="1812" y="1385"/>
                    </a:lnTo>
                    <a:lnTo>
                      <a:pt x="1814" y="1357"/>
                    </a:lnTo>
                    <a:lnTo>
                      <a:pt x="1814" y="271"/>
                    </a:lnTo>
                    <a:lnTo>
                      <a:pt x="1812" y="244"/>
                    </a:lnTo>
                    <a:lnTo>
                      <a:pt x="1808" y="218"/>
                    </a:lnTo>
                    <a:lnTo>
                      <a:pt x="1802" y="192"/>
                    </a:lnTo>
                    <a:lnTo>
                      <a:pt x="1792" y="166"/>
                    </a:lnTo>
                    <a:lnTo>
                      <a:pt x="1782" y="142"/>
                    </a:lnTo>
                    <a:lnTo>
                      <a:pt x="1768" y="120"/>
                    </a:lnTo>
                    <a:lnTo>
                      <a:pt x="1752" y="100"/>
                    </a:lnTo>
                    <a:lnTo>
                      <a:pt x="1734" y="80"/>
                    </a:lnTo>
                    <a:lnTo>
                      <a:pt x="1714" y="62"/>
                    </a:lnTo>
                    <a:lnTo>
                      <a:pt x="1694" y="46"/>
                    </a:lnTo>
                    <a:lnTo>
                      <a:pt x="1672" y="32"/>
                    </a:lnTo>
                    <a:lnTo>
                      <a:pt x="1649" y="22"/>
                    </a:lnTo>
                    <a:lnTo>
                      <a:pt x="1623" y="12"/>
                    </a:lnTo>
                    <a:lnTo>
                      <a:pt x="1597" y="6"/>
                    </a:lnTo>
                    <a:lnTo>
                      <a:pt x="1571" y="2"/>
                    </a:lnTo>
                    <a:lnTo>
                      <a:pt x="1543" y="0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42313" name="Group 358">
                <a:extLst>
                  <a:ext uri="{FF2B5EF4-FFF2-40B4-BE49-F238E27FC236}">
                    <a16:creationId xmlns:a16="http://schemas.microsoft.com/office/drawing/2014/main" id="{538E24A4-15DD-A08C-7578-2B4D6B8221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6" y="1953"/>
                <a:ext cx="797" cy="464"/>
                <a:chOff x="3666" y="1953"/>
                <a:chExt cx="797" cy="464"/>
              </a:xfrm>
            </p:grpSpPr>
            <p:sp>
              <p:nvSpPr>
                <p:cNvPr id="42317" name="Rectangle 346">
                  <a:extLst>
                    <a:ext uri="{FF2B5EF4-FFF2-40B4-BE49-F238E27FC236}">
                      <a16:creationId xmlns:a16="http://schemas.microsoft.com/office/drawing/2014/main" id="{BCDE40D2-38E7-8D95-76A8-6AA18A5D5D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7" y="1953"/>
                  <a:ext cx="573" cy="35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318" name="Rectangle 347">
                  <a:extLst>
                    <a:ext uri="{FF2B5EF4-FFF2-40B4-BE49-F238E27FC236}">
                      <a16:creationId xmlns:a16="http://schemas.microsoft.com/office/drawing/2014/main" id="{D5C05508-9954-9713-0F36-F511D501BE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2" y="1964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/>
                </a:p>
              </p:txBody>
            </p:sp>
            <p:sp>
              <p:nvSpPr>
                <p:cNvPr id="42319" name="Rectangle 348">
                  <a:extLst>
                    <a:ext uri="{FF2B5EF4-FFF2-40B4-BE49-F238E27FC236}">
                      <a16:creationId xmlns:a16="http://schemas.microsoft.com/office/drawing/2014/main" id="{9A76E201-EF5A-3BF0-E867-9DCA638CBC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9" y="2079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/>
                </a:p>
              </p:txBody>
            </p:sp>
            <p:sp>
              <p:nvSpPr>
                <p:cNvPr id="42320" name="Rectangle 349">
                  <a:extLst>
                    <a:ext uri="{FF2B5EF4-FFF2-40B4-BE49-F238E27FC236}">
                      <a16:creationId xmlns:a16="http://schemas.microsoft.com/office/drawing/2014/main" id="{8B138F31-6944-5DAD-332F-BF85675A28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46" y="2194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/>
                </a:p>
              </p:txBody>
            </p:sp>
            <p:sp>
              <p:nvSpPr>
                <p:cNvPr id="42321" name="Rectangle 350">
                  <a:extLst>
                    <a:ext uri="{FF2B5EF4-FFF2-40B4-BE49-F238E27FC236}">
                      <a16:creationId xmlns:a16="http://schemas.microsoft.com/office/drawing/2014/main" id="{9AC201EC-C6BF-2762-8AA1-1A4E36079F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61" y="2001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322" name="Rectangle 351">
                  <a:extLst>
                    <a:ext uri="{FF2B5EF4-FFF2-40B4-BE49-F238E27FC236}">
                      <a16:creationId xmlns:a16="http://schemas.microsoft.com/office/drawing/2014/main" id="{5423137F-B5F7-27DF-F805-153A9F7CCE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96" y="2012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/>
                </a:p>
              </p:txBody>
            </p:sp>
            <p:sp>
              <p:nvSpPr>
                <p:cNvPr id="42323" name="Rectangle 352">
                  <a:extLst>
                    <a:ext uri="{FF2B5EF4-FFF2-40B4-BE49-F238E27FC236}">
                      <a16:creationId xmlns:a16="http://schemas.microsoft.com/office/drawing/2014/main" id="{0F5492A0-2B0C-7FD5-4518-55D2F1D8E4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4" y="2127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/>
                </a:p>
              </p:txBody>
            </p:sp>
            <p:sp>
              <p:nvSpPr>
                <p:cNvPr id="42324" name="Rectangle 353">
                  <a:extLst>
                    <a:ext uri="{FF2B5EF4-FFF2-40B4-BE49-F238E27FC236}">
                      <a16:creationId xmlns:a16="http://schemas.microsoft.com/office/drawing/2014/main" id="{FE45A013-C70C-3237-4F97-961CCCCD1F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1" y="2241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/>
                </a:p>
              </p:txBody>
            </p:sp>
            <p:sp>
              <p:nvSpPr>
                <p:cNvPr id="42325" name="Rectangle 354">
                  <a:extLst>
                    <a:ext uri="{FF2B5EF4-FFF2-40B4-BE49-F238E27FC236}">
                      <a16:creationId xmlns:a16="http://schemas.microsoft.com/office/drawing/2014/main" id="{9083CF06-5810-CA98-B8E0-232B80B3BC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66" y="2049"/>
                  <a:ext cx="573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326" name="Rectangle 355">
                  <a:extLst>
                    <a:ext uri="{FF2B5EF4-FFF2-40B4-BE49-F238E27FC236}">
                      <a16:creationId xmlns:a16="http://schemas.microsoft.com/office/drawing/2014/main" id="{95EDD436-2B28-B58C-55D8-9F5FF2781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1" y="2060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/>
                </a:p>
              </p:txBody>
            </p:sp>
            <p:sp>
              <p:nvSpPr>
                <p:cNvPr id="42327" name="Rectangle 356">
                  <a:extLst>
                    <a:ext uri="{FF2B5EF4-FFF2-40B4-BE49-F238E27FC236}">
                      <a16:creationId xmlns:a16="http://schemas.microsoft.com/office/drawing/2014/main" id="{BC84902A-5460-0F42-DF7A-082AA776FA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88" y="2175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/>
                </a:p>
              </p:txBody>
            </p:sp>
            <p:sp>
              <p:nvSpPr>
                <p:cNvPr id="42328" name="Rectangle 357">
                  <a:extLst>
                    <a:ext uri="{FF2B5EF4-FFF2-40B4-BE49-F238E27FC236}">
                      <a16:creationId xmlns:a16="http://schemas.microsoft.com/office/drawing/2014/main" id="{ADD6CFE2-2F02-8AFE-B980-6F3AF508B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55" y="2289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/>
                </a:p>
              </p:txBody>
            </p:sp>
          </p:grpSp>
          <p:sp>
            <p:nvSpPr>
              <p:cNvPr id="42314" name="Rectangle 359">
                <a:extLst>
                  <a:ext uri="{FF2B5EF4-FFF2-40B4-BE49-F238E27FC236}">
                    <a16:creationId xmlns:a16="http://schemas.microsoft.com/office/drawing/2014/main" id="{C393ECD8-BA98-6E93-9295-C25F03516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" y="2528"/>
                <a:ext cx="58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315" name="Rectangle 360">
                <a:extLst>
                  <a:ext uri="{FF2B5EF4-FFF2-40B4-BE49-F238E27FC236}">
                    <a16:creationId xmlns:a16="http://schemas.microsoft.com/office/drawing/2014/main" id="{0B75A878-36A8-4388-091C-78396BAB1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3" y="2539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/>
              </a:p>
            </p:txBody>
          </p:sp>
          <p:sp>
            <p:nvSpPr>
              <p:cNvPr id="42316" name="Rectangle 361">
                <a:extLst>
                  <a:ext uri="{FF2B5EF4-FFF2-40B4-BE49-F238E27FC236}">
                    <a16:creationId xmlns:a16="http://schemas.microsoft.com/office/drawing/2014/main" id="{4D4B1468-5E3A-24C3-BE4A-C3F4657CC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7" y="2654"/>
                <a:ext cx="57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solução total</a:t>
                </a:r>
                <a:endParaRPr lang="pt-BR" altLang="pt-BR"/>
              </a:p>
            </p:txBody>
          </p:sp>
        </p:grpSp>
        <p:sp>
          <p:nvSpPr>
            <p:cNvPr id="42097" name="Rectangle 363">
              <a:extLst>
                <a:ext uri="{FF2B5EF4-FFF2-40B4-BE49-F238E27FC236}">
                  <a16:creationId xmlns:a16="http://schemas.microsoft.com/office/drawing/2014/main" id="{2211CB9A-0B9C-60C2-6E03-0D3D4DFCE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" y="2815"/>
              <a:ext cx="1385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098" name="Rectangle 364">
              <a:extLst>
                <a:ext uri="{FF2B5EF4-FFF2-40B4-BE49-F238E27FC236}">
                  <a16:creationId xmlns:a16="http://schemas.microsoft.com/office/drawing/2014/main" id="{D5755B37-7403-908E-DF2B-C24BF4CD9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826"/>
              <a:ext cx="102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Alternativas de solução</a:t>
              </a:r>
              <a:endParaRPr lang="pt-BR" altLang="pt-BR"/>
            </a:p>
          </p:txBody>
        </p:sp>
        <p:grpSp>
          <p:nvGrpSpPr>
            <p:cNvPr id="42099" name="Group 382">
              <a:extLst>
                <a:ext uri="{FF2B5EF4-FFF2-40B4-BE49-F238E27FC236}">
                  <a16:creationId xmlns:a16="http://schemas.microsoft.com/office/drawing/2014/main" id="{8D229025-6E7F-BC31-A46C-E9B5CABFB9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0" y="1858"/>
              <a:ext cx="907" cy="924"/>
              <a:chOff x="4620" y="1858"/>
              <a:chExt cx="907" cy="924"/>
            </a:xfrm>
          </p:grpSpPr>
          <p:sp>
            <p:nvSpPr>
              <p:cNvPr id="42295" name="Freeform 365">
                <a:extLst>
                  <a:ext uri="{FF2B5EF4-FFF2-40B4-BE49-F238E27FC236}">
                    <a16:creationId xmlns:a16="http://schemas.microsoft.com/office/drawing/2014/main" id="{C2828D0C-8696-7A00-428C-B6A9E904A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" y="1858"/>
                <a:ext cx="907" cy="814"/>
              </a:xfrm>
              <a:custGeom>
                <a:avLst/>
                <a:gdLst>
                  <a:gd name="T0" fmla="*/ 60 w 1814"/>
                  <a:gd name="T1" fmla="*/ 1 h 1628"/>
                  <a:gd name="T2" fmla="*/ 48 w 1814"/>
                  <a:gd name="T3" fmla="*/ 3 h 1628"/>
                  <a:gd name="T4" fmla="*/ 36 w 1814"/>
                  <a:gd name="T5" fmla="*/ 8 h 1628"/>
                  <a:gd name="T6" fmla="*/ 25 w 1814"/>
                  <a:gd name="T7" fmla="*/ 15 h 1628"/>
                  <a:gd name="T8" fmla="*/ 15 w 1814"/>
                  <a:gd name="T9" fmla="*/ 25 h 1628"/>
                  <a:gd name="T10" fmla="*/ 8 w 1814"/>
                  <a:gd name="T11" fmla="*/ 36 h 1628"/>
                  <a:gd name="T12" fmla="*/ 3 w 1814"/>
                  <a:gd name="T13" fmla="*/ 48 h 1628"/>
                  <a:gd name="T14" fmla="*/ 1 w 1814"/>
                  <a:gd name="T15" fmla="*/ 61 h 1628"/>
                  <a:gd name="T16" fmla="*/ 0 w 1814"/>
                  <a:gd name="T17" fmla="*/ 340 h 1628"/>
                  <a:gd name="T18" fmla="*/ 2 w 1814"/>
                  <a:gd name="T19" fmla="*/ 353 h 1628"/>
                  <a:gd name="T20" fmla="*/ 6 w 1814"/>
                  <a:gd name="T21" fmla="*/ 366 h 1628"/>
                  <a:gd name="T22" fmla="*/ 12 w 1814"/>
                  <a:gd name="T23" fmla="*/ 378 h 1628"/>
                  <a:gd name="T24" fmla="*/ 20 w 1814"/>
                  <a:gd name="T25" fmla="*/ 388 h 1628"/>
                  <a:gd name="T26" fmla="*/ 30 w 1814"/>
                  <a:gd name="T27" fmla="*/ 396 h 1628"/>
                  <a:gd name="T28" fmla="*/ 42 w 1814"/>
                  <a:gd name="T29" fmla="*/ 402 h 1628"/>
                  <a:gd name="T30" fmla="*/ 55 w 1814"/>
                  <a:gd name="T31" fmla="*/ 406 h 1628"/>
                  <a:gd name="T32" fmla="*/ 68 w 1814"/>
                  <a:gd name="T33" fmla="*/ 407 h 1628"/>
                  <a:gd name="T34" fmla="*/ 393 w 1814"/>
                  <a:gd name="T35" fmla="*/ 407 h 1628"/>
                  <a:gd name="T36" fmla="*/ 406 w 1814"/>
                  <a:gd name="T37" fmla="*/ 404 h 1628"/>
                  <a:gd name="T38" fmla="*/ 419 w 1814"/>
                  <a:gd name="T39" fmla="*/ 399 h 1628"/>
                  <a:gd name="T40" fmla="*/ 429 w 1814"/>
                  <a:gd name="T41" fmla="*/ 392 h 1628"/>
                  <a:gd name="T42" fmla="*/ 438 w 1814"/>
                  <a:gd name="T43" fmla="*/ 383 h 1628"/>
                  <a:gd name="T44" fmla="*/ 446 w 1814"/>
                  <a:gd name="T45" fmla="*/ 372 h 1628"/>
                  <a:gd name="T46" fmla="*/ 451 w 1814"/>
                  <a:gd name="T47" fmla="*/ 360 h 1628"/>
                  <a:gd name="T48" fmla="*/ 453 w 1814"/>
                  <a:gd name="T49" fmla="*/ 347 h 1628"/>
                  <a:gd name="T50" fmla="*/ 454 w 1814"/>
                  <a:gd name="T51" fmla="*/ 68 h 1628"/>
                  <a:gd name="T52" fmla="*/ 452 w 1814"/>
                  <a:gd name="T53" fmla="*/ 54 h 1628"/>
                  <a:gd name="T54" fmla="*/ 448 w 1814"/>
                  <a:gd name="T55" fmla="*/ 42 h 1628"/>
                  <a:gd name="T56" fmla="*/ 442 w 1814"/>
                  <a:gd name="T57" fmla="*/ 30 h 1628"/>
                  <a:gd name="T58" fmla="*/ 434 w 1814"/>
                  <a:gd name="T59" fmla="*/ 20 h 1628"/>
                  <a:gd name="T60" fmla="*/ 424 w 1814"/>
                  <a:gd name="T61" fmla="*/ 12 h 1628"/>
                  <a:gd name="T62" fmla="*/ 413 w 1814"/>
                  <a:gd name="T63" fmla="*/ 6 h 1628"/>
                  <a:gd name="T64" fmla="*/ 400 w 1814"/>
                  <a:gd name="T65" fmla="*/ 2 h 1628"/>
                  <a:gd name="T66" fmla="*/ 386 w 1814"/>
                  <a:gd name="T67" fmla="*/ 0 h 162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814"/>
                  <a:gd name="T103" fmla="*/ 0 h 1628"/>
                  <a:gd name="T104" fmla="*/ 1814 w 1814"/>
                  <a:gd name="T105" fmla="*/ 1628 h 1628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814" h="1628">
                    <a:moveTo>
                      <a:pt x="271" y="0"/>
                    </a:moveTo>
                    <a:lnTo>
                      <a:pt x="243" y="2"/>
                    </a:lnTo>
                    <a:lnTo>
                      <a:pt x="217" y="6"/>
                    </a:lnTo>
                    <a:lnTo>
                      <a:pt x="191" y="12"/>
                    </a:lnTo>
                    <a:lnTo>
                      <a:pt x="165" y="22"/>
                    </a:lnTo>
                    <a:lnTo>
                      <a:pt x="142" y="32"/>
                    </a:lnTo>
                    <a:lnTo>
                      <a:pt x="120" y="46"/>
                    </a:lnTo>
                    <a:lnTo>
                      <a:pt x="100" y="62"/>
                    </a:lnTo>
                    <a:lnTo>
                      <a:pt x="80" y="80"/>
                    </a:lnTo>
                    <a:lnTo>
                      <a:pt x="62" y="100"/>
                    </a:lnTo>
                    <a:lnTo>
                      <a:pt x="46" y="120"/>
                    </a:lnTo>
                    <a:lnTo>
                      <a:pt x="32" y="142"/>
                    </a:lnTo>
                    <a:lnTo>
                      <a:pt x="22" y="166"/>
                    </a:lnTo>
                    <a:lnTo>
                      <a:pt x="12" y="192"/>
                    </a:lnTo>
                    <a:lnTo>
                      <a:pt x="6" y="218"/>
                    </a:lnTo>
                    <a:lnTo>
                      <a:pt x="2" y="244"/>
                    </a:lnTo>
                    <a:lnTo>
                      <a:pt x="0" y="271"/>
                    </a:lnTo>
                    <a:lnTo>
                      <a:pt x="0" y="1357"/>
                    </a:lnTo>
                    <a:lnTo>
                      <a:pt x="2" y="1385"/>
                    </a:lnTo>
                    <a:lnTo>
                      <a:pt x="6" y="1411"/>
                    </a:lnTo>
                    <a:lnTo>
                      <a:pt x="12" y="1437"/>
                    </a:lnTo>
                    <a:lnTo>
                      <a:pt x="22" y="1463"/>
                    </a:lnTo>
                    <a:lnTo>
                      <a:pt x="32" y="1487"/>
                    </a:lnTo>
                    <a:lnTo>
                      <a:pt x="46" y="1509"/>
                    </a:lnTo>
                    <a:lnTo>
                      <a:pt x="62" y="1529"/>
                    </a:lnTo>
                    <a:lnTo>
                      <a:pt x="80" y="1549"/>
                    </a:lnTo>
                    <a:lnTo>
                      <a:pt x="100" y="1566"/>
                    </a:lnTo>
                    <a:lnTo>
                      <a:pt x="120" y="1582"/>
                    </a:lnTo>
                    <a:lnTo>
                      <a:pt x="142" y="1596"/>
                    </a:lnTo>
                    <a:lnTo>
                      <a:pt x="165" y="1606"/>
                    </a:lnTo>
                    <a:lnTo>
                      <a:pt x="191" y="1616"/>
                    </a:lnTo>
                    <a:lnTo>
                      <a:pt x="217" y="1622"/>
                    </a:lnTo>
                    <a:lnTo>
                      <a:pt x="243" y="1626"/>
                    </a:lnTo>
                    <a:lnTo>
                      <a:pt x="271" y="1628"/>
                    </a:lnTo>
                    <a:lnTo>
                      <a:pt x="1543" y="1628"/>
                    </a:lnTo>
                    <a:lnTo>
                      <a:pt x="1571" y="1626"/>
                    </a:lnTo>
                    <a:lnTo>
                      <a:pt x="1597" y="1622"/>
                    </a:lnTo>
                    <a:lnTo>
                      <a:pt x="1623" y="1616"/>
                    </a:lnTo>
                    <a:lnTo>
                      <a:pt x="1649" y="1606"/>
                    </a:lnTo>
                    <a:lnTo>
                      <a:pt x="1673" y="1596"/>
                    </a:lnTo>
                    <a:lnTo>
                      <a:pt x="1694" y="1582"/>
                    </a:lnTo>
                    <a:lnTo>
                      <a:pt x="1714" y="1566"/>
                    </a:lnTo>
                    <a:lnTo>
                      <a:pt x="1734" y="1549"/>
                    </a:lnTo>
                    <a:lnTo>
                      <a:pt x="1752" y="1529"/>
                    </a:lnTo>
                    <a:lnTo>
                      <a:pt x="1768" y="1509"/>
                    </a:lnTo>
                    <a:lnTo>
                      <a:pt x="1782" y="1487"/>
                    </a:lnTo>
                    <a:lnTo>
                      <a:pt x="1792" y="1463"/>
                    </a:lnTo>
                    <a:lnTo>
                      <a:pt x="1802" y="1437"/>
                    </a:lnTo>
                    <a:lnTo>
                      <a:pt x="1808" y="1411"/>
                    </a:lnTo>
                    <a:lnTo>
                      <a:pt x="1812" y="1385"/>
                    </a:lnTo>
                    <a:lnTo>
                      <a:pt x="1814" y="1357"/>
                    </a:lnTo>
                    <a:lnTo>
                      <a:pt x="1814" y="271"/>
                    </a:lnTo>
                    <a:lnTo>
                      <a:pt x="1812" y="244"/>
                    </a:lnTo>
                    <a:lnTo>
                      <a:pt x="1808" y="218"/>
                    </a:lnTo>
                    <a:lnTo>
                      <a:pt x="1802" y="192"/>
                    </a:lnTo>
                    <a:lnTo>
                      <a:pt x="1792" y="166"/>
                    </a:lnTo>
                    <a:lnTo>
                      <a:pt x="1782" y="142"/>
                    </a:lnTo>
                    <a:lnTo>
                      <a:pt x="1768" y="120"/>
                    </a:lnTo>
                    <a:lnTo>
                      <a:pt x="1752" y="100"/>
                    </a:lnTo>
                    <a:lnTo>
                      <a:pt x="1734" y="80"/>
                    </a:lnTo>
                    <a:lnTo>
                      <a:pt x="1714" y="62"/>
                    </a:lnTo>
                    <a:lnTo>
                      <a:pt x="1694" y="46"/>
                    </a:lnTo>
                    <a:lnTo>
                      <a:pt x="1673" y="32"/>
                    </a:lnTo>
                    <a:lnTo>
                      <a:pt x="1649" y="22"/>
                    </a:lnTo>
                    <a:lnTo>
                      <a:pt x="1623" y="12"/>
                    </a:lnTo>
                    <a:lnTo>
                      <a:pt x="1597" y="6"/>
                    </a:lnTo>
                    <a:lnTo>
                      <a:pt x="1571" y="2"/>
                    </a:lnTo>
                    <a:lnTo>
                      <a:pt x="1543" y="0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EAEAEA"/>
              </a:solidFill>
              <a:ln w="6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42296" name="Group 378">
                <a:extLst>
                  <a:ext uri="{FF2B5EF4-FFF2-40B4-BE49-F238E27FC236}">
                    <a16:creationId xmlns:a16="http://schemas.microsoft.com/office/drawing/2014/main" id="{5076E738-1972-306C-DB2A-EEE45C7016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68" y="1953"/>
                <a:ext cx="797" cy="464"/>
                <a:chOff x="4668" y="1953"/>
                <a:chExt cx="797" cy="464"/>
              </a:xfrm>
            </p:grpSpPr>
            <p:sp>
              <p:nvSpPr>
                <p:cNvPr id="42300" name="Rectangle 366">
                  <a:extLst>
                    <a:ext uri="{FF2B5EF4-FFF2-40B4-BE49-F238E27FC236}">
                      <a16:creationId xmlns:a16="http://schemas.microsoft.com/office/drawing/2014/main" id="{F7664753-CB4A-6D84-4E06-90A43B0113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9" y="1953"/>
                  <a:ext cx="573" cy="352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301" name="Rectangle 367">
                  <a:extLst>
                    <a:ext uri="{FF2B5EF4-FFF2-40B4-BE49-F238E27FC236}">
                      <a16:creationId xmlns:a16="http://schemas.microsoft.com/office/drawing/2014/main" id="{F9C41A63-DE38-DC4C-E0B9-1AE805C0E8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4" y="1964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/>
                </a:p>
              </p:txBody>
            </p:sp>
            <p:sp>
              <p:nvSpPr>
                <p:cNvPr id="42302" name="Rectangle 368">
                  <a:extLst>
                    <a:ext uri="{FF2B5EF4-FFF2-40B4-BE49-F238E27FC236}">
                      <a16:creationId xmlns:a16="http://schemas.microsoft.com/office/drawing/2014/main" id="{67FDA365-49E6-7B41-BDC7-3F9637110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81" y="2079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/>
                </a:p>
              </p:txBody>
            </p:sp>
            <p:sp>
              <p:nvSpPr>
                <p:cNvPr id="42303" name="Rectangle 369">
                  <a:extLst>
                    <a:ext uri="{FF2B5EF4-FFF2-40B4-BE49-F238E27FC236}">
                      <a16:creationId xmlns:a16="http://schemas.microsoft.com/office/drawing/2014/main" id="{CF48A059-3609-299D-8079-425E4E70DE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48" y="2194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/>
                </a:p>
              </p:txBody>
            </p:sp>
            <p:sp>
              <p:nvSpPr>
                <p:cNvPr id="42304" name="Rectangle 370">
                  <a:extLst>
                    <a:ext uri="{FF2B5EF4-FFF2-40B4-BE49-F238E27FC236}">
                      <a16:creationId xmlns:a16="http://schemas.microsoft.com/office/drawing/2014/main" id="{93441E43-B15C-3076-BF83-9EDD3B7B8A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63" y="2001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305" name="Rectangle 371">
                  <a:extLst>
                    <a:ext uri="{FF2B5EF4-FFF2-40B4-BE49-F238E27FC236}">
                      <a16:creationId xmlns:a16="http://schemas.microsoft.com/office/drawing/2014/main" id="{390A31A1-43F1-DBB9-DF23-5BD94645F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8" y="2012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/>
                </a:p>
              </p:txBody>
            </p:sp>
            <p:sp>
              <p:nvSpPr>
                <p:cNvPr id="42306" name="Rectangle 372">
                  <a:extLst>
                    <a:ext uri="{FF2B5EF4-FFF2-40B4-BE49-F238E27FC236}">
                      <a16:creationId xmlns:a16="http://schemas.microsoft.com/office/drawing/2014/main" id="{F732B17C-A1AF-3AD7-3CA9-F94CD00853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86" y="2127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/>
                </a:p>
              </p:txBody>
            </p:sp>
            <p:sp>
              <p:nvSpPr>
                <p:cNvPr id="42307" name="Rectangle 373">
                  <a:extLst>
                    <a:ext uri="{FF2B5EF4-FFF2-40B4-BE49-F238E27FC236}">
                      <a16:creationId xmlns:a16="http://schemas.microsoft.com/office/drawing/2014/main" id="{F9EAF3A4-012E-0CBB-959C-D9CDA4D65F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3" y="2241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/>
                </a:p>
              </p:txBody>
            </p:sp>
            <p:sp>
              <p:nvSpPr>
                <p:cNvPr id="42308" name="Rectangle 374">
                  <a:extLst>
                    <a:ext uri="{FF2B5EF4-FFF2-40B4-BE49-F238E27FC236}">
                      <a16:creationId xmlns:a16="http://schemas.microsoft.com/office/drawing/2014/main" id="{9BF5C976-533D-7FFE-FF2C-43CD8C4837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8" y="2049"/>
                  <a:ext cx="574" cy="351"/>
                </a:xfrm>
                <a:prstGeom prst="rect">
                  <a:avLst/>
                </a:prstGeom>
                <a:solidFill>
                  <a:srgbClr val="FFFFFF"/>
                </a:solidFill>
                <a:ln w="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42309" name="Rectangle 375">
                  <a:extLst>
                    <a:ext uri="{FF2B5EF4-FFF2-40B4-BE49-F238E27FC236}">
                      <a16:creationId xmlns:a16="http://schemas.microsoft.com/office/drawing/2014/main" id="{51F45A6C-AAA7-E9B8-19D7-76B0BA3EC4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03" y="2060"/>
                  <a:ext cx="571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Princípio de </a:t>
                  </a:r>
                  <a:endParaRPr lang="pt-BR" altLang="pt-BR"/>
                </a:p>
              </p:txBody>
            </p:sp>
            <p:sp>
              <p:nvSpPr>
                <p:cNvPr id="42310" name="Rectangle 376">
                  <a:extLst>
                    <a:ext uri="{FF2B5EF4-FFF2-40B4-BE49-F238E27FC236}">
                      <a16:creationId xmlns:a16="http://schemas.microsoft.com/office/drawing/2014/main" id="{A8A7CCAF-3DD7-6E06-D0C4-97B4001AD4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90" y="2175"/>
                  <a:ext cx="396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solução </a:t>
                  </a:r>
                  <a:endParaRPr lang="pt-BR" altLang="pt-BR"/>
                </a:p>
              </p:txBody>
            </p:sp>
            <p:sp>
              <p:nvSpPr>
                <p:cNvPr id="42311" name="Rectangle 377">
                  <a:extLst>
                    <a:ext uri="{FF2B5EF4-FFF2-40B4-BE49-F238E27FC236}">
                      <a16:creationId xmlns:a16="http://schemas.microsoft.com/office/drawing/2014/main" id="{4F6DED8C-D7D9-1B92-6E1A-A2A4950C1F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7" y="2289"/>
                  <a:ext cx="435" cy="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200">
                      <a:solidFill>
                        <a:srgbClr val="000000"/>
                      </a:solidFill>
                    </a:rPr>
                    <a:t>individual</a:t>
                  </a:r>
                  <a:endParaRPr lang="pt-BR" altLang="pt-BR"/>
                </a:p>
              </p:txBody>
            </p:sp>
          </p:grpSp>
          <p:sp>
            <p:nvSpPr>
              <p:cNvPr id="42297" name="Rectangle 379">
                <a:extLst>
                  <a:ext uri="{FF2B5EF4-FFF2-40B4-BE49-F238E27FC236}">
                    <a16:creationId xmlns:a16="http://schemas.microsoft.com/office/drawing/2014/main" id="{ED8700FB-2F1B-FFF7-1E04-425C85A39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3" y="2528"/>
                <a:ext cx="58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98" name="Rectangle 380">
                <a:extLst>
                  <a:ext uri="{FF2B5EF4-FFF2-40B4-BE49-F238E27FC236}">
                    <a16:creationId xmlns:a16="http://schemas.microsoft.com/office/drawing/2014/main" id="{07E26C80-898E-1817-591E-9D34F6F7F9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5" y="2539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/>
              </a:p>
            </p:txBody>
          </p:sp>
          <p:sp>
            <p:nvSpPr>
              <p:cNvPr id="42299" name="Rectangle 381">
                <a:extLst>
                  <a:ext uri="{FF2B5EF4-FFF2-40B4-BE49-F238E27FC236}">
                    <a16:creationId xmlns:a16="http://schemas.microsoft.com/office/drawing/2014/main" id="{6B6432F7-53FE-AC2D-FAD7-C1DF0AE65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9" y="2654"/>
                <a:ext cx="57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solução total</a:t>
                </a:r>
                <a:endParaRPr lang="pt-BR" altLang="pt-BR"/>
              </a:p>
            </p:txBody>
          </p:sp>
        </p:grpSp>
        <p:sp>
          <p:nvSpPr>
            <p:cNvPr id="42100" name="Freeform 383">
              <a:extLst>
                <a:ext uri="{FF2B5EF4-FFF2-40B4-BE49-F238E27FC236}">
                  <a16:creationId xmlns:a16="http://schemas.microsoft.com/office/drawing/2014/main" id="{42AD6DCD-5C7B-E13E-0B1D-B5A4D64F1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810"/>
              <a:ext cx="2005" cy="1053"/>
            </a:xfrm>
            <a:custGeom>
              <a:avLst/>
              <a:gdLst>
                <a:gd name="T0" fmla="*/ 79 w 4008"/>
                <a:gd name="T1" fmla="*/ 0 h 2107"/>
                <a:gd name="T2" fmla="*/ 62 w 4008"/>
                <a:gd name="T3" fmla="*/ 4 h 2107"/>
                <a:gd name="T4" fmla="*/ 46 w 4008"/>
                <a:gd name="T5" fmla="*/ 10 h 2107"/>
                <a:gd name="T6" fmla="*/ 32 w 4008"/>
                <a:gd name="T7" fmla="*/ 20 h 2107"/>
                <a:gd name="T8" fmla="*/ 20 w 4008"/>
                <a:gd name="T9" fmla="*/ 32 h 2107"/>
                <a:gd name="T10" fmla="*/ 11 w 4008"/>
                <a:gd name="T11" fmla="*/ 46 h 2107"/>
                <a:gd name="T12" fmla="*/ 4 w 4008"/>
                <a:gd name="T13" fmla="*/ 62 h 2107"/>
                <a:gd name="T14" fmla="*/ 1 w 4008"/>
                <a:gd name="T15" fmla="*/ 79 h 2107"/>
                <a:gd name="T16" fmla="*/ 0 w 4008"/>
                <a:gd name="T17" fmla="*/ 439 h 2107"/>
                <a:gd name="T18" fmla="*/ 2 w 4008"/>
                <a:gd name="T19" fmla="*/ 456 h 2107"/>
                <a:gd name="T20" fmla="*/ 7 w 4008"/>
                <a:gd name="T21" fmla="*/ 473 h 2107"/>
                <a:gd name="T22" fmla="*/ 15 w 4008"/>
                <a:gd name="T23" fmla="*/ 488 h 2107"/>
                <a:gd name="T24" fmla="*/ 26 w 4008"/>
                <a:gd name="T25" fmla="*/ 501 h 2107"/>
                <a:gd name="T26" fmla="*/ 39 w 4008"/>
                <a:gd name="T27" fmla="*/ 512 h 2107"/>
                <a:gd name="T28" fmla="*/ 54 w 4008"/>
                <a:gd name="T29" fmla="*/ 520 h 2107"/>
                <a:gd name="T30" fmla="*/ 70 w 4008"/>
                <a:gd name="T31" fmla="*/ 524 h 2107"/>
                <a:gd name="T32" fmla="*/ 88 w 4008"/>
                <a:gd name="T33" fmla="*/ 526 h 2107"/>
                <a:gd name="T34" fmla="*/ 924 w 4008"/>
                <a:gd name="T35" fmla="*/ 526 h 2107"/>
                <a:gd name="T36" fmla="*/ 941 w 4008"/>
                <a:gd name="T37" fmla="*/ 522 h 2107"/>
                <a:gd name="T38" fmla="*/ 957 w 4008"/>
                <a:gd name="T39" fmla="*/ 516 h 2107"/>
                <a:gd name="T40" fmla="*/ 971 w 4008"/>
                <a:gd name="T41" fmla="*/ 507 h 2107"/>
                <a:gd name="T42" fmla="*/ 983 w 4008"/>
                <a:gd name="T43" fmla="*/ 495 h 2107"/>
                <a:gd name="T44" fmla="*/ 992 w 4008"/>
                <a:gd name="T45" fmla="*/ 481 h 2107"/>
                <a:gd name="T46" fmla="*/ 999 w 4008"/>
                <a:gd name="T47" fmla="*/ 465 h 2107"/>
                <a:gd name="T48" fmla="*/ 1003 w 4008"/>
                <a:gd name="T49" fmla="*/ 448 h 2107"/>
                <a:gd name="T50" fmla="*/ 1003 w 4008"/>
                <a:gd name="T51" fmla="*/ 88 h 2107"/>
                <a:gd name="T52" fmla="*/ 1001 w 4008"/>
                <a:gd name="T53" fmla="*/ 70 h 2107"/>
                <a:gd name="T54" fmla="*/ 996 w 4008"/>
                <a:gd name="T55" fmla="*/ 54 h 2107"/>
                <a:gd name="T56" fmla="*/ 988 w 4008"/>
                <a:gd name="T57" fmla="*/ 39 h 2107"/>
                <a:gd name="T58" fmla="*/ 977 w 4008"/>
                <a:gd name="T59" fmla="*/ 26 h 2107"/>
                <a:gd name="T60" fmla="*/ 964 w 4008"/>
                <a:gd name="T61" fmla="*/ 15 h 2107"/>
                <a:gd name="T62" fmla="*/ 949 w 4008"/>
                <a:gd name="T63" fmla="*/ 7 h 2107"/>
                <a:gd name="T64" fmla="*/ 933 w 4008"/>
                <a:gd name="T65" fmla="*/ 2 h 2107"/>
                <a:gd name="T66" fmla="*/ 915 w 4008"/>
                <a:gd name="T67" fmla="*/ 0 h 210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4008"/>
                <a:gd name="T103" fmla="*/ 0 h 2107"/>
                <a:gd name="T104" fmla="*/ 4008 w 4008"/>
                <a:gd name="T105" fmla="*/ 2107 h 2107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4008" h="2107">
                  <a:moveTo>
                    <a:pt x="350" y="0"/>
                  </a:moveTo>
                  <a:lnTo>
                    <a:pt x="314" y="2"/>
                  </a:lnTo>
                  <a:lnTo>
                    <a:pt x="280" y="8"/>
                  </a:lnTo>
                  <a:lnTo>
                    <a:pt x="246" y="16"/>
                  </a:lnTo>
                  <a:lnTo>
                    <a:pt x="215" y="28"/>
                  </a:lnTo>
                  <a:lnTo>
                    <a:pt x="183" y="42"/>
                  </a:lnTo>
                  <a:lnTo>
                    <a:pt x="155" y="60"/>
                  </a:lnTo>
                  <a:lnTo>
                    <a:pt x="127" y="80"/>
                  </a:lnTo>
                  <a:lnTo>
                    <a:pt x="103" y="104"/>
                  </a:lnTo>
                  <a:lnTo>
                    <a:pt x="79" y="128"/>
                  </a:lnTo>
                  <a:lnTo>
                    <a:pt x="59" y="156"/>
                  </a:lnTo>
                  <a:lnTo>
                    <a:pt x="42" y="184"/>
                  </a:lnTo>
                  <a:lnTo>
                    <a:pt x="28" y="216"/>
                  </a:lnTo>
                  <a:lnTo>
                    <a:pt x="16" y="248"/>
                  </a:lnTo>
                  <a:lnTo>
                    <a:pt x="8" y="282"/>
                  </a:lnTo>
                  <a:lnTo>
                    <a:pt x="2" y="316"/>
                  </a:lnTo>
                  <a:lnTo>
                    <a:pt x="0" y="352"/>
                  </a:lnTo>
                  <a:lnTo>
                    <a:pt x="0" y="1756"/>
                  </a:lnTo>
                  <a:lnTo>
                    <a:pt x="2" y="1792"/>
                  </a:lnTo>
                  <a:lnTo>
                    <a:pt x="8" y="1826"/>
                  </a:lnTo>
                  <a:lnTo>
                    <a:pt x="16" y="1860"/>
                  </a:lnTo>
                  <a:lnTo>
                    <a:pt x="28" y="1892"/>
                  </a:lnTo>
                  <a:lnTo>
                    <a:pt x="42" y="1924"/>
                  </a:lnTo>
                  <a:lnTo>
                    <a:pt x="59" y="1952"/>
                  </a:lnTo>
                  <a:lnTo>
                    <a:pt x="79" y="1980"/>
                  </a:lnTo>
                  <a:lnTo>
                    <a:pt x="103" y="2004"/>
                  </a:lnTo>
                  <a:lnTo>
                    <a:pt x="127" y="2028"/>
                  </a:lnTo>
                  <a:lnTo>
                    <a:pt x="155" y="2048"/>
                  </a:lnTo>
                  <a:lnTo>
                    <a:pt x="183" y="2066"/>
                  </a:lnTo>
                  <a:lnTo>
                    <a:pt x="215" y="2080"/>
                  </a:lnTo>
                  <a:lnTo>
                    <a:pt x="246" y="2091"/>
                  </a:lnTo>
                  <a:lnTo>
                    <a:pt x="280" y="2099"/>
                  </a:lnTo>
                  <a:lnTo>
                    <a:pt x="314" y="2105"/>
                  </a:lnTo>
                  <a:lnTo>
                    <a:pt x="350" y="2107"/>
                  </a:lnTo>
                  <a:lnTo>
                    <a:pt x="3658" y="2107"/>
                  </a:lnTo>
                  <a:lnTo>
                    <a:pt x="3694" y="2105"/>
                  </a:lnTo>
                  <a:lnTo>
                    <a:pt x="3728" y="2099"/>
                  </a:lnTo>
                  <a:lnTo>
                    <a:pt x="3762" y="2091"/>
                  </a:lnTo>
                  <a:lnTo>
                    <a:pt x="3793" y="2080"/>
                  </a:lnTo>
                  <a:lnTo>
                    <a:pt x="3825" y="2066"/>
                  </a:lnTo>
                  <a:lnTo>
                    <a:pt x="3853" y="2048"/>
                  </a:lnTo>
                  <a:lnTo>
                    <a:pt x="3881" y="2028"/>
                  </a:lnTo>
                  <a:lnTo>
                    <a:pt x="3905" y="2004"/>
                  </a:lnTo>
                  <a:lnTo>
                    <a:pt x="3929" y="1980"/>
                  </a:lnTo>
                  <a:lnTo>
                    <a:pt x="3949" y="1952"/>
                  </a:lnTo>
                  <a:lnTo>
                    <a:pt x="3966" y="1924"/>
                  </a:lnTo>
                  <a:lnTo>
                    <a:pt x="3980" y="1892"/>
                  </a:lnTo>
                  <a:lnTo>
                    <a:pt x="3992" y="1860"/>
                  </a:lnTo>
                  <a:lnTo>
                    <a:pt x="4000" y="1826"/>
                  </a:lnTo>
                  <a:lnTo>
                    <a:pt x="4006" y="1792"/>
                  </a:lnTo>
                  <a:lnTo>
                    <a:pt x="4008" y="1756"/>
                  </a:lnTo>
                  <a:lnTo>
                    <a:pt x="4008" y="352"/>
                  </a:lnTo>
                  <a:lnTo>
                    <a:pt x="4006" y="316"/>
                  </a:lnTo>
                  <a:lnTo>
                    <a:pt x="4000" y="282"/>
                  </a:lnTo>
                  <a:lnTo>
                    <a:pt x="3992" y="248"/>
                  </a:lnTo>
                  <a:lnTo>
                    <a:pt x="3980" y="216"/>
                  </a:lnTo>
                  <a:lnTo>
                    <a:pt x="3966" y="184"/>
                  </a:lnTo>
                  <a:lnTo>
                    <a:pt x="3949" y="156"/>
                  </a:lnTo>
                  <a:lnTo>
                    <a:pt x="3929" y="128"/>
                  </a:lnTo>
                  <a:lnTo>
                    <a:pt x="3905" y="104"/>
                  </a:lnTo>
                  <a:lnTo>
                    <a:pt x="3881" y="80"/>
                  </a:lnTo>
                  <a:lnTo>
                    <a:pt x="3853" y="60"/>
                  </a:lnTo>
                  <a:lnTo>
                    <a:pt x="3825" y="42"/>
                  </a:lnTo>
                  <a:lnTo>
                    <a:pt x="3793" y="28"/>
                  </a:lnTo>
                  <a:lnTo>
                    <a:pt x="3762" y="16"/>
                  </a:lnTo>
                  <a:lnTo>
                    <a:pt x="3728" y="8"/>
                  </a:lnTo>
                  <a:lnTo>
                    <a:pt x="3694" y="2"/>
                  </a:lnTo>
                  <a:lnTo>
                    <a:pt x="3658" y="0"/>
                  </a:lnTo>
                  <a:lnTo>
                    <a:pt x="350" y="0"/>
                  </a:lnTo>
                  <a:close/>
                </a:path>
              </a:pathLst>
            </a:custGeom>
            <a:solidFill>
              <a:srgbClr val="FFFFFF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101" name="Freeform 384">
              <a:extLst>
                <a:ext uri="{FF2B5EF4-FFF2-40B4-BE49-F238E27FC236}">
                  <a16:creationId xmlns:a16="http://schemas.microsoft.com/office/drawing/2014/main" id="{8B9B8478-F10D-9C9A-ED5C-3136313AE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1858"/>
              <a:ext cx="907" cy="814"/>
            </a:xfrm>
            <a:custGeom>
              <a:avLst/>
              <a:gdLst>
                <a:gd name="T0" fmla="*/ 60 w 1814"/>
                <a:gd name="T1" fmla="*/ 1 h 1628"/>
                <a:gd name="T2" fmla="*/ 48 w 1814"/>
                <a:gd name="T3" fmla="*/ 3 h 1628"/>
                <a:gd name="T4" fmla="*/ 36 w 1814"/>
                <a:gd name="T5" fmla="*/ 8 h 1628"/>
                <a:gd name="T6" fmla="*/ 25 w 1814"/>
                <a:gd name="T7" fmla="*/ 15 h 1628"/>
                <a:gd name="T8" fmla="*/ 15 w 1814"/>
                <a:gd name="T9" fmla="*/ 25 h 1628"/>
                <a:gd name="T10" fmla="*/ 8 w 1814"/>
                <a:gd name="T11" fmla="*/ 36 h 1628"/>
                <a:gd name="T12" fmla="*/ 3 w 1814"/>
                <a:gd name="T13" fmla="*/ 48 h 1628"/>
                <a:gd name="T14" fmla="*/ 1 w 1814"/>
                <a:gd name="T15" fmla="*/ 61 h 1628"/>
                <a:gd name="T16" fmla="*/ 0 w 1814"/>
                <a:gd name="T17" fmla="*/ 340 h 1628"/>
                <a:gd name="T18" fmla="*/ 2 w 1814"/>
                <a:gd name="T19" fmla="*/ 353 h 1628"/>
                <a:gd name="T20" fmla="*/ 6 w 1814"/>
                <a:gd name="T21" fmla="*/ 366 h 1628"/>
                <a:gd name="T22" fmla="*/ 12 w 1814"/>
                <a:gd name="T23" fmla="*/ 378 h 1628"/>
                <a:gd name="T24" fmla="*/ 20 w 1814"/>
                <a:gd name="T25" fmla="*/ 388 h 1628"/>
                <a:gd name="T26" fmla="*/ 30 w 1814"/>
                <a:gd name="T27" fmla="*/ 396 h 1628"/>
                <a:gd name="T28" fmla="*/ 42 w 1814"/>
                <a:gd name="T29" fmla="*/ 402 h 1628"/>
                <a:gd name="T30" fmla="*/ 55 w 1814"/>
                <a:gd name="T31" fmla="*/ 406 h 1628"/>
                <a:gd name="T32" fmla="*/ 68 w 1814"/>
                <a:gd name="T33" fmla="*/ 407 h 1628"/>
                <a:gd name="T34" fmla="*/ 393 w 1814"/>
                <a:gd name="T35" fmla="*/ 407 h 1628"/>
                <a:gd name="T36" fmla="*/ 406 w 1814"/>
                <a:gd name="T37" fmla="*/ 404 h 1628"/>
                <a:gd name="T38" fmla="*/ 418 w 1814"/>
                <a:gd name="T39" fmla="*/ 399 h 1628"/>
                <a:gd name="T40" fmla="*/ 429 w 1814"/>
                <a:gd name="T41" fmla="*/ 392 h 1628"/>
                <a:gd name="T42" fmla="*/ 438 w 1814"/>
                <a:gd name="T43" fmla="*/ 383 h 1628"/>
                <a:gd name="T44" fmla="*/ 446 w 1814"/>
                <a:gd name="T45" fmla="*/ 372 h 1628"/>
                <a:gd name="T46" fmla="*/ 451 w 1814"/>
                <a:gd name="T47" fmla="*/ 360 h 1628"/>
                <a:gd name="T48" fmla="*/ 453 w 1814"/>
                <a:gd name="T49" fmla="*/ 347 h 1628"/>
                <a:gd name="T50" fmla="*/ 454 w 1814"/>
                <a:gd name="T51" fmla="*/ 68 h 1628"/>
                <a:gd name="T52" fmla="*/ 452 w 1814"/>
                <a:gd name="T53" fmla="*/ 54 h 1628"/>
                <a:gd name="T54" fmla="*/ 448 w 1814"/>
                <a:gd name="T55" fmla="*/ 42 h 1628"/>
                <a:gd name="T56" fmla="*/ 442 w 1814"/>
                <a:gd name="T57" fmla="*/ 30 h 1628"/>
                <a:gd name="T58" fmla="*/ 434 w 1814"/>
                <a:gd name="T59" fmla="*/ 20 h 1628"/>
                <a:gd name="T60" fmla="*/ 424 w 1814"/>
                <a:gd name="T61" fmla="*/ 12 h 1628"/>
                <a:gd name="T62" fmla="*/ 413 w 1814"/>
                <a:gd name="T63" fmla="*/ 6 h 1628"/>
                <a:gd name="T64" fmla="*/ 400 w 1814"/>
                <a:gd name="T65" fmla="*/ 2 h 1628"/>
                <a:gd name="T66" fmla="*/ 386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1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1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2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2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42102" name="Group 397">
              <a:extLst>
                <a:ext uri="{FF2B5EF4-FFF2-40B4-BE49-F238E27FC236}">
                  <a16:creationId xmlns:a16="http://schemas.microsoft.com/office/drawing/2014/main" id="{FA5C57EC-94F1-BD5D-DFC4-12ADCE9C6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6" y="1953"/>
              <a:ext cx="797" cy="464"/>
              <a:chOff x="3666" y="1953"/>
              <a:chExt cx="797" cy="464"/>
            </a:xfrm>
          </p:grpSpPr>
          <p:sp>
            <p:nvSpPr>
              <p:cNvPr id="42283" name="Rectangle 385">
                <a:extLst>
                  <a:ext uri="{FF2B5EF4-FFF2-40B4-BE49-F238E27FC236}">
                    <a16:creationId xmlns:a16="http://schemas.microsoft.com/office/drawing/2014/main" id="{B6D81177-DC62-00BE-7A74-8FD7FE501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7" y="1953"/>
                <a:ext cx="573" cy="35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84" name="Rectangle 386">
                <a:extLst>
                  <a:ext uri="{FF2B5EF4-FFF2-40B4-BE49-F238E27FC236}">
                    <a16:creationId xmlns:a16="http://schemas.microsoft.com/office/drawing/2014/main" id="{04471E33-AF29-2B9D-978E-E687742EC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2" y="1964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/>
              </a:p>
            </p:txBody>
          </p:sp>
          <p:sp>
            <p:nvSpPr>
              <p:cNvPr id="42285" name="Rectangle 387">
                <a:extLst>
                  <a:ext uri="{FF2B5EF4-FFF2-40B4-BE49-F238E27FC236}">
                    <a16:creationId xmlns:a16="http://schemas.microsoft.com/office/drawing/2014/main" id="{B66E6449-822D-5FAE-9B23-BA7E4C0B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9" y="2079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/>
              </a:p>
            </p:txBody>
          </p:sp>
          <p:sp>
            <p:nvSpPr>
              <p:cNvPr id="42286" name="Rectangle 388">
                <a:extLst>
                  <a:ext uri="{FF2B5EF4-FFF2-40B4-BE49-F238E27FC236}">
                    <a16:creationId xmlns:a16="http://schemas.microsoft.com/office/drawing/2014/main" id="{1F0E01CC-DD6F-2DA8-2889-546B09C9D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6" y="2194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/>
              </a:p>
            </p:txBody>
          </p:sp>
          <p:sp>
            <p:nvSpPr>
              <p:cNvPr id="42287" name="Rectangle 389">
                <a:extLst>
                  <a:ext uri="{FF2B5EF4-FFF2-40B4-BE49-F238E27FC236}">
                    <a16:creationId xmlns:a16="http://schemas.microsoft.com/office/drawing/2014/main" id="{269C2071-032D-E7BB-1994-A8D1DDE15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1" y="2001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88" name="Rectangle 390">
                <a:extLst>
                  <a:ext uri="{FF2B5EF4-FFF2-40B4-BE49-F238E27FC236}">
                    <a16:creationId xmlns:a16="http://schemas.microsoft.com/office/drawing/2014/main" id="{E4A530E0-0A36-0C3F-6915-FCD165B9E1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6" y="2012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/>
              </a:p>
            </p:txBody>
          </p:sp>
          <p:sp>
            <p:nvSpPr>
              <p:cNvPr id="42289" name="Rectangle 391">
                <a:extLst>
                  <a:ext uri="{FF2B5EF4-FFF2-40B4-BE49-F238E27FC236}">
                    <a16:creationId xmlns:a16="http://schemas.microsoft.com/office/drawing/2014/main" id="{1E9E43B2-C3D3-E519-A8F0-DEB339DC7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2127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/>
              </a:p>
            </p:txBody>
          </p:sp>
          <p:sp>
            <p:nvSpPr>
              <p:cNvPr id="42290" name="Rectangle 392">
                <a:extLst>
                  <a:ext uri="{FF2B5EF4-FFF2-40B4-BE49-F238E27FC236}">
                    <a16:creationId xmlns:a16="http://schemas.microsoft.com/office/drawing/2014/main" id="{47F102E5-826F-E6FF-8401-BDDB2A3AA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1" y="2241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/>
              </a:p>
            </p:txBody>
          </p:sp>
          <p:sp>
            <p:nvSpPr>
              <p:cNvPr id="42291" name="Rectangle 393">
                <a:extLst>
                  <a:ext uri="{FF2B5EF4-FFF2-40B4-BE49-F238E27FC236}">
                    <a16:creationId xmlns:a16="http://schemas.microsoft.com/office/drawing/2014/main" id="{1C0A7BB3-297F-DF4E-28E1-E9D8AC0F6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2049"/>
                <a:ext cx="573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92" name="Rectangle 394">
                <a:extLst>
                  <a:ext uri="{FF2B5EF4-FFF2-40B4-BE49-F238E27FC236}">
                    <a16:creationId xmlns:a16="http://schemas.microsoft.com/office/drawing/2014/main" id="{22F2AC35-3A0C-ECAD-5D81-AF57F54FAF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1" y="2060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/>
              </a:p>
            </p:txBody>
          </p:sp>
          <p:sp>
            <p:nvSpPr>
              <p:cNvPr id="42293" name="Rectangle 395">
                <a:extLst>
                  <a:ext uri="{FF2B5EF4-FFF2-40B4-BE49-F238E27FC236}">
                    <a16:creationId xmlns:a16="http://schemas.microsoft.com/office/drawing/2014/main" id="{87174FEC-0B54-745C-7DC5-AA7C0F19AD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8" y="2175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/>
              </a:p>
            </p:txBody>
          </p:sp>
          <p:sp>
            <p:nvSpPr>
              <p:cNvPr id="42294" name="Rectangle 396">
                <a:extLst>
                  <a:ext uri="{FF2B5EF4-FFF2-40B4-BE49-F238E27FC236}">
                    <a16:creationId xmlns:a16="http://schemas.microsoft.com/office/drawing/2014/main" id="{FB468B06-66E2-FDF5-B088-CBE1999B78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5" y="2289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/>
              </a:p>
            </p:txBody>
          </p:sp>
        </p:grpSp>
        <p:sp>
          <p:nvSpPr>
            <p:cNvPr id="42103" name="Rectangle 398">
              <a:extLst>
                <a:ext uri="{FF2B5EF4-FFF2-40B4-BE49-F238E27FC236}">
                  <a16:creationId xmlns:a16="http://schemas.microsoft.com/office/drawing/2014/main" id="{DE6205DB-1C94-15B1-1715-10D9259A6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04" name="Rectangle 399">
              <a:extLst>
                <a:ext uri="{FF2B5EF4-FFF2-40B4-BE49-F238E27FC236}">
                  <a16:creationId xmlns:a16="http://schemas.microsoft.com/office/drawing/2014/main" id="{8E5E57AC-E283-659B-1D42-13E6A6B1C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3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05" name="Rectangle 400">
              <a:extLst>
                <a:ext uri="{FF2B5EF4-FFF2-40B4-BE49-F238E27FC236}">
                  <a16:creationId xmlns:a16="http://schemas.microsoft.com/office/drawing/2014/main" id="{D8111D5D-C8DD-5EAB-900C-FE6B60AD8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/>
            </a:p>
          </p:txBody>
        </p:sp>
        <p:sp>
          <p:nvSpPr>
            <p:cNvPr id="42106" name="Freeform 401">
              <a:extLst>
                <a:ext uri="{FF2B5EF4-FFF2-40B4-BE49-F238E27FC236}">
                  <a16:creationId xmlns:a16="http://schemas.microsoft.com/office/drawing/2014/main" id="{9227C259-BCAA-AAF9-A8BE-5A974250E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8" y="1858"/>
              <a:ext cx="907" cy="814"/>
            </a:xfrm>
            <a:custGeom>
              <a:avLst/>
              <a:gdLst>
                <a:gd name="T0" fmla="*/ 60 w 1814"/>
                <a:gd name="T1" fmla="*/ 1 h 1628"/>
                <a:gd name="T2" fmla="*/ 48 w 1814"/>
                <a:gd name="T3" fmla="*/ 3 h 1628"/>
                <a:gd name="T4" fmla="*/ 36 w 1814"/>
                <a:gd name="T5" fmla="*/ 8 h 1628"/>
                <a:gd name="T6" fmla="*/ 25 w 1814"/>
                <a:gd name="T7" fmla="*/ 15 h 1628"/>
                <a:gd name="T8" fmla="*/ 15 w 1814"/>
                <a:gd name="T9" fmla="*/ 25 h 1628"/>
                <a:gd name="T10" fmla="*/ 8 w 1814"/>
                <a:gd name="T11" fmla="*/ 36 h 1628"/>
                <a:gd name="T12" fmla="*/ 3 w 1814"/>
                <a:gd name="T13" fmla="*/ 48 h 1628"/>
                <a:gd name="T14" fmla="*/ 1 w 1814"/>
                <a:gd name="T15" fmla="*/ 61 h 1628"/>
                <a:gd name="T16" fmla="*/ 0 w 1814"/>
                <a:gd name="T17" fmla="*/ 340 h 1628"/>
                <a:gd name="T18" fmla="*/ 2 w 1814"/>
                <a:gd name="T19" fmla="*/ 353 h 1628"/>
                <a:gd name="T20" fmla="*/ 6 w 1814"/>
                <a:gd name="T21" fmla="*/ 366 h 1628"/>
                <a:gd name="T22" fmla="*/ 12 w 1814"/>
                <a:gd name="T23" fmla="*/ 378 h 1628"/>
                <a:gd name="T24" fmla="*/ 20 w 1814"/>
                <a:gd name="T25" fmla="*/ 388 h 1628"/>
                <a:gd name="T26" fmla="*/ 30 w 1814"/>
                <a:gd name="T27" fmla="*/ 396 h 1628"/>
                <a:gd name="T28" fmla="*/ 42 w 1814"/>
                <a:gd name="T29" fmla="*/ 402 h 1628"/>
                <a:gd name="T30" fmla="*/ 55 w 1814"/>
                <a:gd name="T31" fmla="*/ 406 h 1628"/>
                <a:gd name="T32" fmla="*/ 68 w 1814"/>
                <a:gd name="T33" fmla="*/ 407 h 1628"/>
                <a:gd name="T34" fmla="*/ 393 w 1814"/>
                <a:gd name="T35" fmla="*/ 407 h 1628"/>
                <a:gd name="T36" fmla="*/ 406 w 1814"/>
                <a:gd name="T37" fmla="*/ 404 h 1628"/>
                <a:gd name="T38" fmla="*/ 418 w 1814"/>
                <a:gd name="T39" fmla="*/ 399 h 1628"/>
                <a:gd name="T40" fmla="*/ 429 w 1814"/>
                <a:gd name="T41" fmla="*/ 392 h 1628"/>
                <a:gd name="T42" fmla="*/ 438 w 1814"/>
                <a:gd name="T43" fmla="*/ 383 h 1628"/>
                <a:gd name="T44" fmla="*/ 446 w 1814"/>
                <a:gd name="T45" fmla="*/ 372 h 1628"/>
                <a:gd name="T46" fmla="*/ 451 w 1814"/>
                <a:gd name="T47" fmla="*/ 360 h 1628"/>
                <a:gd name="T48" fmla="*/ 453 w 1814"/>
                <a:gd name="T49" fmla="*/ 347 h 1628"/>
                <a:gd name="T50" fmla="*/ 454 w 1814"/>
                <a:gd name="T51" fmla="*/ 68 h 1628"/>
                <a:gd name="T52" fmla="*/ 452 w 1814"/>
                <a:gd name="T53" fmla="*/ 54 h 1628"/>
                <a:gd name="T54" fmla="*/ 448 w 1814"/>
                <a:gd name="T55" fmla="*/ 42 h 1628"/>
                <a:gd name="T56" fmla="*/ 442 w 1814"/>
                <a:gd name="T57" fmla="*/ 30 h 1628"/>
                <a:gd name="T58" fmla="*/ 434 w 1814"/>
                <a:gd name="T59" fmla="*/ 20 h 1628"/>
                <a:gd name="T60" fmla="*/ 424 w 1814"/>
                <a:gd name="T61" fmla="*/ 12 h 1628"/>
                <a:gd name="T62" fmla="*/ 413 w 1814"/>
                <a:gd name="T63" fmla="*/ 6 h 1628"/>
                <a:gd name="T64" fmla="*/ 400 w 1814"/>
                <a:gd name="T65" fmla="*/ 2 h 1628"/>
                <a:gd name="T66" fmla="*/ 386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1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1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2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2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107" name="Rectangle 402">
              <a:extLst>
                <a:ext uri="{FF2B5EF4-FFF2-40B4-BE49-F238E27FC236}">
                  <a16:creationId xmlns:a16="http://schemas.microsoft.com/office/drawing/2014/main" id="{FC3143A3-472B-F08C-CA13-2A8C91F68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08" name="Rectangle 403">
              <a:extLst>
                <a:ext uri="{FF2B5EF4-FFF2-40B4-BE49-F238E27FC236}">
                  <a16:creationId xmlns:a16="http://schemas.microsoft.com/office/drawing/2014/main" id="{67D890E8-4575-DD27-376A-9FA6AA763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09" name="Rectangle 404">
              <a:extLst>
                <a:ext uri="{FF2B5EF4-FFF2-40B4-BE49-F238E27FC236}">
                  <a16:creationId xmlns:a16="http://schemas.microsoft.com/office/drawing/2014/main" id="{1460C3E4-61C7-D030-3942-14FEEB451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10" name="Rectangle 405">
              <a:extLst>
                <a:ext uri="{FF2B5EF4-FFF2-40B4-BE49-F238E27FC236}">
                  <a16:creationId xmlns:a16="http://schemas.microsoft.com/office/drawing/2014/main" id="{E3480282-CA7C-A3EE-8BA9-BB42AB96A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11" name="Rectangle 406">
              <a:extLst>
                <a:ext uri="{FF2B5EF4-FFF2-40B4-BE49-F238E27FC236}">
                  <a16:creationId xmlns:a16="http://schemas.microsoft.com/office/drawing/2014/main" id="{FB791F8B-0C48-4C0E-1586-F8E57EDD7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12" name="Rectangle 407">
              <a:extLst>
                <a:ext uri="{FF2B5EF4-FFF2-40B4-BE49-F238E27FC236}">
                  <a16:creationId xmlns:a16="http://schemas.microsoft.com/office/drawing/2014/main" id="{8D3F9495-FB09-AB84-2311-C08FC8699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13" name="Rectangle 408">
              <a:extLst>
                <a:ext uri="{FF2B5EF4-FFF2-40B4-BE49-F238E27FC236}">
                  <a16:creationId xmlns:a16="http://schemas.microsoft.com/office/drawing/2014/main" id="{CD4C463F-5C29-FD4B-823C-8EB40145D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14" name="Rectangle 409">
              <a:extLst>
                <a:ext uri="{FF2B5EF4-FFF2-40B4-BE49-F238E27FC236}">
                  <a16:creationId xmlns:a16="http://schemas.microsoft.com/office/drawing/2014/main" id="{CAD87D3E-A851-8F9E-2236-FD2AED86A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15" name="Rectangle 410">
              <a:extLst>
                <a:ext uri="{FF2B5EF4-FFF2-40B4-BE49-F238E27FC236}">
                  <a16:creationId xmlns:a16="http://schemas.microsoft.com/office/drawing/2014/main" id="{BEDCEE3F-CBFC-207F-BD4D-2CFC755AB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2049"/>
              <a:ext cx="573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16" name="Rectangle 411">
              <a:extLst>
                <a:ext uri="{FF2B5EF4-FFF2-40B4-BE49-F238E27FC236}">
                  <a16:creationId xmlns:a16="http://schemas.microsoft.com/office/drawing/2014/main" id="{DED51508-6A88-A404-D779-CEF5E95D1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17" name="Rectangle 412">
              <a:extLst>
                <a:ext uri="{FF2B5EF4-FFF2-40B4-BE49-F238E27FC236}">
                  <a16:creationId xmlns:a16="http://schemas.microsoft.com/office/drawing/2014/main" id="{6320A56F-6DB3-6027-6A8A-A96284AB0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18" name="Rectangle 413">
              <a:extLst>
                <a:ext uri="{FF2B5EF4-FFF2-40B4-BE49-F238E27FC236}">
                  <a16:creationId xmlns:a16="http://schemas.microsoft.com/office/drawing/2014/main" id="{A88B04E9-829B-4EEF-BD96-B8817056B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19" name="Rectangle 414">
              <a:extLst>
                <a:ext uri="{FF2B5EF4-FFF2-40B4-BE49-F238E27FC236}">
                  <a16:creationId xmlns:a16="http://schemas.microsoft.com/office/drawing/2014/main" id="{DB5B28FC-EDC8-A129-5F32-85541A848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20" name="Rectangle 415">
              <a:extLst>
                <a:ext uri="{FF2B5EF4-FFF2-40B4-BE49-F238E27FC236}">
                  <a16:creationId xmlns:a16="http://schemas.microsoft.com/office/drawing/2014/main" id="{7AC09B05-1A7D-53C5-9398-7AAE39952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21" name="Rectangle 416">
              <a:extLst>
                <a:ext uri="{FF2B5EF4-FFF2-40B4-BE49-F238E27FC236}">
                  <a16:creationId xmlns:a16="http://schemas.microsoft.com/office/drawing/2014/main" id="{02129323-0996-6C32-7511-399098195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9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22" name="Rectangle 417">
              <a:extLst>
                <a:ext uri="{FF2B5EF4-FFF2-40B4-BE49-F238E27FC236}">
                  <a16:creationId xmlns:a16="http://schemas.microsoft.com/office/drawing/2014/main" id="{D4F038FC-9BA8-6A65-42FD-E603334B1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6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23" name="Rectangle 418">
              <a:extLst>
                <a:ext uri="{FF2B5EF4-FFF2-40B4-BE49-F238E27FC236}">
                  <a16:creationId xmlns:a16="http://schemas.microsoft.com/office/drawing/2014/main" id="{6F721217-08E2-EE3D-795A-4E8378328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24" name="Rectangle 419">
              <a:extLst>
                <a:ext uri="{FF2B5EF4-FFF2-40B4-BE49-F238E27FC236}">
                  <a16:creationId xmlns:a16="http://schemas.microsoft.com/office/drawing/2014/main" id="{DB4263A6-BDC1-A2C0-B1CC-5364F0E2E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25" name="Rectangle 420">
              <a:extLst>
                <a:ext uri="{FF2B5EF4-FFF2-40B4-BE49-F238E27FC236}">
                  <a16:creationId xmlns:a16="http://schemas.microsoft.com/office/drawing/2014/main" id="{2143A952-0615-6F0C-65B4-FAF908305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26" name="Rectangle 421">
              <a:extLst>
                <a:ext uri="{FF2B5EF4-FFF2-40B4-BE49-F238E27FC236}">
                  <a16:creationId xmlns:a16="http://schemas.microsoft.com/office/drawing/2014/main" id="{0440F692-71E5-8B61-2548-4219F8F80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27" name="Rectangle 422">
              <a:extLst>
                <a:ext uri="{FF2B5EF4-FFF2-40B4-BE49-F238E27FC236}">
                  <a16:creationId xmlns:a16="http://schemas.microsoft.com/office/drawing/2014/main" id="{A0DDE71C-31A8-869B-357B-7269FC332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6" y="2049"/>
              <a:ext cx="573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28" name="Rectangle 423">
              <a:extLst>
                <a:ext uri="{FF2B5EF4-FFF2-40B4-BE49-F238E27FC236}">
                  <a16:creationId xmlns:a16="http://schemas.microsoft.com/office/drawing/2014/main" id="{346FA2E8-8FD5-C18A-2D9B-06D3FF725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29" name="Rectangle 424">
              <a:extLst>
                <a:ext uri="{FF2B5EF4-FFF2-40B4-BE49-F238E27FC236}">
                  <a16:creationId xmlns:a16="http://schemas.microsoft.com/office/drawing/2014/main" id="{422350AD-90D9-0016-03D3-2FE12FCD6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30" name="Rectangle 425">
              <a:extLst>
                <a:ext uri="{FF2B5EF4-FFF2-40B4-BE49-F238E27FC236}">
                  <a16:creationId xmlns:a16="http://schemas.microsoft.com/office/drawing/2014/main" id="{3EC3AFEF-7F01-A3AE-B8DA-6D1658201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31" name="Rectangle 426">
              <a:extLst>
                <a:ext uri="{FF2B5EF4-FFF2-40B4-BE49-F238E27FC236}">
                  <a16:creationId xmlns:a16="http://schemas.microsoft.com/office/drawing/2014/main" id="{7E79B2F2-4705-633E-B66E-2062A4292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32" name="Rectangle 427">
              <a:extLst>
                <a:ext uri="{FF2B5EF4-FFF2-40B4-BE49-F238E27FC236}">
                  <a16:creationId xmlns:a16="http://schemas.microsoft.com/office/drawing/2014/main" id="{A7F744CC-14AE-3459-2448-4AE11FE2D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3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33" name="Rectangle 428">
              <a:extLst>
                <a:ext uri="{FF2B5EF4-FFF2-40B4-BE49-F238E27FC236}">
                  <a16:creationId xmlns:a16="http://schemas.microsoft.com/office/drawing/2014/main" id="{E29EAE6C-7C36-72D2-83E1-8E870C566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/>
            </a:p>
          </p:txBody>
        </p:sp>
        <p:sp>
          <p:nvSpPr>
            <p:cNvPr id="42134" name="Rectangle 429">
              <a:extLst>
                <a:ext uri="{FF2B5EF4-FFF2-40B4-BE49-F238E27FC236}">
                  <a16:creationId xmlns:a16="http://schemas.microsoft.com/office/drawing/2014/main" id="{C9C2938B-CC8B-8BFF-F94F-52ABCFFD8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4" y="2815"/>
              <a:ext cx="1385" cy="12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35" name="Rectangle 430">
              <a:extLst>
                <a:ext uri="{FF2B5EF4-FFF2-40B4-BE49-F238E27FC236}">
                  <a16:creationId xmlns:a16="http://schemas.microsoft.com/office/drawing/2014/main" id="{055E1DF6-58D2-1967-9C89-C836B91E2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2826"/>
              <a:ext cx="1024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Alternativas de solução</a:t>
              </a:r>
              <a:endParaRPr lang="pt-BR" altLang="pt-BR"/>
            </a:p>
          </p:txBody>
        </p:sp>
        <p:sp>
          <p:nvSpPr>
            <p:cNvPr id="42136" name="Freeform 431">
              <a:extLst>
                <a:ext uri="{FF2B5EF4-FFF2-40B4-BE49-F238E27FC236}">
                  <a16:creationId xmlns:a16="http://schemas.microsoft.com/office/drawing/2014/main" id="{C3FC9243-75CB-5A5A-FC95-5444F47E0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1858"/>
              <a:ext cx="907" cy="814"/>
            </a:xfrm>
            <a:custGeom>
              <a:avLst/>
              <a:gdLst>
                <a:gd name="T0" fmla="*/ 60 w 1814"/>
                <a:gd name="T1" fmla="*/ 1 h 1628"/>
                <a:gd name="T2" fmla="*/ 48 w 1814"/>
                <a:gd name="T3" fmla="*/ 3 h 1628"/>
                <a:gd name="T4" fmla="*/ 36 w 1814"/>
                <a:gd name="T5" fmla="*/ 8 h 1628"/>
                <a:gd name="T6" fmla="*/ 25 w 1814"/>
                <a:gd name="T7" fmla="*/ 15 h 1628"/>
                <a:gd name="T8" fmla="*/ 15 w 1814"/>
                <a:gd name="T9" fmla="*/ 25 h 1628"/>
                <a:gd name="T10" fmla="*/ 8 w 1814"/>
                <a:gd name="T11" fmla="*/ 36 h 1628"/>
                <a:gd name="T12" fmla="*/ 3 w 1814"/>
                <a:gd name="T13" fmla="*/ 48 h 1628"/>
                <a:gd name="T14" fmla="*/ 1 w 1814"/>
                <a:gd name="T15" fmla="*/ 61 h 1628"/>
                <a:gd name="T16" fmla="*/ 0 w 1814"/>
                <a:gd name="T17" fmla="*/ 340 h 1628"/>
                <a:gd name="T18" fmla="*/ 2 w 1814"/>
                <a:gd name="T19" fmla="*/ 353 h 1628"/>
                <a:gd name="T20" fmla="*/ 6 w 1814"/>
                <a:gd name="T21" fmla="*/ 366 h 1628"/>
                <a:gd name="T22" fmla="*/ 12 w 1814"/>
                <a:gd name="T23" fmla="*/ 378 h 1628"/>
                <a:gd name="T24" fmla="*/ 20 w 1814"/>
                <a:gd name="T25" fmla="*/ 388 h 1628"/>
                <a:gd name="T26" fmla="*/ 30 w 1814"/>
                <a:gd name="T27" fmla="*/ 396 h 1628"/>
                <a:gd name="T28" fmla="*/ 42 w 1814"/>
                <a:gd name="T29" fmla="*/ 402 h 1628"/>
                <a:gd name="T30" fmla="*/ 55 w 1814"/>
                <a:gd name="T31" fmla="*/ 406 h 1628"/>
                <a:gd name="T32" fmla="*/ 68 w 1814"/>
                <a:gd name="T33" fmla="*/ 407 h 1628"/>
                <a:gd name="T34" fmla="*/ 393 w 1814"/>
                <a:gd name="T35" fmla="*/ 407 h 1628"/>
                <a:gd name="T36" fmla="*/ 406 w 1814"/>
                <a:gd name="T37" fmla="*/ 404 h 1628"/>
                <a:gd name="T38" fmla="*/ 419 w 1814"/>
                <a:gd name="T39" fmla="*/ 399 h 1628"/>
                <a:gd name="T40" fmla="*/ 429 w 1814"/>
                <a:gd name="T41" fmla="*/ 392 h 1628"/>
                <a:gd name="T42" fmla="*/ 438 w 1814"/>
                <a:gd name="T43" fmla="*/ 383 h 1628"/>
                <a:gd name="T44" fmla="*/ 446 w 1814"/>
                <a:gd name="T45" fmla="*/ 372 h 1628"/>
                <a:gd name="T46" fmla="*/ 451 w 1814"/>
                <a:gd name="T47" fmla="*/ 360 h 1628"/>
                <a:gd name="T48" fmla="*/ 453 w 1814"/>
                <a:gd name="T49" fmla="*/ 347 h 1628"/>
                <a:gd name="T50" fmla="*/ 454 w 1814"/>
                <a:gd name="T51" fmla="*/ 68 h 1628"/>
                <a:gd name="T52" fmla="*/ 452 w 1814"/>
                <a:gd name="T53" fmla="*/ 54 h 1628"/>
                <a:gd name="T54" fmla="*/ 448 w 1814"/>
                <a:gd name="T55" fmla="*/ 42 h 1628"/>
                <a:gd name="T56" fmla="*/ 442 w 1814"/>
                <a:gd name="T57" fmla="*/ 30 h 1628"/>
                <a:gd name="T58" fmla="*/ 434 w 1814"/>
                <a:gd name="T59" fmla="*/ 20 h 1628"/>
                <a:gd name="T60" fmla="*/ 424 w 1814"/>
                <a:gd name="T61" fmla="*/ 12 h 1628"/>
                <a:gd name="T62" fmla="*/ 413 w 1814"/>
                <a:gd name="T63" fmla="*/ 6 h 1628"/>
                <a:gd name="T64" fmla="*/ 400 w 1814"/>
                <a:gd name="T65" fmla="*/ 2 h 1628"/>
                <a:gd name="T66" fmla="*/ 386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2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2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3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3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grpSp>
          <p:nvGrpSpPr>
            <p:cNvPr id="42137" name="Group 444">
              <a:extLst>
                <a:ext uri="{FF2B5EF4-FFF2-40B4-BE49-F238E27FC236}">
                  <a16:creationId xmlns:a16="http://schemas.microsoft.com/office/drawing/2014/main" id="{3735FE33-43BC-8752-FD9C-902F97A742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8" y="1953"/>
              <a:ext cx="797" cy="464"/>
              <a:chOff x="4668" y="1953"/>
              <a:chExt cx="797" cy="464"/>
            </a:xfrm>
          </p:grpSpPr>
          <p:sp>
            <p:nvSpPr>
              <p:cNvPr id="42271" name="Rectangle 432">
                <a:extLst>
                  <a:ext uri="{FF2B5EF4-FFF2-40B4-BE49-F238E27FC236}">
                    <a16:creationId xmlns:a16="http://schemas.microsoft.com/office/drawing/2014/main" id="{3A5B3C44-9843-0AD2-3D5D-BAC7A994D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9" y="1953"/>
                <a:ext cx="573" cy="352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72" name="Rectangle 433">
                <a:extLst>
                  <a:ext uri="{FF2B5EF4-FFF2-40B4-BE49-F238E27FC236}">
                    <a16:creationId xmlns:a16="http://schemas.microsoft.com/office/drawing/2014/main" id="{8E7309E9-638F-C1EB-D6BD-8449A6BF1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4" y="1964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/>
              </a:p>
            </p:txBody>
          </p:sp>
          <p:sp>
            <p:nvSpPr>
              <p:cNvPr id="42273" name="Rectangle 434">
                <a:extLst>
                  <a:ext uri="{FF2B5EF4-FFF2-40B4-BE49-F238E27FC236}">
                    <a16:creationId xmlns:a16="http://schemas.microsoft.com/office/drawing/2014/main" id="{C432D9A6-7118-183B-373A-9D72D607A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1" y="2079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/>
              </a:p>
            </p:txBody>
          </p:sp>
          <p:sp>
            <p:nvSpPr>
              <p:cNvPr id="42274" name="Rectangle 435">
                <a:extLst>
                  <a:ext uri="{FF2B5EF4-FFF2-40B4-BE49-F238E27FC236}">
                    <a16:creationId xmlns:a16="http://schemas.microsoft.com/office/drawing/2014/main" id="{C551E2EA-A414-B799-618C-AB1506600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8" y="2194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/>
              </a:p>
            </p:txBody>
          </p:sp>
          <p:sp>
            <p:nvSpPr>
              <p:cNvPr id="42275" name="Rectangle 436">
                <a:extLst>
                  <a:ext uri="{FF2B5EF4-FFF2-40B4-BE49-F238E27FC236}">
                    <a16:creationId xmlns:a16="http://schemas.microsoft.com/office/drawing/2014/main" id="{E0A2B9FD-B5CF-DBC3-244B-3C0CBED50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3" y="2001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76" name="Rectangle 437">
                <a:extLst>
                  <a:ext uri="{FF2B5EF4-FFF2-40B4-BE49-F238E27FC236}">
                    <a16:creationId xmlns:a16="http://schemas.microsoft.com/office/drawing/2014/main" id="{D2DAF87E-EC86-C5DA-79CD-BC485C4E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8" y="2012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/>
              </a:p>
            </p:txBody>
          </p:sp>
          <p:sp>
            <p:nvSpPr>
              <p:cNvPr id="42277" name="Rectangle 438">
                <a:extLst>
                  <a:ext uri="{FF2B5EF4-FFF2-40B4-BE49-F238E27FC236}">
                    <a16:creationId xmlns:a16="http://schemas.microsoft.com/office/drawing/2014/main" id="{FC83CB90-377C-150E-BCD5-18E5A66F80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6" y="2127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/>
              </a:p>
            </p:txBody>
          </p:sp>
          <p:sp>
            <p:nvSpPr>
              <p:cNvPr id="42278" name="Rectangle 439">
                <a:extLst>
                  <a:ext uri="{FF2B5EF4-FFF2-40B4-BE49-F238E27FC236}">
                    <a16:creationId xmlns:a16="http://schemas.microsoft.com/office/drawing/2014/main" id="{F8D6359D-1AE7-13E8-0AAB-C604152503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3" y="2241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/>
              </a:p>
            </p:txBody>
          </p:sp>
          <p:sp>
            <p:nvSpPr>
              <p:cNvPr id="42279" name="Rectangle 440">
                <a:extLst>
                  <a:ext uri="{FF2B5EF4-FFF2-40B4-BE49-F238E27FC236}">
                    <a16:creationId xmlns:a16="http://schemas.microsoft.com/office/drawing/2014/main" id="{5FDB6230-3687-6CBA-DD85-DD5733CC1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8" y="2049"/>
                <a:ext cx="57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80" name="Rectangle 441">
                <a:extLst>
                  <a:ext uri="{FF2B5EF4-FFF2-40B4-BE49-F238E27FC236}">
                    <a16:creationId xmlns:a16="http://schemas.microsoft.com/office/drawing/2014/main" id="{EBFD37BE-8A05-49A3-0702-548772576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3" y="2060"/>
                <a:ext cx="57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Princípio de </a:t>
                </a:r>
                <a:endParaRPr lang="pt-BR" altLang="pt-BR"/>
              </a:p>
            </p:txBody>
          </p:sp>
          <p:sp>
            <p:nvSpPr>
              <p:cNvPr id="42281" name="Rectangle 442">
                <a:extLst>
                  <a:ext uri="{FF2B5EF4-FFF2-40B4-BE49-F238E27FC236}">
                    <a16:creationId xmlns:a16="http://schemas.microsoft.com/office/drawing/2014/main" id="{DF65E1DE-DC5F-F345-1891-8A37CA0BE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0" y="2175"/>
                <a:ext cx="3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solução </a:t>
                </a:r>
                <a:endParaRPr lang="pt-BR" altLang="pt-BR"/>
              </a:p>
            </p:txBody>
          </p:sp>
          <p:sp>
            <p:nvSpPr>
              <p:cNvPr id="42282" name="Rectangle 443">
                <a:extLst>
                  <a:ext uri="{FF2B5EF4-FFF2-40B4-BE49-F238E27FC236}">
                    <a16:creationId xmlns:a16="http://schemas.microsoft.com/office/drawing/2014/main" id="{4F872A74-DE4C-0D19-0340-C6588F60C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7" y="2289"/>
                <a:ext cx="43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individual</a:t>
                </a:r>
                <a:endParaRPr lang="pt-BR" altLang="pt-BR"/>
              </a:p>
            </p:txBody>
          </p:sp>
        </p:grpSp>
        <p:sp>
          <p:nvSpPr>
            <p:cNvPr id="42138" name="Rectangle 445">
              <a:extLst>
                <a:ext uri="{FF2B5EF4-FFF2-40B4-BE49-F238E27FC236}">
                  <a16:creationId xmlns:a16="http://schemas.microsoft.com/office/drawing/2014/main" id="{35ECECB2-5BED-5B57-B76B-4F404E450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39" name="Rectangle 446">
              <a:extLst>
                <a:ext uri="{FF2B5EF4-FFF2-40B4-BE49-F238E27FC236}">
                  <a16:creationId xmlns:a16="http://schemas.microsoft.com/office/drawing/2014/main" id="{81912EB4-AF5C-E917-D665-3EB433D4C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40" name="Rectangle 447">
              <a:extLst>
                <a:ext uri="{FF2B5EF4-FFF2-40B4-BE49-F238E27FC236}">
                  <a16:creationId xmlns:a16="http://schemas.microsoft.com/office/drawing/2014/main" id="{00F0BDF7-D2CC-D2B6-B699-C6DBFBB51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/>
            </a:p>
          </p:txBody>
        </p:sp>
        <p:sp>
          <p:nvSpPr>
            <p:cNvPr id="42141" name="Freeform 448">
              <a:extLst>
                <a:ext uri="{FF2B5EF4-FFF2-40B4-BE49-F238E27FC236}">
                  <a16:creationId xmlns:a16="http://schemas.microsoft.com/office/drawing/2014/main" id="{F2644730-ECE9-FA8D-5C85-9311EDA44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1858"/>
              <a:ext cx="907" cy="814"/>
            </a:xfrm>
            <a:custGeom>
              <a:avLst/>
              <a:gdLst>
                <a:gd name="T0" fmla="*/ 60 w 1814"/>
                <a:gd name="T1" fmla="*/ 1 h 1628"/>
                <a:gd name="T2" fmla="*/ 48 w 1814"/>
                <a:gd name="T3" fmla="*/ 3 h 1628"/>
                <a:gd name="T4" fmla="*/ 36 w 1814"/>
                <a:gd name="T5" fmla="*/ 8 h 1628"/>
                <a:gd name="T6" fmla="*/ 25 w 1814"/>
                <a:gd name="T7" fmla="*/ 15 h 1628"/>
                <a:gd name="T8" fmla="*/ 15 w 1814"/>
                <a:gd name="T9" fmla="*/ 25 h 1628"/>
                <a:gd name="T10" fmla="*/ 8 w 1814"/>
                <a:gd name="T11" fmla="*/ 36 h 1628"/>
                <a:gd name="T12" fmla="*/ 3 w 1814"/>
                <a:gd name="T13" fmla="*/ 48 h 1628"/>
                <a:gd name="T14" fmla="*/ 1 w 1814"/>
                <a:gd name="T15" fmla="*/ 61 h 1628"/>
                <a:gd name="T16" fmla="*/ 0 w 1814"/>
                <a:gd name="T17" fmla="*/ 340 h 1628"/>
                <a:gd name="T18" fmla="*/ 2 w 1814"/>
                <a:gd name="T19" fmla="*/ 353 h 1628"/>
                <a:gd name="T20" fmla="*/ 6 w 1814"/>
                <a:gd name="T21" fmla="*/ 366 h 1628"/>
                <a:gd name="T22" fmla="*/ 12 w 1814"/>
                <a:gd name="T23" fmla="*/ 378 h 1628"/>
                <a:gd name="T24" fmla="*/ 20 w 1814"/>
                <a:gd name="T25" fmla="*/ 388 h 1628"/>
                <a:gd name="T26" fmla="*/ 30 w 1814"/>
                <a:gd name="T27" fmla="*/ 396 h 1628"/>
                <a:gd name="T28" fmla="*/ 42 w 1814"/>
                <a:gd name="T29" fmla="*/ 402 h 1628"/>
                <a:gd name="T30" fmla="*/ 55 w 1814"/>
                <a:gd name="T31" fmla="*/ 406 h 1628"/>
                <a:gd name="T32" fmla="*/ 68 w 1814"/>
                <a:gd name="T33" fmla="*/ 407 h 1628"/>
                <a:gd name="T34" fmla="*/ 393 w 1814"/>
                <a:gd name="T35" fmla="*/ 407 h 1628"/>
                <a:gd name="T36" fmla="*/ 406 w 1814"/>
                <a:gd name="T37" fmla="*/ 404 h 1628"/>
                <a:gd name="T38" fmla="*/ 419 w 1814"/>
                <a:gd name="T39" fmla="*/ 399 h 1628"/>
                <a:gd name="T40" fmla="*/ 429 w 1814"/>
                <a:gd name="T41" fmla="*/ 392 h 1628"/>
                <a:gd name="T42" fmla="*/ 438 w 1814"/>
                <a:gd name="T43" fmla="*/ 383 h 1628"/>
                <a:gd name="T44" fmla="*/ 446 w 1814"/>
                <a:gd name="T45" fmla="*/ 372 h 1628"/>
                <a:gd name="T46" fmla="*/ 451 w 1814"/>
                <a:gd name="T47" fmla="*/ 360 h 1628"/>
                <a:gd name="T48" fmla="*/ 453 w 1814"/>
                <a:gd name="T49" fmla="*/ 347 h 1628"/>
                <a:gd name="T50" fmla="*/ 454 w 1814"/>
                <a:gd name="T51" fmla="*/ 68 h 1628"/>
                <a:gd name="T52" fmla="*/ 452 w 1814"/>
                <a:gd name="T53" fmla="*/ 54 h 1628"/>
                <a:gd name="T54" fmla="*/ 448 w 1814"/>
                <a:gd name="T55" fmla="*/ 42 h 1628"/>
                <a:gd name="T56" fmla="*/ 442 w 1814"/>
                <a:gd name="T57" fmla="*/ 30 h 1628"/>
                <a:gd name="T58" fmla="*/ 434 w 1814"/>
                <a:gd name="T59" fmla="*/ 20 h 1628"/>
                <a:gd name="T60" fmla="*/ 424 w 1814"/>
                <a:gd name="T61" fmla="*/ 12 h 1628"/>
                <a:gd name="T62" fmla="*/ 413 w 1814"/>
                <a:gd name="T63" fmla="*/ 6 h 1628"/>
                <a:gd name="T64" fmla="*/ 400 w 1814"/>
                <a:gd name="T65" fmla="*/ 2 h 1628"/>
                <a:gd name="T66" fmla="*/ 386 w 1814"/>
                <a:gd name="T67" fmla="*/ 0 h 16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814"/>
                <a:gd name="T103" fmla="*/ 0 h 1628"/>
                <a:gd name="T104" fmla="*/ 1814 w 1814"/>
                <a:gd name="T105" fmla="*/ 1628 h 162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814" h="1628">
                  <a:moveTo>
                    <a:pt x="271" y="0"/>
                  </a:moveTo>
                  <a:lnTo>
                    <a:pt x="243" y="2"/>
                  </a:lnTo>
                  <a:lnTo>
                    <a:pt x="217" y="6"/>
                  </a:lnTo>
                  <a:lnTo>
                    <a:pt x="191" y="12"/>
                  </a:lnTo>
                  <a:lnTo>
                    <a:pt x="165" y="22"/>
                  </a:lnTo>
                  <a:lnTo>
                    <a:pt x="142" y="32"/>
                  </a:lnTo>
                  <a:lnTo>
                    <a:pt x="120" y="46"/>
                  </a:lnTo>
                  <a:lnTo>
                    <a:pt x="100" y="62"/>
                  </a:lnTo>
                  <a:lnTo>
                    <a:pt x="80" y="80"/>
                  </a:lnTo>
                  <a:lnTo>
                    <a:pt x="62" y="100"/>
                  </a:lnTo>
                  <a:lnTo>
                    <a:pt x="46" y="120"/>
                  </a:lnTo>
                  <a:lnTo>
                    <a:pt x="32" y="142"/>
                  </a:lnTo>
                  <a:lnTo>
                    <a:pt x="22" y="166"/>
                  </a:lnTo>
                  <a:lnTo>
                    <a:pt x="12" y="192"/>
                  </a:lnTo>
                  <a:lnTo>
                    <a:pt x="6" y="218"/>
                  </a:lnTo>
                  <a:lnTo>
                    <a:pt x="2" y="244"/>
                  </a:lnTo>
                  <a:lnTo>
                    <a:pt x="0" y="271"/>
                  </a:lnTo>
                  <a:lnTo>
                    <a:pt x="0" y="1357"/>
                  </a:lnTo>
                  <a:lnTo>
                    <a:pt x="2" y="1385"/>
                  </a:lnTo>
                  <a:lnTo>
                    <a:pt x="6" y="1411"/>
                  </a:lnTo>
                  <a:lnTo>
                    <a:pt x="12" y="1437"/>
                  </a:lnTo>
                  <a:lnTo>
                    <a:pt x="22" y="1463"/>
                  </a:lnTo>
                  <a:lnTo>
                    <a:pt x="32" y="1487"/>
                  </a:lnTo>
                  <a:lnTo>
                    <a:pt x="46" y="1509"/>
                  </a:lnTo>
                  <a:lnTo>
                    <a:pt x="62" y="1529"/>
                  </a:lnTo>
                  <a:lnTo>
                    <a:pt x="80" y="1549"/>
                  </a:lnTo>
                  <a:lnTo>
                    <a:pt x="100" y="1566"/>
                  </a:lnTo>
                  <a:lnTo>
                    <a:pt x="120" y="1582"/>
                  </a:lnTo>
                  <a:lnTo>
                    <a:pt x="142" y="1596"/>
                  </a:lnTo>
                  <a:lnTo>
                    <a:pt x="165" y="1606"/>
                  </a:lnTo>
                  <a:lnTo>
                    <a:pt x="191" y="1616"/>
                  </a:lnTo>
                  <a:lnTo>
                    <a:pt x="217" y="1622"/>
                  </a:lnTo>
                  <a:lnTo>
                    <a:pt x="243" y="1626"/>
                  </a:lnTo>
                  <a:lnTo>
                    <a:pt x="271" y="1628"/>
                  </a:lnTo>
                  <a:lnTo>
                    <a:pt x="1543" y="1628"/>
                  </a:lnTo>
                  <a:lnTo>
                    <a:pt x="1571" y="1626"/>
                  </a:lnTo>
                  <a:lnTo>
                    <a:pt x="1597" y="1622"/>
                  </a:lnTo>
                  <a:lnTo>
                    <a:pt x="1623" y="1616"/>
                  </a:lnTo>
                  <a:lnTo>
                    <a:pt x="1649" y="1606"/>
                  </a:lnTo>
                  <a:lnTo>
                    <a:pt x="1673" y="1596"/>
                  </a:lnTo>
                  <a:lnTo>
                    <a:pt x="1694" y="1582"/>
                  </a:lnTo>
                  <a:lnTo>
                    <a:pt x="1714" y="1566"/>
                  </a:lnTo>
                  <a:lnTo>
                    <a:pt x="1734" y="1549"/>
                  </a:lnTo>
                  <a:lnTo>
                    <a:pt x="1752" y="1529"/>
                  </a:lnTo>
                  <a:lnTo>
                    <a:pt x="1768" y="1509"/>
                  </a:lnTo>
                  <a:lnTo>
                    <a:pt x="1782" y="1487"/>
                  </a:lnTo>
                  <a:lnTo>
                    <a:pt x="1792" y="1463"/>
                  </a:lnTo>
                  <a:lnTo>
                    <a:pt x="1802" y="1437"/>
                  </a:lnTo>
                  <a:lnTo>
                    <a:pt x="1808" y="1411"/>
                  </a:lnTo>
                  <a:lnTo>
                    <a:pt x="1812" y="1385"/>
                  </a:lnTo>
                  <a:lnTo>
                    <a:pt x="1814" y="1357"/>
                  </a:lnTo>
                  <a:lnTo>
                    <a:pt x="1814" y="271"/>
                  </a:lnTo>
                  <a:lnTo>
                    <a:pt x="1812" y="244"/>
                  </a:lnTo>
                  <a:lnTo>
                    <a:pt x="1808" y="218"/>
                  </a:lnTo>
                  <a:lnTo>
                    <a:pt x="1802" y="192"/>
                  </a:lnTo>
                  <a:lnTo>
                    <a:pt x="1792" y="166"/>
                  </a:lnTo>
                  <a:lnTo>
                    <a:pt x="1782" y="142"/>
                  </a:lnTo>
                  <a:lnTo>
                    <a:pt x="1768" y="120"/>
                  </a:lnTo>
                  <a:lnTo>
                    <a:pt x="1752" y="100"/>
                  </a:lnTo>
                  <a:lnTo>
                    <a:pt x="1734" y="80"/>
                  </a:lnTo>
                  <a:lnTo>
                    <a:pt x="1714" y="62"/>
                  </a:lnTo>
                  <a:lnTo>
                    <a:pt x="1694" y="46"/>
                  </a:lnTo>
                  <a:lnTo>
                    <a:pt x="1673" y="32"/>
                  </a:lnTo>
                  <a:lnTo>
                    <a:pt x="1649" y="22"/>
                  </a:lnTo>
                  <a:lnTo>
                    <a:pt x="1623" y="12"/>
                  </a:lnTo>
                  <a:lnTo>
                    <a:pt x="1597" y="6"/>
                  </a:lnTo>
                  <a:lnTo>
                    <a:pt x="1571" y="2"/>
                  </a:lnTo>
                  <a:lnTo>
                    <a:pt x="1543" y="0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142" name="Rectangle 449">
              <a:extLst>
                <a:ext uri="{FF2B5EF4-FFF2-40B4-BE49-F238E27FC236}">
                  <a16:creationId xmlns:a16="http://schemas.microsoft.com/office/drawing/2014/main" id="{CBD9DCB5-4052-8129-580B-CE9493E22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43" name="Rectangle 450">
              <a:extLst>
                <a:ext uri="{FF2B5EF4-FFF2-40B4-BE49-F238E27FC236}">
                  <a16:creationId xmlns:a16="http://schemas.microsoft.com/office/drawing/2014/main" id="{591C5382-8C58-1532-D00E-8AEE3A8A6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44" name="Rectangle 451">
              <a:extLst>
                <a:ext uri="{FF2B5EF4-FFF2-40B4-BE49-F238E27FC236}">
                  <a16:creationId xmlns:a16="http://schemas.microsoft.com/office/drawing/2014/main" id="{B6943A96-7DB6-7641-9F75-93265A759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45" name="Rectangle 452">
              <a:extLst>
                <a:ext uri="{FF2B5EF4-FFF2-40B4-BE49-F238E27FC236}">
                  <a16:creationId xmlns:a16="http://schemas.microsoft.com/office/drawing/2014/main" id="{C5F3DCE8-ED51-EC0E-1E95-80DAA7579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46" name="Rectangle 453">
              <a:extLst>
                <a:ext uri="{FF2B5EF4-FFF2-40B4-BE49-F238E27FC236}">
                  <a16:creationId xmlns:a16="http://schemas.microsoft.com/office/drawing/2014/main" id="{BE90160A-29E0-B7AA-A762-4DCA6A4B2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47" name="Rectangle 454">
              <a:extLst>
                <a:ext uri="{FF2B5EF4-FFF2-40B4-BE49-F238E27FC236}">
                  <a16:creationId xmlns:a16="http://schemas.microsoft.com/office/drawing/2014/main" id="{D79EC344-AE9A-AB3E-CF40-F675B32B8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8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48" name="Rectangle 455">
              <a:extLst>
                <a:ext uri="{FF2B5EF4-FFF2-40B4-BE49-F238E27FC236}">
                  <a16:creationId xmlns:a16="http://schemas.microsoft.com/office/drawing/2014/main" id="{E8F97716-7B04-5DCF-A55C-910A0EC14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49" name="Rectangle 456">
              <a:extLst>
                <a:ext uri="{FF2B5EF4-FFF2-40B4-BE49-F238E27FC236}">
                  <a16:creationId xmlns:a16="http://schemas.microsoft.com/office/drawing/2014/main" id="{C5D70A3D-44EF-4455-CBB6-1235E49DE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50" name="Rectangle 457">
              <a:extLst>
                <a:ext uri="{FF2B5EF4-FFF2-40B4-BE49-F238E27FC236}">
                  <a16:creationId xmlns:a16="http://schemas.microsoft.com/office/drawing/2014/main" id="{5BF427AE-EDC0-5B09-4C3D-57707CE8C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2049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51" name="Rectangle 458">
              <a:extLst>
                <a:ext uri="{FF2B5EF4-FFF2-40B4-BE49-F238E27FC236}">
                  <a16:creationId xmlns:a16="http://schemas.microsoft.com/office/drawing/2014/main" id="{218B45C7-30ED-16E1-72FE-F844B2343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52" name="Rectangle 459">
              <a:extLst>
                <a:ext uri="{FF2B5EF4-FFF2-40B4-BE49-F238E27FC236}">
                  <a16:creationId xmlns:a16="http://schemas.microsoft.com/office/drawing/2014/main" id="{38732E44-2A7C-E330-9F32-E289713F9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53" name="Rectangle 460">
              <a:extLst>
                <a:ext uri="{FF2B5EF4-FFF2-40B4-BE49-F238E27FC236}">
                  <a16:creationId xmlns:a16="http://schemas.microsoft.com/office/drawing/2014/main" id="{43716AD9-DD4A-EE13-186B-066FD3BB0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54" name="Rectangle 461">
              <a:extLst>
                <a:ext uri="{FF2B5EF4-FFF2-40B4-BE49-F238E27FC236}">
                  <a16:creationId xmlns:a16="http://schemas.microsoft.com/office/drawing/2014/main" id="{4E777FFD-EC8D-5959-0739-C2482EEB8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9" y="1953"/>
              <a:ext cx="573" cy="352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55" name="Rectangle 462">
              <a:extLst>
                <a:ext uri="{FF2B5EF4-FFF2-40B4-BE49-F238E27FC236}">
                  <a16:creationId xmlns:a16="http://schemas.microsoft.com/office/drawing/2014/main" id="{5F0DF713-0E44-C9A0-CA8D-C21F8DE66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964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56" name="Rectangle 463">
              <a:extLst>
                <a:ext uri="{FF2B5EF4-FFF2-40B4-BE49-F238E27FC236}">
                  <a16:creationId xmlns:a16="http://schemas.microsoft.com/office/drawing/2014/main" id="{A6724625-C894-4F28-DEB6-3FAD624CE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1" y="2079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57" name="Rectangle 464">
              <a:extLst>
                <a:ext uri="{FF2B5EF4-FFF2-40B4-BE49-F238E27FC236}">
                  <a16:creationId xmlns:a16="http://schemas.microsoft.com/office/drawing/2014/main" id="{57E42396-DFE8-97A4-DE26-45C82D49C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8" y="2194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58" name="Rectangle 465">
              <a:extLst>
                <a:ext uri="{FF2B5EF4-FFF2-40B4-BE49-F238E27FC236}">
                  <a16:creationId xmlns:a16="http://schemas.microsoft.com/office/drawing/2014/main" id="{8AED263A-C529-4742-0EE8-B7175F94E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001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59" name="Rectangle 466">
              <a:extLst>
                <a:ext uri="{FF2B5EF4-FFF2-40B4-BE49-F238E27FC236}">
                  <a16:creationId xmlns:a16="http://schemas.microsoft.com/office/drawing/2014/main" id="{170B656B-4A33-0460-B315-3B4BB2E4D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8" y="2012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60" name="Rectangle 467">
              <a:extLst>
                <a:ext uri="{FF2B5EF4-FFF2-40B4-BE49-F238E27FC236}">
                  <a16:creationId xmlns:a16="http://schemas.microsoft.com/office/drawing/2014/main" id="{49FF3830-83EB-28BA-EF6B-69C12BAE5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6" y="2127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61" name="Rectangle 468">
              <a:extLst>
                <a:ext uri="{FF2B5EF4-FFF2-40B4-BE49-F238E27FC236}">
                  <a16:creationId xmlns:a16="http://schemas.microsoft.com/office/drawing/2014/main" id="{EB7CD7BA-A281-CA8F-878B-A0AAC5295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241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62" name="Rectangle 469">
              <a:extLst>
                <a:ext uri="{FF2B5EF4-FFF2-40B4-BE49-F238E27FC236}">
                  <a16:creationId xmlns:a16="http://schemas.microsoft.com/office/drawing/2014/main" id="{873F87B7-8A41-EE3D-8467-483380CA0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2049"/>
              <a:ext cx="574" cy="35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63" name="Rectangle 470">
              <a:extLst>
                <a:ext uri="{FF2B5EF4-FFF2-40B4-BE49-F238E27FC236}">
                  <a16:creationId xmlns:a16="http://schemas.microsoft.com/office/drawing/2014/main" id="{ECDB2D0D-CE42-E311-C366-F6014985C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" y="2060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64" name="Rectangle 471">
              <a:extLst>
                <a:ext uri="{FF2B5EF4-FFF2-40B4-BE49-F238E27FC236}">
                  <a16:creationId xmlns:a16="http://schemas.microsoft.com/office/drawing/2014/main" id="{A9319242-962F-F77F-AB9B-EEC2D0586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2175"/>
              <a:ext cx="39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</a:t>
              </a:r>
              <a:endParaRPr lang="pt-BR" altLang="pt-BR"/>
            </a:p>
          </p:txBody>
        </p:sp>
        <p:sp>
          <p:nvSpPr>
            <p:cNvPr id="42165" name="Rectangle 472">
              <a:extLst>
                <a:ext uri="{FF2B5EF4-FFF2-40B4-BE49-F238E27FC236}">
                  <a16:creationId xmlns:a16="http://schemas.microsoft.com/office/drawing/2014/main" id="{6B5EFE3B-8FE0-B183-8CD1-8652937DF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289"/>
              <a:ext cx="43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individual</a:t>
              </a:r>
              <a:endParaRPr lang="pt-BR" altLang="pt-BR"/>
            </a:p>
          </p:txBody>
        </p:sp>
        <p:sp>
          <p:nvSpPr>
            <p:cNvPr id="42166" name="Rectangle 473">
              <a:extLst>
                <a:ext uri="{FF2B5EF4-FFF2-40B4-BE49-F238E27FC236}">
                  <a16:creationId xmlns:a16="http://schemas.microsoft.com/office/drawing/2014/main" id="{A301D109-1700-980C-D9D2-D4F5CD41A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528"/>
              <a:ext cx="587" cy="236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67" name="Rectangle 474">
              <a:extLst>
                <a:ext uri="{FF2B5EF4-FFF2-40B4-BE49-F238E27FC236}">
                  <a16:creationId xmlns:a16="http://schemas.microsoft.com/office/drawing/2014/main" id="{412DB974-29CC-A072-6E14-7C59909B8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5" y="2539"/>
              <a:ext cx="57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Princípio de </a:t>
              </a:r>
              <a:endParaRPr lang="pt-BR" altLang="pt-BR"/>
            </a:p>
          </p:txBody>
        </p:sp>
        <p:sp>
          <p:nvSpPr>
            <p:cNvPr id="42168" name="Rectangle 475">
              <a:extLst>
                <a:ext uri="{FF2B5EF4-FFF2-40B4-BE49-F238E27FC236}">
                  <a16:creationId xmlns:a16="http://schemas.microsoft.com/office/drawing/2014/main" id="{DB0807F5-4D6E-BB85-6A55-E222EEF62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654"/>
              <a:ext cx="5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solução total</a:t>
              </a:r>
              <a:endParaRPr lang="pt-BR" altLang="pt-BR"/>
            </a:p>
          </p:txBody>
        </p:sp>
        <p:sp>
          <p:nvSpPr>
            <p:cNvPr id="42169" name="Freeform 476">
              <a:extLst>
                <a:ext uri="{FF2B5EF4-FFF2-40B4-BE49-F238E27FC236}">
                  <a16:creationId xmlns:a16="http://schemas.microsoft.com/office/drawing/2014/main" id="{A90CD09E-79BC-3670-3F6D-4D4E138EF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858"/>
              <a:ext cx="1431" cy="574"/>
            </a:xfrm>
            <a:custGeom>
              <a:avLst/>
              <a:gdLst>
                <a:gd name="T0" fmla="*/ 47 w 2863"/>
                <a:gd name="T1" fmla="*/ 0 h 1149"/>
                <a:gd name="T2" fmla="*/ 42 w 2863"/>
                <a:gd name="T3" fmla="*/ 0 h 1149"/>
                <a:gd name="T4" fmla="*/ 38 w 2863"/>
                <a:gd name="T5" fmla="*/ 1 h 1149"/>
                <a:gd name="T6" fmla="*/ 29 w 2863"/>
                <a:gd name="T7" fmla="*/ 4 h 1149"/>
                <a:gd name="T8" fmla="*/ 21 w 2863"/>
                <a:gd name="T9" fmla="*/ 8 h 1149"/>
                <a:gd name="T10" fmla="*/ 14 w 2863"/>
                <a:gd name="T11" fmla="*/ 14 h 1149"/>
                <a:gd name="T12" fmla="*/ 8 w 2863"/>
                <a:gd name="T13" fmla="*/ 21 h 1149"/>
                <a:gd name="T14" fmla="*/ 4 w 2863"/>
                <a:gd name="T15" fmla="*/ 29 h 1149"/>
                <a:gd name="T16" fmla="*/ 1 w 2863"/>
                <a:gd name="T17" fmla="*/ 38 h 1149"/>
                <a:gd name="T18" fmla="*/ 0 w 2863"/>
                <a:gd name="T19" fmla="*/ 43 h 1149"/>
                <a:gd name="T20" fmla="*/ 0 w 2863"/>
                <a:gd name="T21" fmla="*/ 48 h 1149"/>
                <a:gd name="T22" fmla="*/ 0 w 2863"/>
                <a:gd name="T23" fmla="*/ 239 h 1149"/>
                <a:gd name="T24" fmla="*/ 0 w 2863"/>
                <a:gd name="T25" fmla="*/ 244 h 1149"/>
                <a:gd name="T26" fmla="*/ 1 w 2863"/>
                <a:gd name="T27" fmla="*/ 249 h 1149"/>
                <a:gd name="T28" fmla="*/ 4 w 2863"/>
                <a:gd name="T29" fmla="*/ 258 h 1149"/>
                <a:gd name="T30" fmla="*/ 8 w 2863"/>
                <a:gd name="T31" fmla="*/ 266 h 1149"/>
                <a:gd name="T32" fmla="*/ 14 w 2863"/>
                <a:gd name="T33" fmla="*/ 273 h 1149"/>
                <a:gd name="T34" fmla="*/ 21 w 2863"/>
                <a:gd name="T35" fmla="*/ 279 h 1149"/>
                <a:gd name="T36" fmla="*/ 29 w 2863"/>
                <a:gd name="T37" fmla="*/ 283 h 1149"/>
                <a:gd name="T38" fmla="*/ 38 w 2863"/>
                <a:gd name="T39" fmla="*/ 286 h 1149"/>
                <a:gd name="T40" fmla="*/ 42 w 2863"/>
                <a:gd name="T41" fmla="*/ 287 h 1149"/>
                <a:gd name="T42" fmla="*/ 47 w 2863"/>
                <a:gd name="T43" fmla="*/ 287 h 1149"/>
                <a:gd name="T44" fmla="*/ 668 w 2863"/>
                <a:gd name="T45" fmla="*/ 287 h 1149"/>
                <a:gd name="T46" fmla="*/ 673 w 2863"/>
                <a:gd name="T47" fmla="*/ 287 h 1149"/>
                <a:gd name="T48" fmla="*/ 677 w 2863"/>
                <a:gd name="T49" fmla="*/ 286 h 1149"/>
                <a:gd name="T50" fmla="*/ 686 w 2863"/>
                <a:gd name="T51" fmla="*/ 283 h 1149"/>
                <a:gd name="T52" fmla="*/ 695 w 2863"/>
                <a:gd name="T53" fmla="*/ 279 h 1149"/>
                <a:gd name="T54" fmla="*/ 702 w 2863"/>
                <a:gd name="T55" fmla="*/ 273 h 1149"/>
                <a:gd name="T56" fmla="*/ 707 w 2863"/>
                <a:gd name="T57" fmla="*/ 266 h 1149"/>
                <a:gd name="T58" fmla="*/ 711 w 2863"/>
                <a:gd name="T59" fmla="*/ 258 h 1149"/>
                <a:gd name="T60" fmla="*/ 714 w 2863"/>
                <a:gd name="T61" fmla="*/ 249 h 1149"/>
                <a:gd name="T62" fmla="*/ 715 w 2863"/>
                <a:gd name="T63" fmla="*/ 244 h 1149"/>
                <a:gd name="T64" fmla="*/ 715 w 2863"/>
                <a:gd name="T65" fmla="*/ 239 h 1149"/>
                <a:gd name="T66" fmla="*/ 715 w 2863"/>
                <a:gd name="T67" fmla="*/ 48 h 1149"/>
                <a:gd name="T68" fmla="*/ 715 w 2863"/>
                <a:gd name="T69" fmla="*/ 43 h 1149"/>
                <a:gd name="T70" fmla="*/ 714 w 2863"/>
                <a:gd name="T71" fmla="*/ 38 h 1149"/>
                <a:gd name="T72" fmla="*/ 711 w 2863"/>
                <a:gd name="T73" fmla="*/ 29 h 1149"/>
                <a:gd name="T74" fmla="*/ 707 w 2863"/>
                <a:gd name="T75" fmla="*/ 21 h 1149"/>
                <a:gd name="T76" fmla="*/ 702 w 2863"/>
                <a:gd name="T77" fmla="*/ 14 h 1149"/>
                <a:gd name="T78" fmla="*/ 695 w 2863"/>
                <a:gd name="T79" fmla="*/ 8 h 1149"/>
                <a:gd name="T80" fmla="*/ 686 w 2863"/>
                <a:gd name="T81" fmla="*/ 4 h 1149"/>
                <a:gd name="T82" fmla="*/ 677 w 2863"/>
                <a:gd name="T83" fmla="*/ 1 h 1149"/>
                <a:gd name="T84" fmla="*/ 673 w 2863"/>
                <a:gd name="T85" fmla="*/ 0 h 1149"/>
                <a:gd name="T86" fmla="*/ 668 w 2863"/>
                <a:gd name="T87" fmla="*/ 0 h 1149"/>
                <a:gd name="T88" fmla="*/ 47 w 2863"/>
                <a:gd name="T89" fmla="*/ 0 h 114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863"/>
                <a:gd name="T136" fmla="*/ 0 h 1149"/>
                <a:gd name="T137" fmla="*/ 2863 w 2863"/>
                <a:gd name="T138" fmla="*/ 1149 h 114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863" h="1149">
                  <a:moveTo>
                    <a:pt x="191" y="0"/>
                  </a:moveTo>
                  <a:lnTo>
                    <a:pt x="171" y="2"/>
                  </a:lnTo>
                  <a:lnTo>
                    <a:pt x="153" y="4"/>
                  </a:lnTo>
                  <a:lnTo>
                    <a:pt x="117" y="16"/>
                  </a:lnTo>
                  <a:lnTo>
                    <a:pt x="84" y="32"/>
                  </a:lnTo>
                  <a:lnTo>
                    <a:pt x="56" y="56"/>
                  </a:lnTo>
                  <a:lnTo>
                    <a:pt x="32" y="84"/>
                  </a:lnTo>
                  <a:lnTo>
                    <a:pt x="16" y="118"/>
                  </a:lnTo>
                  <a:lnTo>
                    <a:pt x="4" y="154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958"/>
                  </a:lnTo>
                  <a:lnTo>
                    <a:pt x="2" y="978"/>
                  </a:lnTo>
                  <a:lnTo>
                    <a:pt x="4" y="996"/>
                  </a:lnTo>
                  <a:lnTo>
                    <a:pt x="16" y="1032"/>
                  </a:lnTo>
                  <a:lnTo>
                    <a:pt x="32" y="1066"/>
                  </a:lnTo>
                  <a:lnTo>
                    <a:pt x="56" y="1094"/>
                  </a:lnTo>
                  <a:lnTo>
                    <a:pt x="84" y="1118"/>
                  </a:lnTo>
                  <a:lnTo>
                    <a:pt x="117" y="1133"/>
                  </a:lnTo>
                  <a:lnTo>
                    <a:pt x="153" y="1145"/>
                  </a:lnTo>
                  <a:lnTo>
                    <a:pt x="171" y="1149"/>
                  </a:lnTo>
                  <a:lnTo>
                    <a:pt x="191" y="1149"/>
                  </a:lnTo>
                  <a:lnTo>
                    <a:pt x="2672" y="1149"/>
                  </a:lnTo>
                  <a:lnTo>
                    <a:pt x="2692" y="1149"/>
                  </a:lnTo>
                  <a:lnTo>
                    <a:pt x="2710" y="1145"/>
                  </a:lnTo>
                  <a:lnTo>
                    <a:pt x="2746" y="1133"/>
                  </a:lnTo>
                  <a:lnTo>
                    <a:pt x="2780" y="1118"/>
                  </a:lnTo>
                  <a:lnTo>
                    <a:pt x="2808" y="1094"/>
                  </a:lnTo>
                  <a:lnTo>
                    <a:pt x="2831" y="1066"/>
                  </a:lnTo>
                  <a:lnTo>
                    <a:pt x="2847" y="1032"/>
                  </a:lnTo>
                  <a:lnTo>
                    <a:pt x="2859" y="996"/>
                  </a:lnTo>
                  <a:lnTo>
                    <a:pt x="2863" y="978"/>
                  </a:lnTo>
                  <a:lnTo>
                    <a:pt x="2863" y="958"/>
                  </a:lnTo>
                  <a:lnTo>
                    <a:pt x="2863" y="192"/>
                  </a:lnTo>
                  <a:lnTo>
                    <a:pt x="2863" y="172"/>
                  </a:lnTo>
                  <a:lnTo>
                    <a:pt x="2859" y="154"/>
                  </a:lnTo>
                  <a:lnTo>
                    <a:pt x="2847" y="118"/>
                  </a:lnTo>
                  <a:lnTo>
                    <a:pt x="2831" y="84"/>
                  </a:lnTo>
                  <a:lnTo>
                    <a:pt x="2808" y="56"/>
                  </a:lnTo>
                  <a:lnTo>
                    <a:pt x="2780" y="32"/>
                  </a:lnTo>
                  <a:lnTo>
                    <a:pt x="2746" y="16"/>
                  </a:lnTo>
                  <a:lnTo>
                    <a:pt x="2710" y="4"/>
                  </a:lnTo>
                  <a:lnTo>
                    <a:pt x="2692" y="2"/>
                  </a:lnTo>
                  <a:lnTo>
                    <a:pt x="2672" y="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170" name="Rectangle 477">
              <a:extLst>
                <a:ext uri="{FF2B5EF4-FFF2-40B4-BE49-F238E27FC236}">
                  <a16:creationId xmlns:a16="http://schemas.microsoft.com/office/drawing/2014/main" id="{FCD488CF-8DF0-B123-6C6B-96B42FBC8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810"/>
              <a:ext cx="926" cy="12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71" name="Rectangle 478">
              <a:extLst>
                <a:ext uri="{FF2B5EF4-FFF2-40B4-BE49-F238E27FC236}">
                  <a16:creationId xmlns:a16="http://schemas.microsoft.com/office/drawing/2014/main" id="{A0F78738-0C91-A793-9CAC-71DAC2892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3" y="1820"/>
              <a:ext cx="9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Especificações meta</a:t>
              </a:r>
              <a:endParaRPr lang="pt-BR" altLang="pt-BR"/>
            </a:p>
          </p:txBody>
        </p:sp>
        <p:grpSp>
          <p:nvGrpSpPr>
            <p:cNvPr id="42172" name="Group 487">
              <a:extLst>
                <a:ext uri="{FF2B5EF4-FFF2-40B4-BE49-F238E27FC236}">
                  <a16:creationId xmlns:a16="http://schemas.microsoft.com/office/drawing/2014/main" id="{176E9A30-1C4A-F9D9-4D4B-9659D46B34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1" y="2001"/>
              <a:ext cx="1360" cy="368"/>
              <a:chOff x="1041" y="2001"/>
              <a:chExt cx="1360" cy="368"/>
            </a:xfrm>
          </p:grpSpPr>
          <p:sp>
            <p:nvSpPr>
              <p:cNvPr id="42263" name="Rectangle 479">
                <a:extLst>
                  <a:ext uri="{FF2B5EF4-FFF2-40B4-BE49-F238E27FC236}">
                    <a16:creationId xmlns:a16="http://schemas.microsoft.com/office/drawing/2014/main" id="{E815A30A-F934-D5ED-4E15-601AE4E6CC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64" name="Rectangle 480">
                <a:extLst>
                  <a:ext uri="{FF2B5EF4-FFF2-40B4-BE49-F238E27FC236}">
                    <a16:creationId xmlns:a16="http://schemas.microsoft.com/office/drawing/2014/main" id="{B761F57C-783D-2467-4BD7-009A48A23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/>
              </a:p>
            </p:txBody>
          </p:sp>
          <p:sp>
            <p:nvSpPr>
              <p:cNvPr id="42265" name="Rectangle 481">
                <a:extLst>
                  <a:ext uri="{FF2B5EF4-FFF2-40B4-BE49-F238E27FC236}">
                    <a16:creationId xmlns:a16="http://schemas.microsoft.com/office/drawing/2014/main" id="{C3FB7B77-43A5-601B-0B31-FB7B69EAF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/>
              </a:p>
            </p:txBody>
          </p:sp>
          <p:sp>
            <p:nvSpPr>
              <p:cNvPr id="42266" name="Rectangle 482">
                <a:extLst>
                  <a:ext uri="{FF2B5EF4-FFF2-40B4-BE49-F238E27FC236}">
                    <a16:creationId xmlns:a16="http://schemas.microsoft.com/office/drawing/2014/main" id="{A17D4E7E-6526-8070-1EA7-9A5B9F8DA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/>
              </a:p>
            </p:txBody>
          </p:sp>
          <p:sp>
            <p:nvSpPr>
              <p:cNvPr id="42267" name="Rectangle 483">
                <a:extLst>
                  <a:ext uri="{FF2B5EF4-FFF2-40B4-BE49-F238E27FC236}">
                    <a16:creationId xmlns:a16="http://schemas.microsoft.com/office/drawing/2014/main" id="{76D3DE9F-2DAF-239E-5C42-F62143C3FF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68" name="Rectangle 484">
                <a:extLst>
                  <a:ext uri="{FF2B5EF4-FFF2-40B4-BE49-F238E27FC236}">
                    <a16:creationId xmlns:a16="http://schemas.microsoft.com/office/drawing/2014/main" id="{1A22A80C-3FDA-E967-4402-6D0917A50F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/>
              </a:p>
            </p:txBody>
          </p:sp>
          <p:sp>
            <p:nvSpPr>
              <p:cNvPr id="42269" name="Rectangle 485">
                <a:extLst>
                  <a:ext uri="{FF2B5EF4-FFF2-40B4-BE49-F238E27FC236}">
                    <a16:creationId xmlns:a16="http://schemas.microsoft.com/office/drawing/2014/main" id="{7D4E7732-F79E-6073-088B-E3F9656674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/>
              </a:p>
            </p:txBody>
          </p:sp>
          <p:sp>
            <p:nvSpPr>
              <p:cNvPr id="42270" name="Rectangle 486">
                <a:extLst>
                  <a:ext uri="{FF2B5EF4-FFF2-40B4-BE49-F238E27FC236}">
                    <a16:creationId xmlns:a16="http://schemas.microsoft.com/office/drawing/2014/main" id="{592F4209-0661-88C2-6C5C-1291A05B6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/>
              </a:p>
            </p:txBody>
          </p:sp>
        </p:grpSp>
        <p:sp>
          <p:nvSpPr>
            <p:cNvPr id="42173" name="Freeform 488">
              <a:extLst>
                <a:ext uri="{FF2B5EF4-FFF2-40B4-BE49-F238E27FC236}">
                  <a16:creationId xmlns:a16="http://schemas.microsoft.com/office/drawing/2014/main" id="{22C6A750-C652-0108-505C-E08C06304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858"/>
              <a:ext cx="1431" cy="574"/>
            </a:xfrm>
            <a:custGeom>
              <a:avLst/>
              <a:gdLst>
                <a:gd name="T0" fmla="*/ 47 w 2863"/>
                <a:gd name="T1" fmla="*/ 0 h 1149"/>
                <a:gd name="T2" fmla="*/ 42 w 2863"/>
                <a:gd name="T3" fmla="*/ 0 h 1149"/>
                <a:gd name="T4" fmla="*/ 38 w 2863"/>
                <a:gd name="T5" fmla="*/ 1 h 1149"/>
                <a:gd name="T6" fmla="*/ 29 w 2863"/>
                <a:gd name="T7" fmla="*/ 4 h 1149"/>
                <a:gd name="T8" fmla="*/ 21 w 2863"/>
                <a:gd name="T9" fmla="*/ 8 h 1149"/>
                <a:gd name="T10" fmla="*/ 14 w 2863"/>
                <a:gd name="T11" fmla="*/ 14 h 1149"/>
                <a:gd name="T12" fmla="*/ 8 w 2863"/>
                <a:gd name="T13" fmla="*/ 21 h 1149"/>
                <a:gd name="T14" fmla="*/ 4 w 2863"/>
                <a:gd name="T15" fmla="*/ 29 h 1149"/>
                <a:gd name="T16" fmla="*/ 1 w 2863"/>
                <a:gd name="T17" fmla="*/ 38 h 1149"/>
                <a:gd name="T18" fmla="*/ 0 w 2863"/>
                <a:gd name="T19" fmla="*/ 43 h 1149"/>
                <a:gd name="T20" fmla="*/ 0 w 2863"/>
                <a:gd name="T21" fmla="*/ 48 h 1149"/>
                <a:gd name="T22" fmla="*/ 0 w 2863"/>
                <a:gd name="T23" fmla="*/ 239 h 1149"/>
                <a:gd name="T24" fmla="*/ 0 w 2863"/>
                <a:gd name="T25" fmla="*/ 244 h 1149"/>
                <a:gd name="T26" fmla="*/ 1 w 2863"/>
                <a:gd name="T27" fmla="*/ 249 h 1149"/>
                <a:gd name="T28" fmla="*/ 4 w 2863"/>
                <a:gd name="T29" fmla="*/ 258 h 1149"/>
                <a:gd name="T30" fmla="*/ 8 w 2863"/>
                <a:gd name="T31" fmla="*/ 266 h 1149"/>
                <a:gd name="T32" fmla="*/ 14 w 2863"/>
                <a:gd name="T33" fmla="*/ 273 h 1149"/>
                <a:gd name="T34" fmla="*/ 21 w 2863"/>
                <a:gd name="T35" fmla="*/ 279 h 1149"/>
                <a:gd name="T36" fmla="*/ 29 w 2863"/>
                <a:gd name="T37" fmla="*/ 283 h 1149"/>
                <a:gd name="T38" fmla="*/ 38 w 2863"/>
                <a:gd name="T39" fmla="*/ 286 h 1149"/>
                <a:gd name="T40" fmla="*/ 42 w 2863"/>
                <a:gd name="T41" fmla="*/ 287 h 1149"/>
                <a:gd name="T42" fmla="*/ 47 w 2863"/>
                <a:gd name="T43" fmla="*/ 287 h 1149"/>
                <a:gd name="T44" fmla="*/ 668 w 2863"/>
                <a:gd name="T45" fmla="*/ 287 h 1149"/>
                <a:gd name="T46" fmla="*/ 673 w 2863"/>
                <a:gd name="T47" fmla="*/ 287 h 1149"/>
                <a:gd name="T48" fmla="*/ 677 w 2863"/>
                <a:gd name="T49" fmla="*/ 286 h 1149"/>
                <a:gd name="T50" fmla="*/ 686 w 2863"/>
                <a:gd name="T51" fmla="*/ 283 h 1149"/>
                <a:gd name="T52" fmla="*/ 695 w 2863"/>
                <a:gd name="T53" fmla="*/ 279 h 1149"/>
                <a:gd name="T54" fmla="*/ 702 w 2863"/>
                <a:gd name="T55" fmla="*/ 273 h 1149"/>
                <a:gd name="T56" fmla="*/ 707 w 2863"/>
                <a:gd name="T57" fmla="*/ 266 h 1149"/>
                <a:gd name="T58" fmla="*/ 711 w 2863"/>
                <a:gd name="T59" fmla="*/ 258 h 1149"/>
                <a:gd name="T60" fmla="*/ 714 w 2863"/>
                <a:gd name="T61" fmla="*/ 249 h 1149"/>
                <a:gd name="T62" fmla="*/ 715 w 2863"/>
                <a:gd name="T63" fmla="*/ 244 h 1149"/>
                <a:gd name="T64" fmla="*/ 715 w 2863"/>
                <a:gd name="T65" fmla="*/ 239 h 1149"/>
                <a:gd name="T66" fmla="*/ 715 w 2863"/>
                <a:gd name="T67" fmla="*/ 48 h 1149"/>
                <a:gd name="T68" fmla="*/ 715 w 2863"/>
                <a:gd name="T69" fmla="*/ 43 h 1149"/>
                <a:gd name="T70" fmla="*/ 714 w 2863"/>
                <a:gd name="T71" fmla="*/ 38 h 1149"/>
                <a:gd name="T72" fmla="*/ 711 w 2863"/>
                <a:gd name="T73" fmla="*/ 29 h 1149"/>
                <a:gd name="T74" fmla="*/ 707 w 2863"/>
                <a:gd name="T75" fmla="*/ 21 h 1149"/>
                <a:gd name="T76" fmla="*/ 702 w 2863"/>
                <a:gd name="T77" fmla="*/ 14 h 1149"/>
                <a:gd name="T78" fmla="*/ 695 w 2863"/>
                <a:gd name="T79" fmla="*/ 8 h 1149"/>
                <a:gd name="T80" fmla="*/ 686 w 2863"/>
                <a:gd name="T81" fmla="*/ 4 h 1149"/>
                <a:gd name="T82" fmla="*/ 677 w 2863"/>
                <a:gd name="T83" fmla="*/ 1 h 1149"/>
                <a:gd name="T84" fmla="*/ 673 w 2863"/>
                <a:gd name="T85" fmla="*/ 0 h 1149"/>
                <a:gd name="T86" fmla="*/ 668 w 2863"/>
                <a:gd name="T87" fmla="*/ 0 h 1149"/>
                <a:gd name="T88" fmla="*/ 47 w 2863"/>
                <a:gd name="T89" fmla="*/ 0 h 114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863"/>
                <a:gd name="T136" fmla="*/ 0 h 1149"/>
                <a:gd name="T137" fmla="*/ 2863 w 2863"/>
                <a:gd name="T138" fmla="*/ 1149 h 114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863" h="1149">
                  <a:moveTo>
                    <a:pt x="191" y="0"/>
                  </a:moveTo>
                  <a:lnTo>
                    <a:pt x="171" y="2"/>
                  </a:lnTo>
                  <a:lnTo>
                    <a:pt x="153" y="4"/>
                  </a:lnTo>
                  <a:lnTo>
                    <a:pt x="117" y="16"/>
                  </a:lnTo>
                  <a:lnTo>
                    <a:pt x="84" y="32"/>
                  </a:lnTo>
                  <a:lnTo>
                    <a:pt x="56" y="56"/>
                  </a:lnTo>
                  <a:lnTo>
                    <a:pt x="32" y="84"/>
                  </a:lnTo>
                  <a:lnTo>
                    <a:pt x="16" y="118"/>
                  </a:lnTo>
                  <a:lnTo>
                    <a:pt x="4" y="154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958"/>
                  </a:lnTo>
                  <a:lnTo>
                    <a:pt x="2" y="978"/>
                  </a:lnTo>
                  <a:lnTo>
                    <a:pt x="4" y="996"/>
                  </a:lnTo>
                  <a:lnTo>
                    <a:pt x="16" y="1032"/>
                  </a:lnTo>
                  <a:lnTo>
                    <a:pt x="32" y="1066"/>
                  </a:lnTo>
                  <a:lnTo>
                    <a:pt x="56" y="1094"/>
                  </a:lnTo>
                  <a:lnTo>
                    <a:pt x="84" y="1118"/>
                  </a:lnTo>
                  <a:lnTo>
                    <a:pt x="117" y="1133"/>
                  </a:lnTo>
                  <a:lnTo>
                    <a:pt x="153" y="1145"/>
                  </a:lnTo>
                  <a:lnTo>
                    <a:pt x="171" y="1149"/>
                  </a:lnTo>
                  <a:lnTo>
                    <a:pt x="191" y="1149"/>
                  </a:lnTo>
                  <a:lnTo>
                    <a:pt x="2672" y="1149"/>
                  </a:lnTo>
                  <a:lnTo>
                    <a:pt x="2692" y="1149"/>
                  </a:lnTo>
                  <a:lnTo>
                    <a:pt x="2710" y="1145"/>
                  </a:lnTo>
                  <a:lnTo>
                    <a:pt x="2746" y="1133"/>
                  </a:lnTo>
                  <a:lnTo>
                    <a:pt x="2780" y="1118"/>
                  </a:lnTo>
                  <a:lnTo>
                    <a:pt x="2808" y="1094"/>
                  </a:lnTo>
                  <a:lnTo>
                    <a:pt x="2831" y="1066"/>
                  </a:lnTo>
                  <a:lnTo>
                    <a:pt x="2847" y="1032"/>
                  </a:lnTo>
                  <a:lnTo>
                    <a:pt x="2859" y="996"/>
                  </a:lnTo>
                  <a:lnTo>
                    <a:pt x="2863" y="978"/>
                  </a:lnTo>
                  <a:lnTo>
                    <a:pt x="2863" y="958"/>
                  </a:lnTo>
                  <a:lnTo>
                    <a:pt x="2863" y="192"/>
                  </a:lnTo>
                  <a:lnTo>
                    <a:pt x="2863" y="172"/>
                  </a:lnTo>
                  <a:lnTo>
                    <a:pt x="2859" y="154"/>
                  </a:lnTo>
                  <a:lnTo>
                    <a:pt x="2847" y="118"/>
                  </a:lnTo>
                  <a:lnTo>
                    <a:pt x="2831" y="84"/>
                  </a:lnTo>
                  <a:lnTo>
                    <a:pt x="2808" y="56"/>
                  </a:lnTo>
                  <a:lnTo>
                    <a:pt x="2780" y="32"/>
                  </a:lnTo>
                  <a:lnTo>
                    <a:pt x="2746" y="16"/>
                  </a:lnTo>
                  <a:lnTo>
                    <a:pt x="2710" y="4"/>
                  </a:lnTo>
                  <a:lnTo>
                    <a:pt x="2692" y="2"/>
                  </a:lnTo>
                  <a:lnTo>
                    <a:pt x="2672" y="0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EAEAEA"/>
            </a:solidFill>
            <a:ln w="6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174" name="Rectangle 489">
              <a:extLst>
                <a:ext uri="{FF2B5EF4-FFF2-40B4-BE49-F238E27FC236}">
                  <a16:creationId xmlns:a16="http://schemas.microsoft.com/office/drawing/2014/main" id="{14AF3D09-BC27-15F6-4852-DBBC3D9C6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810"/>
              <a:ext cx="926" cy="121"/>
            </a:xfrm>
            <a:prstGeom prst="rect">
              <a:avLst/>
            </a:prstGeom>
            <a:solidFill>
              <a:srgbClr val="FFFFFF"/>
            </a:solidFill>
            <a:ln w="6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2175" name="Rectangle 490">
              <a:extLst>
                <a:ext uri="{FF2B5EF4-FFF2-40B4-BE49-F238E27FC236}">
                  <a16:creationId xmlns:a16="http://schemas.microsoft.com/office/drawing/2014/main" id="{166BE7BB-FB39-5A0E-4712-8D6EBC01A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3" y="1820"/>
              <a:ext cx="91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200">
                  <a:solidFill>
                    <a:srgbClr val="000000"/>
                  </a:solidFill>
                </a:rPr>
                <a:t>Especificações meta</a:t>
              </a:r>
              <a:endParaRPr lang="pt-BR" altLang="pt-BR"/>
            </a:p>
          </p:txBody>
        </p:sp>
        <p:grpSp>
          <p:nvGrpSpPr>
            <p:cNvPr id="42176" name="Group 577">
              <a:extLst>
                <a:ext uri="{FF2B5EF4-FFF2-40B4-BE49-F238E27FC236}">
                  <a16:creationId xmlns:a16="http://schemas.microsoft.com/office/drawing/2014/main" id="{574DD021-68E3-F2FF-50D9-FBE4A240BB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" y="1231"/>
              <a:ext cx="4509" cy="2413"/>
              <a:chOff x="87" y="1231"/>
              <a:chExt cx="4509" cy="2413"/>
            </a:xfrm>
          </p:grpSpPr>
          <p:sp>
            <p:nvSpPr>
              <p:cNvPr id="42177" name="Rectangle 491">
                <a:extLst>
                  <a:ext uri="{FF2B5EF4-FFF2-40B4-BE49-F238E27FC236}">
                    <a16:creationId xmlns:a16="http://schemas.microsoft.com/office/drawing/2014/main" id="{2699592A-60C7-F1E7-E8DE-59E05D94D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178" name="Rectangle 492">
                <a:extLst>
                  <a:ext uri="{FF2B5EF4-FFF2-40B4-BE49-F238E27FC236}">
                    <a16:creationId xmlns:a16="http://schemas.microsoft.com/office/drawing/2014/main" id="{7E417070-8B8C-2DA5-DE13-7721BE875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/>
              </a:p>
            </p:txBody>
          </p:sp>
          <p:sp>
            <p:nvSpPr>
              <p:cNvPr id="42179" name="Rectangle 493">
                <a:extLst>
                  <a:ext uri="{FF2B5EF4-FFF2-40B4-BE49-F238E27FC236}">
                    <a16:creationId xmlns:a16="http://schemas.microsoft.com/office/drawing/2014/main" id="{4D8FE862-1B51-32AB-5BD5-AF2D9B9B6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/>
              </a:p>
            </p:txBody>
          </p:sp>
          <p:sp>
            <p:nvSpPr>
              <p:cNvPr id="42180" name="Rectangle 494">
                <a:extLst>
                  <a:ext uri="{FF2B5EF4-FFF2-40B4-BE49-F238E27FC236}">
                    <a16:creationId xmlns:a16="http://schemas.microsoft.com/office/drawing/2014/main" id="{AA2BA0A6-7CBB-1CDC-26DC-0020A5FC7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/>
              </a:p>
            </p:txBody>
          </p:sp>
          <p:sp>
            <p:nvSpPr>
              <p:cNvPr id="42181" name="Rectangle 495">
                <a:extLst>
                  <a:ext uri="{FF2B5EF4-FFF2-40B4-BE49-F238E27FC236}">
                    <a16:creationId xmlns:a16="http://schemas.microsoft.com/office/drawing/2014/main" id="{02ACD644-FE3B-13BD-F1CB-C5C75BD32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182" name="Rectangle 496">
                <a:extLst>
                  <a:ext uri="{FF2B5EF4-FFF2-40B4-BE49-F238E27FC236}">
                    <a16:creationId xmlns:a16="http://schemas.microsoft.com/office/drawing/2014/main" id="{4DFAF066-D2FB-53EE-DB36-C2C95972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/>
              </a:p>
            </p:txBody>
          </p:sp>
          <p:sp>
            <p:nvSpPr>
              <p:cNvPr id="42183" name="Rectangle 497">
                <a:extLst>
                  <a:ext uri="{FF2B5EF4-FFF2-40B4-BE49-F238E27FC236}">
                    <a16:creationId xmlns:a16="http://schemas.microsoft.com/office/drawing/2014/main" id="{18940593-EE2A-F6B0-3A42-BD79FA2B9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/>
              </a:p>
            </p:txBody>
          </p:sp>
          <p:sp>
            <p:nvSpPr>
              <p:cNvPr id="42184" name="Rectangle 498">
                <a:extLst>
                  <a:ext uri="{FF2B5EF4-FFF2-40B4-BE49-F238E27FC236}">
                    <a16:creationId xmlns:a16="http://schemas.microsoft.com/office/drawing/2014/main" id="{988E3724-66A9-E140-8D7A-8731821D5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/>
              </a:p>
            </p:txBody>
          </p:sp>
          <p:sp>
            <p:nvSpPr>
              <p:cNvPr id="42185" name="Rectangle 499">
                <a:extLst>
                  <a:ext uri="{FF2B5EF4-FFF2-40B4-BE49-F238E27FC236}">
                    <a16:creationId xmlns:a16="http://schemas.microsoft.com/office/drawing/2014/main" id="{DFBE2127-243C-A3DE-0F02-2D7891432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2001"/>
                <a:ext cx="638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186" name="Rectangle 500">
                <a:extLst>
                  <a:ext uri="{FF2B5EF4-FFF2-40B4-BE49-F238E27FC236}">
                    <a16:creationId xmlns:a16="http://schemas.microsoft.com/office/drawing/2014/main" id="{758E39A6-369B-1BB5-22C4-207E2321F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012"/>
                <a:ext cx="64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Requisitos do </a:t>
                </a:r>
                <a:endParaRPr lang="pt-BR" altLang="pt-BR"/>
              </a:p>
            </p:txBody>
          </p:sp>
          <p:sp>
            <p:nvSpPr>
              <p:cNvPr id="42187" name="Rectangle 501">
                <a:extLst>
                  <a:ext uri="{FF2B5EF4-FFF2-40B4-BE49-F238E27FC236}">
                    <a16:creationId xmlns:a16="http://schemas.microsoft.com/office/drawing/2014/main" id="{A49FBC7A-AEAE-5C2F-E402-43C3B97F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8" y="2127"/>
                <a:ext cx="39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produto </a:t>
                </a:r>
                <a:endParaRPr lang="pt-BR" altLang="pt-BR"/>
              </a:p>
            </p:txBody>
          </p:sp>
          <p:sp>
            <p:nvSpPr>
              <p:cNvPr id="42188" name="Rectangle 502">
                <a:extLst>
                  <a:ext uri="{FF2B5EF4-FFF2-40B4-BE49-F238E27FC236}">
                    <a16:creationId xmlns:a16="http://schemas.microsoft.com/office/drawing/2014/main" id="{CA39E1F6-7E46-6311-BBA3-6E4BD9FF5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5" y="2241"/>
                <a:ext cx="551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(valor meta)</a:t>
                </a:r>
                <a:endParaRPr lang="pt-BR" altLang="pt-BR"/>
              </a:p>
            </p:txBody>
          </p:sp>
          <p:sp>
            <p:nvSpPr>
              <p:cNvPr id="42189" name="Rectangle 503">
                <a:extLst>
                  <a:ext uri="{FF2B5EF4-FFF2-40B4-BE49-F238E27FC236}">
                    <a16:creationId xmlns:a16="http://schemas.microsoft.com/office/drawing/2014/main" id="{4A01253F-ED63-BB82-8471-57C630238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001"/>
                <a:ext cx="621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190" name="Rectangle 504">
                <a:extLst>
                  <a:ext uri="{FF2B5EF4-FFF2-40B4-BE49-F238E27FC236}">
                    <a16:creationId xmlns:a16="http://schemas.microsoft.com/office/drawing/2014/main" id="{2F538FEB-A187-317E-367C-CF556EEC4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2012"/>
                <a:ext cx="59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Informações </a:t>
                </a:r>
                <a:endParaRPr lang="pt-BR" altLang="pt-BR"/>
              </a:p>
            </p:txBody>
          </p:sp>
          <p:sp>
            <p:nvSpPr>
              <p:cNvPr id="42191" name="Rectangle 505">
                <a:extLst>
                  <a:ext uri="{FF2B5EF4-FFF2-40B4-BE49-F238E27FC236}">
                    <a16:creationId xmlns:a16="http://schemas.microsoft.com/office/drawing/2014/main" id="{C0311075-4C53-BCC4-3A12-AEE2ADE56C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6" y="2127"/>
                <a:ext cx="49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adicionais </a:t>
                </a:r>
                <a:endParaRPr lang="pt-BR" altLang="pt-BR"/>
              </a:p>
            </p:txBody>
          </p:sp>
          <p:sp>
            <p:nvSpPr>
              <p:cNvPr id="42192" name="Rectangle 506">
                <a:extLst>
                  <a:ext uri="{FF2B5EF4-FFF2-40B4-BE49-F238E27FC236}">
                    <a16:creationId xmlns:a16="http://schemas.microsoft.com/office/drawing/2014/main" id="{5FE525E1-CEFE-6C74-0596-D135E75F5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" y="2241"/>
                <a:ext cx="516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qualitativas</a:t>
                </a:r>
                <a:endParaRPr lang="pt-BR" altLang="pt-BR"/>
              </a:p>
            </p:txBody>
          </p:sp>
          <p:sp>
            <p:nvSpPr>
              <p:cNvPr id="42193" name="Rectangle 507">
                <a:extLst>
                  <a:ext uri="{FF2B5EF4-FFF2-40B4-BE49-F238E27FC236}">
                    <a16:creationId xmlns:a16="http://schemas.microsoft.com/office/drawing/2014/main" id="{8D838B3D-566C-08A2-59D2-9723000FC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2528"/>
                <a:ext cx="669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194" name="Rectangle 508">
                <a:extLst>
                  <a:ext uri="{FF2B5EF4-FFF2-40B4-BE49-F238E27FC236}">
                    <a16:creationId xmlns:a16="http://schemas.microsoft.com/office/drawing/2014/main" id="{5F79F079-9DBB-469E-DD15-B0DD65BAD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2539"/>
                <a:ext cx="5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Requisitos </a:t>
                </a:r>
                <a:endParaRPr lang="pt-BR" altLang="pt-BR"/>
              </a:p>
            </p:txBody>
          </p:sp>
          <p:sp>
            <p:nvSpPr>
              <p:cNvPr id="42195" name="Rectangle 509">
                <a:extLst>
                  <a:ext uri="{FF2B5EF4-FFF2-40B4-BE49-F238E27FC236}">
                    <a16:creationId xmlns:a16="http://schemas.microsoft.com/office/drawing/2014/main" id="{058DE271-9935-43C6-49FF-C1387924F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2654"/>
                <a:ext cx="22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dos </a:t>
                </a:r>
                <a:endParaRPr lang="pt-BR" altLang="pt-BR"/>
              </a:p>
            </p:txBody>
          </p:sp>
          <p:sp>
            <p:nvSpPr>
              <p:cNvPr id="42196" name="Rectangle 510">
                <a:extLst>
                  <a:ext uri="{FF2B5EF4-FFF2-40B4-BE49-F238E27FC236}">
                    <a16:creationId xmlns:a16="http://schemas.microsoft.com/office/drawing/2014/main" id="{2B46829C-BB2B-99BB-23BC-5F0D93FC6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2" y="2654"/>
                <a:ext cx="28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SSCs</a:t>
                </a:r>
                <a:endParaRPr lang="pt-BR" altLang="pt-BR"/>
              </a:p>
            </p:txBody>
          </p:sp>
          <p:sp>
            <p:nvSpPr>
              <p:cNvPr id="42197" name="Rectangle 511">
                <a:extLst>
                  <a:ext uri="{FF2B5EF4-FFF2-40B4-BE49-F238E27FC236}">
                    <a16:creationId xmlns:a16="http://schemas.microsoft.com/office/drawing/2014/main" id="{B09A6EA8-428B-4F48-E434-96157C59B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8" y="2768"/>
                <a:ext cx="65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(desdobrados)</a:t>
                </a:r>
                <a:endParaRPr lang="pt-BR" altLang="pt-BR"/>
              </a:p>
            </p:txBody>
          </p:sp>
          <p:sp>
            <p:nvSpPr>
              <p:cNvPr id="42198" name="Rectangle 512">
                <a:extLst>
                  <a:ext uri="{FF2B5EF4-FFF2-40B4-BE49-F238E27FC236}">
                    <a16:creationId xmlns:a16="http://schemas.microsoft.com/office/drawing/2014/main" id="{D6961ACB-48B8-3103-458F-FCE5CC3D7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8" y="3059"/>
                <a:ext cx="812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199" name="Rectangle 513">
                <a:extLst>
                  <a:ext uri="{FF2B5EF4-FFF2-40B4-BE49-F238E27FC236}">
                    <a16:creationId xmlns:a16="http://schemas.microsoft.com/office/drawing/2014/main" id="{22767F33-D6E2-3687-3A02-0FF3295F3B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3070"/>
                <a:ext cx="7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Especificações </a:t>
                </a:r>
                <a:endParaRPr lang="pt-BR" altLang="pt-BR"/>
              </a:p>
            </p:txBody>
          </p:sp>
          <p:sp>
            <p:nvSpPr>
              <p:cNvPr id="42200" name="Rectangle 514">
                <a:extLst>
                  <a:ext uri="{FF2B5EF4-FFF2-40B4-BE49-F238E27FC236}">
                    <a16:creationId xmlns:a16="http://schemas.microsoft.com/office/drawing/2014/main" id="{E0FD3952-181D-723B-B3FC-E2F169FB4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3184"/>
                <a:ext cx="533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iniciais dos </a:t>
                </a:r>
                <a:endParaRPr lang="pt-BR" altLang="pt-BR"/>
              </a:p>
            </p:txBody>
          </p:sp>
          <p:sp>
            <p:nvSpPr>
              <p:cNvPr id="42201" name="Rectangle 515">
                <a:extLst>
                  <a:ext uri="{FF2B5EF4-FFF2-40B4-BE49-F238E27FC236}">
                    <a16:creationId xmlns:a16="http://schemas.microsoft.com/office/drawing/2014/main" id="{C4C6950E-DF4B-0820-24BD-C6F383566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" y="3184"/>
                <a:ext cx="3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SSCs </a:t>
                </a:r>
                <a:endParaRPr lang="pt-BR" altLang="pt-BR"/>
              </a:p>
            </p:txBody>
          </p:sp>
          <p:sp>
            <p:nvSpPr>
              <p:cNvPr id="42202" name="Rectangle 516">
                <a:extLst>
                  <a:ext uri="{FF2B5EF4-FFF2-40B4-BE49-F238E27FC236}">
                    <a16:creationId xmlns:a16="http://schemas.microsoft.com/office/drawing/2014/main" id="{339B03D2-E57A-48DA-70F0-E80EC5E7C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8" y="3390"/>
                <a:ext cx="623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03" name="Rectangle 517">
                <a:extLst>
                  <a:ext uri="{FF2B5EF4-FFF2-40B4-BE49-F238E27FC236}">
                    <a16:creationId xmlns:a16="http://schemas.microsoft.com/office/drawing/2014/main" id="{E26D3EC8-825B-0372-5CF5-FC3B3D99E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3401"/>
                <a:ext cx="60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Plano macro </a:t>
                </a:r>
                <a:endParaRPr lang="pt-BR" altLang="pt-BR"/>
              </a:p>
            </p:txBody>
          </p:sp>
          <p:sp>
            <p:nvSpPr>
              <p:cNvPr id="42204" name="Rectangle 518">
                <a:extLst>
                  <a:ext uri="{FF2B5EF4-FFF2-40B4-BE49-F238E27FC236}">
                    <a16:creationId xmlns:a16="http://schemas.microsoft.com/office/drawing/2014/main" id="{78CDAFE1-BB52-AFC1-CDDB-6CC82EAB1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3516"/>
                <a:ext cx="560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de processo</a:t>
                </a:r>
                <a:endParaRPr lang="pt-BR" altLang="pt-BR"/>
              </a:p>
            </p:txBody>
          </p:sp>
          <p:grpSp>
            <p:nvGrpSpPr>
              <p:cNvPr id="42205" name="Group 521">
                <a:extLst>
                  <a:ext uri="{FF2B5EF4-FFF2-40B4-BE49-F238E27FC236}">
                    <a16:creationId xmlns:a16="http://schemas.microsoft.com/office/drawing/2014/main" id="{64F97138-C60E-2324-E24E-C5CB130E1E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9" y="2146"/>
                <a:ext cx="212" cy="63"/>
                <a:chOff x="829" y="2146"/>
                <a:chExt cx="212" cy="63"/>
              </a:xfrm>
            </p:grpSpPr>
            <p:sp>
              <p:nvSpPr>
                <p:cNvPr id="42261" name="Line 519">
                  <a:extLst>
                    <a:ext uri="{FF2B5EF4-FFF2-40B4-BE49-F238E27FC236}">
                      <a16:creationId xmlns:a16="http://schemas.microsoft.com/office/drawing/2014/main" id="{0584711F-D66A-4323-DE7E-9126B0FF14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" y="2177"/>
                  <a:ext cx="153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62" name="Freeform 520">
                  <a:extLst>
                    <a:ext uri="{FF2B5EF4-FFF2-40B4-BE49-F238E27FC236}">
                      <a16:creationId xmlns:a16="http://schemas.microsoft.com/office/drawing/2014/main" id="{7FACC8D4-5E4D-2F05-2977-7A7618C61A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80" y="2146"/>
                  <a:ext cx="61" cy="63"/>
                </a:xfrm>
                <a:custGeom>
                  <a:avLst/>
                  <a:gdLst>
                    <a:gd name="T0" fmla="*/ 0 w 124"/>
                    <a:gd name="T1" fmla="*/ 32 h 125"/>
                    <a:gd name="T2" fmla="*/ 30 w 124"/>
                    <a:gd name="T3" fmla="*/ 16 h 125"/>
                    <a:gd name="T4" fmla="*/ 0 w 124"/>
                    <a:gd name="T5" fmla="*/ 0 h 125"/>
                    <a:gd name="T6" fmla="*/ 0 w 124"/>
                    <a:gd name="T7" fmla="*/ 32 h 12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4"/>
                    <a:gd name="T13" fmla="*/ 0 h 125"/>
                    <a:gd name="T14" fmla="*/ 124 w 124"/>
                    <a:gd name="T15" fmla="*/ 125 h 12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4" h="125">
                      <a:moveTo>
                        <a:pt x="0" y="125"/>
                      </a:moveTo>
                      <a:lnTo>
                        <a:pt x="124" y="62"/>
                      </a:lnTo>
                      <a:lnTo>
                        <a:pt x="0" y="0"/>
                      </a:lnTo>
                      <a:lnTo>
                        <a:pt x="0" y="1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06" name="Group 524">
                <a:extLst>
                  <a:ext uri="{FF2B5EF4-FFF2-40B4-BE49-F238E27FC236}">
                    <a16:creationId xmlns:a16="http://schemas.microsoft.com/office/drawing/2014/main" id="{A70C417E-D3F5-0897-769D-2D2978E56C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2115"/>
                <a:ext cx="215" cy="63"/>
                <a:chOff x="2425" y="2115"/>
                <a:chExt cx="215" cy="63"/>
              </a:xfrm>
            </p:grpSpPr>
            <p:sp>
              <p:nvSpPr>
                <p:cNvPr id="42259" name="Line 522">
                  <a:extLst>
                    <a:ext uri="{FF2B5EF4-FFF2-40B4-BE49-F238E27FC236}">
                      <a16:creationId xmlns:a16="http://schemas.microsoft.com/office/drawing/2014/main" id="{980FB478-620F-C2CE-86C8-2A515D7BFC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2145"/>
                  <a:ext cx="154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60" name="Freeform 523">
                  <a:extLst>
                    <a:ext uri="{FF2B5EF4-FFF2-40B4-BE49-F238E27FC236}">
                      <a16:creationId xmlns:a16="http://schemas.microsoft.com/office/drawing/2014/main" id="{448E49D5-3D87-2840-E2FE-B30C68F819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7" y="2115"/>
                  <a:ext cx="63" cy="63"/>
                </a:xfrm>
                <a:custGeom>
                  <a:avLst/>
                  <a:gdLst>
                    <a:gd name="T0" fmla="*/ 0 w 126"/>
                    <a:gd name="T1" fmla="*/ 32 h 126"/>
                    <a:gd name="T2" fmla="*/ 32 w 126"/>
                    <a:gd name="T3" fmla="*/ 16 h 126"/>
                    <a:gd name="T4" fmla="*/ 0 w 126"/>
                    <a:gd name="T5" fmla="*/ 0 h 126"/>
                    <a:gd name="T6" fmla="*/ 0 w 126"/>
                    <a:gd name="T7" fmla="*/ 32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0" y="126"/>
                      </a:moveTo>
                      <a:lnTo>
                        <a:pt x="126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07" name="Group 527">
                <a:extLst>
                  <a:ext uri="{FF2B5EF4-FFF2-40B4-BE49-F238E27FC236}">
                    <a16:creationId xmlns:a16="http://schemas.microsoft.com/office/drawing/2014/main" id="{72C68738-621C-CF85-929E-D6AE0DE581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0" y="2146"/>
                <a:ext cx="346" cy="96"/>
                <a:chOff x="3320" y="2146"/>
                <a:chExt cx="346" cy="96"/>
              </a:xfrm>
            </p:grpSpPr>
            <p:sp>
              <p:nvSpPr>
                <p:cNvPr id="42257" name="Line 525">
                  <a:extLst>
                    <a:ext uri="{FF2B5EF4-FFF2-40B4-BE49-F238E27FC236}">
                      <a16:creationId xmlns:a16="http://schemas.microsoft.com/office/drawing/2014/main" id="{C56974ED-E1B3-843E-D549-BA470FBE2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20" y="2146"/>
                  <a:ext cx="288" cy="6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58" name="Freeform 526">
                  <a:extLst>
                    <a:ext uri="{FF2B5EF4-FFF2-40B4-BE49-F238E27FC236}">
                      <a16:creationId xmlns:a16="http://schemas.microsoft.com/office/drawing/2014/main" id="{189A1131-3AD4-7A74-540C-DE3F2E578E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98" y="2181"/>
                  <a:ext cx="68" cy="61"/>
                </a:xfrm>
                <a:custGeom>
                  <a:avLst/>
                  <a:gdLst>
                    <a:gd name="T0" fmla="*/ 0 w 136"/>
                    <a:gd name="T1" fmla="*/ 31 h 121"/>
                    <a:gd name="T2" fmla="*/ 34 w 136"/>
                    <a:gd name="T3" fmla="*/ 22 h 121"/>
                    <a:gd name="T4" fmla="*/ 7 w 136"/>
                    <a:gd name="T5" fmla="*/ 0 h 121"/>
                    <a:gd name="T6" fmla="*/ 0 w 136"/>
                    <a:gd name="T7" fmla="*/ 31 h 12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21"/>
                    <a:gd name="T14" fmla="*/ 136 w 136"/>
                    <a:gd name="T15" fmla="*/ 121 h 12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21">
                      <a:moveTo>
                        <a:pt x="0" y="121"/>
                      </a:moveTo>
                      <a:lnTo>
                        <a:pt x="136" y="87"/>
                      </a:lnTo>
                      <a:lnTo>
                        <a:pt x="28" y="0"/>
                      </a:lnTo>
                      <a:lnTo>
                        <a:pt x="0" y="12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08" name="Group 530">
                <a:extLst>
                  <a:ext uri="{FF2B5EF4-FFF2-40B4-BE49-F238E27FC236}">
                    <a16:creationId xmlns:a16="http://schemas.microsoft.com/office/drawing/2014/main" id="{2E431D6E-8BE6-9156-AAD8-741F4A2C9F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4" y="2351"/>
                <a:ext cx="65" cy="177"/>
                <a:chOff x="1294" y="2351"/>
                <a:chExt cx="65" cy="177"/>
              </a:xfrm>
            </p:grpSpPr>
            <p:sp>
              <p:nvSpPr>
                <p:cNvPr id="42255" name="Line 528">
                  <a:extLst>
                    <a:ext uri="{FF2B5EF4-FFF2-40B4-BE49-F238E27FC236}">
                      <a16:creationId xmlns:a16="http://schemas.microsoft.com/office/drawing/2014/main" id="{253696F4-4D4B-DE22-288F-3CEA6D5CE6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23" y="2351"/>
                  <a:ext cx="36" cy="120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56" name="Freeform 529">
                  <a:extLst>
                    <a:ext uri="{FF2B5EF4-FFF2-40B4-BE49-F238E27FC236}">
                      <a16:creationId xmlns:a16="http://schemas.microsoft.com/office/drawing/2014/main" id="{3D32C3A6-43BF-DBF4-4927-B8E73875F9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94" y="2459"/>
                  <a:ext cx="59" cy="69"/>
                </a:xfrm>
                <a:custGeom>
                  <a:avLst/>
                  <a:gdLst>
                    <a:gd name="T0" fmla="*/ 0 w 119"/>
                    <a:gd name="T1" fmla="*/ 0 h 138"/>
                    <a:gd name="T2" fmla="*/ 4 w 119"/>
                    <a:gd name="T3" fmla="*/ 35 h 138"/>
                    <a:gd name="T4" fmla="*/ 29 w 119"/>
                    <a:gd name="T5" fmla="*/ 9 h 138"/>
                    <a:gd name="T6" fmla="*/ 0 w 119"/>
                    <a:gd name="T7" fmla="*/ 0 h 13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"/>
                    <a:gd name="T13" fmla="*/ 0 h 138"/>
                    <a:gd name="T14" fmla="*/ 119 w 119"/>
                    <a:gd name="T15" fmla="*/ 138 h 13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" h="138">
                      <a:moveTo>
                        <a:pt x="0" y="0"/>
                      </a:moveTo>
                      <a:lnTo>
                        <a:pt x="19" y="138"/>
                      </a:lnTo>
                      <a:lnTo>
                        <a:pt x="119" y="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09" name="Group 533">
                <a:extLst>
                  <a:ext uri="{FF2B5EF4-FFF2-40B4-BE49-F238E27FC236}">
                    <a16:creationId xmlns:a16="http://schemas.microsoft.com/office/drawing/2014/main" id="{A610B724-4FF9-AFE3-55F4-7542674605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8" y="2672"/>
                <a:ext cx="978" cy="63"/>
                <a:chOff x="1638" y="2672"/>
                <a:chExt cx="978" cy="63"/>
              </a:xfrm>
            </p:grpSpPr>
            <p:sp>
              <p:nvSpPr>
                <p:cNvPr id="42253" name="Line 531">
                  <a:extLst>
                    <a:ext uri="{FF2B5EF4-FFF2-40B4-BE49-F238E27FC236}">
                      <a16:creationId xmlns:a16="http://schemas.microsoft.com/office/drawing/2014/main" id="{A5770D9A-2644-3BEB-5E9D-27292D0F5B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38" y="2703"/>
                  <a:ext cx="91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54" name="Freeform 532">
                  <a:extLst>
                    <a:ext uri="{FF2B5EF4-FFF2-40B4-BE49-F238E27FC236}">
                      <a16:creationId xmlns:a16="http://schemas.microsoft.com/office/drawing/2014/main" id="{35FB07F8-EDDA-4E67-82F4-8020B6704A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54" y="2672"/>
                  <a:ext cx="62" cy="63"/>
                </a:xfrm>
                <a:custGeom>
                  <a:avLst/>
                  <a:gdLst>
                    <a:gd name="T0" fmla="*/ 0 w 123"/>
                    <a:gd name="T1" fmla="*/ 32 h 126"/>
                    <a:gd name="T2" fmla="*/ 31 w 123"/>
                    <a:gd name="T3" fmla="*/ 16 h 126"/>
                    <a:gd name="T4" fmla="*/ 0 w 123"/>
                    <a:gd name="T5" fmla="*/ 0 h 126"/>
                    <a:gd name="T6" fmla="*/ 0 w 123"/>
                    <a:gd name="T7" fmla="*/ 32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4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10" name="Group 536">
                <a:extLst>
                  <a:ext uri="{FF2B5EF4-FFF2-40B4-BE49-F238E27FC236}">
                    <a16:creationId xmlns:a16="http://schemas.microsoft.com/office/drawing/2014/main" id="{FA834875-DC36-E61F-C8AA-209FCA7558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4" y="2320"/>
                <a:ext cx="63" cy="266"/>
                <a:chOff x="2944" y="2320"/>
                <a:chExt cx="63" cy="266"/>
              </a:xfrm>
            </p:grpSpPr>
            <p:sp>
              <p:nvSpPr>
                <p:cNvPr id="42251" name="Line 534">
                  <a:extLst>
                    <a:ext uri="{FF2B5EF4-FFF2-40B4-BE49-F238E27FC236}">
                      <a16:creationId xmlns:a16="http://schemas.microsoft.com/office/drawing/2014/main" id="{F63D1D9D-AB95-F5B0-1C06-4DF4FD2E08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5" y="2320"/>
                  <a:ext cx="5" cy="205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52" name="Freeform 535">
                  <a:extLst>
                    <a:ext uri="{FF2B5EF4-FFF2-40B4-BE49-F238E27FC236}">
                      <a16:creationId xmlns:a16="http://schemas.microsoft.com/office/drawing/2014/main" id="{1274911A-28B2-602F-FAC4-8232B37CC2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2522"/>
                  <a:ext cx="63" cy="64"/>
                </a:xfrm>
                <a:custGeom>
                  <a:avLst/>
                  <a:gdLst>
                    <a:gd name="T0" fmla="*/ 0 w 125"/>
                    <a:gd name="T1" fmla="*/ 0 h 128"/>
                    <a:gd name="T2" fmla="*/ 15 w 125"/>
                    <a:gd name="T3" fmla="*/ 32 h 128"/>
                    <a:gd name="T4" fmla="*/ 32 w 125"/>
                    <a:gd name="T5" fmla="*/ 1 h 128"/>
                    <a:gd name="T6" fmla="*/ 0 w 125"/>
                    <a:gd name="T7" fmla="*/ 0 h 1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8"/>
                    <a:gd name="T14" fmla="*/ 125 w 125"/>
                    <a:gd name="T15" fmla="*/ 128 h 1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8">
                      <a:moveTo>
                        <a:pt x="0" y="0"/>
                      </a:moveTo>
                      <a:lnTo>
                        <a:pt x="60" y="128"/>
                      </a:lnTo>
                      <a:lnTo>
                        <a:pt x="125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11" name="Group 539">
                <a:extLst>
                  <a:ext uri="{FF2B5EF4-FFF2-40B4-BE49-F238E27FC236}">
                    <a16:creationId xmlns:a16="http://schemas.microsoft.com/office/drawing/2014/main" id="{01B56364-E721-F72F-E931-954F500F7A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46" y="2820"/>
                <a:ext cx="828" cy="239"/>
                <a:chOff x="2146" y="2820"/>
                <a:chExt cx="828" cy="239"/>
              </a:xfrm>
            </p:grpSpPr>
            <p:sp>
              <p:nvSpPr>
                <p:cNvPr id="42249" name="Freeform 537">
                  <a:extLst>
                    <a:ext uri="{FF2B5EF4-FFF2-40B4-BE49-F238E27FC236}">
                      <a16:creationId xmlns:a16="http://schemas.microsoft.com/office/drawing/2014/main" id="{9FB674D3-68EE-34EC-31CD-682A5D65AD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7" y="2820"/>
                  <a:ext cx="797" cy="179"/>
                </a:xfrm>
                <a:custGeom>
                  <a:avLst/>
                  <a:gdLst>
                    <a:gd name="T0" fmla="*/ 398 w 1595"/>
                    <a:gd name="T1" fmla="*/ 0 h 357"/>
                    <a:gd name="T2" fmla="*/ 398 w 1595"/>
                    <a:gd name="T3" fmla="*/ 60 h 357"/>
                    <a:gd name="T4" fmla="*/ 0 w 1595"/>
                    <a:gd name="T5" fmla="*/ 60 h 357"/>
                    <a:gd name="T6" fmla="*/ 0 w 1595"/>
                    <a:gd name="T7" fmla="*/ 90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95"/>
                    <a:gd name="T13" fmla="*/ 0 h 357"/>
                    <a:gd name="T14" fmla="*/ 1595 w 1595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95" h="357">
                      <a:moveTo>
                        <a:pt x="1595" y="0"/>
                      </a:moveTo>
                      <a:lnTo>
                        <a:pt x="1595" y="237"/>
                      </a:lnTo>
                      <a:lnTo>
                        <a:pt x="0" y="237"/>
                      </a:lnTo>
                      <a:lnTo>
                        <a:pt x="0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50" name="Freeform 538">
                  <a:extLst>
                    <a:ext uri="{FF2B5EF4-FFF2-40B4-BE49-F238E27FC236}">
                      <a16:creationId xmlns:a16="http://schemas.microsoft.com/office/drawing/2014/main" id="{AE01F71B-5A2D-1A71-EA3E-3FC242F236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6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5 w 125"/>
                    <a:gd name="T3" fmla="*/ 31 h 124"/>
                    <a:gd name="T4" fmla="*/ 31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12" name="Group 542">
                <a:extLst>
                  <a:ext uri="{FF2B5EF4-FFF2-40B4-BE49-F238E27FC236}">
                    <a16:creationId xmlns:a16="http://schemas.microsoft.com/office/drawing/2014/main" id="{4BE2570B-0F97-E698-CA62-8842496B5D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" y="2820"/>
                <a:ext cx="628" cy="239"/>
                <a:chOff x="2974" y="2820"/>
                <a:chExt cx="628" cy="239"/>
              </a:xfrm>
            </p:grpSpPr>
            <p:sp>
              <p:nvSpPr>
                <p:cNvPr id="42247" name="Freeform 540">
                  <a:extLst>
                    <a:ext uri="{FF2B5EF4-FFF2-40B4-BE49-F238E27FC236}">
                      <a16:creationId xmlns:a16="http://schemas.microsoft.com/office/drawing/2014/main" id="{23734E28-DB57-0DFD-658A-52DEFA36D2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4" y="2820"/>
                  <a:ext cx="596" cy="179"/>
                </a:xfrm>
                <a:custGeom>
                  <a:avLst/>
                  <a:gdLst>
                    <a:gd name="T0" fmla="*/ 0 w 1193"/>
                    <a:gd name="T1" fmla="*/ 0 h 357"/>
                    <a:gd name="T2" fmla="*/ 0 w 1193"/>
                    <a:gd name="T3" fmla="*/ 60 h 357"/>
                    <a:gd name="T4" fmla="*/ 298 w 1193"/>
                    <a:gd name="T5" fmla="*/ 60 h 357"/>
                    <a:gd name="T6" fmla="*/ 298 w 1193"/>
                    <a:gd name="T7" fmla="*/ 90 h 3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93"/>
                    <a:gd name="T13" fmla="*/ 0 h 357"/>
                    <a:gd name="T14" fmla="*/ 1193 w 1193"/>
                    <a:gd name="T15" fmla="*/ 357 h 3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93" h="357">
                      <a:moveTo>
                        <a:pt x="0" y="0"/>
                      </a:moveTo>
                      <a:lnTo>
                        <a:pt x="0" y="237"/>
                      </a:lnTo>
                      <a:lnTo>
                        <a:pt x="1193" y="237"/>
                      </a:lnTo>
                      <a:lnTo>
                        <a:pt x="1193" y="357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48" name="Freeform 541">
                  <a:extLst>
                    <a:ext uri="{FF2B5EF4-FFF2-40B4-BE49-F238E27FC236}">
                      <a16:creationId xmlns:a16="http://schemas.microsoft.com/office/drawing/2014/main" id="{B040F33C-BFF4-BC58-1E58-2DEE339AE9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40" y="2997"/>
                  <a:ext cx="62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5 w 125"/>
                    <a:gd name="T3" fmla="*/ 31 h 124"/>
                    <a:gd name="T4" fmla="*/ 31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2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13" name="Group 545">
                <a:extLst>
                  <a:ext uri="{FF2B5EF4-FFF2-40B4-BE49-F238E27FC236}">
                    <a16:creationId xmlns:a16="http://schemas.microsoft.com/office/drawing/2014/main" id="{2525FABD-63F9-A379-ECAD-A9F0C15241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61" y="2936"/>
                <a:ext cx="835" cy="272"/>
                <a:chOff x="3761" y="2936"/>
                <a:chExt cx="835" cy="272"/>
              </a:xfrm>
            </p:grpSpPr>
            <p:sp>
              <p:nvSpPr>
                <p:cNvPr id="42245" name="Freeform 543">
                  <a:extLst>
                    <a:ext uri="{FF2B5EF4-FFF2-40B4-BE49-F238E27FC236}">
                      <a16:creationId xmlns:a16="http://schemas.microsoft.com/office/drawing/2014/main" id="{9C1A399D-20CC-8E0C-E978-28ADFE5AD4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21" y="2936"/>
                  <a:ext cx="775" cy="241"/>
                </a:xfrm>
                <a:custGeom>
                  <a:avLst/>
                  <a:gdLst>
                    <a:gd name="T0" fmla="*/ 387 w 1551"/>
                    <a:gd name="T1" fmla="*/ 0 h 481"/>
                    <a:gd name="T2" fmla="*/ 387 w 1551"/>
                    <a:gd name="T3" fmla="*/ 121 h 481"/>
                    <a:gd name="T4" fmla="*/ 0 w 1551"/>
                    <a:gd name="T5" fmla="*/ 121 h 481"/>
                    <a:gd name="T6" fmla="*/ 0 60000 65536"/>
                    <a:gd name="T7" fmla="*/ 0 60000 65536"/>
                    <a:gd name="T8" fmla="*/ 0 60000 65536"/>
                    <a:gd name="T9" fmla="*/ 0 w 1551"/>
                    <a:gd name="T10" fmla="*/ 0 h 481"/>
                    <a:gd name="T11" fmla="*/ 1551 w 1551"/>
                    <a:gd name="T12" fmla="*/ 481 h 4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1" h="481">
                      <a:moveTo>
                        <a:pt x="1551" y="0"/>
                      </a:moveTo>
                      <a:lnTo>
                        <a:pt x="1551" y="481"/>
                      </a:lnTo>
                      <a:lnTo>
                        <a:pt x="0" y="481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46" name="Freeform 544">
                  <a:extLst>
                    <a:ext uri="{FF2B5EF4-FFF2-40B4-BE49-F238E27FC236}">
                      <a16:creationId xmlns:a16="http://schemas.microsoft.com/office/drawing/2014/main" id="{57A3D46C-DEA1-BBE5-5ED4-06BC05A23F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61" y="3146"/>
                  <a:ext cx="63" cy="62"/>
                </a:xfrm>
                <a:custGeom>
                  <a:avLst/>
                  <a:gdLst>
                    <a:gd name="T0" fmla="*/ 32 w 125"/>
                    <a:gd name="T1" fmla="*/ 0 h 126"/>
                    <a:gd name="T2" fmla="*/ 0 w 125"/>
                    <a:gd name="T3" fmla="*/ 15 h 126"/>
                    <a:gd name="T4" fmla="*/ 32 w 125"/>
                    <a:gd name="T5" fmla="*/ 31 h 126"/>
                    <a:gd name="T6" fmla="*/ 32 w 125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125" y="0"/>
                      </a:moveTo>
                      <a:lnTo>
                        <a:pt x="0" y="62"/>
                      </a:lnTo>
                      <a:lnTo>
                        <a:pt x="125" y="126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14" name="Group 548">
                <a:extLst>
                  <a:ext uri="{FF2B5EF4-FFF2-40B4-BE49-F238E27FC236}">
                    <a16:creationId xmlns:a16="http://schemas.microsoft.com/office/drawing/2014/main" id="{F3F79DE0-DB0A-B4B0-E601-FCDAAF6F43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146"/>
                <a:ext cx="219" cy="62"/>
                <a:chOff x="1709" y="3146"/>
                <a:chExt cx="219" cy="62"/>
              </a:xfrm>
            </p:grpSpPr>
            <p:sp>
              <p:nvSpPr>
                <p:cNvPr id="42243" name="Line 546">
                  <a:extLst>
                    <a:ext uri="{FF2B5EF4-FFF2-40B4-BE49-F238E27FC236}">
                      <a16:creationId xmlns:a16="http://schemas.microsoft.com/office/drawing/2014/main" id="{670691AD-E457-B948-B09E-8E7082DA8C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09" y="3177"/>
                  <a:ext cx="158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44" name="Freeform 547">
                  <a:extLst>
                    <a:ext uri="{FF2B5EF4-FFF2-40B4-BE49-F238E27FC236}">
                      <a16:creationId xmlns:a16="http://schemas.microsoft.com/office/drawing/2014/main" id="{2A9EE754-6C36-7F7D-862C-DE3C47AEC9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65" y="3146"/>
                  <a:ext cx="63" cy="62"/>
                </a:xfrm>
                <a:custGeom>
                  <a:avLst/>
                  <a:gdLst>
                    <a:gd name="T0" fmla="*/ 0 w 125"/>
                    <a:gd name="T1" fmla="*/ 31 h 126"/>
                    <a:gd name="T2" fmla="*/ 32 w 125"/>
                    <a:gd name="T3" fmla="*/ 15 h 126"/>
                    <a:gd name="T4" fmla="*/ 0 w 125"/>
                    <a:gd name="T5" fmla="*/ 0 h 126"/>
                    <a:gd name="T6" fmla="*/ 0 w 125"/>
                    <a:gd name="T7" fmla="*/ 3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6"/>
                    <a:gd name="T14" fmla="*/ 125 w 125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6">
                      <a:moveTo>
                        <a:pt x="0" y="126"/>
                      </a:moveTo>
                      <a:lnTo>
                        <a:pt x="125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15" name="Group 551">
                <a:extLst>
                  <a:ext uri="{FF2B5EF4-FFF2-40B4-BE49-F238E27FC236}">
                    <a16:creationId xmlns:a16="http://schemas.microsoft.com/office/drawing/2014/main" id="{7729639F-D817-EE31-D8BF-EC5156321B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25" y="3146"/>
                <a:ext cx="286" cy="62"/>
                <a:chOff x="2425" y="3146"/>
                <a:chExt cx="286" cy="62"/>
              </a:xfrm>
            </p:grpSpPr>
            <p:sp>
              <p:nvSpPr>
                <p:cNvPr id="42241" name="Line 549">
                  <a:extLst>
                    <a:ext uri="{FF2B5EF4-FFF2-40B4-BE49-F238E27FC236}">
                      <a16:creationId xmlns:a16="http://schemas.microsoft.com/office/drawing/2014/main" id="{D2FE6949-C436-C5B4-8E24-1891A4BA0E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25" y="3177"/>
                  <a:ext cx="227" cy="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42" name="Freeform 550">
                  <a:extLst>
                    <a:ext uri="{FF2B5EF4-FFF2-40B4-BE49-F238E27FC236}">
                      <a16:creationId xmlns:a16="http://schemas.microsoft.com/office/drawing/2014/main" id="{50A6540B-EF8F-EA83-BA73-04124615CE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0" y="3146"/>
                  <a:ext cx="61" cy="62"/>
                </a:xfrm>
                <a:custGeom>
                  <a:avLst/>
                  <a:gdLst>
                    <a:gd name="T0" fmla="*/ 0 w 123"/>
                    <a:gd name="T1" fmla="*/ 31 h 126"/>
                    <a:gd name="T2" fmla="*/ 30 w 123"/>
                    <a:gd name="T3" fmla="*/ 15 h 126"/>
                    <a:gd name="T4" fmla="*/ 0 w 123"/>
                    <a:gd name="T5" fmla="*/ 0 h 126"/>
                    <a:gd name="T6" fmla="*/ 0 w 123"/>
                    <a:gd name="T7" fmla="*/ 31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16" name="Group 554">
                <a:extLst>
                  <a:ext uri="{FF2B5EF4-FFF2-40B4-BE49-F238E27FC236}">
                    <a16:creationId xmlns:a16="http://schemas.microsoft.com/office/drawing/2014/main" id="{7E8D792B-64B1-FB17-EE6F-778D6F7D1E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3" y="2878"/>
                <a:ext cx="63" cy="181"/>
                <a:chOff x="1273" y="2878"/>
                <a:chExt cx="63" cy="181"/>
              </a:xfrm>
            </p:grpSpPr>
            <p:sp>
              <p:nvSpPr>
                <p:cNvPr id="42239" name="Line 552">
                  <a:extLst>
                    <a:ext uri="{FF2B5EF4-FFF2-40B4-BE49-F238E27FC236}">
                      <a16:creationId xmlns:a16="http://schemas.microsoft.com/office/drawing/2014/main" id="{F9FA9770-E825-313D-3ADE-ED2DB5285D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04" y="2878"/>
                  <a:ext cx="1" cy="12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40" name="Freeform 553">
                  <a:extLst>
                    <a:ext uri="{FF2B5EF4-FFF2-40B4-BE49-F238E27FC236}">
                      <a16:creationId xmlns:a16="http://schemas.microsoft.com/office/drawing/2014/main" id="{590DF58C-56D2-7AEB-C6C2-582DEA9701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73" y="2997"/>
                  <a:ext cx="63" cy="62"/>
                </a:xfrm>
                <a:custGeom>
                  <a:avLst/>
                  <a:gdLst>
                    <a:gd name="T0" fmla="*/ 0 w 125"/>
                    <a:gd name="T1" fmla="*/ 0 h 124"/>
                    <a:gd name="T2" fmla="*/ 16 w 125"/>
                    <a:gd name="T3" fmla="*/ 31 h 124"/>
                    <a:gd name="T4" fmla="*/ 32 w 125"/>
                    <a:gd name="T5" fmla="*/ 0 h 124"/>
                    <a:gd name="T6" fmla="*/ 0 w 125"/>
                    <a:gd name="T7" fmla="*/ 0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5"/>
                    <a:gd name="T13" fmla="*/ 0 h 124"/>
                    <a:gd name="T14" fmla="*/ 125 w 125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5" h="124">
                      <a:moveTo>
                        <a:pt x="0" y="0"/>
                      </a:moveTo>
                      <a:lnTo>
                        <a:pt x="61" y="124"/>
                      </a:lnTo>
                      <a:lnTo>
                        <a:pt x="1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17" name="Group 557">
                <a:extLst>
                  <a:ext uri="{FF2B5EF4-FFF2-40B4-BE49-F238E27FC236}">
                    <a16:creationId xmlns:a16="http://schemas.microsoft.com/office/drawing/2014/main" id="{AF93C02D-E0F3-12A7-FE0F-08B15F2C39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2352"/>
                <a:ext cx="63" cy="220"/>
                <a:chOff x="533" y="2352"/>
                <a:chExt cx="63" cy="220"/>
              </a:xfrm>
            </p:grpSpPr>
            <p:sp>
              <p:nvSpPr>
                <p:cNvPr id="42237" name="Line 555">
                  <a:extLst>
                    <a:ext uri="{FF2B5EF4-FFF2-40B4-BE49-F238E27FC236}">
                      <a16:creationId xmlns:a16="http://schemas.microsoft.com/office/drawing/2014/main" id="{14874768-327B-4249-DC8B-F94261C58B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4" y="2411"/>
                  <a:ext cx="1" cy="161"/>
                </a:xfrm>
                <a:prstGeom prst="line">
                  <a:avLst/>
                </a:prstGeom>
                <a:noFill/>
                <a:ln w="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38" name="Freeform 556">
                  <a:extLst>
                    <a:ext uri="{FF2B5EF4-FFF2-40B4-BE49-F238E27FC236}">
                      <a16:creationId xmlns:a16="http://schemas.microsoft.com/office/drawing/2014/main" id="{28974359-742B-C1F6-CE1C-4176A823EA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2352"/>
                  <a:ext cx="63" cy="62"/>
                </a:xfrm>
                <a:custGeom>
                  <a:avLst/>
                  <a:gdLst>
                    <a:gd name="T0" fmla="*/ 32 w 126"/>
                    <a:gd name="T1" fmla="*/ 31 h 124"/>
                    <a:gd name="T2" fmla="*/ 16 w 126"/>
                    <a:gd name="T3" fmla="*/ 0 h 124"/>
                    <a:gd name="T4" fmla="*/ 0 w 126"/>
                    <a:gd name="T5" fmla="*/ 31 h 124"/>
                    <a:gd name="T6" fmla="*/ 32 w 126"/>
                    <a:gd name="T7" fmla="*/ 31 h 1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4"/>
                    <a:gd name="T14" fmla="*/ 126 w 126"/>
                    <a:gd name="T15" fmla="*/ 124 h 1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4">
                      <a:moveTo>
                        <a:pt x="126" y="124"/>
                      </a:moveTo>
                      <a:lnTo>
                        <a:pt x="62" y="0"/>
                      </a:lnTo>
                      <a:lnTo>
                        <a:pt x="0" y="124"/>
                      </a:lnTo>
                      <a:lnTo>
                        <a:pt x="126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42218" name="Rectangle 558">
                <a:extLst>
                  <a:ext uri="{FF2B5EF4-FFF2-40B4-BE49-F238E27FC236}">
                    <a16:creationId xmlns:a16="http://schemas.microsoft.com/office/drawing/2014/main" id="{7F709B9C-8F62-0D17-EC0A-EF77E6B6A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4" y="1288"/>
                <a:ext cx="717" cy="236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19" name="Rectangle 559">
                <a:extLst>
                  <a:ext uri="{FF2B5EF4-FFF2-40B4-BE49-F238E27FC236}">
                    <a16:creationId xmlns:a16="http://schemas.microsoft.com/office/drawing/2014/main" id="{D5ED1A45-06A6-C3BE-D0B5-69B295F54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1299"/>
                <a:ext cx="51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Escopo do </a:t>
                </a:r>
                <a:endParaRPr lang="pt-BR" altLang="pt-BR"/>
              </a:p>
            </p:txBody>
          </p:sp>
          <p:sp>
            <p:nvSpPr>
              <p:cNvPr id="42220" name="Rectangle 560">
                <a:extLst>
                  <a:ext uri="{FF2B5EF4-FFF2-40B4-BE49-F238E27FC236}">
                    <a16:creationId xmlns:a16="http://schemas.microsoft.com/office/drawing/2014/main" id="{56209DF6-6874-91BD-4721-922FA3D52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" y="1413"/>
                <a:ext cx="375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/>
              </a:p>
            </p:txBody>
          </p:sp>
          <p:sp>
            <p:nvSpPr>
              <p:cNvPr id="42221" name="Rectangle 561">
                <a:extLst>
                  <a:ext uri="{FF2B5EF4-FFF2-40B4-BE49-F238E27FC236}">
                    <a16:creationId xmlns:a16="http://schemas.microsoft.com/office/drawing/2014/main" id="{0D1D2C19-D60E-9A25-135D-965956D56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" y="1231"/>
                <a:ext cx="554" cy="351"/>
              </a:xfrm>
              <a:prstGeom prst="rect">
                <a:avLst/>
              </a:prstGeom>
              <a:solidFill>
                <a:srgbClr val="FFFFFF"/>
              </a:solidFill>
              <a:ln w="6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22" name="Rectangle 562">
                <a:extLst>
                  <a:ext uri="{FF2B5EF4-FFF2-40B4-BE49-F238E27FC236}">
                    <a16:creationId xmlns:a16="http://schemas.microsoft.com/office/drawing/2014/main" id="{88752300-8139-65B0-767B-DB078BC92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" y="1242"/>
                <a:ext cx="412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Ciclo de </a:t>
                </a:r>
                <a:endParaRPr lang="pt-BR" altLang="pt-BR"/>
              </a:p>
            </p:txBody>
          </p:sp>
          <p:sp>
            <p:nvSpPr>
              <p:cNvPr id="42223" name="Rectangle 563">
                <a:extLst>
                  <a:ext uri="{FF2B5EF4-FFF2-40B4-BE49-F238E27FC236}">
                    <a16:creationId xmlns:a16="http://schemas.microsoft.com/office/drawing/2014/main" id="{6C97A4A5-BDC2-D393-6A90-3FD3E8BF88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" y="1357"/>
                <a:ext cx="37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vida do </a:t>
                </a:r>
                <a:endParaRPr lang="pt-BR" altLang="pt-BR"/>
              </a:p>
            </p:txBody>
          </p:sp>
          <p:sp>
            <p:nvSpPr>
              <p:cNvPr id="42224" name="Rectangle 564">
                <a:extLst>
                  <a:ext uri="{FF2B5EF4-FFF2-40B4-BE49-F238E27FC236}">
                    <a16:creationId xmlns:a16="http://schemas.microsoft.com/office/drawing/2014/main" id="{CCDC86BA-94C2-F08D-AB91-13743ED81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" y="1471"/>
                <a:ext cx="364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200">
                    <a:solidFill>
                      <a:srgbClr val="000000"/>
                    </a:solidFill>
                  </a:rPr>
                  <a:t>produto</a:t>
                </a:r>
                <a:endParaRPr lang="pt-BR" altLang="pt-BR"/>
              </a:p>
            </p:txBody>
          </p:sp>
          <p:grpSp>
            <p:nvGrpSpPr>
              <p:cNvPr id="42225" name="Group 567">
                <a:extLst>
                  <a:ext uri="{FF2B5EF4-FFF2-40B4-BE49-F238E27FC236}">
                    <a16:creationId xmlns:a16="http://schemas.microsoft.com/office/drawing/2014/main" id="{2CD37E73-9A39-4A89-F362-BF13EE9A69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8" y="1376"/>
                <a:ext cx="296" cy="63"/>
                <a:chOff x="878" y="1376"/>
                <a:chExt cx="296" cy="63"/>
              </a:xfrm>
            </p:grpSpPr>
            <p:sp>
              <p:nvSpPr>
                <p:cNvPr id="42235" name="Freeform 565">
                  <a:extLst>
                    <a:ext uri="{FF2B5EF4-FFF2-40B4-BE49-F238E27FC236}">
                      <a16:creationId xmlns:a16="http://schemas.microsoft.com/office/drawing/2014/main" id="{A876498D-7B37-5753-EAA7-C4B52E0D2E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38" y="1406"/>
                  <a:ext cx="236" cy="1"/>
                </a:xfrm>
                <a:custGeom>
                  <a:avLst/>
                  <a:gdLst>
                    <a:gd name="T0" fmla="*/ 118 w 473"/>
                    <a:gd name="T1" fmla="*/ 0 h 2"/>
                    <a:gd name="T2" fmla="*/ 44 w 473"/>
                    <a:gd name="T3" fmla="*/ 0 h 2"/>
                    <a:gd name="T4" fmla="*/ 44 w 473"/>
                    <a:gd name="T5" fmla="*/ 1 h 2"/>
                    <a:gd name="T6" fmla="*/ 0 w 473"/>
                    <a:gd name="T7" fmla="*/ 1 h 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3"/>
                    <a:gd name="T13" fmla="*/ 0 h 2"/>
                    <a:gd name="T14" fmla="*/ 473 w 473"/>
                    <a:gd name="T15" fmla="*/ 2 h 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3" h="2">
                      <a:moveTo>
                        <a:pt x="473" y="0"/>
                      </a:moveTo>
                      <a:lnTo>
                        <a:pt x="177" y="0"/>
                      </a:lnTo>
                      <a:lnTo>
                        <a:pt x="177" y="2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36" name="Freeform 566">
                  <a:extLst>
                    <a:ext uri="{FF2B5EF4-FFF2-40B4-BE49-F238E27FC236}">
                      <a16:creationId xmlns:a16="http://schemas.microsoft.com/office/drawing/2014/main" id="{67B13BD1-5913-5E40-46AC-29F60D7171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8" y="1376"/>
                  <a:ext cx="63" cy="63"/>
                </a:xfrm>
                <a:custGeom>
                  <a:avLst/>
                  <a:gdLst>
                    <a:gd name="T0" fmla="*/ 32 w 126"/>
                    <a:gd name="T1" fmla="*/ 0 h 126"/>
                    <a:gd name="T2" fmla="*/ 0 w 126"/>
                    <a:gd name="T3" fmla="*/ 16 h 126"/>
                    <a:gd name="T4" fmla="*/ 32 w 126"/>
                    <a:gd name="T5" fmla="*/ 32 h 126"/>
                    <a:gd name="T6" fmla="*/ 32 w 126"/>
                    <a:gd name="T7" fmla="*/ 0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6"/>
                    <a:gd name="T14" fmla="*/ 126 w 126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6">
                      <a:moveTo>
                        <a:pt x="126" y="0"/>
                      </a:moveTo>
                      <a:lnTo>
                        <a:pt x="0" y="62"/>
                      </a:lnTo>
                      <a:lnTo>
                        <a:pt x="126" y="126"/>
                      </a:lnTo>
                      <a:lnTo>
                        <a:pt x="1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26" name="Group 570">
                <a:extLst>
                  <a:ext uri="{FF2B5EF4-FFF2-40B4-BE49-F238E27FC236}">
                    <a16:creationId xmlns:a16="http://schemas.microsoft.com/office/drawing/2014/main" id="{5DD3918D-DA43-A381-EDF6-841605EE83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" y="1407"/>
                <a:ext cx="238" cy="1315"/>
                <a:chOff x="87" y="1407"/>
                <a:chExt cx="238" cy="1315"/>
              </a:xfrm>
            </p:grpSpPr>
            <p:sp>
              <p:nvSpPr>
                <p:cNvPr id="42233" name="Freeform 568">
                  <a:extLst>
                    <a:ext uri="{FF2B5EF4-FFF2-40B4-BE49-F238E27FC236}">
                      <a16:creationId xmlns:a16="http://schemas.microsoft.com/office/drawing/2014/main" id="{AFB26E13-C017-9A47-B813-45C89B1B47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7" y="1407"/>
                  <a:ext cx="238" cy="1283"/>
                </a:xfrm>
                <a:custGeom>
                  <a:avLst/>
                  <a:gdLst>
                    <a:gd name="T0" fmla="*/ 119 w 477"/>
                    <a:gd name="T1" fmla="*/ 0 h 2566"/>
                    <a:gd name="T2" fmla="*/ 0 w 477"/>
                    <a:gd name="T3" fmla="*/ 0 h 2566"/>
                    <a:gd name="T4" fmla="*/ 0 w 477"/>
                    <a:gd name="T5" fmla="*/ 642 h 2566"/>
                    <a:gd name="T6" fmla="*/ 41 w 477"/>
                    <a:gd name="T7" fmla="*/ 642 h 256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77"/>
                    <a:gd name="T13" fmla="*/ 0 h 2566"/>
                    <a:gd name="T14" fmla="*/ 477 w 477"/>
                    <a:gd name="T15" fmla="*/ 2566 h 256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77" h="2566">
                      <a:moveTo>
                        <a:pt x="477" y="0"/>
                      </a:moveTo>
                      <a:lnTo>
                        <a:pt x="0" y="0"/>
                      </a:lnTo>
                      <a:lnTo>
                        <a:pt x="0" y="2566"/>
                      </a:lnTo>
                      <a:lnTo>
                        <a:pt x="167" y="256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34" name="Freeform 569">
                  <a:extLst>
                    <a:ext uri="{FF2B5EF4-FFF2-40B4-BE49-F238E27FC236}">
                      <a16:creationId xmlns:a16="http://schemas.microsoft.com/office/drawing/2014/main" id="{2ED4F74D-D757-0E78-BAF8-16EF522C90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8" y="2659"/>
                  <a:ext cx="62" cy="63"/>
                </a:xfrm>
                <a:custGeom>
                  <a:avLst/>
                  <a:gdLst>
                    <a:gd name="T0" fmla="*/ 0 w 123"/>
                    <a:gd name="T1" fmla="*/ 32 h 126"/>
                    <a:gd name="T2" fmla="*/ 31 w 123"/>
                    <a:gd name="T3" fmla="*/ 16 h 126"/>
                    <a:gd name="T4" fmla="*/ 0 w 123"/>
                    <a:gd name="T5" fmla="*/ 0 h 126"/>
                    <a:gd name="T6" fmla="*/ 0 w 123"/>
                    <a:gd name="T7" fmla="*/ 32 h 1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3"/>
                    <a:gd name="T13" fmla="*/ 0 h 126"/>
                    <a:gd name="T14" fmla="*/ 123 w 123"/>
                    <a:gd name="T15" fmla="*/ 126 h 1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3" h="126">
                      <a:moveTo>
                        <a:pt x="0" y="126"/>
                      </a:moveTo>
                      <a:lnTo>
                        <a:pt x="123" y="62"/>
                      </a:lnTo>
                      <a:lnTo>
                        <a:pt x="0" y="0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42227" name="Group 573">
                <a:extLst>
                  <a:ext uri="{FF2B5EF4-FFF2-40B4-BE49-F238E27FC236}">
                    <a16:creationId xmlns:a16="http://schemas.microsoft.com/office/drawing/2014/main" id="{C0927F4F-17C1-1AD9-09D1-8AAFAD3FFF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1523"/>
                <a:ext cx="999" cy="478"/>
                <a:chOff x="533" y="1523"/>
                <a:chExt cx="999" cy="478"/>
              </a:xfrm>
            </p:grpSpPr>
            <p:sp>
              <p:nvSpPr>
                <p:cNvPr id="42231" name="Freeform 571">
                  <a:extLst>
                    <a:ext uri="{FF2B5EF4-FFF2-40B4-BE49-F238E27FC236}">
                      <a16:creationId xmlns:a16="http://schemas.microsoft.com/office/drawing/2014/main" id="{47547E8D-EEC1-1CB0-9161-F53547531B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" y="1523"/>
                  <a:ext cx="968" cy="418"/>
                </a:xfrm>
                <a:custGeom>
                  <a:avLst/>
                  <a:gdLst>
                    <a:gd name="T0" fmla="*/ 484 w 1937"/>
                    <a:gd name="T1" fmla="*/ 0 h 836"/>
                    <a:gd name="T2" fmla="*/ 484 w 1937"/>
                    <a:gd name="T3" fmla="*/ 119 h 836"/>
                    <a:gd name="T4" fmla="*/ 0 w 1937"/>
                    <a:gd name="T5" fmla="*/ 119 h 836"/>
                    <a:gd name="T6" fmla="*/ 0 w 1937"/>
                    <a:gd name="T7" fmla="*/ 209 h 8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37"/>
                    <a:gd name="T13" fmla="*/ 0 h 836"/>
                    <a:gd name="T14" fmla="*/ 1937 w 1937"/>
                    <a:gd name="T15" fmla="*/ 836 h 8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37" h="836">
                      <a:moveTo>
                        <a:pt x="1937" y="0"/>
                      </a:moveTo>
                      <a:lnTo>
                        <a:pt x="1937" y="477"/>
                      </a:lnTo>
                      <a:lnTo>
                        <a:pt x="0" y="477"/>
                      </a:lnTo>
                      <a:lnTo>
                        <a:pt x="0" y="836"/>
                      </a:lnTo>
                    </a:path>
                  </a:pathLst>
                </a:custGeom>
                <a:noFill/>
                <a:ln w="6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232" name="Freeform 572">
                  <a:extLst>
                    <a:ext uri="{FF2B5EF4-FFF2-40B4-BE49-F238E27FC236}">
                      <a16:creationId xmlns:a16="http://schemas.microsoft.com/office/drawing/2014/main" id="{BF5ED3DF-8809-AA2F-0910-A5D988CE41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" y="1939"/>
                  <a:ext cx="63" cy="62"/>
                </a:xfrm>
                <a:custGeom>
                  <a:avLst/>
                  <a:gdLst>
                    <a:gd name="T0" fmla="*/ 0 w 126"/>
                    <a:gd name="T1" fmla="*/ 0 h 123"/>
                    <a:gd name="T2" fmla="*/ 16 w 126"/>
                    <a:gd name="T3" fmla="*/ 31 h 123"/>
                    <a:gd name="T4" fmla="*/ 32 w 126"/>
                    <a:gd name="T5" fmla="*/ 0 h 123"/>
                    <a:gd name="T6" fmla="*/ 0 w 126"/>
                    <a:gd name="T7" fmla="*/ 0 h 12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6"/>
                    <a:gd name="T13" fmla="*/ 0 h 123"/>
                    <a:gd name="T14" fmla="*/ 126 w 126"/>
                    <a:gd name="T15" fmla="*/ 123 h 12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6" h="123">
                      <a:moveTo>
                        <a:pt x="0" y="0"/>
                      </a:moveTo>
                      <a:lnTo>
                        <a:pt x="62" y="123"/>
                      </a:lnTo>
                      <a:lnTo>
                        <a:pt x="12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42228" name="Rectangle 574">
                <a:extLst>
                  <a:ext uri="{FF2B5EF4-FFF2-40B4-BE49-F238E27FC236}">
                    <a16:creationId xmlns:a16="http://schemas.microsoft.com/office/drawing/2014/main" id="{6E7E2D02-CD9A-B7A3-A808-349BC812C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1" y="1423"/>
                <a:ext cx="860" cy="390"/>
              </a:xfrm>
              <a:prstGeom prst="rect">
                <a:avLst/>
              </a:prstGeom>
              <a:solidFill>
                <a:srgbClr val="EAEAEA"/>
              </a:solidFill>
              <a:ln w="24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2229" name="Rectangle 575">
                <a:extLst>
                  <a:ext uri="{FF2B5EF4-FFF2-40B4-BE49-F238E27FC236}">
                    <a16:creationId xmlns:a16="http://schemas.microsoft.com/office/drawing/2014/main" id="{A4ADCBDB-FC1F-8872-13D6-DE6726719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0" y="1469"/>
                <a:ext cx="535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600" b="1">
                    <a:solidFill>
                      <a:srgbClr val="FF3300"/>
                    </a:solidFill>
                  </a:rPr>
                  <a:t>Projeto </a:t>
                </a:r>
                <a:endParaRPr lang="pt-BR" altLang="pt-BR"/>
              </a:p>
            </p:txBody>
          </p:sp>
          <p:sp>
            <p:nvSpPr>
              <p:cNvPr id="42230" name="Rectangle 576">
                <a:extLst>
                  <a:ext uri="{FF2B5EF4-FFF2-40B4-BE49-F238E27FC236}">
                    <a16:creationId xmlns:a16="http://schemas.microsoft.com/office/drawing/2014/main" id="{27E71DD6-35D0-E0CA-45C9-7ECEF252E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5" y="1623"/>
                <a:ext cx="711" cy="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1600" b="1">
                    <a:solidFill>
                      <a:srgbClr val="FF3300"/>
                    </a:solidFill>
                  </a:rPr>
                  <a:t>Conceitual</a:t>
                </a:r>
                <a:endParaRPr lang="pt-BR" altLang="pt-BR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E68445A0-D544-3DCF-CCDB-6EBA114772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2050" name="Object 2">
                        <a:extLst>
                          <a:ext uri="{FF2B5EF4-FFF2-40B4-BE49-F238E27FC236}">
                            <a16:creationId xmlns:a16="http://schemas.microsoft.com/office/drawing/2014/main" id="{E68445A0-D544-3DCF-CCDB-6EBA114772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E9885046-ADC2-E7EC-0B84-DF0695C5F0AE}"/>
              </a:ext>
            </a:extLst>
          </p:cNvPr>
          <p:cNvSpPr/>
          <p:nvPr/>
        </p:nvSpPr>
        <p:spPr>
          <a:xfrm>
            <a:off x="0" y="263525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42E1F05E-FA93-C378-78D2-5A25022E5ADE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4438650" y="-1089025"/>
            <a:ext cx="1900238" cy="3468688"/>
            <a:chOff x="2181" y="1183"/>
            <a:chExt cx="1419" cy="1966"/>
          </a:xfrm>
        </p:grpSpPr>
        <p:grpSp>
          <p:nvGrpSpPr>
            <p:cNvPr id="2053" name="Group 107">
              <a:extLst>
                <a:ext uri="{FF2B5EF4-FFF2-40B4-BE49-F238E27FC236}">
                  <a16:creationId xmlns:a16="http://schemas.microsoft.com/office/drawing/2014/main" id="{56D9D43E-A18B-ECF8-E200-31F23046B4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2090" name="Group 108">
                <a:extLst>
                  <a:ext uri="{FF2B5EF4-FFF2-40B4-BE49-F238E27FC236}">
                    <a16:creationId xmlns:a16="http://schemas.microsoft.com/office/drawing/2014/main" id="{B44D568A-9D42-A2AB-E61D-E96BB1FEE7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2096" name="Group 109">
                  <a:extLst>
                    <a:ext uri="{FF2B5EF4-FFF2-40B4-BE49-F238E27FC236}">
                      <a16:creationId xmlns:a16="http://schemas.microsoft.com/office/drawing/2014/main" id="{67D22582-646F-AE19-7EFB-23AC77011E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2102" name="Freeform 110">
                    <a:extLst>
                      <a:ext uri="{FF2B5EF4-FFF2-40B4-BE49-F238E27FC236}">
                        <a16:creationId xmlns:a16="http://schemas.microsoft.com/office/drawing/2014/main" id="{463D668E-EEE5-6E88-FB17-27C546B59E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03" name="Freeform 111">
                    <a:extLst>
                      <a:ext uri="{FF2B5EF4-FFF2-40B4-BE49-F238E27FC236}">
                        <a16:creationId xmlns:a16="http://schemas.microsoft.com/office/drawing/2014/main" id="{8D465BB0-B1FB-22FD-A1AC-C756DEF4C9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2097" name="Group 112">
                  <a:extLst>
                    <a:ext uri="{FF2B5EF4-FFF2-40B4-BE49-F238E27FC236}">
                      <a16:creationId xmlns:a16="http://schemas.microsoft.com/office/drawing/2014/main" id="{6DD0E3E9-7155-FF70-CA63-1521932E80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2098" name="Freeform 113">
                    <a:extLst>
                      <a:ext uri="{FF2B5EF4-FFF2-40B4-BE49-F238E27FC236}">
                        <a16:creationId xmlns:a16="http://schemas.microsoft.com/office/drawing/2014/main" id="{86306E17-28DF-45A3-DE47-EA7CE1570E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099" name="Freeform 114">
                    <a:extLst>
                      <a:ext uri="{FF2B5EF4-FFF2-40B4-BE49-F238E27FC236}">
                        <a16:creationId xmlns:a16="http://schemas.microsoft.com/office/drawing/2014/main" id="{1E896ED8-4437-019D-4EDA-E01FCEB801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00" name="Freeform 115">
                    <a:extLst>
                      <a:ext uri="{FF2B5EF4-FFF2-40B4-BE49-F238E27FC236}">
                        <a16:creationId xmlns:a16="http://schemas.microsoft.com/office/drawing/2014/main" id="{92F189C3-000A-B6C9-5DA2-9E8404A9F5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101" name="Freeform 116">
                    <a:extLst>
                      <a:ext uri="{FF2B5EF4-FFF2-40B4-BE49-F238E27FC236}">
                        <a16:creationId xmlns:a16="http://schemas.microsoft.com/office/drawing/2014/main" id="{9E415885-0447-6B97-9C4A-392F5BD060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2091" name="Oval 117">
                <a:extLst>
                  <a:ext uri="{FF2B5EF4-FFF2-40B4-BE49-F238E27FC236}">
                    <a16:creationId xmlns:a16="http://schemas.microsoft.com/office/drawing/2014/main" id="{722B68DB-8AFD-BAED-6EAC-FE2F0F7E5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2092" name="Group 118">
                <a:extLst>
                  <a:ext uri="{FF2B5EF4-FFF2-40B4-BE49-F238E27FC236}">
                    <a16:creationId xmlns:a16="http://schemas.microsoft.com/office/drawing/2014/main" id="{98FFF9A7-3851-8ECF-FC1F-DE7C5F5CEC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2093" name="Oval 119">
                  <a:extLst>
                    <a:ext uri="{FF2B5EF4-FFF2-40B4-BE49-F238E27FC236}">
                      <a16:creationId xmlns:a16="http://schemas.microsoft.com/office/drawing/2014/main" id="{FC4BC47C-F671-96CB-9C17-5A43B43F46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2094" name="Oval 120">
                  <a:extLst>
                    <a:ext uri="{FF2B5EF4-FFF2-40B4-BE49-F238E27FC236}">
                      <a16:creationId xmlns:a16="http://schemas.microsoft.com/office/drawing/2014/main" id="{593552A8-ECDB-E3C1-524F-71F4134C97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2095" name="Oval 121">
                  <a:extLst>
                    <a:ext uri="{FF2B5EF4-FFF2-40B4-BE49-F238E27FC236}">
                      <a16:creationId xmlns:a16="http://schemas.microsoft.com/office/drawing/2014/main" id="{32457B15-FCF4-0FC2-AD61-0A0BD7962B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2054" name="Group 122">
              <a:extLst>
                <a:ext uri="{FF2B5EF4-FFF2-40B4-BE49-F238E27FC236}">
                  <a16:creationId xmlns:a16="http://schemas.microsoft.com/office/drawing/2014/main" id="{91E9FD23-37DF-A2DF-2FD9-885730821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2055" name="Freeform 123">
                <a:extLst>
                  <a:ext uri="{FF2B5EF4-FFF2-40B4-BE49-F238E27FC236}">
                    <a16:creationId xmlns:a16="http://schemas.microsoft.com/office/drawing/2014/main" id="{5BF75719-6E51-9168-AAE3-4A787B21D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6" name="Arc 124">
                <a:extLst>
                  <a:ext uri="{FF2B5EF4-FFF2-40B4-BE49-F238E27FC236}">
                    <a16:creationId xmlns:a16="http://schemas.microsoft.com/office/drawing/2014/main" id="{1FC37667-72D8-A1D5-66F6-F07BF8BE3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7" name="Arc 125">
                <a:extLst>
                  <a:ext uri="{FF2B5EF4-FFF2-40B4-BE49-F238E27FC236}">
                    <a16:creationId xmlns:a16="http://schemas.microsoft.com/office/drawing/2014/main" id="{A472E2D0-43DD-86FF-68A2-3817154D44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8" name="Freeform 126">
                <a:extLst>
                  <a:ext uri="{FF2B5EF4-FFF2-40B4-BE49-F238E27FC236}">
                    <a16:creationId xmlns:a16="http://schemas.microsoft.com/office/drawing/2014/main" id="{A0B3AE05-AA36-6483-F9CC-30E9F3A98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9" name="Arc 127">
                <a:extLst>
                  <a:ext uri="{FF2B5EF4-FFF2-40B4-BE49-F238E27FC236}">
                    <a16:creationId xmlns:a16="http://schemas.microsoft.com/office/drawing/2014/main" id="{0A4FE3CC-933F-B1A4-8029-7151878C2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0" name="Arc 128">
                <a:extLst>
                  <a:ext uri="{FF2B5EF4-FFF2-40B4-BE49-F238E27FC236}">
                    <a16:creationId xmlns:a16="http://schemas.microsoft.com/office/drawing/2014/main" id="{6323A4F4-235C-260D-2767-D96A49792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061" name="Group 129">
                <a:extLst>
                  <a:ext uri="{FF2B5EF4-FFF2-40B4-BE49-F238E27FC236}">
                    <a16:creationId xmlns:a16="http://schemas.microsoft.com/office/drawing/2014/main" id="{44A9EAD1-3CBC-36E9-34AD-8535C1FF54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2085" name="Group 130">
                  <a:extLst>
                    <a:ext uri="{FF2B5EF4-FFF2-40B4-BE49-F238E27FC236}">
                      <a16:creationId xmlns:a16="http://schemas.microsoft.com/office/drawing/2014/main" id="{99B99CA2-4746-8C34-0B13-41BFF0B01D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2087" name="Arc 131">
                    <a:extLst>
                      <a:ext uri="{FF2B5EF4-FFF2-40B4-BE49-F238E27FC236}">
                        <a16:creationId xmlns:a16="http://schemas.microsoft.com/office/drawing/2014/main" id="{6BBC8AA7-CC82-B83B-E2AF-5AA18EF647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088" name="Arc 132">
                    <a:extLst>
                      <a:ext uri="{FF2B5EF4-FFF2-40B4-BE49-F238E27FC236}">
                        <a16:creationId xmlns:a16="http://schemas.microsoft.com/office/drawing/2014/main" id="{785E0E88-7555-6D48-9E3A-E2B4A3040D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089" name="Arc 133">
                    <a:extLst>
                      <a:ext uri="{FF2B5EF4-FFF2-40B4-BE49-F238E27FC236}">
                        <a16:creationId xmlns:a16="http://schemas.microsoft.com/office/drawing/2014/main" id="{7906043A-E540-9F8C-63B7-7DAC5AEA3D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086" name="Arc 134">
                  <a:extLst>
                    <a:ext uri="{FF2B5EF4-FFF2-40B4-BE49-F238E27FC236}">
                      <a16:creationId xmlns:a16="http://schemas.microsoft.com/office/drawing/2014/main" id="{776AE520-1B54-0761-B32B-057FF34642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62" name="Group 135">
                <a:extLst>
                  <a:ext uri="{FF2B5EF4-FFF2-40B4-BE49-F238E27FC236}">
                    <a16:creationId xmlns:a16="http://schemas.microsoft.com/office/drawing/2014/main" id="{A0220441-60DB-3162-F883-7FA92D6FCE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2080" name="Group 136">
                  <a:extLst>
                    <a:ext uri="{FF2B5EF4-FFF2-40B4-BE49-F238E27FC236}">
                      <a16:creationId xmlns:a16="http://schemas.microsoft.com/office/drawing/2014/main" id="{463065C6-3133-F1B3-57FA-8CA875CDF8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2082" name="Arc 137">
                    <a:extLst>
                      <a:ext uri="{FF2B5EF4-FFF2-40B4-BE49-F238E27FC236}">
                        <a16:creationId xmlns:a16="http://schemas.microsoft.com/office/drawing/2014/main" id="{9D3A7F18-5D8D-BBB6-5569-823DBB90A2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083" name="Arc 138">
                    <a:extLst>
                      <a:ext uri="{FF2B5EF4-FFF2-40B4-BE49-F238E27FC236}">
                        <a16:creationId xmlns:a16="http://schemas.microsoft.com/office/drawing/2014/main" id="{3E449A78-4AA9-A1BD-A255-944CB7EBE5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084" name="Arc 139">
                    <a:extLst>
                      <a:ext uri="{FF2B5EF4-FFF2-40B4-BE49-F238E27FC236}">
                        <a16:creationId xmlns:a16="http://schemas.microsoft.com/office/drawing/2014/main" id="{40ECB394-CF67-1A94-E75C-D2692FACCE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081" name="Arc 140">
                  <a:extLst>
                    <a:ext uri="{FF2B5EF4-FFF2-40B4-BE49-F238E27FC236}">
                      <a16:creationId xmlns:a16="http://schemas.microsoft.com/office/drawing/2014/main" id="{ABD46018-CFC9-BCFA-B140-9EA0421721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63" name="Group 141">
                <a:extLst>
                  <a:ext uri="{FF2B5EF4-FFF2-40B4-BE49-F238E27FC236}">
                    <a16:creationId xmlns:a16="http://schemas.microsoft.com/office/drawing/2014/main" id="{0059387E-BE41-F219-A471-3C21911C63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2078" name="Arc 142">
                  <a:extLst>
                    <a:ext uri="{FF2B5EF4-FFF2-40B4-BE49-F238E27FC236}">
                      <a16:creationId xmlns:a16="http://schemas.microsoft.com/office/drawing/2014/main" id="{8A976CA8-4BD1-9722-F416-5F7FF4356E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9" name="Arc 143">
                  <a:extLst>
                    <a:ext uri="{FF2B5EF4-FFF2-40B4-BE49-F238E27FC236}">
                      <a16:creationId xmlns:a16="http://schemas.microsoft.com/office/drawing/2014/main" id="{7911D0CA-23D5-6F94-8CD2-B02C3D06C8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64" name="Group 144">
                <a:extLst>
                  <a:ext uri="{FF2B5EF4-FFF2-40B4-BE49-F238E27FC236}">
                    <a16:creationId xmlns:a16="http://schemas.microsoft.com/office/drawing/2014/main" id="{4D96EBD7-66B6-182E-2234-43D6AEBF98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2076" name="Arc 145">
                  <a:extLst>
                    <a:ext uri="{FF2B5EF4-FFF2-40B4-BE49-F238E27FC236}">
                      <a16:creationId xmlns:a16="http://schemas.microsoft.com/office/drawing/2014/main" id="{09DB9D26-4C76-A7DF-4183-E4D77D5100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7" name="Arc 146">
                  <a:extLst>
                    <a:ext uri="{FF2B5EF4-FFF2-40B4-BE49-F238E27FC236}">
                      <a16:creationId xmlns:a16="http://schemas.microsoft.com/office/drawing/2014/main" id="{4CF9A409-D735-52F5-2B0F-F76E056BEF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65" name="Group 147">
                <a:extLst>
                  <a:ext uri="{FF2B5EF4-FFF2-40B4-BE49-F238E27FC236}">
                    <a16:creationId xmlns:a16="http://schemas.microsoft.com/office/drawing/2014/main" id="{9DC33EE3-8171-2A3A-96A0-1CDAF0C5DF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2074" name="Line 148">
                  <a:extLst>
                    <a:ext uri="{FF2B5EF4-FFF2-40B4-BE49-F238E27FC236}">
                      <a16:creationId xmlns:a16="http://schemas.microsoft.com/office/drawing/2014/main" id="{1B21A966-83D0-67BB-2339-C9B2708F2F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5" name="Line 149">
                  <a:extLst>
                    <a:ext uri="{FF2B5EF4-FFF2-40B4-BE49-F238E27FC236}">
                      <a16:creationId xmlns:a16="http://schemas.microsoft.com/office/drawing/2014/main" id="{DC40C9A9-7D61-5651-31FE-1A87255619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066" name="Group 150">
                <a:extLst>
                  <a:ext uri="{FF2B5EF4-FFF2-40B4-BE49-F238E27FC236}">
                    <a16:creationId xmlns:a16="http://schemas.microsoft.com/office/drawing/2014/main" id="{AD71C4FB-E88D-FB54-CFEA-56A38C8E5F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2069" name="Group 151">
                  <a:extLst>
                    <a:ext uri="{FF2B5EF4-FFF2-40B4-BE49-F238E27FC236}">
                      <a16:creationId xmlns:a16="http://schemas.microsoft.com/office/drawing/2014/main" id="{101B550B-F138-47E0-5612-109FB8C95B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2072" name="Arc 152">
                    <a:extLst>
                      <a:ext uri="{FF2B5EF4-FFF2-40B4-BE49-F238E27FC236}">
                        <a16:creationId xmlns:a16="http://schemas.microsoft.com/office/drawing/2014/main" id="{7D96F202-3D65-3F9A-C15B-6F42B7F734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073" name="Arc 153">
                    <a:extLst>
                      <a:ext uri="{FF2B5EF4-FFF2-40B4-BE49-F238E27FC236}">
                        <a16:creationId xmlns:a16="http://schemas.microsoft.com/office/drawing/2014/main" id="{6D5E9CF1-E5F7-1BE0-3648-86CB663C04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070" name="Arc 154">
                  <a:extLst>
                    <a:ext uri="{FF2B5EF4-FFF2-40B4-BE49-F238E27FC236}">
                      <a16:creationId xmlns:a16="http://schemas.microsoft.com/office/drawing/2014/main" id="{F40C2337-D6AC-8E7C-61A2-CD65B0B918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071" name="Arc 155">
                  <a:extLst>
                    <a:ext uri="{FF2B5EF4-FFF2-40B4-BE49-F238E27FC236}">
                      <a16:creationId xmlns:a16="http://schemas.microsoft.com/office/drawing/2014/main" id="{092EFD18-45DF-DAC4-204A-54C02CD178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067" name="Freeform 156">
                <a:extLst>
                  <a:ext uri="{FF2B5EF4-FFF2-40B4-BE49-F238E27FC236}">
                    <a16:creationId xmlns:a16="http://schemas.microsoft.com/office/drawing/2014/main" id="{ACCABABF-F8C8-B654-711B-23CACBEE80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8" name="Oval 157">
                <a:extLst>
                  <a:ext uri="{FF2B5EF4-FFF2-40B4-BE49-F238E27FC236}">
                    <a16:creationId xmlns:a16="http://schemas.microsoft.com/office/drawing/2014/main" id="{8AFC4C14-38D5-E637-68D2-C894E4E8D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D6ADDEA6-B801-EBDD-BC90-14424632FD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3074" name="Object 2">
                        <a:extLst>
                          <a:ext uri="{FF2B5EF4-FFF2-40B4-BE49-F238E27FC236}">
                            <a16:creationId xmlns:a16="http://schemas.microsoft.com/office/drawing/2014/main" id="{D6ADDEA6-B801-EBDD-BC90-14424632FD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FEF6CC4C-B956-CD87-5FE4-8C3535E67A82}"/>
              </a:ext>
            </a:extLst>
          </p:cNvPr>
          <p:cNvSpPr/>
          <p:nvPr/>
        </p:nvSpPr>
        <p:spPr>
          <a:xfrm>
            <a:off x="0" y="263525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9C70265F-52A9-D57F-555E-4EA1C5BF199D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4744244" y="-508794"/>
            <a:ext cx="1898650" cy="3468688"/>
            <a:chOff x="2181" y="1183"/>
            <a:chExt cx="1419" cy="1966"/>
          </a:xfrm>
        </p:grpSpPr>
        <p:grpSp>
          <p:nvGrpSpPr>
            <p:cNvPr id="3077" name="Group 107">
              <a:extLst>
                <a:ext uri="{FF2B5EF4-FFF2-40B4-BE49-F238E27FC236}">
                  <a16:creationId xmlns:a16="http://schemas.microsoft.com/office/drawing/2014/main" id="{B5BAE450-5B30-A6BD-607B-9D872ACEE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3114" name="Group 108">
                <a:extLst>
                  <a:ext uri="{FF2B5EF4-FFF2-40B4-BE49-F238E27FC236}">
                    <a16:creationId xmlns:a16="http://schemas.microsoft.com/office/drawing/2014/main" id="{7DDFD5AE-C7BB-CD81-69EA-2106BA3D46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3120" name="Group 109">
                  <a:extLst>
                    <a:ext uri="{FF2B5EF4-FFF2-40B4-BE49-F238E27FC236}">
                      <a16:creationId xmlns:a16="http://schemas.microsoft.com/office/drawing/2014/main" id="{80AB4D2D-1AC7-EBD6-642A-3E918B2B79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3126" name="Freeform 110">
                    <a:extLst>
                      <a:ext uri="{FF2B5EF4-FFF2-40B4-BE49-F238E27FC236}">
                        <a16:creationId xmlns:a16="http://schemas.microsoft.com/office/drawing/2014/main" id="{972EFB48-6D26-C3D8-7320-47ABA7BA5D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27" name="Freeform 111">
                    <a:extLst>
                      <a:ext uri="{FF2B5EF4-FFF2-40B4-BE49-F238E27FC236}">
                        <a16:creationId xmlns:a16="http://schemas.microsoft.com/office/drawing/2014/main" id="{14C53FF3-0772-22B9-E43F-D444A8BF4D5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3121" name="Group 112">
                  <a:extLst>
                    <a:ext uri="{FF2B5EF4-FFF2-40B4-BE49-F238E27FC236}">
                      <a16:creationId xmlns:a16="http://schemas.microsoft.com/office/drawing/2014/main" id="{9F2D5BBF-4971-5292-7C0D-68DA236137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3122" name="Freeform 113">
                    <a:extLst>
                      <a:ext uri="{FF2B5EF4-FFF2-40B4-BE49-F238E27FC236}">
                        <a16:creationId xmlns:a16="http://schemas.microsoft.com/office/drawing/2014/main" id="{B32F7844-4AC8-D652-84CC-E12CB93347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23" name="Freeform 114">
                    <a:extLst>
                      <a:ext uri="{FF2B5EF4-FFF2-40B4-BE49-F238E27FC236}">
                        <a16:creationId xmlns:a16="http://schemas.microsoft.com/office/drawing/2014/main" id="{218F3268-F4A2-3188-5CBD-FE61F85A19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24" name="Freeform 115">
                    <a:extLst>
                      <a:ext uri="{FF2B5EF4-FFF2-40B4-BE49-F238E27FC236}">
                        <a16:creationId xmlns:a16="http://schemas.microsoft.com/office/drawing/2014/main" id="{42E5CC4F-5D59-D6F8-38F2-6DF8E6CB59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25" name="Freeform 116">
                    <a:extLst>
                      <a:ext uri="{FF2B5EF4-FFF2-40B4-BE49-F238E27FC236}">
                        <a16:creationId xmlns:a16="http://schemas.microsoft.com/office/drawing/2014/main" id="{B714003F-12A6-F74E-AF04-08A9C7884E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3115" name="Oval 117">
                <a:extLst>
                  <a:ext uri="{FF2B5EF4-FFF2-40B4-BE49-F238E27FC236}">
                    <a16:creationId xmlns:a16="http://schemas.microsoft.com/office/drawing/2014/main" id="{FC794923-D74F-C31A-03F2-058B6C9B7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3116" name="Group 118">
                <a:extLst>
                  <a:ext uri="{FF2B5EF4-FFF2-40B4-BE49-F238E27FC236}">
                    <a16:creationId xmlns:a16="http://schemas.microsoft.com/office/drawing/2014/main" id="{D8D06603-86EA-AFAF-6B80-B892B84532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3117" name="Oval 119">
                  <a:extLst>
                    <a:ext uri="{FF2B5EF4-FFF2-40B4-BE49-F238E27FC236}">
                      <a16:creationId xmlns:a16="http://schemas.microsoft.com/office/drawing/2014/main" id="{FA194D1E-27AF-021E-0178-C6816492EA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3118" name="Oval 120">
                  <a:extLst>
                    <a:ext uri="{FF2B5EF4-FFF2-40B4-BE49-F238E27FC236}">
                      <a16:creationId xmlns:a16="http://schemas.microsoft.com/office/drawing/2014/main" id="{A9B5CB4A-AE1A-6A54-A303-CAA80D9D54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3119" name="Oval 121">
                  <a:extLst>
                    <a:ext uri="{FF2B5EF4-FFF2-40B4-BE49-F238E27FC236}">
                      <a16:creationId xmlns:a16="http://schemas.microsoft.com/office/drawing/2014/main" id="{06ECDFFB-F2A7-0F14-1F19-2D9F28CFAF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3078" name="Group 122">
              <a:extLst>
                <a:ext uri="{FF2B5EF4-FFF2-40B4-BE49-F238E27FC236}">
                  <a16:creationId xmlns:a16="http://schemas.microsoft.com/office/drawing/2014/main" id="{BDB537D9-DC8A-EABD-2FF4-0FC326B57C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3079" name="Freeform 123">
                <a:extLst>
                  <a:ext uri="{FF2B5EF4-FFF2-40B4-BE49-F238E27FC236}">
                    <a16:creationId xmlns:a16="http://schemas.microsoft.com/office/drawing/2014/main" id="{D003A355-9E8A-DCD1-FAF7-5AA196694F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80" name="Arc 124">
                <a:extLst>
                  <a:ext uri="{FF2B5EF4-FFF2-40B4-BE49-F238E27FC236}">
                    <a16:creationId xmlns:a16="http://schemas.microsoft.com/office/drawing/2014/main" id="{D42DE813-EF4A-8F4C-2120-8438AE3406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81" name="Arc 125">
                <a:extLst>
                  <a:ext uri="{FF2B5EF4-FFF2-40B4-BE49-F238E27FC236}">
                    <a16:creationId xmlns:a16="http://schemas.microsoft.com/office/drawing/2014/main" id="{84EF44BF-3279-2E1D-5334-CE1830A56D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82" name="Freeform 126">
                <a:extLst>
                  <a:ext uri="{FF2B5EF4-FFF2-40B4-BE49-F238E27FC236}">
                    <a16:creationId xmlns:a16="http://schemas.microsoft.com/office/drawing/2014/main" id="{96086440-393F-878B-686B-0401D3328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83" name="Arc 127">
                <a:extLst>
                  <a:ext uri="{FF2B5EF4-FFF2-40B4-BE49-F238E27FC236}">
                    <a16:creationId xmlns:a16="http://schemas.microsoft.com/office/drawing/2014/main" id="{A2A95509-851D-D9AF-0235-46F3F67AD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84" name="Arc 128">
                <a:extLst>
                  <a:ext uri="{FF2B5EF4-FFF2-40B4-BE49-F238E27FC236}">
                    <a16:creationId xmlns:a16="http://schemas.microsoft.com/office/drawing/2014/main" id="{066A56DD-5985-A6E5-6F55-9316D2CC0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3085" name="Group 129">
                <a:extLst>
                  <a:ext uri="{FF2B5EF4-FFF2-40B4-BE49-F238E27FC236}">
                    <a16:creationId xmlns:a16="http://schemas.microsoft.com/office/drawing/2014/main" id="{E7275980-A3E2-61FE-5503-89BDBAAA5B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3109" name="Group 130">
                  <a:extLst>
                    <a:ext uri="{FF2B5EF4-FFF2-40B4-BE49-F238E27FC236}">
                      <a16:creationId xmlns:a16="http://schemas.microsoft.com/office/drawing/2014/main" id="{D8AB975E-B6D9-BA5C-3D6A-6915CC69DB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3111" name="Arc 131">
                    <a:extLst>
                      <a:ext uri="{FF2B5EF4-FFF2-40B4-BE49-F238E27FC236}">
                        <a16:creationId xmlns:a16="http://schemas.microsoft.com/office/drawing/2014/main" id="{3FEF05EF-CB75-2D2A-1EEB-644E90E1A2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12" name="Arc 132">
                    <a:extLst>
                      <a:ext uri="{FF2B5EF4-FFF2-40B4-BE49-F238E27FC236}">
                        <a16:creationId xmlns:a16="http://schemas.microsoft.com/office/drawing/2014/main" id="{24815661-EF07-CA62-139B-9B4687DD0F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13" name="Arc 133">
                    <a:extLst>
                      <a:ext uri="{FF2B5EF4-FFF2-40B4-BE49-F238E27FC236}">
                        <a16:creationId xmlns:a16="http://schemas.microsoft.com/office/drawing/2014/main" id="{30E80971-EE2F-BEC5-2DDD-ED26E646E2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3110" name="Arc 134">
                  <a:extLst>
                    <a:ext uri="{FF2B5EF4-FFF2-40B4-BE49-F238E27FC236}">
                      <a16:creationId xmlns:a16="http://schemas.microsoft.com/office/drawing/2014/main" id="{D644E2D1-ADAC-56B6-6C6F-48F0C297A5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086" name="Group 135">
                <a:extLst>
                  <a:ext uri="{FF2B5EF4-FFF2-40B4-BE49-F238E27FC236}">
                    <a16:creationId xmlns:a16="http://schemas.microsoft.com/office/drawing/2014/main" id="{E8A062A5-6288-777A-9904-D10DB94CD7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3104" name="Group 136">
                  <a:extLst>
                    <a:ext uri="{FF2B5EF4-FFF2-40B4-BE49-F238E27FC236}">
                      <a16:creationId xmlns:a16="http://schemas.microsoft.com/office/drawing/2014/main" id="{D6A97D24-FDDB-70D7-FD49-16873EEC9E7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3106" name="Arc 137">
                    <a:extLst>
                      <a:ext uri="{FF2B5EF4-FFF2-40B4-BE49-F238E27FC236}">
                        <a16:creationId xmlns:a16="http://schemas.microsoft.com/office/drawing/2014/main" id="{338C54DA-1B3B-AE88-DFF5-77DF09A39C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07" name="Arc 138">
                    <a:extLst>
                      <a:ext uri="{FF2B5EF4-FFF2-40B4-BE49-F238E27FC236}">
                        <a16:creationId xmlns:a16="http://schemas.microsoft.com/office/drawing/2014/main" id="{E028997F-0808-40CC-7673-1CB9AF1331D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08" name="Arc 139">
                    <a:extLst>
                      <a:ext uri="{FF2B5EF4-FFF2-40B4-BE49-F238E27FC236}">
                        <a16:creationId xmlns:a16="http://schemas.microsoft.com/office/drawing/2014/main" id="{CD9DCF53-D242-4DDC-DEF2-B163BFBB7D3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3105" name="Arc 140">
                  <a:extLst>
                    <a:ext uri="{FF2B5EF4-FFF2-40B4-BE49-F238E27FC236}">
                      <a16:creationId xmlns:a16="http://schemas.microsoft.com/office/drawing/2014/main" id="{FBD4287A-4525-D2CC-A30D-93FAADB6D3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087" name="Group 141">
                <a:extLst>
                  <a:ext uri="{FF2B5EF4-FFF2-40B4-BE49-F238E27FC236}">
                    <a16:creationId xmlns:a16="http://schemas.microsoft.com/office/drawing/2014/main" id="{42C99A22-F43A-F67B-F8C2-68418321BC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3102" name="Arc 142">
                  <a:extLst>
                    <a:ext uri="{FF2B5EF4-FFF2-40B4-BE49-F238E27FC236}">
                      <a16:creationId xmlns:a16="http://schemas.microsoft.com/office/drawing/2014/main" id="{AF778C06-14F0-667B-12F0-0513A75541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03" name="Arc 143">
                  <a:extLst>
                    <a:ext uri="{FF2B5EF4-FFF2-40B4-BE49-F238E27FC236}">
                      <a16:creationId xmlns:a16="http://schemas.microsoft.com/office/drawing/2014/main" id="{C2073F89-7AFD-DBC1-445B-671A3EDDDB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088" name="Group 144">
                <a:extLst>
                  <a:ext uri="{FF2B5EF4-FFF2-40B4-BE49-F238E27FC236}">
                    <a16:creationId xmlns:a16="http://schemas.microsoft.com/office/drawing/2014/main" id="{AA6590F3-1F17-48B5-09D5-7F998AF1B4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3100" name="Arc 145">
                  <a:extLst>
                    <a:ext uri="{FF2B5EF4-FFF2-40B4-BE49-F238E27FC236}">
                      <a16:creationId xmlns:a16="http://schemas.microsoft.com/office/drawing/2014/main" id="{393C3488-19B9-4450-586B-8609EA555C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101" name="Arc 146">
                  <a:extLst>
                    <a:ext uri="{FF2B5EF4-FFF2-40B4-BE49-F238E27FC236}">
                      <a16:creationId xmlns:a16="http://schemas.microsoft.com/office/drawing/2014/main" id="{4129D5A3-DFD9-C6A4-31F8-D5BD71D998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089" name="Group 147">
                <a:extLst>
                  <a:ext uri="{FF2B5EF4-FFF2-40B4-BE49-F238E27FC236}">
                    <a16:creationId xmlns:a16="http://schemas.microsoft.com/office/drawing/2014/main" id="{69B46700-59DF-F274-9A88-72BDE65653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3098" name="Line 148">
                  <a:extLst>
                    <a:ext uri="{FF2B5EF4-FFF2-40B4-BE49-F238E27FC236}">
                      <a16:creationId xmlns:a16="http://schemas.microsoft.com/office/drawing/2014/main" id="{C72BE6DC-4E04-B226-2B4D-7BE39A7554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099" name="Line 149">
                  <a:extLst>
                    <a:ext uri="{FF2B5EF4-FFF2-40B4-BE49-F238E27FC236}">
                      <a16:creationId xmlns:a16="http://schemas.microsoft.com/office/drawing/2014/main" id="{3F515872-E3E4-FCCC-EAE6-F86287A526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3090" name="Group 150">
                <a:extLst>
                  <a:ext uri="{FF2B5EF4-FFF2-40B4-BE49-F238E27FC236}">
                    <a16:creationId xmlns:a16="http://schemas.microsoft.com/office/drawing/2014/main" id="{A147C9DF-919F-A065-5582-280FCCBA6A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3093" name="Group 151">
                  <a:extLst>
                    <a:ext uri="{FF2B5EF4-FFF2-40B4-BE49-F238E27FC236}">
                      <a16:creationId xmlns:a16="http://schemas.microsoft.com/office/drawing/2014/main" id="{B99173B5-155B-9B64-910F-392380B14F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3096" name="Arc 152">
                    <a:extLst>
                      <a:ext uri="{FF2B5EF4-FFF2-40B4-BE49-F238E27FC236}">
                        <a16:creationId xmlns:a16="http://schemas.microsoft.com/office/drawing/2014/main" id="{AA0C1488-819E-5D7B-1130-38B691FE86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097" name="Arc 153">
                    <a:extLst>
                      <a:ext uri="{FF2B5EF4-FFF2-40B4-BE49-F238E27FC236}">
                        <a16:creationId xmlns:a16="http://schemas.microsoft.com/office/drawing/2014/main" id="{88FE1F36-30B5-AB37-08E5-B28014A4B8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3094" name="Arc 154">
                  <a:extLst>
                    <a:ext uri="{FF2B5EF4-FFF2-40B4-BE49-F238E27FC236}">
                      <a16:creationId xmlns:a16="http://schemas.microsoft.com/office/drawing/2014/main" id="{B28F0813-5360-C706-FC6B-77BDC02268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095" name="Arc 155">
                  <a:extLst>
                    <a:ext uri="{FF2B5EF4-FFF2-40B4-BE49-F238E27FC236}">
                      <a16:creationId xmlns:a16="http://schemas.microsoft.com/office/drawing/2014/main" id="{D0E454BF-3EF2-0DB2-89C6-85B4A68BBB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3091" name="Freeform 156">
                <a:extLst>
                  <a:ext uri="{FF2B5EF4-FFF2-40B4-BE49-F238E27FC236}">
                    <a16:creationId xmlns:a16="http://schemas.microsoft.com/office/drawing/2014/main" id="{207D5A0F-44F9-4A2E-D837-EA2261D4A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92" name="Oval 157">
                <a:extLst>
                  <a:ext uri="{FF2B5EF4-FFF2-40B4-BE49-F238E27FC236}">
                    <a16:creationId xmlns:a16="http://schemas.microsoft.com/office/drawing/2014/main" id="{116BF075-19C3-FA03-67B7-59FA444184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CB05E05-8AE0-2302-04C8-AFF9C76EE44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7388225" cy="7064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Informações e tarefas da atividade: Modelar funcionalmente o produto</a:t>
            </a:r>
            <a:r>
              <a:rPr lang="pt-BR" kern="0">
                <a:solidFill>
                  <a:srgbClr val="0033CC"/>
                </a:solidFill>
                <a:latin typeface="Comic Sans MS" pitchFamily="66" charset="0"/>
                <a:ea typeface="+mj-ea"/>
                <a:cs typeface="+mj-cs"/>
              </a:rPr>
              <a:t> </a:t>
            </a: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1/4</a:t>
            </a: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30029A29-59F0-0E08-C66E-99DF376EB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3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DB0EBA2E-E6D9-D9C1-9F96-1E60AA153E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888" y="898525"/>
          <a:ext cx="7005637" cy="574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4775200" imgH="3924300" progId="Word.Picture.8">
                  <p:embed/>
                </p:oleObj>
              </mc:Choice>
              <mc:Fallback>
                <p:oleObj name="Figura" r:id="rId2" imgW="4775200" imgH="3924300" progId="Word.Picture.8">
                  <p:embed/>
                  <p:pic>
                    <p:nvPicPr>
                      <p:cNvPr id="4098" name="Object 2">
                        <a:extLst>
                          <a:ext uri="{FF2B5EF4-FFF2-40B4-BE49-F238E27FC236}">
                            <a16:creationId xmlns:a16="http://schemas.microsoft.com/office/drawing/2014/main" id="{DB0EBA2E-E6D9-D9C1-9F96-1E60AA153E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898525"/>
                        <a:ext cx="7005637" cy="574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FB25246-57F2-6181-1BD0-2C01AF540A46}"/>
              </a:ext>
            </a:extLst>
          </p:cNvPr>
          <p:cNvSpPr txBox="1">
            <a:spLocks noChangeArrowheads="1"/>
          </p:cNvSpPr>
          <p:nvPr/>
        </p:nvSpPr>
        <p:spPr>
          <a:xfrm>
            <a:off x="300038" y="204788"/>
            <a:ext cx="7867650" cy="7064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Representação da Função total e seu desdobramento</a:t>
            </a:r>
          </a:p>
        </p:txBody>
      </p:sp>
      <p:sp>
        <p:nvSpPr>
          <p:cNvPr id="5124" name="Rectangle 5">
            <a:extLst>
              <a:ext uri="{FF2B5EF4-FFF2-40B4-BE49-F238E27FC236}">
                <a16:creationId xmlns:a16="http://schemas.microsoft.com/office/drawing/2014/main" id="{AECB704A-838E-6699-3F96-B2AA6CDB6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3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D302D532-07DF-F07C-24D0-F6834A58A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925" y="1065213"/>
          <a:ext cx="6810375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270500" imgH="3327400" progId="Word.Picture.8">
                  <p:embed/>
                </p:oleObj>
              </mc:Choice>
              <mc:Fallback>
                <p:oleObj name="Figura" r:id="rId2" imgW="5270500" imgH="3327400" progId="Word.Picture.8">
                  <p:embed/>
                  <p:pic>
                    <p:nvPicPr>
                      <p:cNvPr id="5122" name="Object 2">
                        <a:extLst>
                          <a:ext uri="{FF2B5EF4-FFF2-40B4-BE49-F238E27FC236}">
                            <a16:creationId xmlns:a16="http://schemas.microsoft.com/office/drawing/2014/main" id="{D302D532-07DF-F07C-24D0-F6834A58A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1065213"/>
                        <a:ext cx="6810375" cy="429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>
            <a:extLst>
              <a:ext uri="{FF2B5EF4-FFF2-40B4-BE49-F238E27FC236}">
                <a16:creationId xmlns:a16="http://schemas.microsoft.com/office/drawing/2014/main" id="{9E9AA7AA-A7C5-A663-13BB-0CF310784531}"/>
              </a:ext>
            </a:extLst>
          </p:cNvPr>
          <p:cNvGrpSpPr>
            <a:grpSpLocks/>
          </p:cNvGrpSpPr>
          <p:nvPr/>
        </p:nvGrpSpPr>
        <p:grpSpPr bwMode="auto">
          <a:xfrm>
            <a:off x="1123950" y="2682875"/>
            <a:ext cx="7840663" cy="3833813"/>
            <a:chOff x="708" y="1690"/>
            <a:chExt cx="4939" cy="2415"/>
          </a:xfrm>
        </p:grpSpPr>
        <p:sp>
          <p:nvSpPr>
            <p:cNvPr id="5126" name="Rectangle 6">
              <a:extLst>
                <a:ext uri="{FF2B5EF4-FFF2-40B4-BE49-F238E27FC236}">
                  <a16:creationId xmlns:a16="http://schemas.microsoft.com/office/drawing/2014/main" id="{A9FCD168-35BF-8BD7-3CFB-BC78635B5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" y="1690"/>
              <a:ext cx="3815" cy="1860"/>
            </a:xfrm>
            <a:prstGeom prst="rect">
              <a:avLst/>
            </a:prstGeom>
            <a:noFill/>
            <a:ln w="9525" algn="ctr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5127" name="AutoShape 8">
              <a:extLst>
                <a:ext uri="{FF2B5EF4-FFF2-40B4-BE49-F238E27FC236}">
                  <a16:creationId xmlns:a16="http://schemas.microsoft.com/office/drawing/2014/main" id="{26FF7BE0-6E36-D447-B115-5059C9367F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704195">
              <a:off x="4001" y="3283"/>
              <a:ext cx="918" cy="369"/>
            </a:xfrm>
            <a:prstGeom prst="rightArrow">
              <a:avLst>
                <a:gd name="adj1" fmla="val 50000"/>
                <a:gd name="adj2" fmla="val 62195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5128" name="Text Box 7">
              <a:extLst>
                <a:ext uri="{FF2B5EF4-FFF2-40B4-BE49-F238E27FC236}">
                  <a16:creationId xmlns:a16="http://schemas.microsoft.com/office/drawing/2014/main" id="{9CB0E247-D212-5A53-DFD1-30A182D26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" y="3663"/>
              <a:ext cx="1454" cy="442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altLang="pt-BR"/>
                <a:t>Funções de menor complexidade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9A773751-2CA7-3A0B-9CBC-722D833C0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75"/>
            <a:ext cx="7388225" cy="706438"/>
          </a:xfrm>
        </p:spPr>
        <p:txBody>
          <a:bodyPr/>
          <a:lstStyle/>
          <a:p>
            <a:pPr eaLnBrk="1" hangingPunct="1"/>
            <a:r>
              <a:rPr lang="pt-BR" altLang="pt-BR"/>
              <a:t>Exemplo: Máquina para lavar roupas 2/3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CC5569CE-A317-D6AD-51BF-3342B22D6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aphicFrame>
        <p:nvGraphicFramePr>
          <p:cNvPr id="6146" name="Object 5">
            <a:extLst>
              <a:ext uri="{FF2B5EF4-FFF2-40B4-BE49-F238E27FC236}">
                <a16:creationId xmlns:a16="http://schemas.microsoft.com/office/drawing/2014/main" id="{7520F486-EB96-9F8F-EC56-9791DAFD2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3300" y="1000125"/>
          <a:ext cx="6694488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5461000" imgH="1549400" progId="Word.Picture.8">
                  <p:embed/>
                </p:oleObj>
              </mc:Choice>
              <mc:Fallback>
                <p:oleObj name="Figura" r:id="rId3" imgW="5461000" imgH="1549400" progId="Word.Picture.8">
                  <p:embed/>
                  <p:pic>
                    <p:nvPicPr>
                      <p:cNvPr id="6146" name="Object 5">
                        <a:extLst>
                          <a:ext uri="{FF2B5EF4-FFF2-40B4-BE49-F238E27FC236}">
                            <a16:creationId xmlns:a16="http://schemas.microsoft.com/office/drawing/2014/main" id="{7520F486-EB96-9F8F-EC56-9791DAFD2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1000125"/>
                        <a:ext cx="6694488" cy="190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Rectangle 8">
            <a:extLst>
              <a:ext uri="{FF2B5EF4-FFF2-40B4-BE49-F238E27FC236}">
                <a16:creationId xmlns:a16="http://schemas.microsoft.com/office/drawing/2014/main" id="{F234A31D-BB85-AC96-7615-F36B1DD5E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86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aphicFrame>
        <p:nvGraphicFramePr>
          <p:cNvPr id="244743" name="Object 7">
            <a:extLst>
              <a:ext uri="{FF2B5EF4-FFF2-40B4-BE49-F238E27FC236}">
                <a16:creationId xmlns:a16="http://schemas.microsoft.com/office/drawing/2014/main" id="{DE578D0D-467E-B7BF-145E-B6C7C9BFC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85725" y="3541713"/>
          <a:ext cx="9369425" cy="251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5" imgW="34899600" imgH="8775700" progId="Word.Picture.8">
                  <p:embed/>
                </p:oleObj>
              </mc:Choice>
              <mc:Fallback>
                <p:oleObj name="Figura" r:id="rId5" imgW="34899600" imgH="8775700" progId="Word.Picture.8">
                  <p:embed/>
                  <p:pic>
                    <p:nvPicPr>
                      <p:cNvPr id="244743" name="Object 7">
                        <a:extLst>
                          <a:ext uri="{FF2B5EF4-FFF2-40B4-BE49-F238E27FC236}">
                            <a16:creationId xmlns:a16="http://schemas.microsoft.com/office/drawing/2014/main" id="{DE578D0D-467E-B7BF-145E-B6C7C9BFC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712" r="52"/>
                      <a:stretch>
                        <a:fillRect/>
                      </a:stretch>
                    </p:blipFill>
                    <p:spPr bwMode="auto">
                      <a:xfrm>
                        <a:off x="-85725" y="3541713"/>
                        <a:ext cx="9369425" cy="2519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702D1CD3-7473-C966-833C-45CF3869F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8575"/>
            <a:ext cx="7388225" cy="706438"/>
          </a:xfrm>
        </p:spPr>
        <p:txBody>
          <a:bodyPr/>
          <a:lstStyle/>
          <a:p>
            <a:pPr eaLnBrk="1" hangingPunct="1"/>
            <a:r>
              <a:rPr lang="pt-BR" altLang="pt-BR"/>
              <a:t>Exemplo: Máquina para lavar roupas 3/3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2BCCC7DE-5BAA-AA5D-C488-8CA7B0EB9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1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4E2EDB08-B672-7D3C-31BC-1A8156241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7174" name="Rectangle 9">
            <a:extLst>
              <a:ext uri="{FF2B5EF4-FFF2-40B4-BE49-F238E27FC236}">
                <a16:creationId xmlns:a16="http://schemas.microsoft.com/office/drawing/2014/main" id="{FDE3B091-EE39-747B-8D3B-7BA6B1EED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33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aphicFrame>
        <p:nvGraphicFramePr>
          <p:cNvPr id="7170" name="Object 8">
            <a:extLst>
              <a:ext uri="{FF2B5EF4-FFF2-40B4-BE49-F238E27FC236}">
                <a16:creationId xmlns:a16="http://schemas.microsoft.com/office/drawing/2014/main" id="{7CAD5A0A-3F0D-75B3-645A-55CFD11E12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879600"/>
          <a:ext cx="9144000" cy="328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39649400" imgH="14452600" progId="Word.Picture.8">
                  <p:embed/>
                </p:oleObj>
              </mc:Choice>
              <mc:Fallback>
                <p:oleObj name="Figura" r:id="rId3" imgW="39649400" imgH="14452600" progId="Word.Picture.8">
                  <p:embed/>
                  <p:pic>
                    <p:nvPicPr>
                      <p:cNvPr id="7170" name="Object 8">
                        <a:extLst>
                          <a:ext uri="{FF2B5EF4-FFF2-40B4-BE49-F238E27FC236}">
                            <a16:creationId xmlns:a16="http://schemas.microsoft.com/office/drawing/2014/main" id="{7CAD5A0A-3F0D-75B3-645A-55CFD11E12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79600"/>
                        <a:ext cx="9144000" cy="328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94" name="Text Box 10">
            <a:extLst>
              <a:ext uri="{FF2B5EF4-FFF2-40B4-BE49-F238E27FC236}">
                <a16:creationId xmlns:a16="http://schemas.microsoft.com/office/drawing/2014/main" id="{E399B482-6C15-4DB2-B12E-92773B711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9600" y="5830888"/>
            <a:ext cx="5680075" cy="457200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>
                <a:solidFill>
                  <a:schemeClr val="bg1"/>
                </a:solidFill>
              </a:rPr>
              <a:t>Ver também Método FAST, quadro 7.2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9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aixaDeTexto 1">
            <a:extLst>
              <a:ext uri="{FF2B5EF4-FFF2-40B4-BE49-F238E27FC236}">
                <a16:creationId xmlns:a16="http://schemas.microsoft.com/office/drawing/2014/main" id="{277117E5-1845-7157-5D13-68257FD1E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2513" y="2409825"/>
            <a:ext cx="5035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/>
              <a:t>Selecionar mais de um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FA8B6774-210C-9C1B-C65F-651B56D2E3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8194" name="Object 2">
                        <a:extLst>
                          <a:ext uri="{FF2B5EF4-FFF2-40B4-BE49-F238E27FC236}">
                            <a16:creationId xmlns:a16="http://schemas.microsoft.com/office/drawing/2014/main" id="{FA8B6774-210C-9C1B-C65F-651B56D2E3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BED678D0-E454-F240-6A4B-8EBCAE8E9A74}"/>
              </a:ext>
            </a:extLst>
          </p:cNvPr>
          <p:cNvSpPr/>
          <p:nvPr/>
        </p:nvSpPr>
        <p:spPr>
          <a:xfrm>
            <a:off x="0" y="263525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14028A1F-D6A8-4A7A-9651-54DF8D8A3D35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7022307" y="-508794"/>
            <a:ext cx="1898650" cy="3468687"/>
            <a:chOff x="2181" y="1183"/>
            <a:chExt cx="1419" cy="1966"/>
          </a:xfrm>
        </p:grpSpPr>
        <p:grpSp>
          <p:nvGrpSpPr>
            <p:cNvPr id="8197" name="Group 107">
              <a:extLst>
                <a:ext uri="{FF2B5EF4-FFF2-40B4-BE49-F238E27FC236}">
                  <a16:creationId xmlns:a16="http://schemas.microsoft.com/office/drawing/2014/main" id="{25F13387-00E4-ACFB-948D-70384010A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8234" name="Group 108">
                <a:extLst>
                  <a:ext uri="{FF2B5EF4-FFF2-40B4-BE49-F238E27FC236}">
                    <a16:creationId xmlns:a16="http://schemas.microsoft.com/office/drawing/2014/main" id="{9EE75A1C-4E10-4F2A-66C3-24E923F05D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8240" name="Group 109">
                  <a:extLst>
                    <a:ext uri="{FF2B5EF4-FFF2-40B4-BE49-F238E27FC236}">
                      <a16:creationId xmlns:a16="http://schemas.microsoft.com/office/drawing/2014/main" id="{0A5D6279-F3FA-1E97-2EBB-9EDC8E83F44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8246" name="Freeform 110">
                    <a:extLst>
                      <a:ext uri="{FF2B5EF4-FFF2-40B4-BE49-F238E27FC236}">
                        <a16:creationId xmlns:a16="http://schemas.microsoft.com/office/drawing/2014/main" id="{F347C0DE-9700-2B91-E578-028DF06655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247" name="Freeform 111">
                    <a:extLst>
                      <a:ext uri="{FF2B5EF4-FFF2-40B4-BE49-F238E27FC236}">
                        <a16:creationId xmlns:a16="http://schemas.microsoft.com/office/drawing/2014/main" id="{9161079E-4AEC-348B-A6DA-FADD622A26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8241" name="Group 112">
                  <a:extLst>
                    <a:ext uri="{FF2B5EF4-FFF2-40B4-BE49-F238E27FC236}">
                      <a16:creationId xmlns:a16="http://schemas.microsoft.com/office/drawing/2014/main" id="{C1607962-7683-3F78-5BDD-3983F735CA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8242" name="Freeform 113">
                    <a:extLst>
                      <a:ext uri="{FF2B5EF4-FFF2-40B4-BE49-F238E27FC236}">
                        <a16:creationId xmlns:a16="http://schemas.microsoft.com/office/drawing/2014/main" id="{719502B4-057B-180A-E31B-8278FE05B3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243" name="Freeform 114">
                    <a:extLst>
                      <a:ext uri="{FF2B5EF4-FFF2-40B4-BE49-F238E27FC236}">
                        <a16:creationId xmlns:a16="http://schemas.microsoft.com/office/drawing/2014/main" id="{AF6FD204-87C1-0D6E-22A5-742013A430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244" name="Freeform 115">
                    <a:extLst>
                      <a:ext uri="{FF2B5EF4-FFF2-40B4-BE49-F238E27FC236}">
                        <a16:creationId xmlns:a16="http://schemas.microsoft.com/office/drawing/2014/main" id="{02A74B2B-D428-19E1-7290-0A7CEFA129D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245" name="Freeform 116">
                    <a:extLst>
                      <a:ext uri="{FF2B5EF4-FFF2-40B4-BE49-F238E27FC236}">
                        <a16:creationId xmlns:a16="http://schemas.microsoft.com/office/drawing/2014/main" id="{DA8687A2-BD57-70A8-1505-102F69C519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8235" name="Oval 117">
                <a:extLst>
                  <a:ext uri="{FF2B5EF4-FFF2-40B4-BE49-F238E27FC236}">
                    <a16:creationId xmlns:a16="http://schemas.microsoft.com/office/drawing/2014/main" id="{C574F98C-A172-DD18-BC7A-AC801864E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8236" name="Group 118">
                <a:extLst>
                  <a:ext uri="{FF2B5EF4-FFF2-40B4-BE49-F238E27FC236}">
                    <a16:creationId xmlns:a16="http://schemas.microsoft.com/office/drawing/2014/main" id="{BFC2C28E-FA55-EBFF-38C6-D20C24B4C1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8237" name="Oval 119">
                  <a:extLst>
                    <a:ext uri="{FF2B5EF4-FFF2-40B4-BE49-F238E27FC236}">
                      <a16:creationId xmlns:a16="http://schemas.microsoft.com/office/drawing/2014/main" id="{EBBD6BEC-D635-30E0-24FE-99995B20C5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8238" name="Oval 120">
                  <a:extLst>
                    <a:ext uri="{FF2B5EF4-FFF2-40B4-BE49-F238E27FC236}">
                      <a16:creationId xmlns:a16="http://schemas.microsoft.com/office/drawing/2014/main" id="{4F2AD665-CBB4-FEA5-7F76-476FEB5119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8239" name="Oval 121">
                  <a:extLst>
                    <a:ext uri="{FF2B5EF4-FFF2-40B4-BE49-F238E27FC236}">
                      <a16:creationId xmlns:a16="http://schemas.microsoft.com/office/drawing/2014/main" id="{3ED71EE1-298C-8F1E-5A43-8CC619A8A2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8198" name="Group 122">
              <a:extLst>
                <a:ext uri="{FF2B5EF4-FFF2-40B4-BE49-F238E27FC236}">
                  <a16:creationId xmlns:a16="http://schemas.microsoft.com/office/drawing/2014/main" id="{E388EF2F-0239-3D5F-AA66-87DAD9DB0F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8199" name="Freeform 123">
                <a:extLst>
                  <a:ext uri="{FF2B5EF4-FFF2-40B4-BE49-F238E27FC236}">
                    <a16:creationId xmlns:a16="http://schemas.microsoft.com/office/drawing/2014/main" id="{824B869F-AA95-7703-FBA7-3584E0761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0" name="Arc 124">
                <a:extLst>
                  <a:ext uri="{FF2B5EF4-FFF2-40B4-BE49-F238E27FC236}">
                    <a16:creationId xmlns:a16="http://schemas.microsoft.com/office/drawing/2014/main" id="{704746DE-3CEA-EDD0-5D3D-364048ADE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1" name="Arc 125">
                <a:extLst>
                  <a:ext uri="{FF2B5EF4-FFF2-40B4-BE49-F238E27FC236}">
                    <a16:creationId xmlns:a16="http://schemas.microsoft.com/office/drawing/2014/main" id="{65A33925-F059-DC2B-B385-5EE4FA7EFB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2" name="Freeform 126">
                <a:extLst>
                  <a:ext uri="{FF2B5EF4-FFF2-40B4-BE49-F238E27FC236}">
                    <a16:creationId xmlns:a16="http://schemas.microsoft.com/office/drawing/2014/main" id="{74EA6633-9DA1-72CF-13E2-7F9BD03AE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3" name="Arc 127">
                <a:extLst>
                  <a:ext uri="{FF2B5EF4-FFF2-40B4-BE49-F238E27FC236}">
                    <a16:creationId xmlns:a16="http://schemas.microsoft.com/office/drawing/2014/main" id="{FDD253AB-6BD6-23C9-547D-D1691AB27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04" name="Arc 128">
                <a:extLst>
                  <a:ext uri="{FF2B5EF4-FFF2-40B4-BE49-F238E27FC236}">
                    <a16:creationId xmlns:a16="http://schemas.microsoft.com/office/drawing/2014/main" id="{136F63A8-4F0F-E05B-D33F-0664D2D3E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8205" name="Group 129">
                <a:extLst>
                  <a:ext uri="{FF2B5EF4-FFF2-40B4-BE49-F238E27FC236}">
                    <a16:creationId xmlns:a16="http://schemas.microsoft.com/office/drawing/2014/main" id="{E7F1D033-EC81-47B3-A6ED-07E5534D20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8229" name="Group 130">
                  <a:extLst>
                    <a:ext uri="{FF2B5EF4-FFF2-40B4-BE49-F238E27FC236}">
                      <a16:creationId xmlns:a16="http://schemas.microsoft.com/office/drawing/2014/main" id="{7427C37C-9CEA-6DDA-5772-285ABCCA77A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8231" name="Arc 131">
                    <a:extLst>
                      <a:ext uri="{FF2B5EF4-FFF2-40B4-BE49-F238E27FC236}">
                        <a16:creationId xmlns:a16="http://schemas.microsoft.com/office/drawing/2014/main" id="{5DA725FA-266B-0924-6A2E-1CDCD3B5BF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232" name="Arc 132">
                    <a:extLst>
                      <a:ext uri="{FF2B5EF4-FFF2-40B4-BE49-F238E27FC236}">
                        <a16:creationId xmlns:a16="http://schemas.microsoft.com/office/drawing/2014/main" id="{B88D19F3-DFD8-7354-EC0D-035317C8CF0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233" name="Arc 133">
                    <a:extLst>
                      <a:ext uri="{FF2B5EF4-FFF2-40B4-BE49-F238E27FC236}">
                        <a16:creationId xmlns:a16="http://schemas.microsoft.com/office/drawing/2014/main" id="{05C35B4F-95DA-3DCA-3833-564E748820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8230" name="Arc 134">
                  <a:extLst>
                    <a:ext uri="{FF2B5EF4-FFF2-40B4-BE49-F238E27FC236}">
                      <a16:creationId xmlns:a16="http://schemas.microsoft.com/office/drawing/2014/main" id="{796F713D-436D-E26E-2AC3-E5623B8B2F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8206" name="Group 135">
                <a:extLst>
                  <a:ext uri="{FF2B5EF4-FFF2-40B4-BE49-F238E27FC236}">
                    <a16:creationId xmlns:a16="http://schemas.microsoft.com/office/drawing/2014/main" id="{FAC83155-11AE-6650-2039-9371218BB3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8224" name="Group 136">
                  <a:extLst>
                    <a:ext uri="{FF2B5EF4-FFF2-40B4-BE49-F238E27FC236}">
                      <a16:creationId xmlns:a16="http://schemas.microsoft.com/office/drawing/2014/main" id="{8F522CB1-3D4A-7B24-EB0F-DBCCB4965C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8226" name="Arc 137">
                    <a:extLst>
                      <a:ext uri="{FF2B5EF4-FFF2-40B4-BE49-F238E27FC236}">
                        <a16:creationId xmlns:a16="http://schemas.microsoft.com/office/drawing/2014/main" id="{FBCD76B5-754E-93D7-5544-9B6FC1A8B3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227" name="Arc 138">
                    <a:extLst>
                      <a:ext uri="{FF2B5EF4-FFF2-40B4-BE49-F238E27FC236}">
                        <a16:creationId xmlns:a16="http://schemas.microsoft.com/office/drawing/2014/main" id="{E499E6A6-38F1-594D-5201-F7CB8AA3E7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228" name="Arc 139">
                    <a:extLst>
                      <a:ext uri="{FF2B5EF4-FFF2-40B4-BE49-F238E27FC236}">
                        <a16:creationId xmlns:a16="http://schemas.microsoft.com/office/drawing/2014/main" id="{F03D6204-E604-8006-739D-3C837DF5CF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8225" name="Arc 140">
                  <a:extLst>
                    <a:ext uri="{FF2B5EF4-FFF2-40B4-BE49-F238E27FC236}">
                      <a16:creationId xmlns:a16="http://schemas.microsoft.com/office/drawing/2014/main" id="{B7F7948B-F037-BE4A-990E-658726871C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8207" name="Group 141">
                <a:extLst>
                  <a:ext uri="{FF2B5EF4-FFF2-40B4-BE49-F238E27FC236}">
                    <a16:creationId xmlns:a16="http://schemas.microsoft.com/office/drawing/2014/main" id="{6A3B8B91-5F63-3C73-ED9D-6F8B93318B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8222" name="Arc 142">
                  <a:extLst>
                    <a:ext uri="{FF2B5EF4-FFF2-40B4-BE49-F238E27FC236}">
                      <a16:creationId xmlns:a16="http://schemas.microsoft.com/office/drawing/2014/main" id="{11CE5886-98B7-DB8B-67BF-AC5C62CE9D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23" name="Arc 143">
                  <a:extLst>
                    <a:ext uri="{FF2B5EF4-FFF2-40B4-BE49-F238E27FC236}">
                      <a16:creationId xmlns:a16="http://schemas.microsoft.com/office/drawing/2014/main" id="{F7E80950-A7E1-59B0-7E27-84672AA525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8208" name="Group 144">
                <a:extLst>
                  <a:ext uri="{FF2B5EF4-FFF2-40B4-BE49-F238E27FC236}">
                    <a16:creationId xmlns:a16="http://schemas.microsoft.com/office/drawing/2014/main" id="{B91EDC7C-C7AC-F01F-0DC9-B7F50BCD2D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8220" name="Arc 145">
                  <a:extLst>
                    <a:ext uri="{FF2B5EF4-FFF2-40B4-BE49-F238E27FC236}">
                      <a16:creationId xmlns:a16="http://schemas.microsoft.com/office/drawing/2014/main" id="{AF7CFA9B-3878-1077-F537-453CD18C40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21" name="Arc 146">
                  <a:extLst>
                    <a:ext uri="{FF2B5EF4-FFF2-40B4-BE49-F238E27FC236}">
                      <a16:creationId xmlns:a16="http://schemas.microsoft.com/office/drawing/2014/main" id="{E5298051-0DF1-59B4-804D-1C6398DC6E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8209" name="Group 147">
                <a:extLst>
                  <a:ext uri="{FF2B5EF4-FFF2-40B4-BE49-F238E27FC236}">
                    <a16:creationId xmlns:a16="http://schemas.microsoft.com/office/drawing/2014/main" id="{1FC7E783-C3B1-6879-47B7-30D460639B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8218" name="Line 148">
                  <a:extLst>
                    <a:ext uri="{FF2B5EF4-FFF2-40B4-BE49-F238E27FC236}">
                      <a16:creationId xmlns:a16="http://schemas.microsoft.com/office/drawing/2014/main" id="{98D00653-EECE-EC8E-2097-AD6B8E2EB1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19" name="Line 149">
                  <a:extLst>
                    <a:ext uri="{FF2B5EF4-FFF2-40B4-BE49-F238E27FC236}">
                      <a16:creationId xmlns:a16="http://schemas.microsoft.com/office/drawing/2014/main" id="{0E01EEFC-5DA8-FC44-5167-438BF91DD0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8210" name="Group 150">
                <a:extLst>
                  <a:ext uri="{FF2B5EF4-FFF2-40B4-BE49-F238E27FC236}">
                    <a16:creationId xmlns:a16="http://schemas.microsoft.com/office/drawing/2014/main" id="{AA8782D0-F035-AB6D-3EF3-6E3312C66F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8213" name="Group 151">
                  <a:extLst>
                    <a:ext uri="{FF2B5EF4-FFF2-40B4-BE49-F238E27FC236}">
                      <a16:creationId xmlns:a16="http://schemas.microsoft.com/office/drawing/2014/main" id="{FEFC17D0-3C61-63E4-F42A-7CAFB05AD7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8216" name="Arc 152">
                    <a:extLst>
                      <a:ext uri="{FF2B5EF4-FFF2-40B4-BE49-F238E27FC236}">
                        <a16:creationId xmlns:a16="http://schemas.microsoft.com/office/drawing/2014/main" id="{87AAFD09-7A40-FFA0-55BA-4796C87C824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8217" name="Arc 153">
                    <a:extLst>
                      <a:ext uri="{FF2B5EF4-FFF2-40B4-BE49-F238E27FC236}">
                        <a16:creationId xmlns:a16="http://schemas.microsoft.com/office/drawing/2014/main" id="{9FFC067A-D4BB-885D-FD97-5FFEEA4F50E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8214" name="Arc 154">
                  <a:extLst>
                    <a:ext uri="{FF2B5EF4-FFF2-40B4-BE49-F238E27FC236}">
                      <a16:creationId xmlns:a16="http://schemas.microsoft.com/office/drawing/2014/main" id="{B35C5B04-E191-DBF8-CF42-A437B40CD9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8215" name="Arc 155">
                  <a:extLst>
                    <a:ext uri="{FF2B5EF4-FFF2-40B4-BE49-F238E27FC236}">
                      <a16:creationId xmlns:a16="http://schemas.microsoft.com/office/drawing/2014/main" id="{53178354-79BD-655F-96BC-4881639C1C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8211" name="Freeform 156">
                <a:extLst>
                  <a:ext uri="{FF2B5EF4-FFF2-40B4-BE49-F238E27FC236}">
                    <a16:creationId xmlns:a16="http://schemas.microsoft.com/office/drawing/2014/main" id="{F3DE4BA7-521A-26D5-CBFD-27F71E11A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212" name="Oval 157">
                <a:extLst>
                  <a:ext uri="{FF2B5EF4-FFF2-40B4-BE49-F238E27FC236}">
                    <a16:creationId xmlns:a16="http://schemas.microsoft.com/office/drawing/2014/main" id="{48912A6A-33C9-3222-F7F5-206DF28C0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F8F2ABC-EDD7-8817-CD93-6D83285A1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575" y="28575"/>
            <a:ext cx="7388225" cy="706438"/>
          </a:xfrm>
        </p:spPr>
        <p:txBody>
          <a:bodyPr/>
          <a:lstStyle/>
          <a:p>
            <a:pPr eaLnBrk="1" hangingPunct="1"/>
            <a:r>
              <a:rPr lang="pt-BR" altLang="pt-BR"/>
              <a:t>Obtenção dos Princípios de solução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DE8DB67-95BD-96AB-F5DE-33BC37B41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713" y="887413"/>
            <a:ext cx="8574087" cy="5405437"/>
          </a:xfrm>
        </p:spPr>
        <p:txBody>
          <a:bodyPr/>
          <a:lstStyle/>
          <a:p>
            <a:pPr eaLnBrk="1" hangingPunct="1"/>
            <a:r>
              <a:rPr lang="pt-BR" altLang="pt-BR" sz="2400">
                <a:solidFill>
                  <a:srgbClr val="FF0000"/>
                </a:solidFill>
              </a:rPr>
              <a:t>Bancos de dados de princípios de solução;</a:t>
            </a:r>
          </a:p>
          <a:p>
            <a:pPr eaLnBrk="1" hangingPunct="1"/>
            <a:r>
              <a:rPr lang="pt-BR" altLang="pt-BR" sz="2400">
                <a:solidFill>
                  <a:srgbClr val="FF0000"/>
                </a:solidFill>
              </a:rPr>
              <a:t>Catálogos de princípios de solução;</a:t>
            </a:r>
          </a:p>
          <a:p>
            <a:pPr eaLnBrk="1" hangingPunct="1"/>
            <a:r>
              <a:rPr lang="pt-BR" altLang="pt-BR" sz="2400">
                <a:solidFill>
                  <a:srgbClr val="FF0000"/>
                </a:solidFill>
              </a:rPr>
              <a:t>Métodos de criatividade</a:t>
            </a:r>
          </a:p>
          <a:p>
            <a:pPr lvl="1" eaLnBrk="1" hangingPunct="1"/>
            <a:r>
              <a:rPr lang="pt-BR" altLang="pt-BR" sz="2000"/>
              <a:t>Brainstorming		</a:t>
            </a:r>
          </a:p>
          <a:p>
            <a:pPr lvl="1" eaLnBrk="1" hangingPunct="1"/>
            <a:r>
              <a:rPr lang="pt-BR" altLang="pt-BR" sz="2000"/>
              <a:t>Método 635	</a:t>
            </a:r>
          </a:p>
          <a:p>
            <a:pPr lvl="1" eaLnBrk="1" hangingPunct="1"/>
            <a:r>
              <a:rPr lang="pt-BR" altLang="pt-BR" sz="2000"/>
              <a:t>Lateral Thinking		</a:t>
            </a:r>
          </a:p>
          <a:p>
            <a:pPr lvl="1" eaLnBrk="1" hangingPunct="1"/>
            <a:r>
              <a:rPr lang="pt-BR" altLang="pt-BR" sz="2000"/>
              <a:t>Synetics		</a:t>
            </a:r>
          </a:p>
          <a:p>
            <a:pPr lvl="1" eaLnBrk="1" hangingPunct="1"/>
            <a:r>
              <a:rPr lang="pt-BR" altLang="pt-BR" sz="2000"/>
              <a:t>Galeria		</a:t>
            </a:r>
          </a:p>
          <a:p>
            <a:pPr lvl="1" eaLnBrk="1" hangingPunct="1"/>
            <a:r>
              <a:rPr lang="pt-BR" altLang="pt-BR" sz="2000"/>
              <a:t>Método Morfológico</a:t>
            </a:r>
          </a:p>
          <a:p>
            <a:pPr lvl="1" eaLnBrk="1" hangingPunct="1"/>
            <a:r>
              <a:rPr lang="pt-BR" altLang="pt-BR" sz="2000"/>
              <a:t>Análise e Síntese Funcional</a:t>
            </a:r>
          </a:p>
          <a:p>
            <a:pPr lvl="1" eaLnBrk="1" hangingPunct="1"/>
            <a:r>
              <a:rPr lang="pt-BR" altLang="pt-BR" sz="2000"/>
              <a:t>Analogia Sistemática</a:t>
            </a:r>
          </a:p>
          <a:p>
            <a:pPr lvl="1" eaLnBrk="1" hangingPunct="1"/>
            <a:r>
              <a:rPr lang="pt-BR" altLang="pt-BR" sz="2000"/>
              <a:t>Análise do Valor</a:t>
            </a:r>
          </a:p>
          <a:p>
            <a:pPr lvl="1" eaLnBrk="1" hangingPunct="1"/>
            <a:r>
              <a:rPr lang="pt-BR" altLang="pt-BR" sz="2000"/>
              <a:t>Questionários e Cheklists</a:t>
            </a:r>
          </a:p>
          <a:p>
            <a:pPr lvl="1" eaLnBrk="1" hangingPunct="1"/>
            <a:r>
              <a:rPr lang="pt-BR" altLang="pt-BR" sz="2000"/>
              <a:t>TRIZ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2153" descr="Mangueira">
            <a:extLst>
              <a:ext uri="{FF2B5EF4-FFF2-40B4-BE49-F238E27FC236}">
                <a16:creationId xmlns:a16="http://schemas.microsoft.com/office/drawing/2014/main" id="{5A684A47-4E4A-738B-4722-D9F051F19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75" y="5018088"/>
            <a:ext cx="627063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2150" descr="Placa plana">
            <a:extLst>
              <a:ext uri="{FF2B5EF4-FFF2-40B4-BE49-F238E27FC236}">
                <a16:creationId xmlns:a16="http://schemas.microsoft.com/office/drawing/2014/main" id="{BC387AC0-90F5-6A6F-5332-D7C172660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225" y="4989513"/>
            <a:ext cx="685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2106" descr="Peneira">
            <a:extLst>
              <a:ext uri="{FF2B5EF4-FFF2-40B4-BE49-F238E27FC236}">
                <a16:creationId xmlns:a16="http://schemas.microsoft.com/office/drawing/2014/main" id="{708F4E1F-6547-F95C-E915-B9D9F97AC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4395788"/>
            <a:ext cx="685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2075" descr="Fluxo de agua">
            <a:extLst>
              <a:ext uri="{FF2B5EF4-FFF2-40B4-BE49-F238E27FC236}">
                <a16:creationId xmlns:a16="http://schemas.microsoft.com/office/drawing/2014/main" id="{1E361C34-2AFC-216A-77D3-FEA9FE105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013" y="3843338"/>
            <a:ext cx="6715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2029" descr="Jato de vapor">
            <a:extLst>
              <a:ext uri="{FF2B5EF4-FFF2-40B4-BE49-F238E27FC236}">
                <a16:creationId xmlns:a16="http://schemas.microsoft.com/office/drawing/2014/main" id="{29FB788A-1301-213C-A16B-83363298B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663" y="3856038"/>
            <a:ext cx="6127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2030" descr="Jato de ar">
            <a:extLst>
              <a:ext uri="{FF2B5EF4-FFF2-40B4-BE49-F238E27FC236}">
                <a16:creationId xmlns:a16="http://schemas.microsoft.com/office/drawing/2014/main" id="{616E29FD-7E4C-DC61-C9D0-E04399A82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8" y="3843338"/>
            <a:ext cx="568325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5" name="Rectangle 2">
            <a:extLst>
              <a:ext uri="{FF2B5EF4-FFF2-40B4-BE49-F238E27FC236}">
                <a16:creationId xmlns:a16="http://schemas.microsoft.com/office/drawing/2014/main" id="{2C350A09-F8D0-966C-144B-5D2C6DBCE6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42863"/>
            <a:ext cx="7807325" cy="706437"/>
          </a:xfrm>
        </p:spPr>
        <p:txBody>
          <a:bodyPr/>
          <a:lstStyle/>
          <a:p>
            <a:pPr eaLnBrk="1" hangingPunct="1"/>
            <a:r>
              <a:rPr lang="pt-BR" altLang="pt-BR"/>
              <a:t>Atividade:</a:t>
            </a:r>
            <a:r>
              <a:rPr lang="pt-BR" altLang="pt-BR" sz="2000"/>
              <a:t> </a:t>
            </a:r>
            <a:r>
              <a:rPr lang="pt-BR" altLang="pt-BR"/>
              <a:t>Desenvolver alternativas de solução para o produto 3/4</a:t>
            </a:r>
          </a:p>
        </p:txBody>
      </p:sp>
      <p:sp>
        <p:nvSpPr>
          <p:cNvPr id="9226" name="Rectangle 4">
            <a:extLst>
              <a:ext uri="{FF2B5EF4-FFF2-40B4-BE49-F238E27FC236}">
                <a16:creationId xmlns:a16="http://schemas.microsoft.com/office/drawing/2014/main" id="{3CB8C7B7-42F7-D5FC-1312-C4D3045F81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2713" y="869950"/>
            <a:ext cx="9031287" cy="841375"/>
          </a:xfrm>
          <a:noFill/>
        </p:spPr>
        <p:txBody>
          <a:bodyPr/>
          <a:lstStyle/>
          <a:p>
            <a:pPr eaLnBrk="1" hangingPunct="1"/>
            <a:r>
              <a:rPr lang="pt-BR" altLang="pt-BR" sz="2400"/>
              <a:t>Matriz Morfológica p/ equipamento para a limpeza de mexilhões</a:t>
            </a:r>
          </a:p>
        </p:txBody>
      </p:sp>
      <p:sp>
        <p:nvSpPr>
          <p:cNvPr id="9227" name="Text Box 1762">
            <a:extLst>
              <a:ext uri="{FF2B5EF4-FFF2-40B4-BE49-F238E27FC236}">
                <a16:creationId xmlns:a16="http://schemas.microsoft.com/office/drawing/2014/main" id="{81119E2A-D8D3-D67B-DD95-BF0BB48C6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785938"/>
            <a:ext cx="12493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00">
                <a:solidFill>
                  <a:srgbClr val="0000CC"/>
                </a:solidFill>
              </a:rPr>
              <a:t>Agrupar mexilhões</a:t>
            </a:r>
          </a:p>
        </p:txBody>
      </p:sp>
      <p:pic>
        <p:nvPicPr>
          <p:cNvPr id="9228" name="Picture 1768" descr="Casca esferica">
            <a:extLst>
              <a:ext uri="{FF2B5EF4-FFF2-40B4-BE49-F238E27FC236}">
                <a16:creationId xmlns:a16="http://schemas.microsoft.com/office/drawing/2014/main" id="{8861F543-53C3-FE4A-BEF1-52D36738E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63" y="1968500"/>
            <a:ext cx="428625" cy="276225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1767" descr="Tambor vertical">
            <a:extLst>
              <a:ext uri="{FF2B5EF4-FFF2-40B4-BE49-F238E27FC236}">
                <a16:creationId xmlns:a16="http://schemas.microsoft.com/office/drawing/2014/main" id="{C6291F06-6C94-63DE-2E61-546A7A9A0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1938338"/>
            <a:ext cx="2095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0" name="Picture 1766" descr="Funil">
            <a:extLst>
              <a:ext uri="{FF2B5EF4-FFF2-40B4-BE49-F238E27FC236}">
                <a16:creationId xmlns:a16="http://schemas.microsoft.com/office/drawing/2014/main" id="{D88F08DB-CA25-DF02-805B-7EBE166C6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700" y="1952625"/>
            <a:ext cx="341313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1" name="Picture 1765" descr="Redução aberta">
            <a:extLst>
              <a:ext uri="{FF2B5EF4-FFF2-40B4-BE49-F238E27FC236}">
                <a16:creationId xmlns:a16="http://schemas.microsoft.com/office/drawing/2014/main" id="{2C353310-1C6E-87C9-9423-1C7D20BA2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863" y="2011363"/>
            <a:ext cx="4095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2" name="Picture 1764" descr="Placa afunilada">
            <a:extLst>
              <a:ext uri="{FF2B5EF4-FFF2-40B4-BE49-F238E27FC236}">
                <a16:creationId xmlns:a16="http://schemas.microsoft.com/office/drawing/2014/main" id="{1999B1F4-F6BD-30DE-EE87-56B7EC037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88" y="1981200"/>
            <a:ext cx="619125" cy="36195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3" name="Picture 1763" descr="Tambor horizontal">
            <a:extLst>
              <a:ext uri="{FF2B5EF4-FFF2-40B4-BE49-F238E27FC236}">
                <a16:creationId xmlns:a16="http://schemas.microsoft.com/office/drawing/2014/main" id="{CA8CE89F-E3E0-B627-B251-299BCF294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850" y="1970088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4" name="Picture 1813" descr="Redução">
            <a:extLst>
              <a:ext uri="{FF2B5EF4-FFF2-40B4-BE49-F238E27FC236}">
                <a16:creationId xmlns:a16="http://schemas.microsoft.com/office/drawing/2014/main" id="{AB2B1043-35BF-8E8D-0E8F-88E0BF864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0" y="1924050"/>
            <a:ext cx="4572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5" name="Picture 1812" descr="Empurrando">
            <a:extLst>
              <a:ext uri="{FF2B5EF4-FFF2-40B4-BE49-F238E27FC236}">
                <a16:creationId xmlns:a16="http://schemas.microsoft.com/office/drawing/2014/main" id="{EFC1A74D-64EB-9A9D-B1D4-074AFEFB2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088" y="1968500"/>
            <a:ext cx="6667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6" name="Picture 1811" descr="Canaleta">
            <a:extLst>
              <a:ext uri="{FF2B5EF4-FFF2-40B4-BE49-F238E27FC236}">
                <a16:creationId xmlns:a16="http://schemas.microsoft.com/office/drawing/2014/main" id="{C7CAF714-0A27-4E20-8515-38AB1AAA4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163" y="2009775"/>
            <a:ext cx="6858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7" name="Picture 1810" descr="Copo">
            <a:extLst>
              <a:ext uri="{FF2B5EF4-FFF2-40B4-BE49-F238E27FC236}">
                <a16:creationId xmlns:a16="http://schemas.microsoft.com/office/drawing/2014/main" id="{7BB10A68-DC13-8DA8-CD12-5468681FF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163" y="1909763"/>
            <a:ext cx="3810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8" name="Text Box 1843">
            <a:extLst>
              <a:ext uri="{FF2B5EF4-FFF2-40B4-BE49-F238E27FC236}">
                <a16:creationId xmlns:a16="http://schemas.microsoft.com/office/drawing/2014/main" id="{1D2183A8-37DE-53B8-7AB4-4E7CBCD94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2359025"/>
            <a:ext cx="12493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00">
                <a:solidFill>
                  <a:srgbClr val="0000CC"/>
                </a:solidFill>
              </a:rPr>
              <a:t>Agitar mexilhões </a:t>
            </a:r>
          </a:p>
        </p:txBody>
      </p:sp>
      <p:pic>
        <p:nvPicPr>
          <p:cNvPr id="9239" name="Picture 1850" descr="Tambor rotativo">
            <a:extLst>
              <a:ext uri="{FF2B5EF4-FFF2-40B4-BE49-F238E27FC236}">
                <a16:creationId xmlns:a16="http://schemas.microsoft.com/office/drawing/2014/main" id="{4F2A8AEB-5768-A6BD-6DAA-4BDBA201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2565400"/>
            <a:ext cx="304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0" name="Picture 1849" descr="Pelo eixo">
            <a:extLst>
              <a:ext uri="{FF2B5EF4-FFF2-40B4-BE49-F238E27FC236}">
                <a16:creationId xmlns:a16="http://schemas.microsoft.com/office/drawing/2014/main" id="{3EB33874-5F3E-665B-78D8-54169C276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2476500"/>
            <a:ext cx="3143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1" name="Picture 1848" descr="Pas rotativas">
            <a:extLst>
              <a:ext uri="{FF2B5EF4-FFF2-40B4-BE49-F238E27FC236}">
                <a16:creationId xmlns:a16="http://schemas.microsoft.com/office/drawing/2014/main" id="{7227495F-DCB2-B47D-5750-1DFD1DB05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2476500"/>
            <a:ext cx="5048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2" name="Picture 1847" descr="Caixa vibratoria">
            <a:extLst>
              <a:ext uri="{FF2B5EF4-FFF2-40B4-BE49-F238E27FC236}">
                <a16:creationId xmlns:a16="http://schemas.microsoft.com/office/drawing/2014/main" id="{82C644DF-2E79-955C-708B-2F1BCD74B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490788"/>
            <a:ext cx="6858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3" name="Picture 1846" descr="Agitador">
            <a:extLst>
              <a:ext uri="{FF2B5EF4-FFF2-40B4-BE49-F238E27FC236}">
                <a16:creationId xmlns:a16="http://schemas.microsoft.com/office/drawing/2014/main" id="{CA5E20A8-A306-E20E-E4CE-3AA6C893A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2433638"/>
            <a:ext cx="3143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4" name="Picture 1845" descr="Planetaria 1">
            <a:extLst>
              <a:ext uri="{FF2B5EF4-FFF2-40B4-BE49-F238E27FC236}">
                <a16:creationId xmlns:a16="http://schemas.microsoft.com/office/drawing/2014/main" id="{044F0D2E-C66B-9AF7-41A5-B2080E0C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2478088"/>
            <a:ext cx="4857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5" name="Picture 1893" descr="Planetaria 2">
            <a:extLst>
              <a:ext uri="{FF2B5EF4-FFF2-40B4-BE49-F238E27FC236}">
                <a16:creationId xmlns:a16="http://schemas.microsoft.com/office/drawing/2014/main" id="{A17B978C-8C44-631C-16B8-C7C088D52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913" y="2462213"/>
            <a:ext cx="3524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6" name="Picture 1892" descr="Oscilacao">
            <a:extLst>
              <a:ext uri="{FF2B5EF4-FFF2-40B4-BE49-F238E27FC236}">
                <a16:creationId xmlns:a16="http://schemas.microsoft.com/office/drawing/2014/main" id="{30FB700C-42C8-AA86-6964-68D6FD6C0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788" y="2563813"/>
            <a:ext cx="685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47" name="Rectangle 1894">
            <a:extLst>
              <a:ext uri="{FF2B5EF4-FFF2-40B4-BE49-F238E27FC236}">
                <a16:creationId xmlns:a16="http://schemas.microsoft.com/office/drawing/2014/main" id="{8B4DB8EA-CB0F-81AA-E464-5FAA801D1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188" y="4416425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48" name="Rectangle 1896">
            <a:extLst>
              <a:ext uri="{FF2B5EF4-FFF2-40B4-BE49-F238E27FC236}">
                <a16:creationId xmlns:a16="http://schemas.microsoft.com/office/drawing/2014/main" id="{A8EBE4DD-6CAD-DCEF-D925-68D2C5EC4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188" y="4416425"/>
            <a:ext cx="80803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49" name="Line 1911">
            <a:extLst>
              <a:ext uri="{FF2B5EF4-FFF2-40B4-BE49-F238E27FC236}">
                <a16:creationId xmlns:a16="http://schemas.microsoft.com/office/drawing/2014/main" id="{A924A3F0-EB2E-68CD-B51F-7D538F6630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475" y="2352675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9250" name="Line 1912">
            <a:extLst>
              <a:ext uri="{FF2B5EF4-FFF2-40B4-BE49-F238E27FC236}">
                <a16:creationId xmlns:a16="http://schemas.microsoft.com/office/drawing/2014/main" id="{0E4D2BA7-FB82-0154-7CB2-8587EC8DCA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2238" y="2952750"/>
            <a:ext cx="8769350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9251" name="Line 1913">
            <a:extLst>
              <a:ext uri="{FF2B5EF4-FFF2-40B4-BE49-F238E27FC236}">
                <a16:creationId xmlns:a16="http://schemas.microsoft.com/office/drawing/2014/main" id="{5FDDC0D1-FA15-85EB-CFAB-897410BDCB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363" y="1781175"/>
            <a:ext cx="8780462" cy="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9252" name="Text Box 1914">
            <a:extLst>
              <a:ext uri="{FF2B5EF4-FFF2-40B4-BE49-F238E27FC236}">
                <a16:creationId xmlns:a16="http://schemas.microsoft.com/office/drawing/2014/main" id="{F227E02F-2DC4-ADE5-0BCE-6B854103E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2960688"/>
            <a:ext cx="12763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00">
                <a:solidFill>
                  <a:srgbClr val="0000CC"/>
                </a:solidFill>
              </a:rPr>
              <a:t>Extrair detritos dos mexilhões </a:t>
            </a:r>
          </a:p>
        </p:txBody>
      </p:sp>
      <p:pic>
        <p:nvPicPr>
          <p:cNvPr id="9253" name="Picture 1920" descr="Placa rotativa">
            <a:extLst>
              <a:ext uri="{FF2B5EF4-FFF2-40B4-BE49-F238E27FC236}">
                <a16:creationId xmlns:a16="http://schemas.microsoft.com/office/drawing/2014/main" id="{E59113E0-A6DD-A36B-1AB4-F89FBD4E6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913" y="3167063"/>
            <a:ext cx="3810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54" name="Picture 1919" descr="Escova">
            <a:extLst>
              <a:ext uri="{FF2B5EF4-FFF2-40B4-BE49-F238E27FC236}">
                <a16:creationId xmlns:a16="http://schemas.microsoft.com/office/drawing/2014/main" id="{EBB8D36E-B6D4-19B7-4C79-AF0A145E4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3182938"/>
            <a:ext cx="2952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55" name="Picture 1918" descr="Tambor rotativo">
            <a:extLst>
              <a:ext uri="{FF2B5EF4-FFF2-40B4-BE49-F238E27FC236}">
                <a16:creationId xmlns:a16="http://schemas.microsoft.com/office/drawing/2014/main" id="{B4A39FD1-88F7-3913-B071-CD58E8D2F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863" y="3195638"/>
            <a:ext cx="4286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56" name="Picture 1917" descr="Tambor com grades">
            <a:extLst>
              <a:ext uri="{FF2B5EF4-FFF2-40B4-BE49-F238E27FC236}">
                <a16:creationId xmlns:a16="http://schemas.microsoft.com/office/drawing/2014/main" id="{19A51B57-0DDD-F0AD-E733-EF84ABFB2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3138488"/>
            <a:ext cx="444500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57" name="Picture 1916" descr="Grade vibratoria">
            <a:extLst>
              <a:ext uri="{FF2B5EF4-FFF2-40B4-BE49-F238E27FC236}">
                <a16:creationId xmlns:a16="http://schemas.microsoft.com/office/drawing/2014/main" id="{44F23730-A3C0-BC39-5547-657C2DEC8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775" y="3152775"/>
            <a:ext cx="6572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58" name="Picture 1915" descr="Eixo com lpacas">
            <a:extLst>
              <a:ext uri="{FF2B5EF4-FFF2-40B4-BE49-F238E27FC236}">
                <a16:creationId xmlns:a16="http://schemas.microsoft.com/office/drawing/2014/main" id="{77C955DB-8CE7-8FD7-9E62-8FDC484E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838" y="3138488"/>
            <a:ext cx="5429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59" name="Picture 1967" descr="JAto de areia">
            <a:extLst>
              <a:ext uri="{FF2B5EF4-FFF2-40B4-BE49-F238E27FC236}">
                <a16:creationId xmlns:a16="http://schemas.microsoft.com/office/drawing/2014/main" id="{7BE8A7BA-7716-5A08-FB12-08814CF94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475" y="3187700"/>
            <a:ext cx="66357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60" name="Picture 1966" descr="Eixo com placas de orificios">
            <a:extLst>
              <a:ext uri="{FF2B5EF4-FFF2-40B4-BE49-F238E27FC236}">
                <a16:creationId xmlns:a16="http://schemas.microsoft.com/office/drawing/2014/main" id="{95A73BB3-5451-15DA-9545-99DEAFCA0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825" y="3128963"/>
            <a:ext cx="5619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61" name="Picture 1965" descr="Placa de orificios">
            <a:extLst>
              <a:ext uri="{FF2B5EF4-FFF2-40B4-BE49-F238E27FC236}">
                <a16:creationId xmlns:a16="http://schemas.microsoft.com/office/drawing/2014/main" id="{B9BE7A5D-A360-1A46-BAC9-B42185EE7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0" y="3141663"/>
            <a:ext cx="3810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62" name="Picture 1964" descr="Eixo com pas">
            <a:extLst>
              <a:ext uri="{FF2B5EF4-FFF2-40B4-BE49-F238E27FC236}">
                <a16:creationId xmlns:a16="http://schemas.microsoft.com/office/drawing/2014/main" id="{4B8895A5-7A72-8567-3D0B-2ABF44801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350" y="3157538"/>
            <a:ext cx="6270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63" name="Rectangle 1968">
            <a:extLst>
              <a:ext uri="{FF2B5EF4-FFF2-40B4-BE49-F238E27FC236}">
                <a16:creationId xmlns:a16="http://schemas.microsoft.com/office/drawing/2014/main" id="{F93EEAD4-56B7-1754-D956-B82E5DAD6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12800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64" name="Rectangle 1970">
            <a:extLst>
              <a:ext uri="{FF2B5EF4-FFF2-40B4-BE49-F238E27FC236}">
                <a16:creationId xmlns:a16="http://schemas.microsoft.com/office/drawing/2014/main" id="{B6560E97-7578-4A60-4830-CD9B297E8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08038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65" name="Rectangle 1972">
            <a:extLst>
              <a:ext uri="{FF2B5EF4-FFF2-40B4-BE49-F238E27FC236}">
                <a16:creationId xmlns:a16="http://schemas.microsoft.com/office/drawing/2014/main" id="{562B4771-17BF-327E-E22F-2994D637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09625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66" name="Rectangle 1974">
            <a:extLst>
              <a:ext uri="{FF2B5EF4-FFF2-40B4-BE49-F238E27FC236}">
                <a16:creationId xmlns:a16="http://schemas.microsoft.com/office/drawing/2014/main" id="{27C9AF2E-71A7-5308-75D9-57380A2B4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09625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67" name="Rectangle 1976">
            <a:extLst>
              <a:ext uri="{FF2B5EF4-FFF2-40B4-BE49-F238E27FC236}">
                <a16:creationId xmlns:a16="http://schemas.microsoft.com/office/drawing/2014/main" id="{2A1A7524-2453-39D4-DCE6-7CBFCA854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09625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68" name="Rectangle 1978">
            <a:extLst>
              <a:ext uri="{FF2B5EF4-FFF2-40B4-BE49-F238E27FC236}">
                <a16:creationId xmlns:a16="http://schemas.microsoft.com/office/drawing/2014/main" id="{24C32A22-6921-9355-EC28-A0BDD123F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4362450"/>
            <a:ext cx="885825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69" name="Line 2009">
            <a:extLst>
              <a:ext uri="{FF2B5EF4-FFF2-40B4-BE49-F238E27FC236}">
                <a16:creationId xmlns:a16="http://schemas.microsoft.com/office/drawing/2014/main" id="{909FBCF0-CE56-A917-CD69-DCC51F3C24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650" y="3700463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9270" name="Line 2010">
            <a:extLst>
              <a:ext uri="{FF2B5EF4-FFF2-40B4-BE49-F238E27FC236}">
                <a16:creationId xmlns:a16="http://schemas.microsoft.com/office/drawing/2014/main" id="{00557D2C-556B-DCCA-A676-238C2878DB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938" y="1785938"/>
            <a:ext cx="0" cy="486092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71" name="Line 2011">
            <a:extLst>
              <a:ext uri="{FF2B5EF4-FFF2-40B4-BE49-F238E27FC236}">
                <a16:creationId xmlns:a16="http://schemas.microsoft.com/office/drawing/2014/main" id="{B95B9327-2C4E-DF55-3115-0FD97997C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" y="1790700"/>
            <a:ext cx="0" cy="486092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72" name="Line 2012">
            <a:extLst>
              <a:ext uri="{FF2B5EF4-FFF2-40B4-BE49-F238E27FC236}">
                <a16:creationId xmlns:a16="http://schemas.microsoft.com/office/drawing/2014/main" id="{EE9C7EF6-C9B0-2A8D-0C08-C9BC0B7D0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1675" y="1779588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73" name="Line 2013">
            <a:extLst>
              <a:ext uri="{FF2B5EF4-FFF2-40B4-BE49-F238E27FC236}">
                <a16:creationId xmlns:a16="http://schemas.microsoft.com/office/drawing/2014/main" id="{FD463B6F-C05A-F6B6-C88B-E0EAA33CC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4375" y="1784350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74" name="Line 2014">
            <a:extLst>
              <a:ext uri="{FF2B5EF4-FFF2-40B4-BE49-F238E27FC236}">
                <a16:creationId xmlns:a16="http://schemas.microsoft.com/office/drawing/2014/main" id="{475CD50B-CFE5-E74D-4B70-04A3C9A3E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088" y="1774825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75" name="Line 2015">
            <a:extLst>
              <a:ext uri="{FF2B5EF4-FFF2-40B4-BE49-F238E27FC236}">
                <a16:creationId xmlns:a16="http://schemas.microsoft.com/office/drawing/2014/main" id="{5B711C8A-D7E0-FECE-E7C4-A55F906822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3025" y="1776413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76" name="Line 2016">
            <a:extLst>
              <a:ext uri="{FF2B5EF4-FFF2-40B4-BE49-F238E27FC236}">
                <a16:creationId xmlns:a16="http://schemas.microsoft.com/office/drawing/2014/main" id="{74BAB1DD-43A9-5D36-56A6-F2FCB0993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3275" y="1781175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77" name="Line 2017">
            <a:extLst>
              <a:ext uri="{FF2B5EF4-FFF2-40B4-BE49-F238E27FC236}">
                <a16:creationId xmlns:a16="http://schemas.microsoft.com/office/drawing/2014/main" id="{9EA9F376-BA55-0887-B9E6-6110971C9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5900" y="1781175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78" name="Line 2018">
            <a:extLst>
              <a:ext uri="{FF2B5EF4-FFF2-40B4-BE49-F238E27FC236}">
                <a16:creationId xmlns:a16="http://schemas.microsoft.com/office/drawing/2014/main" id="{19FF89F6-BAAE-F13B-7273-AB95D419A2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7575" y="1771650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79" name="Line 2019">
            <a:extLst>
              <a:ext uri="{FF2B5EF4-FFF2-40B4-BE49-F238E27FC236}">
                <a16:creationId xmlns:a16="http://schemas.microsoft.com/office/drawing/2014/main" id="{EB443434-7DE6-4BAF-8B73-5199A71D6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1778000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80" name="Line 2020">
            <a:extLst>
              <a:ext uri="{FF2B5EF4-FFF2-40B4-BE49-F238E27FC236}">
                <a16:creationId xmlns:a16="http://schemas.microsoft.com/office/drawing/2014/main" id="{3F4992D0-57CD-5AE9-11A3-E66FF62D7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88238" y="1782763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81" name="Line 2021">
            <a:extLst>
              <a:ext uri="{FF2B5EF4-FFF2-40B4-BE49-F238E27FC236}">
                <a16:creationId xmlns:a16="http://schemas.microsoft.com/office/drawing/2014/main" id="{2729EA2A-0152-408C-80FD-B9914A1EC1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9438" y="1782763"/>
            <a:ext cx="0" cy="4860925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9282" name="Line 2022">
            <a:extLst>
              <a:ext uri="{FF2B5EF4-FFF2-40B4-BE49-F238E27FC236}">
                <a16:creationId xmlns:a16="http://schemas.microsoft.com/office/drawing/2014/main" id="{DCCF51B2-E8A5-2CF7-89C5-70B8116F7F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6350" y="1782763"/>
            <a:ext cx="0" cy="4860925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pt-BR"/>
          </a:p>
        </p:txBody>
      </p:sp>
      <p:pic>
        <p:nvPicPr>
          <p:cNvPr id="9283" name="Picture 2023" descr="Cabo rotativo">
            <a:extLst>
              <a:ext uri="{FF2B5EF4-FFF2-40B4-BE49-F238E27FC236}">
                <a16:creationId xmlns:a16="http://schemas.microsoft.com/office/drawing/2014/main" id="{47BF0FD6-0D2F-02DB-4545-1537A278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725" y="3194050"/>
            <a:ext cx="6159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84" name="Text Box 2024">
            <a:extLst>
              <a:ext uri="{FF2B5EF4-FFF2-40B4-BE49-F238E27FC236}">
                <a16:creationId xmlns:a16="http://schemas.microsoft.com/office/drawing/2014/main" id="{896937BB-4278-AA08-A4AC-834337E0C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3" y="3703638"/>
            <a:ext cx="12922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00">
                <a:solidFill>
                  <a:srgbClr val="0000CC"/>
                </a:solidFill>
              </a:rPr>
              <a:t>Lavar mexilhões </a:t>
            </a:r>
          </a:p>
        </p:txBody>
      </p:sp>
      <p:sp>
        <p:nvSpPr>
          <p:cNvPr id="9285" name="Line 2025">
            <a:extLst>
              <a:ext uri="{FF2B5EF4-FFF2-40B4-BE49-F238E27FC236}">
                <a16:creationId xmlns:a16="http://schemas.microsoft.com/office/drawing/2014/main" id="{3B6E0B8A-B9A0-1E6F-1DBE-414AC99B01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6363" y="4298950"/>
            <a:ext cx="8780462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pic>
        <p:nvPicPr>
          <p:cNvPr id="9286" name="Picture 2031" descr="Jato de agua">
            <a:extLst>
              <a:ext uri="{FF2B5EF4-FFF2-40B4-BE49-F238E27FC236}">
                <a16:creationId xmlns:a16="http://schemas.microsoft.com/office/drawing/2014/main" id="{9C370968-8164-22C6-EDCB-24F3FA10E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63" y="3829050"/>
            <a:ext cx="59531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87" name="Picture 2028" descr="Banho de agua">
            <a:extLst>
              <a:ext uri="{FF2B5EF4-FFF2-40B4-BE49-F238E27FC236}">
                <a16:creationId xmlns:a16="http://schemas.microsoft.com/office/drawing/2014/main" id="{0CDAD9A3-210D-E3AB-B614-18652BBDE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838" y="3857625"/>
            <a:ext cx="585787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88" name="Picture 2027" descr="Banho quimico">
            <a:extLst>
              <a:ext uri="{FF2B5EF4-FFF2-40B4-BE49-F238E27FC236}">
                <a16:creationId xmlns:a16="http://schemas.microsoft.com/office/drawing/2014/main" id="{CD2E2C3D-335F-BC22-C334-D8A054C9A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888" y="3829050"/>
            <a:ext cx="6000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89" name="Picture 2026" descr="Eixo com orificios">
            <a:extLst>
              <a:ext uri="{FF2B5EF4-FFF2-40B4-BE49-F238E27FC236}">
                <a16:creationId xmlns:a16="http://schemas.microsoft.com/office/drawing/2014/main" id="{8393BF47-3BC9-72C7-A05C-FF60CF417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713" y="3829050"/>
            <a:ext cx="266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90" name="Rectangle 2032">
            <a:extLst>
              <a:ext uri="{FF2B5EF4-FFF2-40B4-BE49-F238E27FC236}">
                <a16:creationId xmlns:a16="http://schemas.microsoft.com/office/drawing/2014/main" id="{76315704-F8BA-710E-7A1A-5868F6213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91" name="Rectangle 2034">
            <a:extLst>
              <a:ext uri="{FF2B5EF4-FFF2-40B4-BE49-F238E27FC236}">
                <a16:creationId xmlns:a16="http://schemas.microsoft.com/office/drawing/2014/main" id="{5365649C-DD80-F8C3-FEFA-A11CF12D7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803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92" name="Rectangle 2036">
            <a:extLst>
              <a:ext uri="{FF2B5EF4-FFF2-40B4-BE49-F238E27FC236}">
                <a16:creationId xmlns:a16="http://schemas.microsoft.com/office/drawing/2014/main" id="{704D44A2-3F49-F4FD-8FC7-17ED3DB99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93" name="Rectangle 2038">
            <a:extLst>
              <a:ext uri="{FF2B5EF4-FFF2-40B4-BE49-F238E27FC236}">
                <a16:creationId xmlns:a16="http://schemas.microsoft.com/office/drawing/2014/main" id="{C02321E1-C87C-A16C-1402-F3A6DD492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94" name="Rectangle 2040">
            <a:extLst>
              <a:ext uri="{FF2B5EF4-FFF2-40B4-BE49-F238E27FC236}">
                <a16:creationId xmlns:a16="http://schemas.microsoft.com/office/drawing/2014/main" id="{44C4FAB6-1FD4-295E-DD9A-A4C2949D1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95" name="Rectangle 2042">
            <a:extLst>
              <a:ext uri="{FF2B5EF4-FFF2-40B4-BE49-F238E27FC236}">
                <a16:creationId xmlns:a16="http://schemas.microsoft.com/office/drawing/2014/main" id="{F38779BA-BCD1-A2E7-C087-4E3811520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858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pic>
        <p:nvPicPr>
          <p:cNvPr id="9296" name="Picture 2074" descr="Tambor com jatos">
            <a:extLst>
              <a:ext uri="{FF2B5EF4-FFF2-40B4-BE49-F238E27FC236}">
                <a16:creationId xmlns:a16="http://schemas.microsoft.com/office/drawing/2014/main" id="{4BA3E13C-38BE-D4E7-A627-E223A443F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263" y="3843338"/>
            <a:ext cx="4095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97" name="Picture 2073" descr="Ducha">
            <a:extLst>
              <a:ext uri="{FF2B5EF4-FFF2-40B4-BE49-F238E27FC236}">
                <a16:creationId xmlns:a16="http://schemas.microsoft.com/office/drawing/2014/main" id="{6D9B6CD6-2F5F-5E8D-27F1-C64F2A7F3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913" y="3871913"/>
            <a:ext cx="4095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98" name="Rectangle 2076">
            <a:extLst>
              <a:ext uri="{FF2B5EF4-FFF2-40B4-BE49-F238E27FC236}">
                <a16:creationId xmlns:a16="http://schemas.microsoft.com/office/drawing/2014/main" id="{C7EDB947-7866-5900-E4F3-40072B2CC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99" name="Rectangle 2078">
            <a:extLst>
              <a:ext uri="{FF2B5EF4-FFF2-40B4-BE49-F238E27FC236}">
                <a16:creationId xmlns:a16="http://schemas.microsoft.com/office/drawing/2014/main" id="{8D634EC9-3386-36A2-ABB9-8754F1BF5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0803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00" name="Rectangle 2080">
            <a:extLst>
              <a:ext uri="{FF2B5EF4-FFF2-40B4-BE49-F238E27FC236}">
                <a16:creationId xmlns:a16="http://schemas.microsoft.com/office/drawing/2014/main" id="{3C649B11-E3F8-A06E-EAC5-734284DB6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01" name="Text Box 2099">
            <a:extLst>
              <a:ext uri="{FF2B5EF4-FFF2-40B4-BE49-F238E27FC236}">
                <a16:creationId xmlns:a16="http://schemas.microsoft.com/office/drawing/2014/main" id="{3A0C7593-EEDE-CE20-9EC0-8D3C8F5B9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4286250"/>
            <a:ext cx="10001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00">
                <a:solidFill>
                  <a:srgbClr val="0000CC"/>
                </a:solidFill>
              </a:rPr>
              <a:t>Separar detritos </a:t>
            </a:r>
          </a:p>
        </p:txBody>
      </p:sp>
      <p:sp>
        <p:nvSpPr>
          <p:cNvPr id="9302" name="Line 2100">
            <a:extLst>
              <a:ext uri="{FF2B5EF4-FFF2-40B4-BE49-F238E27FC236}">
                <a16:creationId xmlns:a16="http://schemas.microsoft.com/office/drawing/2014/main" id="{4E4F4AD0-4F04-17B2-8260-71764C41BE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" y="4841875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pic>
        <p:nvPicPr>
          <p:cNvPr id="9303" name="Picture 2105" descr="Grade">
            <a:extLst>
              <a:ext uri="{FF2B5EF4-FFF2-40B4-BE49-F238E27FC236}">
                <a16:creationId xmlns:a16="http://schemas.microsoft.com/office/drawing/2014/main" id="{1488BCA8-D8AE-1152-0696-617FA3376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4422775"/>
            <a:ext cx="627063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04" name="Picture 2104" descr="Fluxo de ar 2">
            <a:extLst>
              <a:ext uri="{FF2B5EF4-FFF2-40B4-BE49-F238E27FC236}">
                <a16:creationId xmlns:a16="http://schemas.microsoft.com/office/drawing/2014/main" id="{A52C2F86-F81B-48F8-9200-C0DE27CFC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75" y="4422775"/>
            <a:ext cx="6270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05" name="Picture 2103" descr="Densidade">
            <a:extLst>
              <a:ext uri="{FF2B5EF4-FFF2-40B4-BE49-F238E27FC236}">
                <a16:creationId xmlns:a16="http://schemas.microsoft.com/office/drawing/2014/main" id="{DAFB3D83-357A-02C2-B13E-C8E9B8CC6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950" y="4467225"/>
            <a:ext cx="5889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06" name="Picture 2102" descr="Placa com orificios">
            <a:extLst>
              <a:ext uri="{FF2B5EF4-FFF2-40B4-BE49-F238E27FC236}">
                <a16:creationId xmlns:a16="http://schemas.microsoft.com/office/drawing/2014/main" id="{437A8156-808A-B2FA-9A8B-36B50C839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00" y="4424363"/>
            <a:ext cx="628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07" name="Picture 2101" descr="Jato de agua">
            <a:extLst>
              <a:ext uri="{FF2B5EF4-FFF2-40B4-BE49-F238E27FC236}">
                <a16:creationId xmlns:a16="http://schemas.microsoft.com/office/drawing/2014/main" id="{677002C9-AE1C-A8E7-09F4-EA67CC83A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0" y="4367213"/>
            <a:ext cx="6477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08" name="Rectangle 2107">
            <a:extLst>
              <a:ext uri="{FF2B5EF4-FFF2-40B4-BE49-F238E27FC236}">
                <a16:creationId xmlns:a16="http://schemas.microsoft.com/office/drawing/2014/main" id="{252CBEFA-5AFA-256B-3FAE-445A4AC66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09" name="Rectangle 2109">
            <a:extLst>
              <a:ext uri="{FF2B5EF4-FFF2-40B4-BE49-F238E27FC236}">
                <a16:creationId xmlns:a16="http://schemas.microsoft.com/office/drawing/2014/main" id="{BCB31118-A77E-A520-FD2A-5C5E3C04E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803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10" name="Rectangle 2111">
            <a:extLst>
              <a:ext uri="{FF2B5EF4-FFF2-40B4-BE49-F238E27FC236}">
                <a16:creationId xmlns:a16="http://schemas.microsoft.com/office/drawing/2014/main" id="{536632EC-B147-9752-881B-D57F1F1F4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11" name="Rectangle 2113">
            <a:extLst>
              <a:ext uri="{FF2B5EF4-FFF2-40B4-BE49-F238E27FC236}">
                <a16:creationId xmlns:a16="http://schemas.microsoft.com/office/drawing/2014/main" id="{83AE6879-7974-94CE-6655-07EE696FF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12" name="Rectangle 2115">
            <a:extLst>
              <a:ext uri="{FF2B5EF4-FFF2-40B4-BE49-F238E27FC236}">
                <a16:creationId xmlns:a16="http://schemas.microsoft.com/office/drawing/2014/main" id="{593E8B3D-832E-54B1-DA83-2DC5C7C3B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13" name="Rectangle 2117">
            <a:extLst>
              <a:ext uri="{FF2B5EF4-FFF2-40B4-BE49-F238E27FC236}">
                <a16:creationId xmlns:a16="http://schemas.microsoft.com/office/drawing/2014/main" id="{74F49808-9EF9-979E-C2CB-3AD7C7926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858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14" name="Text Box 2148">
            <a:extLst>
              <a:ext uri="{FF2B5EF4-FFF2-40B4-BE49-F238E27FC236}">
                <a16:creationId xmlns:a16="http://schemas.microsoft.com/office/drawing/2014/main" id="{C18AF79B-F6E8-1246-DE13-4C543557D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3" y="4878388"/>
            <a:ext cx="13493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00">
                <a:solidFill>
                  <a:srgbClr val="0000CC"/>
                </a:solidFill>
              </a:rPr>
              <a:t>Guiar água com detritos </a:t>
            </a:r>
          </a:p>
        </p:txBody>
      </p:sp>
      <p:sp>
        <p:nvSpPr>
          <p:cNvPr id="9315" name="Line 2149">
            <a:extLst>
              <a:ext uri="{FF2B5EF4-FFF2-40B4-BE49-F238E27FC236}">
                <a16:creationId xmlns:a16="http://schemas.microsoft.com/office/drawing/2014/main" id="{F9813928-677C-CF6D-67F9-20993EBC8B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7950" y="5407025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pic>
        <p:nvPicPr>
          <p:cNvPr id="9316" name="Picture 2155" descr="Bombear">
            <a:extLst>
              <a:ext uri="{FF2B5EF4-FFF2-40B4-BE49-F238E27FC236}">
                <a16:creationId xmlns:a16="http://schemas.microsoft.com/office/drawing/2014/main" id="{AF4ACB06-29F8-E3AE-DCC9-D6A169207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4975225"/>
            <a:ext cx="6381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7" name="Picture 2154" descr="Tubulacao 2">
            <a:extLst>
              <a:ext uri="{FF2B5EF4-FFF2-40B4-BE49-F238E27FC236}">
                <a16:creationId xmlns:a16="http://schemas.microsoft.com/office/drawing/2014/main" id="{A1E9377B-BA89-B163-B0D0-945A8903C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4975225"/>
            <a:ext cx="3524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" name="Picture 2152" descr="Tubo flexivel">
            <a:extLst>
              <a:ext uri="{FF2B5EF4-FFF2-40B4-BE49-F238E27FC236}">
                <a16:creationId xmlns:a16="http://schemas.microsoft.com/office/drawing/2014/main" id="{1A604D9F-0017-42AB-E771-BC98BB6B6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025" y="4946650"/>
            <a:ext cx="35242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" name="Picture 2151" descr="Canaleta">
            <a:extLst>
              <a:ext uri="{FF2B5EF4-FFF2-40B4-BE49-F238E27FC236}">
                <a16:creationId xmlns:a16="http://schemas.microsoft.com/office/drawing/2014/main" id="{CF8BDBF0-8EDB-E2C8-4906-50D95356B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25" y="5032375"/>
            <a:ext cx="6858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20" name="Rectangle 2156">
            <a:extLst>
              <a:ext uri="{FF2B5EF4-FFF2-40B4-BE49-F238E27FC236}">
                <a16:creationId xmlns:a16="http://schemas.microsoft.com/office/drawing/2014/main" id="{F1D26892-025D-90A3-2285-153C91995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21" name="Rectangle 2158">
            <a:extLst>
              <a:ext uri="{FF2B5EF4-FFF2-40B4-BE49-F238E27FC236}">
                <a16:creationId xmlns:a16="http://schemas.microsoft.com/office/drawing/2014/main" id="{6B8F3F93-7A4D-A37E-EC22-BDE90B9EF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803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22" name="Rectangle 2160">
            <a:extLst>
              <a:ext uri="{FF2B5EF4-FFF2-40B4-BE49-F238E27FC236}">
                <a16:creationId xmlns:a16="http://schemas.microsoft.com/office/drawing/2014/main" id="{C213754C-DE3C-A4F5-54A2-2BAC2CD8A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23" name="Rectangle 2162">
            <a:extLst>
              <a:ext uri="{FF2B5EF4-FFF2-40B4-BE49-F238E27FC236}">
                <a16:creationId xmlns:a16="http://schemas.microsoft.com/office/drawing/2014/main" id="{7A969C0A-A025-C04A-6016-03D4A9EC4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24" name="Rectangle 2164">
            <a:extLst>
              <a:ext uri="{FF2B5EF4-FFF2-40B4-BE49-F238E27FC236}">
                <a16:creationId xmlns:a16="http://schemas.microsoft.com/office/drawing/2014/main" id="{EBD6404C-AA3C-5ABB-97BB-C03A96139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25" name="Rectangle 2166">
            <a:extLst>
              <a:ext uri="{FF2B5EF4-FFF2-40B4-BE49-F238E27FC236}">
                <a16:creationId xmlns:a16="http://schemas.microsoft.com/office/drawing/2014/main" id="{9527F9E4-7DB7-14FC-DEC3-D25089ED5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3201988"/>
            <a:ext cx="8858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26" name="Text Box 2197">
            <a:extLst>
              <a:ext uri="{FF2B5EF4-FFF2-40B4-BE49-F238E27FC236}">
                <a16:creationId xmlns:a16="http://schemas.microsoft.com/office/drawing/2014/main" id="{AB9AE92A-9EA4-2BF2-31DB-D7B9AF485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288" y="5416550"/>
            <a:ext cx="1450976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00">
                <a:solidFill>
                  <a:srgbClr val="0000CC"/>
                </a:solidFill>
              </a:rPr>
              <a:t>Coletar água com detritos</a:t>
            </a:r>
            <a:r>
              <a:rPr lang="pt-BR" altLang="pt-BR" sz="160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9327" name="Line 2198">
            <a:extLst>
              <a:ext uri="{FF2B5EF4-FFF2-40B4-BE49-F238E27FC236}">
                <a16:creationId xmlns:a16="http://schemas.microsoft.com/office/drawing/2014/main" id="{1CB74D1C-E84D-2523-B2EA-C3008A06FA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" y="5976938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pic>
        <p:nvPicPr>
          <p:cNvPr id="9328" name="Picture 2201" descr="Tanque">
            <a:extLst>
              <a:ext uri="{FF2B5EF4-FFF2-40B4-BE49-F238E27FC236}">
                <a16:creationId xmlns:a16="http://schemas.microsoft.com/office/drawing/2014/main" id="{8A1AFED7-A8D1-716B-BF48-E61D372A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5524500"/>
            <a:ext cx="4572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29" name="Picture 2200" descr="Recircular">
            <a:extLst>
              <a:ext uri="{FF2B5EF4-FFF2-40B4-BE49-F238E27FC236}">
                <a16:creationId xmlns:a16="http://schemas.microsoft.com/office/drawing/2014/main" id="{C51FF96F-2DAF-A18B-0E5B-0B9427FFE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5453063"/>
            <a:ext cx="3714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30" name="Picture 2199" descr="Sistema de esgot">
            <a:extLst>
              <a:ext uri="{FF2B5EF4-FFF2-40B4-BE49-F238E27FC236}">
                <a16:creationId xmlns:a16="http://schemas.microsoft.com/office/drawing/2014/main" id="{C4518610-81A4-795E-A975-F7CD77554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2550" y="5568950"/>
            <a:ext cx="6191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31" name="Rectangle 2202">
            <a:extLst>
              <a:ext uri="{FF2B5EF4-FFF2-40B4-BE49-F238E27FC236}">
                <a16:creationId xmlns:a16="http://schemas.microsoft.com/office/drawing/2014/main" id="{63E36C3C-DD62-5C66-293F-E87AB4859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32" name="Rectangle 2204">
            <a:extLst>
              <a:ext uri="{FF2B5EF4-FFF2-40B4-BE49-F238E27FC236}">
                <a16:creationId xmlns:a16="http://schemas.microsoft.com/office/drawing/2014/main" id="{190D5E50-F052-4493-B48D-AA5112C47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0803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33" name="Rectangle 2206">
            <a:extLst>
              <a:ext uri="{FF2B5EF4-FFF2-40B4-BE49-F238E27FC236}">
                <a16:creationId xmlns:a16="http://schemas.microsoft.com/office/drawing/2014/main" id="{EC5F9336-745B-4B94-A7C6-0DC96826C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34" name="Line 2225">
            <a:extLst>
              <a:ext uri="{FF2B5EF4-FFF2-40B4-BE49-F238E27FC236}">
                <a16:creationId xmlns:a16="http://schemas.microsoft.com/office/drawing/2014/main" id="{5D99A5CB-73F6-9E68-C30B-D91C643490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4775" y="6505575"/>
            <a:ext cx="8780463" cy="0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9335" name="Text Box 2226">
            <a:extLst>
              <a:ext uri="{FF2B5EF4-FFF2-40B4-BE49-F238E27FC236}">
                <a16:creationId xmlns:a16="http://schemas.microsoft.com/office/drawing/2014/main" id="{5CE563A2-C925-4827-4A49-35C23F201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" y="5965825"/>
            <a:ext cx="12477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400">
                <a:solidFill>
                  <a:srgbClr val="0000CC"/>
                </a:solidFill>
              </a:rPr>
              <a:t>Pegar mexilhões </a:t>
            </a:r>
          </a:p>
        </p:txBody>
      </p:sp>
      <p:pic>
        <p:nvPicPr>
          <p:cNvPr id="9336" name="Picture 2230" descr="Abrindo dispositivo">
            <a:extLst>
              <a:ext uri="{FF2B5EF4-FFF2-40B4-BE49-F238E27FC236}">
                <a16:creationId xmlns:a16="http://schemas.microsoft.com/office/drawing/2014/main" id="{09206C17-B8BB-5249-0987-716D28221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6046788"/>
            <a:ext cx="3429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37" name="Picture 2229" descr="Fluxo de material">
            <a:extLst>
              <a:ext uri="{FF2B5EF4-FFF2-40B4-BE49-F238E27FC236}">
                <a16:creationId xmlns:a16="http://schemas.microsoft.com/office/drawing/2014/main" id="{A1A5FF2F-4A04-B5FE-9829-8737D7A6A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63" y="6061075"/>
            <a:ext cx="5810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38" name="Picture 2228" descr="Com ferramenta">
            <a:extLst>
              <a:ext uri="{FF2B5EF4-FFF2-40B4-BE49-F238E27FC236}">
                <a16:creationId xmlns:a16="http://schemas.microsoft.com/office/drawing/2014/main" id="{C0D39870-8B42-7853-30AF-F5A398A67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6075363"/>
            <a:ext cx="3810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39" name="Picture 2227" descr="Manualmente">
            <a:extLst>
              <a:ext uri="{FF2B5EF4-FFF2-40B4-BE49-F238E27FC236}">
                <a16:creationId xmlns:a16="http://schemas.microsoft.com/office/drawing/2014/main" id="{DE39AE0E-CF9C-75DE-5E00-C48FE7704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63" y="6061075"/>
            <a:ext cx="233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40" name="Rectangle 2231">
            <a:extLst>
              <a:ext uri="{FF2B5EF4-FFF2-40B4-BE49-F238E27FC236}">
                <a16:creationId xmlns:a16="http://schemas.microsoft.com/office/drawing/2014/main" id="{0BE0369B-E25D-E933-9447-5FABE349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01988"/>
            <a:ext cx="8128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41" name="Rectangle 2233">
            <a:extLst>
              <a:ext uri="{FF2B5EF4-FFF2-40B4-BE49-F238E27FC236}">
                <a16:creationId xmlns:a16="http://schemas.microsoft.com/office/drawing/2014/main" id="{AB0CEAF5-889A-FD02-EE01-FF0F07281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01988"/>
            <a:ext cx="808038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42" name="Rectangle 2235">
            <a:extLst>
              <a:ext uri="{FF2B5EF4-FFF2-40B4-BE49-F238E27FC236}">
                <a16:creationId xmlns:a16="http://schemas.microsoft.com/office/drawing/2014/main" id="{097CC0C7-3915-9919-28CB-D54389E1C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343" name="Rectangle 2237">
            <a:extLst>
              <a:ext uri="{FF2B5EF4-FFF2-40B4-BE49-F238E27FC236}">
                <a16:creationId xmlns:a16="http://schemas.microsoft.com/office/drawing/2014/main" id="{3B368976-1C74-DC88-DE11-52EF949C8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201988"/>
            <a:ext cx="8096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18" name="Ink 2261">
            <a:extLst>
              <a:ext uri="{FF2B5EF4-FFF2-40B4-BE49-F238E27FC236}">
                <a16:creationId xmlns:a16="http://schemas.microsoft.com/office/drawing/2014/main" id="{3655D58A-F839-6CF6-3982-72C180C6A92D}"/>
              </a:ext>
            </a:extLst>
          </p:cNvPr>
          <p:cNvSpPr>
            <a:spLocks noRot="1" noChangeAspect="1" noEditPoints="1" noChangeArrowheads="1" noChangeShapeType="1" noTextEdit="1"/>
          </p:cNvSpPr>
          <p:nvPr/>
        </p:nvSpPr>
        <p:spPr bwMode="auto">
          <a:xfrm>
            <a:off x="60325" y="6596063"/>
            <a:ext cx="8948738" cy="127000"/>
          </a:xfrm>
          <a:custGeom>
            <a:avLst/>
            <a:gdLst>
              <a:gd name="T0" fmla="+- 0 167 167"/>
              <a:gd name="T1" fmla="*/ T0 w 24856"/>
              <a:gd name="T2" fmla="+- 0 18661 18322"/>
              <a:gd name="T3" fmla="*/ 18661 h 351"/>
              <a:gd name="T4" fmla="+- 0 691 167"/>
              <a:gd name="T5" fmla="*/ T4 w 24856"/>
              <a:gd name="T6" fmla="+- 0 18533 18322"/>
              <a:gd name="T7" fmla="*/ 18533 h 351"/>
              <a:gd name="T8" fmla="+- 0 1531 167"/>
              <a:gd name="T9" fmla="*/ T8 w 24856"/>
              <a:gd name="T10" fmla="+- 0 18554 18322"/>
              <a:gd name="T11" fmla="*/ 18554 h 351"/>
              <a:gd name="T12" fmla="+- 0 2569 167"/>
              <a:gd name="T13" fmla="*/ T12 w 24856"/>
              <a:gd name="T14" fmla="+- 0 18554 18322"/>
              <a:gd name="T15" fmla="*/ 18554 h 351"/>
              <a:gd name="T16" fmla="+- 0 4221 167"/>
              <a:gd name="T17" fmla="*/ T16 w 24856"/>
              <a:gd name="T18" fmla="+- 0 18632 18322"/>
              <a:gd name="T19" fmla="*/ 18632 h 351"/>
              <a:gd name="T20" fmla="+- 0 5121 167"/>
              <a:gd name="T21" fmla="*/ T20 w 24856"/>
              <a:gd name="T22" fmla="+- 0 18560 18322"/>
              <a:gd name="T23" fmla="*/ 18560 h 351"/>
              <a:gd name="T24" fmla="+- 0 6254 167"/>
              <a:gd name="T25" fmla="*/ T24 w 24856"/>
              <a:gd name="T26" fmla="+- 0 18424 18322"/>
              <a:gd name="T27" fmla="*/ 18424 h 351"/>
              <a:gd name="T28" fmla="+- 0 7273 167"/>
              <a:gd name="T29" fmla="*/ T28 w 24856"/>
              <a:gd name="T30" fmla="+- 0 18496 18322"/>
              <a:gd name="T31" fmla="*/ 18496 h 351"/>
              <a:gd name="T32" fmla="+- 0 8637 167"/>
              <a:gd name="T33" fmla="*/ T32 w 24856"/>
              <a:gd name="T34" fmla="+- 0 18384 18322"/>
              <a:gd name="T35" fmla="*/ 18384 h 351"/>
              <a:gd name="T36" fmla="+- 0 10122 167"/>
              <a:gd name="T37" fmla="*/ T36 w 24856"/>
              <a:gd name="T38" fmla="+- 0 18448 18322"/>
              <a:gd name="T39" fmla="*/ 18448 h 351"/>
              <a:gd name="T40" fmla="+- 0 11401 167"/>
              <a:gd name="T41" fmla="*/ T40 w 24856"/>
              <a:gd name="T42" fmla="+- 0 18382 18322"/>
              <a:gd name="T43" fmla="*/ 18382 h 351"/>
              <a:gd name="T44" fmla="+- 0 12167 167"/>
              <a:gd name="T45" fmla="*/ T44 w 24856"/>
              <a:gd name="T46" fmla="+- 0 18403 18322"/>
              <a:gd name="T47" fmla="*/ 18403 h 351"/>
              <a:gd name="T48" fmla="+- 0 13370 167"/>
              <a:gd name="T49" fmla="*/ T48 w 24856"/>
              <a:gd name="T50" fmla="+- 0 18341 18322"/>
              <a:gd name="T51" fmla="*/ 18341 h 351"/>
              <a:gd name="T52" fmla="+- 0 14190 167"/>
              <a:gd name="T53" fmla="*/ T52 w 24856"/>
              <a:gd name="T54" fmla="+- 0 18391 18322"/>
              <a:gd name="T55" fmla="*/ 18391 h 351"/>
              <a:gd name="T56" fmla="+- 0 15358 167"/>
              <a:gd name="T57" fmla="*/ T56 w 24856"/>
              <a:gd name="T58" fmla="+- 0 18362 18322"/>
              <a:gd name="T59" fmla="*/ 18362 h 351"/>
              <a:gd name="T60" fmla="+- 0 16857 167"/>
              <a:gd name="T61" fmla="*/ T60 w 24856"/>
              <a:gd name="T62" fmla="+- 0 18667 18322"/>
              <a:gd name="T63" fmla="*/ 18667 h 351"/>
              <a:gd name="T64" fmla="+- 0 18052 167"/>
              <a:gd name="T65" fmla="*/ T64 w 24856"/>
              <a:gd name="T66" fmla="+- 0 18492 18322"/>
              <a:gd name="T67" fmla="*/ 18492 h 351"/>
              <a:gd name="T68" fmla="+- 0 18903 167"/>
              <a:gd name="T69" fmla="*/ T68 w 24856"/>
              <a:gd name="T70" fmla="+- 0 18517 18322"/>
              <a:gd name="T71" fmla="*/ 18517 h 351"/>
              <a:gd name="T72" fmla="+- 0 19998 167"/>
              <a:gd name="T73" fmla="*/ T72 w 24856"/>
              <a:gd name="T74" fmla="+- 0 18531 18322"/>
              <a:gd name="T75" fmla="*/ 18531 h 351"/>
              <a:gd name="T76" fmla="+- 0 21273 167"/>
              <a:gd name="T77" fmla="*/ T76 w 24856"/>
              <a:gd name="T78" fmla="+- 0 18452 18322"/>
              <a:gd name="T79" fmla="*/ 18452 h 351"/>
              <a:gd name="T80" fmla="+- 0 22938 167"/>
              <a:gd name="T81" fmla="*/ T80 w 24856"/>
              <a:gd name="T82" fmla="+- 0 18548 18322"/>
              <a:gd name="T83" fmla="*/ 18548 h 351"/>
              <a:gd name="T84" fmla="+- 0 23731 167"/>
              <a:gd name="T85" fmla="*/ T84 w 24856"/>
              <a:gd name="T86" fmla="+- 0 18506 18322"/>
              <a:gd name="T87" fmla="*/ 18506 h 351"/>
              <a:gd name="T88" fmla="+- 0 24983 167"/>
              <a:gd name="T89" fmla="*/ T88 w 24856"/>
              <a:gd name="T90" fmla="+- 0 18535 18322"/>
              <a:gd name="T91" fmla="*/ 18535 h 351"/>
              <a:gd name="T92" fmla="+- 0 24968 167"/>
              <a:gd name="T93" fmla="*/ T92 w 24856"/>
              <a:gd name="T94" fmla="+- 0 18419 18322"/>
              <a:gd name="T95" fmla="*/ 18419 h 351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  <a:cxn ang="0">
                <a:pos x="T21" y="T23"/>
              </a:cxn>
              <a:cxn ang="0">
                <a:pos x="T25" y="T27"/>
              </a:cxn>
              <a:cxn ang="0">
                <a:pos x="T29" y="T31"/>
              </a:cxn>
              <a:cxn ang="0">
                <a:pos x="T33" y="T35"/>
              </a:cxn>
              <a:cxn ang="0">
                <a:pos x="T37" y="T39"/>
              </a:cxn>
              <a:cxn ang="0">
                <a:pos x="T41" y="T43"/>
              </a:cxn>
              <a:cxn ang="0">
                <a:pos x="T45" y="T47"/>
              </a:cxn>
              <a:cxn ang="0">
                <a:pos x="T49" y="T51"/>
              </a:cxn>
              <a:cxn ang="0">
                <a:pos x="T53" y="T55"/>
              </a:cxn>
              <a:cxn ang="0">
                <a:pos x="T57" y="T59"/>
              </a:cxn>
              <a:cxn ang="0">
                <a:pos x="T61" y="T63"/>
              </a:cxn>
              <a:cxn ang="0">
                <a:pos x="T65" y="T67"/>
              </a:cxn>
              <a:cxn ang="0">
                <a:pos x="T69" y="T71"/>
              </a:cxn>
              <a:cxn ang="0">
                <a:pos x="T73" y="T75"/>
              </a:cxn>
              <a:cxn ang="0">
                <a:pos x="T77" y="T79"/>
              </a:cxn>
              <a:cxn ang="0">
                <a:pos x="T81" y="T83"/>
              </a:cxn>
              <a:cxn ang="0">
                <a:pos x="T85" y="T87"/>
              </a:cxn>
              <a:cxn ang="0">
                <a:pos x="T89" y="T91"/>
              </a:cxn>
              <a:cxn ang="0">
                <a:pos x="T93" y="T95"/>
              </a:cxn>
            </a:cxnLst>
            <a:rect l="0" t="0" r="r" b="b"/>
            <a:pathLst>
              <a:path w="24856" h="351" extrusionOk="0">
                <a:moveTo>
                  <a:pt x="0" y="339"/>
                </a:moveTo>
                <a:cubicBezTo>
                  <a:pt x="195" y="287"/>
                  <a:pt x="323" y="239"/>
                  <a:pt x="524" y="211"/>
                </a:cubicBezTo>
                <a:cubicBezTo>
                  <a:pt x="825" y="169"/>
                  <a:pt x="1064" y="194"/>
                  <a:pt x="1364" y="232"/>
                </a:cubicBezTo>
                <a:cubicBezTo>
                  <a:pt x="1752" y="282"/>
                  <a:pt x="2016" y="292"/>
                  <a:pt x="2402" y="232"/>
                </a:cubicBezTo>
                <a:cubicBezTo>
                  <a:pt x="3051" y="131"/>
                  <a:pt x="3449" y="264"/>
                  <a:pt x="4054" y="310"/>
                </a:cubicBezTo>
                <a:cubicBezTo>
                  <a:pt x="4328" y="331"/>
                  <a:pt x="4679" y="276"/>
                  <a:pt x="4954" y="238"/>
                </a:cubicBezTo>
                <a:cubicBezTo>
                  <a:pt x="5332" y="186"/>
                  <a:pt x="5704" y="129"/>
                  <a:pt x="6087" y="102"/>
                </a:cubicBezTo>
                <a:cubicBezTo>
                  <a:pt x="6452" y="76"/>
                  <a:pt x="6753" y="148"/>
                  <a:pt x="7106" y="174"/>
                </a:cubicBezTo>
                <a:cubicBezTo>
                  <a:pt x="7561" y="207"/>
                  <a:pt x="8018" y="113"/>
                  <a:pt x="8470" y="62"/>
                </a:cubicBezTo>
                <a:cubicBezTo>
                  <a:pt x="8996" y="3"/>
                  <a:pt x="9461" y="142"/>
                  <a:pt x="9955" y="126"/>
                </a:cubicBezTo>
                <a:cubicBezTo>
                  <a:pt x="10383" y="113"/>
                  <a:pt x="10801" y="64"/>
                  <a:pt x="11234" y="60"/>
                </a:cubicBezTo>
                <a:cubicBezTo>
                  <a:pt x="11501" y="58"/>
                  <a:pt x="11760" y="63"/>
                  <a:pt x="12000" y="81"/>
                </a:cubicBezTo>
                <a:cubicBezTo>
                  <a:pt x="12409" y="112"/>
                  <a:pt x="12788" y="51"/>
                  <a:pt x="13203" y="19"/>
                </a:cubicBezTo>
                <a:cubicBezTo>
                  <a:pt x="13495" y="-3"/>
                  <a:pt x="13741" y="64"/>
                  <a:pt x="14023" y="69"/>
                </a:cubicBezTo>
                <a:cubicBezTo>
                  <a:pt x="14415" y="76"/>
                  <a:pt x="14797" y="15"/>
                  <a:pt x="15191" y="40"/>
                </a:cubicBezTo>
                <a:cubicBezTo>
                  <a:pt x="15705" y="73"/>
                  <a:pt x="16189" y="319"/>
                  <a:pt x="16690" y="345"/>
                </a:cubicBezTo>
                <a:cubicBezTo>
                  <a:pt x="17086" y="366"/>
                  <a:pt x="17486" y="207"/>
                  <a:pt x="17885" y="170"/>
                </a:cubicBezTo>
                <a:cubicBezTo>
                  <a:pt x="18183" y="142"/>
                  <a:pt x="18439" y="169"/>
                  <a:pt x="18736" y="195"/>
                </a:cubicBezTo>
                <a:cubicBezTo>
                  <a:pt x="19105" y="228"/>
                  <a:pt x="19462" y="221"/>
                  <a:pt x="19831" y="209"/>
                </a:cubicBezTo>
                <a:cubicBezTo>
                  <a:pt x="20254" y="195"/>
                  <a:pt x="20682" y="126"/>
                  <a:pt x="21106" y="130"/>
                </a:cubicBezTo>
                <a:cubicBezTo>
                  <a:pt x="21683" y="136"/>
                  <a:pt x="22188" y="285"/>
                  <a:pt x="22771" y="226"/>
                </a:cubicBezTo>
                <a:cubicBezTo>
                  <a:pt x="23042" y="199"/>
                  <a:pt x="23293" y="187"/>
                  <a:pt x="23564" y="184"/>
                </a:cubicBezTo>
                <a:cubicBezTo>
                  <a:pt x="23955" y="180"/>
                  <a:pt x="24565" y="196"/>
                  <a:pt x="24816" y="213"/>
                </a:cubicBezTo>
                <a:cubicBezTo>
                  <a:pt x="24801" y="156"/>
                  <a:pt x="24796" y="137"/>
                  <a:pt x="24801" y="97"/>
                </a:cubicBezTo>
              </a:path>
            </a:pathLst>
          </a:custGeom>
          <a:noFill/>
          <a:ln w="19050" cap="rnd" algn="ctr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83E04BAD-6717-C6CA-8271-E1FA776C04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10242" name="Object 2">
                        <a:extLst>
                          <a:ext uri="{FF2B5EF4-FFF2-40B4-BE49-F238E27FC236}">
                            <a16:creationId xmlns:a16="http://schemas.microsoft.com/office/drawing/2014/main" id="{83E04BAD-6717-C6CA-8271-E1FA776C04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C4059E8B-E9E2-DC62-1E29-3712599ACEC6}"/>
              </a:ext>
            </a:extLst>
          </p:cNvPr>
          <p:cNvSpPr/>
          <p:nvPr/>
        </p:nvSpPr>
        <p:spPr>
          <a:xfrm>
            <a:off x="0" y="263525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63CB8B29-D524-0835-AEC8-BDDE2A486A2F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4622006" y="167482"/>
            <a:ext cx="2200275" cy="3859212"/>
            <a:chOff x="2181" y="1183"/>
            <a:chExt cx="1419" cy="1966"/>
          </a:xfrm>
        </p:grpSpPr>
        <p:grpSp>
          <p:nvGrpSpPr>
            <p:cNvPr id="10245" name="Group 107">
              <a:extLst>
                <a:ext uri="{FF2B5EF4-FFF2-40B4-BE49-F238E27FC236}">
                  <a16:creationId xmlns:a16="http://schemas.microsoft.com/office/drawing/2014/main" id="{7E7F3B0F-FAC0-3C60-F2E9-B3F4897C6C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0282" name="Group 108">
                <a:extLst>
                  <a:ext uri="{FF2B5EF4-FFF2-40B4-BE49-F238E27FC236}">
                    <a16:creationId xmlns:a16="http://schemas.microsoft.com/office/drawing/2014/main" id="{94DE8F0E-DC54-6DA5-8566-1A538FC45D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0288" name="Group 109">
                  <a:extLst>
                    <a:ext uri="{FF2B5EF4-FFF2-40B4-BE49-F238E27FC236}">
                      <a16:creationId xmlns:a16="http://schemas.microsoft.com/office/drawing/2014/main" id="{6230C694-00A6-2093-EDE3-1DA8C61591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0294" name="Freeform 110">
                    <a:extLst>
                      <a:ext uri="{FF2B5EF4-FFF2-40B4-BE49-F238E27FC236}">
                        <a16:creationId xmlns:a16="http://schemas.microsoft.com/office/drawing/2014/main" id="{B64E5F23-280E-7C9C-0407-3BB2F5CBE0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0295" name="Freeform 111">
                    <a:extLst>
                      <a:ext uri="{FF2B5EF4-FFF2-40B4-BE49-F238E27FC236}">
                        <a16:creationId xmlns:a16="http://schemas.microsoft.com/office/drawing/2014/main" id="{12951513-D203-E9DF-B198-13E37CD4DE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0289" name="Group 112">
                  <a:extLst>
                    <a:ext uri="{FF2B5EF4-FFF2-40B4-BE49-F238E27FC236}">
                      <a16:creationId xmlns:a16="http://schemas.microsoft.com/office/drawing/2014/main" id="{FA3BB75B-84E6-0619-4E8B-01CB1FB74B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0290" name="Freeform 113">
                    <a:extLst>
                      <a:ext uri="{FF2B5EF4-FFF2-40B4-BE49-F238E27FC236}">
                        <a16:creationId xmlns:a16="http://schemas.microsoft.com/office/drawing/2014/main" id="{90B17946-1AA9-510C-C58E-97CC3BC1EB1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0291" name="Freeform 114">
                    <a:extLst>
                      <a:ext uri="{FF2B5EF4-FFF2-40B4-BE49-F238E27FC236}">
                        <a16:creationId xmlns:a16="http://schemas.microsoft.com/office/drawing/2014/main" id="{D44A15A4-5DDA-FF23-0A11-D7CF93279E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0292" name="Freeform 115">
                    <a:extLst>
                      <a:ext uri="{FF2B5EF4-FFF2-40B4-BE49-F238E27FC236}">
                        <a16:creationId xmlns:a16="http://schemas.microsoft.com/office/drawing/2014/main" id="{E0BC3CD6-25A7-BF73-3405-9B0E0E4B67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0293" name="Freeform 116">
                    <a:extLst>
                      <a:ext uri="{FF2B5EF4-FFF2-40B4-BE49-F238E27FC236}">
                        <a16:creationId xmlns:a16="http://schemas.microsoft.com/office/drawing/2014/main" id="{934FEA9E-63D4-D74B-1528-73E49AE7FE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0283" name="Oval 117">
                <a:extLst>
                  <a:ext uri="{FF2B5EF4-FFF2-40B4-BE49-F238E27FC236}">
                    <a16:creationId xmlns:a16="http://schemas.microsoft.com/office/drawing/2014/main" id="{D98A5D22-4B8B-83BC-994B-CF78384A7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10284" name="Group 118">
                <a:extLst>
                  <a:ext uri="{FF2B5EF4-FFF2-40B4-BE49-F238E27FC236}">
                    <a16:creationId xmlns:a16="http://schemas.microsoft.com/office/drawing/2014/main" id="{B43FFF2F-233F-14CA-FED3-3A4A68F97F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0285" name="Oval 119">
                  <a:extLst>
                    <a:ext uri="{FF2B5EF4-FFF2-40B4-BE49-F238E27FC236}">
                      <a16:creationId xmlns:a16="http://schemas.microsoft.com/office/drawing/2014/main" id="{2759338D-8876-78A9-537B-D4FE09BF94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0286" name="Oval 120">
                  <a:extLst>
                    <a:ext uri="{FF2B5EF4-FFF2-40B4-BE49-F238E27FC236}">
                      <a16:creationId xmlns:a16="http://schemas.microsoft.com/office/drawing/2014/main" id="{674C804E-A4C7-7A37-BB20-C39D62F0A7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0287" name="Oval 121">
                  <a:extLst>
                    <a:ext uri="{FF2B5EF4-FFF2-40B4-BE49-F238E27FC236}">
                      <a16:creationId xmlns:a16="http://schemas.microsoft.com/office/drawing/2014/main" id="{3746F77C-8B34-86E6-3B2A-A97EE65FAD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10246" name="Group 122">
              <a:extLst>
                <a:ext uri="{FF2B5EF4-FFF2-40B4-BE49-F238E27FC236}">
                  <a16:creationId xmlns:a16="http://schemas.microsoft.com/office/drawing/2014/main" id="{77963E1D-4EFE-3FD1-C416-ADBAF2B0F5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0247" name="Freeform 123">
                <a:extLst>
                  <a:ext uri="{FF2B5EF4-FFF2-40B4-BE49-F238E27FC236}">
                    <a16:creationId xmlns:a16="http://schemas.microsoft.com/office/drawing/2014/main" id="{C9B451D2-A6BD-183E-39C2-755093482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48" name="Arc 124">
                <a:extLst>
                  <a:ext uri="{FF2B5EF4-FFF2-40B4-BE49-F238E27FC236}">
                    <a16:creationId xmlns:a16="http://schemas.microsoft.com/office/drawing/2014/main" id="{3FCD59A7-8BA7-F30F-E32E-8F5D0F85EF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49" name="Arc 125">
                <a:extLst>
                  <a:ext uri="{FF2B5EF4-FFF2-40B4-BE49-F238E27FC236}">
                    <a16:creationId xmlns:a16="http://schemas.microsoft.com/office/drawing/2014/main" id="{D48E1D70-6C25-FDC7-C1BA-7073A9854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0" name="Freeform 126">
                <a:extLst>
                  <a:ext uri="{FF2B5EF4-FFF2-40B4-BE49-F238E27FC236}">
                    <a16:creationId xmlns:a16="http://schemas.microsoft.com/office/drawing/2014/main" id="{EC0A897D-B2BB-B757-DFE5-6F272A26A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1" name="Arc 127">
                <a:extLst>
                  <a:ext uri="{FF2B5EF4-FFF2-40B4-BE49-F238E27FC236}">
                    <a16:creationId xmlns:a16="http://schemas.microsoft.com/office/drawing/2014/main" id="{20DDDE76-8A06-E339-1CB9-4BADDF9A9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52" name="Arc 128">
                <a:extLst>
                  <a:ext uri="{FF2B5EF4-FFF2-40B4-BE49-F238E27FC236}">
                    <a16:creationId xmlns:a16="http://schemas.microsoft.com/office/drawing/2014/main" id="{F98C73E8-6468-6EF4-2F84-ADE22C473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0253" name="Group 129">
                <a:extLst>
                  <a:ext uri="{FF2B5EF4-FFF2-40B4-BE49-F238E27FC236}">
                    <a16:creationId xmlns:a16="http://schemas.microsoft.com/office/drawing/2014/main" id="{BFEDF81A-8E72-F755-A705-8F0AA3C45A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0277" name="Group 130">
                  <a:extLst>
                    <a:ext uri="{FF2B5EF4-FFF2-40B4-BE49-F238E27FC236}">
                      <a16:creationId xmlns:a16="http://schemas.microsoft.com/office/drawing/2014/main" id="{C6379D11-1C85-9A0C-33E2-BA4D69421F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0279" name="Arc 131">
                    <a:extLst>
                      <a:ext uri="{FF2B5EF4-FFF2-40B4-BE49-F238E27FC236}">
                        <a16:creationId xmlns:a16="http://schemas.microsoft.com/office/drawing/2014/main" id="{4D866D55-53E0-4784-D62A-B78EAF856F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0280" name="Arc 132">
                    <a:extLst>
                      <a:ext uri="{FF2B5EF4-FFF2-40B4-BE49-F238E27FC236}">
                        <a16:creationId xmlns:a16="http://schemas.microsoft.com/office/drawing/2014/main" id="{397279F9-8151-BF65-DB9F-D5320BE5BD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0281" name="Arc 133">
                    <a:extLst>
                      <a:ext uri="{FF2B5EF4-FFF2-40B4-BE49-F238E27FC236}">
                        <a16:creationId xmlns:a16="http://schemas.microsoft.com/office/drawing/2014/main" id="{08F38673-7B4D-4E5F-86A2-7EEE569962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0278" name="Arc 134">
                  <a:extLst>
                    <a:ext uri="{FF2B5EF4-FFF2-40B4-BE49-F238E27FC236}">
                      <a16:creationId xmlns:a16="http://schemas.microsoft.com/office/drawing/2014/main" id="{51E7E0CB-D60F-B8D1-372E-23EB9D84D5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0254" name="Group 135">
                <a:extLst>
                  <a:ext uri="{FF2B5EF4-FFF2-40B4-BE49-F238E27FC236}">
                    <a16:creationId xmlns:a16="http://schemas.microsoft.com/office/drawing/2014/main" id="{BFFC2DA3-DAEF-B615-67F0-634B546878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0272" name="Group 136">
                  <a:extLst>
                    <a:ext uri="{FF2B5EF4-FFF2-40B4-BE49-F238E27FC236}">
                      <a16:creationId xmlns:a16="http://schemas.microsoft.com/office/drawing/2014/main" id="{9CC7AE74-3080-AFF8-6F8B-BE57D92916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0274" name="Arc 137">
                    <a:extLst>
                      <a:ext uri="{FF2B5EF4-FFF2-40B4-BE49-F238E27FC236}">
                        <a16:creationId xmlns:a16="http://schemas.microsoft.com/office/drawing/2014/main" id="{17FC62B8-E498-6813-9A9B-7877CB1AA5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0275" name="Arc 138">
                    <a:extLst>
                      <a:ext uri="{FF2B5EF4-FFF2-40B4-BE49-F238E27FC236}">
                        <a16:creationId xmlns:a16="http://schemas.microsoft.com/office/drawing/2014/main" id="{E2C6F34C-4AE4-4A9F-846F-55197EBB3A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0276" name="Arc 139">
                    <a:extLst>
                      <a:ext uri="{FF2B5EF4-FFF2-40B4-BE49-F238E27FC236}">
                        <a16:creationId xmlns:a16="http://schemas.microsoft.com/office/drawing/2014/main" id="{3525A2AC-92B1-CCD6-1901-0FED3359FB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0273" name="Arc 140">
                  <a:extLst>
                    <a:ext uri="{FF2B5EF4-FFF2-40B4-BE49-F238E27FC236}">
                      <a16:creationId xmlns:a16="http://schemas.microsoft.com/office/drawing/2014/main" id="{5C992EAE-F7A3-FEDA-33A3-F7A1FBA3C0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0255" name="Group 141">
                <a:extLst>
                  <a:ext uri="{FF2B5EF4-FFF2-40B4-BE49-F238E27FC236}">
                    <a16:creationId xmlns:a16="http://schemas.microsoft.com/office/drawing/2014/main" id="{6DF6BAA1-04F3-BCFB-3489-75B47480F3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0270" name="Arc 142">
                  <a:extLst>
                    <a:ext uri="{FF2B5EF4-FFF2-40B4-BE49-F238E27FC236}">
                      <a16:creationId xmlns:a16="http://schemas.microsoft.com/office/drawing/2014/main" id="{59C7D237-FE57-0D7D-6254-26EA0B3669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0271" name="Arc 143">
                  <a:extLst>
                    <a:ext uri="{FF2B5EF4-FFF2-40B4-BE49-F238E27FC236}">
                      <a16:creationId xmlns:a16="http://schemas.microsoft.com/office/drawing/2014/main" id="{F35762B8-3CBF-50BD-3F1C-30F6379875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0256" name="Group 144">
                <a:extLst>
                  <a:ext uri="{FF2B5EF4-FFF2-40B4-BE49-F238E27FC236}">
                    <a16:creationId xmlns:a16="http://schemas.microsoft.com/office/drawing/2014/main" id="{A6942786-FE53-82C9-EBB9-1BFEEBBF62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0268" name="Arc 145">
                  <a:extLst>
                    <a:ext uri="{FF2B5EF4-FFF2-40B4-BE49-F238E27FC236}">
                      <a16:creationId xmlns:a16="http://schemas.microsoft.com/office/drawing/2014/main" id="{9E95A5DB-2397-650D-EF24-C045FA8457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0269" name="Arc 146">
                  <a:extLst>
                    <a:ext uri="{FF2B5EF4-FFF2-40B4-BE49-F238E27FC236}">
                      <a16:creationId xmlns:a16="http://schemas.microsoft.com/office/drawing/2014/main" id="{72572FB5-4171-8321-166B-EB93AD87BF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0257" name="Group 147">
                <a:extLst>
                  <a:ext uri="{FF2B5EF4-FFF2-40B4-BE49-F238E27FC236}">
                    <a16:creationId xmlns:a16="http://schemas.microsoft.com/office/drawing/2014/main" id="{818B64D8-7579-10FC-F7C2-0B8C2E9B71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0266" name="Line 148">
                  <a:extLst>
                    <a:ext uri="{FF2B5EF4-FFF2-40B4-BE49-F238E27FC236}">
                      <a16:creationId xmlns:a16="http://schemas.microsoft.com/office/drawing/2014/main" id="{94845FB5-2FE6-39BF-AC61-C9A52A00B2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0267" name="Line 149">
                  <a:extLst>
                    <a:ext uri="{FF2B5EF4-FFF2-40B4-BE49-F238E27FC236}">
                      <a16:creationId xmlns:a16="http://schemas.microsoft.com/office/drawing/2014/main" id="{5691423C-035A-D43E-E0F6-19EFF4BAF9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0258" name="Group 150">
                <a:extLst>
                  <a:ext uri="{FF2B5EF4-FFF2-40B4-BE49-F238E27FC236}">
                    <a16:creationId xmlns:a16="http://schemas.microsoft.com/office/drawing/2014/main" id="{7A691BD1-9E77-B8F7-86C8-5D41F1665E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0261" name="Group 151">
                  <a:extLst>
                    <a:ext uri="{FF2B5EF4-FFF2-40B4-BE49-F238E27FC236}">
                      <a16:creationId xmlns:a16="http://schemas.microsoft.com/office/drawing/2014/main" id="{01E50419-F033-792B-EA28-388898E956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0264" name="Arc 152">
                    <a:extLst>
                      <a:ext uri="{FF2B5EF4-FFF2-40B4-BE49-F238E27FC236}">
                        <a16:creationId xmlns:a16="http://schemas.microsoft.com/office/drawing/2014/main" id="{4019B36E-C325-29E2-4F7E-F380F57366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0265" name="Arc 153">
                    <a:extLst>
                      <a:ext uri="{FF2B5EF4-FFF2-40B4-BE49-F238E27FC236}">
                        <a16:creationId xmlns:a16="http://schemas.microsoft.com/office/drawing/2014/main" id="{9819E948-942F-865A-65B0-79E870F202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0262" name="Arc 154">
                  <a:extLst>
                    <a:ext uri="{FF2B5EF4-FFF2-40B4-BE49-F238E27FC236}">
                      <a16:creationId xmlns:a16="http://schemas.microsoft.com/office/drawing/2014/main" id="{D38332A2-0D01-DD69-2DE9-C56A1311ED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0263" name="Arc 155">
                  <a:extLst>
                    <a:ext uri="{FF2B5EF4-FFF2-40B4-BE49-F238E27FC236}">
                      <a16:creationId xmlns:a16="http://schemas.microsoft.com/office/drawing/2014/main" id="{FC3FC483-83A0-3A7F-14C5-B518AB1AE0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0259" name="Freeform 156">
                <a:extLst>
                  <a:ext uri="{FF2B5EF4-FFF2-40B4-BE49-F238E27FC236}">
                    <a16:creationId xmlns:a16="http://schemas.microsoft.com/office/drawing/2014/main" id="{D680067E-E06E-E722-81CC-0D22636AD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260" name="Oval 157">
                <a:extLst>
                  <a:ext uri="{FF2B5EF4-FFF2-40B4-BE49-F238E27FC236}">
                    <a16:creationId xmlns:a16="http://schemas.microsoft.com/office/drawing/2014/main" id="{28E80412-D0AA-889B-EFBC-FEA264A23B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>
            <a:extLst>
              <a:ext uri="{FF2B5EF4-FFF2-40B4-BE49-F238E27FC236}">
                <a16:creationId xmlns:a16="http://schemas.microsoft.com/office/drawing/2014/main" id="{E7A60A72-4D47-3E80-09BD-9C9917EB1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42863"/>
            <a:ext cx="78073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pt-BR" altLang="pt-BR">
                <a:solidFill>
                  <a:srgbClr val="000096"/>
                </a:solidFill>
              </a:rPr>
              <a:t>Atividade:</a:t>
            </a:r>
            <a:r>
              <a:rPr lang="pt-BR" altLang="pt-BR" sz="2000">
                <a:solidFill>
                  <a:srgbClr val="000096"/>
                </a:solidFill>
              </a:rPr>
              <a:t> </a:t>
            </a:r>
            <a:r>
              <a:rPr lang="pt-BR" altLang="pt-BR">
                <a:solidFill>
                  <a:srgbClr val="000096"/>
                </a:solidFill>
              </a:rPr>
              <a:t>Desenvolver alternativas de solução para o produto </a:t>
            </a:r>
          </a:p>
        </p:txBody>
      </p:sp>
      <p:sp>
        <p:nvSpPr>
          <p:cNvPr id="45059" name="Rectangle 5">
            <a:extLst>
              <a:ext uri="{FF2B5EF4-FFF2-40B4-BE49-F238E27FC236}">
                <a16:creationId xmlns:a16="http://schemas.microsoft.com/office/drawing/2014/main" id="{0D0BC932-FBD5-CAE0-E321-6F19015EC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3" y="1101725"/>
            <a:ext cx="9031287" cy="314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pt-BR" altLang="pt-BR" b="1" i="1">
                <a:solidFill>
                  <a:srgbClr val="002060"/>
                </a:solidFill>
              </a:rPr>
              <a:t>Neste momento temos um conjunto de alternativas</a:t>
            </a:r>
            <a:r>
              <a:rPr lang="pt-BR" altLang="pt-BR" b="1">
                <a:solidFill>
                  <a:srgbClr val="002060"/>
                </a:solidFill>
              </a:rPr>
              <a:t>, descrevendo princípios de solução, ainda num certo nível de abstração, para cada função.</a:t>
            </a:r>
          </a:p>
          <a:p>
            <a:pPr algn="l" eaLnBrk="1" hangingPunct="1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pt-BR" altLang="pt-BR"/>
              <a:t>Devemos </a:t>
            </a:r>
            <a:r>
              <a:rPr lang="pt-BR" altLang="pt-BR" b="1">
                <a:solidFill>
                  <a:srgbClr val="002060"/>
                </a:solidFill>
              </a:rPr>
              <a:t>agora </a:t>
            </a:r>
            <a:r>
              <a:rPr lang="pt-BR" altLang="pt-BR" sz="2800" b="1">
                <a:solidFill>
                  <a:srgbClr val="002060"/>
                </a:solidFill>
              </a:rPr>
              <a:t>buscar uma descrição das alternativas em termos das formas físicas que serão usadas para </a:t>
            </a:r>
            <a:r>
              <a:rPr lang="pt-BR" altLang="pt-BR" b="1">
                <a:solidFill>
                  <a:srgbClr val="002060"/>
                </a:solidFill>
              </a:rPr>
              <a:t>suportar os princípios de solução associados as funções</a:t>
            </a:r>
          </a:p>
          <a:p>
            <a:pPr lvl="1" algn="l" eaLnBrk="1" hangingPunct="1">
              <a:lnSpc>
                <a:spcPct val="110000"/>
              </a:lnSpc>
              <a:spcBef>
                <a:spcPct val="20000"/>
              </a:spcBef>
              <a:buFontTx/>
              <a:buChar char="–"/>
            </a:pPr>
            <a:r>
              <a:rPr lang="pt-BR" altLang="pt-BR">
                <a:solidFill>
                  <a:srgbClr val="FF3300"/>
                </a:solidFill>
              </a:rPr>
              <a:t>Isto implica na definição dos SSCs para cada alternativa gerada </a:t>
            </a:r>
            <a:r>
              <a:rPr lang="pt-BR" altLang="pt-BR">
                <a:solidFill>
                  <a:srgbClr val="FF3300"/>
                </a:solidFill>
                <a:sym typeface="Wingdings" pitchFamily="2" charset="2"/>
              </a:rPr>
              <a:t> </a:t>
            </a:r>
            <a:r>
              <a:rPr lang="pt-BR" altLang="pt-BR">
                <a:solidFill>
                  <a:srgbClr val="FF3300"/>
                </a:solidFill>
              </a:rPr>
              <a:t> (próxima atividade)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771EED8F-EEF5-6BC4-EF20-E832F3260B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11266" name="Object 2">
                        <a:extLst>
                          <a:ext uri="{FF2B5EF4-FFF2-40B4-BE49-F238E27FC236}">
                            <a16:creationId xmlns:a16="http://schemas.microsoft.com/office/drawing/2014/main" id="{771EED8F-EEF5-6BC4-EF20-E832F3260B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EC331E03-E3DA-590F-AF93-C2F2B4D65430}"/>
              </a:ext>
            </a:extLst>
          </p:cNvPr>
          <p:cNvSpPr/>
          <p:nvPr/>
        </p:nvSpPr>
        <p:spPr>
          <a:xfrm>
            <a:off x="0" y="263525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B09826E5-8FB4-6400-E000-FE0B8A708728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4737894" y="732631"/>
            <a:ext cx="2200275" cy="3859213"/>
            <a:chOff x="2181" y="1183"/>
            <a:chExt cx="1419" cy="1966"/>
          </a:xfrm>
        </p:grpSpPr>
        <p:grpSp>
          <p:nvGrpSpPr>
            <p:cNvPr id="11269" name="Group 107">
              <a:extLst>
                <a:ext uri="{FF2B5EF4-FFF2-40B4-BE49-F238E27FC236}">
                  <a16:creationId xmlns:a16="http://schemas.microsoft.com/office/drawing/2014/main" id="{DD7B3386-56A9-869F-431C-D6983A831B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1306" name="Group 108">
                <a:extLst>
                  <a:ext uri="{FF2B5EF4-FFF2-40B4-BE49-F238E27FC236}">
                    <a16:creationId xmlns:a16="http://schemas.microsoft.com/office/drawing/2014/main" id="{12B89C60-FD1E-6E91-16D0-AF3CDEE7C4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1312" name="Group 109">
                  <a:extLst>
                    <a:ext uri="{FF2B5EF4-FFF2-40B4-BE49-F238E27FC236}">
                      <a16:creationId xmlns:a16="http://schemas.microsoft.com/office/drawing/2014/main" id="{F1842792-D990-CF3E-DBB1-99F644E500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1318" name="Freeform 110">
                    <a:extLst>
                      <a:ext uri="{FF2B5EF4-FFF2-40B4-BE49-F238E27FC236}">
                        <a16:creationId xmlns:a16="http://schemas.microsoft.com/office/drawing/2014/main" id="{D43E769A-CDA1-6EB9-4305-85BCB727D3B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1319" name="Freeform 111">
                    <a:extLst>
                      <a:ext uri="{FF2B5EF4-FFF2-40B4-BE49-F238E27FC236}">
                        <a16:creationId xmlns:a16="http://schemas.microsoft.com/office/drawing/2014/main" id="{8C2EE3EA-D656-FDB1-7041-36F6C8445D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1313" name="Group 112">
                  <a:extLst>
                    <a:ext uri="{FF2B5EF4-FFF2-40B4-BE49-F238E27FC236}">
                      <a16:creationId xmlns:a16="http://schemas.microsoft.com/office/drawing/2014/main" id="{81AF19DD-CE09-03C7-BB1A-84AC551F76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1314" name="Freeform 113">
                    <a:extLst>
                      <a:ext uri="{FF2B5EF4-FFF2-40B4-BE49-F238E27FC236}">
                        <a16:creationId xmlns:a16="http://schemas.microsoft.com/office/drawing/2014/main" id="{EDB1E648-E604-56F5-7355-CD8D9025F7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1315" name="Freeform 114">
                    <a:extLst>
                      <a:ext uri="{FF2B5EF4-FFF2-40B4-BE49-F238E27FC236}">
                        <a16:creationId xmlns:a16="http://schemas.microsoft.com/office/drawing/2014/main" id="{3AFCA3C5-F1F6-9DC2-7892-43F436058B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1316" name="Freeform 115">
                    <a:extLst>
                      <a:ext uri="{FF2B5EF4-FFF2-40B4-BE49-F238E27FC236}">
                        <a16:creationId xmlns:a16="http://schemas.microsoft.com/office/drawing/2014/main" id="{4FB0C7C9-71D3-3178-8BF1-2B1E88B693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1317" name="Freeform 116">
                    <a:extLst>
                      <a:ext uri="{FF2B5EF4-FFF2-40B4-BE49-F238E27FC236}">
                        <a16:creationId xmlns:a16="http://schemas.microsoft.com/office/drawing/2014/main" id="{9BCAAD1F-1084-529C-0FBE-572334FF60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1307" name="Oval 117">
                <a:extLst>
                  <a:ext uri="{FF2B5EF4-FFF2-40B4-BE49-F238E27FC236}">
                    <a16:creationId xmlns:a16="http://schemas.microsoft.com/office/drawing/2014/main" id="{25353088-0EC6-48B6-5E29-0E42574594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11308" name="Group 118">
                <a:extLst>
                  <a:ext uri="{FF2B5EF4-FFF2-40B4-BE49-F238E27FC236}">
                    <a16:creationId xmlns:a16="http://schemas.microsoft.com/office/drawing/2014/main" id="{6AAE2306-52D0-6454-6CC6-83450D0904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1309" name="Oval 119">
                  <a:extLst>
                    <a:ext uri="{FF2B5EF4-FFF2-40B4-BE49-F238E27FC236}">
                      <a16:creationId xmlns:a16="http://schemas.microsoft.com/office/drawing/2014/main" id="{BFFF50A3-6D8B-E557-84C6-CBDEA5424A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1310" name="Oval 120">
                  <a:extLst>
                    <a:ext uri="{FF2B5EF4-FFF2-40B4-BE49-F238E27FC236}">
                      <a16:creationId xmlns:a16="http://schemas.microsoft.com/office/drawing/2014/main" id="{CFDF1416-7835-2AA8-0FF0-11373DD8D9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1311" name="Oval 121">
                  <a:extLst>
                    <a:ext uri="{FF2B5EF4-FFF2-40B4-BE49-F238E27FC236}">
                      <a16:creationId xmlns:a16="http://schemas.microsoft.com/office/drawing/2014/main" id="{45E8EF79-586B-645C-ADB1-2DD52911EF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11270" name="Group 122">
              <a:extLst>
                <a:ext uri="{FF2B5EF4-FFF2-40B4-BE49-F238E27FC236}">
                  <a16:creationId xmlns:a16="http://schemas.microsoft.com/office/drawing/2014/main" id="{B940B267-6CE8-1DC0-E0A1-67BCED58CB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1271" name="Freeform 123">
                <a:extLst>
                  <a:ext uri="{FF2B5EF4-FFF2-40B4-BE49-F238E27FC236}">
                    <a16:creationId xmlns:a16="http://schemas.microsoft.com/office/drawing/2014/main" id="{A1F75E8F-0C3A-1953-A1A3-D578C0AC8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2" name="Arc 124">
                <a:extLst>
                  <a:ext uri="{FF2B5EF4-FFF2-40B4-BE49-F238E27FC236}">
                    <a16:creationId xmlns:a16="http://schemas.microsoft.com/office/drawing/2014/main" id="{0E7BED0C-36C8-6993-03FA-44CEF6744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3" name="Arc 125">
                <a:extLst>
                  <a:ext uri="{FF2B5EF4-FFF2-40B4-BE49-F238E27FC236}">
                    <a16:creationId xmlns:a16="http://schemas.microsoft.com/office/drawing/2014/main" id="{F9CA5C30-0FF5-988A-1D2B-E2AABC33E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4" name="Freeform 126">
                <a:extLst>
                  <a:ext uri="{FF2B5EF4-FFF2-40B4-BE49-F238E27FC236}">
                    <a16:creationId xmlns:a16="http://schemas.microsoft.com/office/drawing/2014/main" id="{D431D355-624F-AD3C-ED12-4AF2CA7C7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5" name="Arc 127">
                <a:extLst>
                  <a:ext uri="{FF2B5EF4-FFF2-40B4-BE49-F238E27FC236}">
                    <a16:creationId xmlns:a16="http://schemas.microsoft.com/office/drawing/2014/main" id="{C43AAE80-82E4-D300-E343-ECB109733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6" name="Arc 128">
                <a:extLst>
                  <a:ext uri="{FF2B5EF4-FFF2-40B4-BE49-F238E27FC236}">
                    <a16:creationId xmlns:a16="http://schemas.microsoft.com/office/drawing/2014/main" id="{EAF5BE97-205E-DAB7-384E-64E3F6A06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1277" name="Group 129">
                <a:extLst>
                  <a:ext uri="{FF2B5EF4-FFF2-40B4-BE49-F238E27FC236}">
                    <a16:creationId xmlns:a16="http://schemas.microsoft.com/office/drawing/2014/main" id="{9172FF2D-37F6-CE1A-8CCC-CEC1B4D047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1301" name="Group 130">
                  <a:extLst>
                    <a:ext uri="{FF2B5EF4-FFF2-40B4-BE49-F238E27FC236}">
                      <a16:creationId xmlns:a16="http://schemas.microsoft.com/office/drawing/2014/main" id="{7E7B2CD8-9EA8-FFB1-3F85-E0B4CB8581B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1303" name="Arc 131">
                    <a:extLst>
                      <a:ext uri="{FF2B5EF4-FFF2-40B4-BE49-F238E27FC236}">
                        <a16:creationId xmlns:a16="http://schemas.microsoft.com/office/drawing/2014/main" id="{053CFCB2-6A0A-5EB2-26D5-861DE0BFF0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1304" name="Arc 132">
                    <a:extLst>
                      <a:ext uri="{FF2B5EF4-FFF2-40B4-BE49-F238E27FC236}">
                        <a16:creationId xmlns:a16="http://schemas.microsoft.com/office/drawing/2014/main" id="{9B91E26F-5822-7BA2-DBB5-2E67A3F214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1305" name="Arc 133">
                    <a:extLst>
                      <a:ext uri="{FF2B5EF4-FFF2-40B4-BE49-F238E27FC236}">
                        <a16:creationId xmlns:a16="http://schemas.microsoft.com/office/drawing/2014/main" id="{67081DAA-4DD2-DDAC-2573-7048C805F8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1302" name="Arc 134">
                  <a:extLst>
                    <a:ext uri="{FF2B5EF4-FFF2-40B4-BE49-F238E27FC236}">
                      <a16:creationId xmlns:a16="http://schemas.microsoft.com/office/drawing/2014/main" id="{C6C998F4-0E24-B218-91D6-3C224BC197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278" name="Group 135">
                <a:extLst>
                  <a:ext uri="{FF2B5EF4-FFF2-40B4-BE49-F238E27FC236}">
                    <a16:creationId xmlns:a16="http://schemas.microsoft.com/office/drawing/2014/main" id="{32CF3D2B-C11F-51FE-F3B5-48CBAF05EB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1296" name="Group 136">
                  <a:extLst>
                    <a:ext uri="{FF2B5EF4-FFF2-40B4-BE49-F238E27FC236}">
                      <a16:creationId xmlns:a16="http://schemas.microsoft.com/office/drawing/2014/main" id="{5AF43AD6-0118-29DA-5B3D-C7976EF438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1298" name="Arc 137">
                    <a:extLst>
                      <a:ext uri="{FF2B5EF4-FFF2-40B4-BE49-F238E27FC236}">
                        <a16:creationId xmlns:a16="http://schemas.microsoft.com/office/drawing/2014/main" id="{1F2D26AD-C58C-2989-C7B0-EE7029816A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1299" name="Arc 138">
                    <a:extLst>
                      <a:ext uri="{FF2B5EF4-FFF2-40B4-BE49-F238E27FC236}">
                        <a16:creationId xmlns:a16="http://schemas.microsoft.com/office/drawing/2014/main" id="{8A129F2E-0FFC-DB84-7228-54AAC6F37F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1300" name="Arc 139">
                    <a:extLst>
                      <a:ext uri="{FF2B5EF4-FFF2-40B4-BE49-F238E27FC236}">
                        <a16:creationId xmlns:a16="http://schemas.microsoft.com/office/drawing/2014/main" id="{B8C12C6D-BE47-5231-A1B1-A3003F7722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1297" name="Arc 140">
                  <a:extLst>
                    <a:ext uri="{FF2B5EF4-FFF2-40B4-BE49-F238E27FC236}">
                      <a16:creationId xmlns:a16="http://schemas.microsoft.com/office/drawing/2014/main" id="{CDDC196B-0D14-F3DE-A07C-FEA2930DD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279" name="Group 141">
                <a:extLst>
                  <a:ext uri="{FF2B5EF4-FFF2-40B4-BE49-F238E27FC236}">
                    <a16:creationId xmlns:a16="http://schemas.microsoft.com/office/drawing/2014/main" id="{F1E690D3-B70A-7E7F-AC3A-744C2FDFBC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1294" name="Arc 142">
                  <a:extLst>
                    <a:ext uri="{FF2B5EF4-FFF2-40B4-BE49-F238E27FC236}">
                      <a16:creationId xmlns:a16="http://schemas.microsoft.com/office/drawing/2014/main" id="{32118E54-71FB-E39A-A332-ACFC4048E4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295" name="Arc 143">
                  <a:extLst>
                    <a:ext uri="{FF2B5EF4-FFF2-40B4-BE49-F238E27FC236}">
                      <a16:creationId xmlns:a16="http://schemas.microsoft.com/office/drawing/2014/main" id="{37B0211E-F8FF-C677-48AF-E12A137479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280" name="Group 144">
                <a:extLst>
                  <a:ext uri="{FF2B5EF4-FFF2-40B4-BE49-F238E27FC236}">
                    <a16:creationId xmlns:a16="http://schemas.microsoft.com/office/drawing/2014/main" id="{B0A60703-44CA-5E3B-9F6F-59FFD9B5E2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1292" name="Arc 145">
                  <a:extLst>
                    <a:ext uri="{FF2B5EF4-FFF2-40B4-BE49-F238E27FC236}">
                      <a16:creationId xmlns:a16="http://schemas.microsoft.com/office/drawing/2014/main" id="{4B3B4C28-9623-C2D7-A27D-AA506E7FF7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293" name="Arc 146">
                  <a:extLst>
                    <a:ext uri="{FF2B5EF4-FFF2-40B4-BE49-F238E27FC236}">
                      <a16:creationId xmlns:a16="http://schemas.microsoft.com/office/drawing/2014/main" id="{157B4767-6D4E-C334-A7C6-6E4B71AC35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281" name="Group 147">
                <a:extLst>
                  <a:ext uri="{FF2B5EF4-FFF2-40B4-BE49-F238E27FC236}">
                    <a16:creationId xmlns:a16="http://schemas.microsoft.com/office/drawing/2014/main" id="{80C33D51-31B2-AC72-996A-C4FD5577FD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1290" name="Line 148">
                  <a:extLst>
                    <a:ext uri="{FF2B5EF4-FFF2-40B4-BE49-F238E27FC236}">
                      <a16:creationId xmlns:a16="http://schemas.microsoft.com/office/drawing/2014/main" id="{21D0D1E7-A1EF-29AF-6D81-9181F02961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291" name="Line 149">
                  <a:extLst>
                    <a:ext uri="{FF2B5EF4-FFF2-40B4-BE49-F238E27FC236}">
                      <a16:creationId xmlns:a16="http://schemas.microsoft.com/office/drawing/2014/main" id="{1449410D-E1AA-62AA-A92B-B9BEEB7BC3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282" name="Group 150">
                <a:extLst>
                  <a:ext uri="{FF2B5EF4-FFF2-40B4-BE49-F238E27FC236}">
                    <a16:creationId xmlns:a16="http://schemas.microsoft.com/office/drawing/2014/main" id="{6D594374-ECD8-993C-2874-1EAD7ECC25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1285" name="Group 151">
                  <a:extLst>
                    <a:ext uri="{FF2B5EF4-FFF2-40B4-BE49-F238E27FC236}">
                      <a16:creationId xmlns:a16="http://schemas.microsoft.com/office/drawing/2014/main" id="{CC0C6F03-50EA-4F0D-3E87-F939BB11CC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1288" name="Arc 152">
                    <a:extLst>
                      <a:ext uri="{FF2B5EF4-FFF2-40B4-BE49-F238E27FC236}">
                        <a16:creationId xmlns:a16="http://schemas.microsoft.com/office/drawing/2014/main" id="{AD5AD823-9C22-F0F7-4E8A-338421428E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1289" name="Arc 153">
                    <a:extLst>
                      <a:ext uri="{FF2B5EF4-FFF2-40B4-BE49-F238E27FC236}">
                        <a16:creationId xmlns:a16="http://schemas.microsoft.com/office/drawing/2014/main" id="{00CECD50-181C-FA5E-A076-56478137EE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1286" name="Arc 154">
                  <a:extLst>
                    <a:ext uri="{FF2B5EF4-FFF2-40B4-BE49-F238E27FC236}">
                      <a16:creationId xmlns:a16="http://schemas.microsoft.com/office/drawing/2014/main" id="{C7C5E2F8-FEB1-F332-8EE7-C58004881E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287" name="Arc 155">
                  <a:extLst>
                    <a:ext uri="{FF2B5EF4-FFF2-40B4-BE49-F238E27FC236}">
                      <a16:creationId xmlns:a16="http://schemas.microsoft.com/office/drawing/2014/main" id="{DC1417DE-F226-8664-D8F4-DE0CA7B729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1283" name="Freeform 156">
                <a:extLst>
                  <a:ext uri="{FF2B5EF4-FFF2-40B4-BE49-F238E27FC236}">
                    <a16:creationId xmlns:a16="http://schemas.microsoft.com/office/drawing/2014/main" id="{682C474E-D4BB-CC3E-06BA-DF0E0E8021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4" name="Oval 157">
                <a:extLst>
                  <a:ext uri="{FF2B5EF4-FFF2-40B4-BE49-F238E27FC236}">
                    <a16:creationId xmlns:a16="http://schemas.microsoft.com/office/drawing/2014/main" id="{6F3E4D53-A93E-E74F-652C-3347E88E1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E64633E5-31D6-6B7B-3522-3C3B1EBF4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Modularidade</a:t>
            </a:r>
          </a:p>
        </p:txBody>
      </p:sp>
      <p:graphicFrame>
        <p:nvGraphicFramePr>
          <p:cNvPr id="12290" name="Object 4">
            <a:extLst>
              <a:ext uri="{FF2B5EF4-FFF2-40B4-BE49-F238E27FC236}">
                <a16:creationId xmlns:a16="http://schemas.microsoft.com/office/drawing/2014/main" id="{017B0AAB-2ED1-68F1-9A01-F7130182E9C5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693863" y="982663"/>
          <a:ext cx="5781675" cy="587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25463500" imgH="25082500" progId="Word.Picture.8">
                  <p:embed/>
                </p:oleObj>
              </mc:Choice>
              <mc:Fallback>
                <p:oleObj name="Figura" r:id="rId3" imgW="25463500" imgH="25082500" progId="Word.Picture.8">
                  <p:embed/>
                  <p:pic>
                    <p:nvPicPr>
                      <p:cNvPr id="12290" name="Object 4">
                        <a:extLst>
                          <a:ext uri="{FF2B5EF4-FFF2-40B4-BE49-F238E27FC236}">
                            <a16:creationId xmlns:a16="http://schemas.microsoft.com/office/drawing/2014/main" id="{017B0AAB-2ED1-68F1-9A01-F7130182E9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63" y="982663"/>
                        <a:ext cx="5781675" cy="587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CaixaDeTexto 3">
            <a:extLst>
              <a:ext uri="{FF2B5EF4-FFF2-40B4-BE49-F238E27FC236}">
                <a16:creationId xmlns:a16="http://schemas.microsoft.com/office/drawing/2014/main" id="{AE996825-A426-2C67-8527-7B2E6E099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92225"/>
            <a:ext cx="17129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800"/>
              <a:t>Exemplo: CPU, CDS, (variedade de produtos)</a:t>
            </a:r>
          </a:p>
        </p:txBody>
      </p:sp>
      <p:sp>
        <p:nvSpPr>
          <p:cNvPr id="12293" name="CaixaDeTexto 4">
            <a:extLst>
              <a:ext uri="{FF2B5EF4-FFF2-40B4-BE49-F238E27FC236}">
                <a16:creationId xmlns:a16="http://schemas.microsoft.com/office/drawing/2014/main" id="{416963BE-36CA-ECB3-E6B8-6F2CB3E69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1088" y="1357313"/>
            <a:ext cx="171291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Exemplo: mesmo componente família de produtos. </a:t>
            </a:r>
          </a:p>
        </p:txBody>
      </p:sp>
      <p:sp>
        <p:nvSpPr>
          <p:cNvPr id="12294" name="CaixaDeTexto 5">
            <a:extLst>
              <a:ext uri="{FF2B5EF4-FFF2-40B4-BE49-F238E27FC236}">
                <a16:creationId xmlns:a16="http://schemas.microsoft.com/office/drawing/2014/main" id="{878564CC-6115-E4FC-07E6-B664F3F7B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63888"/>
            <a:ext cx="1712913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Exemplo: variedade esta as dimensões fisicas.</a:t>
            </a:r>
          </a:p>
        </p:txBody>
      </p:sp>
      <p:sp>
        <p:nvSpPr>
          <p:cNvPr id="12295" name="CaixaDeTexto 6">
            <a:extLst>
              <a:ext uri="{FF2B5EF4-FFF2-40B4-BE49-F238E27FC236}">
                <a16:creationId xmlns:a16="http://schemas.microsoft.com/office/drawing/2014/main" id="{6E3EFAF2-E5EC-9E88-4F5B-B0FB028DF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1088" y="3259138"/>
            <a:ext cx="1712912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Uso de componente básico como interface</a:t>
            </a:r>
          </a:p>
        </p:txBody>
      </p:sp>
      <p:sp>
        <p:nvSpPr>
          <p:cNvPr id="12296" name="CaixaDeTexto 7">
            <a:extLst>
              <a:ext uri="{FF2B5EF4-FFF2-40B4-BE49-F238E27FC236}">
                <a16:creationId xmlns:a16="http://schemas.microsoft.com/office/drawing/2014/main" id="{6974B5F2-4592-CB4E-5879-23FDDBE6D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3025" y="5094288"/>
            <a:ext cx="2401888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Coleção de tipos de componentes, que podem ser unidos de forma arbitraria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CB7E8719-AAFB-2CFC-25F6-299476D67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881938" cy="706438"/>
          </a:xfrm>
        </p:spPr>
        <p:txBody>
          <a:bodyPr/>
          <a:lstStyle/>
          <a:p>
            <a:pPr eaLnBrk="1" hangingPunct="1"/>
            <a:r>
              <a:rPr lang="pt-BR" altLang="pt-BR"/>
              <a:t>Ferramentas auxiliares para a definição de módulos 1/2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167BC552-AE98-17A5-046E-9552B569A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2713" y="887413"/>
            <a:ext cx="8574087" cy="796925"/>
          </a:xfrm>
        </p:spPr>
        <p:txBody>
          <a:bodyPr/>
          <a:lstStyle/>
          <a:p>
            <a:pPr eaLnBrk="1" hangingPunct="1"/>
            <a:r>
              <a:rPr lang="pt-BR" altLang="pt-BR"/>
              <a:t>Matriz Indicadora de Módulos (MIM)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6C584CAB-30BE-C933-A44D-8FE0CA379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049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aphicFrame>
        <p:nvGraphicFramePr>
          <p:cNvPr id="13314" name="Object 4">
            <a:extLst>
              <a:ext uri="{FF2B5EF4-FFF2-40B4-BE49-F238E27FC236}">
                <a16:creationId xmlns:a16="http://schemas.microsoft.com/office/drawing/2014/main" id="{99A8230A-467C-8241-9347-38DF105DD9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2913" y="1292225"/>
          <a:ext cx="5975350" cy="537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13004800" imgH="13398500" progId="Word.Picture.8">
                  <p:embed/>
                </p:oleObj>
              </mc:Choice>
              <mc:Fallback>
                <p:oleObj name="Figura" r:id="rId3" imgW="13004800" imgH="13398500" progId="Word.Picture.8">
                  <p:embed/>
                  <p:pic>
                    <p:nvPicPr>
                      <p:cNvPr id="13314" name="Object 4">
                        <a:extLst>
                          <a:ext uri="{FF2B5EF4-FFF2-40B4-BE49-F238E27FC236}">
                            <a16:creationId xmlns:a16="http://schemas.microsoft.com/office/drawing/2014/main" id="{99A8230A-467C-8241-9347-38DF105DD9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3292"/>
                      <a:stretch>
                        <a:fillRect/>
                      </a:stretch>
                    </p:blipFill>
                    <p:spPr bwMode="auto">
                      <a:xfrm>
                        <a:off x="1712913" y="1292225"/>
                        <a:ext cx="5975350" cy="5376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B1ECA470-D4CF-80BB-4173-E79F403EF1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14338" name="Object 2">
                        <a:extLst>
                          <a:ext uri="{FF2B5EF4-FFF2-40B4-BE49-F238E27FC236}">
                            <a16:creationId xmlns:a16="http://schemas.microsoft.com/office/drawing/2014/main" id="{B1ECA470-D4CF-80BB-4173-E79F403EF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17DA391B-9B0F-56A4-325E-4D82C589C8CD}"/>
              </a:ext>
            </a:extLst>
          </p:cNvPr>
          <p:cNvSpPr/>
          <p:nvPr/>
        </p:nvSpPr>
        <p:spPr>
          <a:xfrm>
            <a:off x="0" y="263525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EE0B92CF-5BDE-671A-1DF9-879262F1C55C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5033169" y="1955007"/>
            <a:ext cx="1673225" cy="3627437"/>
            <a:chOff x="2181" y="1183"/>
            <a:chExt cx="1419" cy="1966"/>
          </a:xfrm>
        </p:grpSpPr>
        <p:grpSp>
          <p:nvGrpSpPr>
            <p:cNvPr id="14341" name="Group 107">
              <a:extLst>
                <a:ext uri="{FF2B5EF4-FFF2-40B4-BE49-F238E27FC236}">
                  <a16:creationId xmlns:a16="http://schemas.microsoft.com/office/drawing/2014/main" id="{1A3B9827-F859-70A0-984A-A414D1D803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4378" name="Group 108">
                <a:extLst>
                  <a:ext uri="{FF2B5EF4-FFF2-40B4-BE49-F238E27FC236}">
                    <a16:creationId xmlns:a16="http://schemas.microsoft.com/office/drawing/2014/main" id="{7B280B85-467C-88A0-78AF-1C2B72064C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4384" name="Group 109">
                  <a:extLst>
                    <a:ext uri="{FF2B5EF4-FFF2-40B4-BE49-F238E27FC236}">
                      <a16:creationId xmlns:a16="http://schemas.microsoft.com/office/drawing/2014/main" id="{4DFB6BB1-CF7A-CAC1-2ACD-3B1E6486E3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4390" name="Freeform 110">
                    <a:extLst>
                      <a:ext uri="{FF2B5EF4-FFF2-40B4-BE49-F238E27FC236}">
                        <a16:creationId xmlns:a16="http://schemas.microsoft.com/office/drawing/2014/main" id="{9FA403DE-FBD3-0CCA-F3CD-698D1A9011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391" name="Freeform 111">
                    <a:extLst>
                      <a:ext uri="{FF2B5EF4-FFF2-40B4-BE49-F238E27FC236}">
                        <a16:creationId xmlns:a16="http://schemas.microsoft.com/office/drawing/2014/main" id="{74D2F405-330C-573B-2BBE-BCD20C83B7B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4385" name="Group 112">
                  <a:extLst>
                    <a:ext uri="{FF2B5EF4-FFF2-40B4-BE49-F238E27FC236}">
                      <a16:creationId xmlns:a16="http://schemas.microsoft.com/office/drawing/2014/main" id="{B8376E86-123A-2737-BCEF-D7347E8E44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4386" name="Freeform 113">
                    <a:extLst>
                      <a:ext uri="{FF2B5EF4-FFF2-40B4-BE49-F238E27FC236}">
                        <a16:creationId xmlns:a16="http://schemas.microsoft.com/office/drawing/2014/main" id="{C3F472C0-760F-FE60-EC9D-AE4A2A4C278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387" name="Freeform 114">
                    <a:extLst>
                      <a:ext uri="{FF2B5EF4-FFF2-40B4-BE49-F238E27FC236}">
                        <a16:creationId xmlns:a16="http://schemas.microsoft.com/office/drawing/2014/main" id="{2C499BFA-BA7A-7C37-6C80-AD73707E6E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388" name="Freeform 115">
                    <a:extLst>
                      <a:ext uri="{FF2B5EF4-FFF2-40B4-BE49-F238E27FC236}">
                        <a16:creationId xmlns:a16="http://schemas.microsoft.com/office/drawing/2014/main" id="{8C7CCA51-7FC2-3661-5E84-E1FF4ACD9E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389" name="Freeform 116">
                    <a:extLst>
                      <a:ext uri="{FF2B5EF4-FFF2-40B4-BE49-F238E27FC236}">
                        <a16:creationId xmlns:a16="http://schemas.microsoft.com/office/drawing/2014/main" id="{E3ED722F-1E09-2955-1AE1-3389CEE160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4379" name="Oval 117">
                <a:extLst>
                  <a:ext uri="{FF2B5EF4-FFF2-40B4-BE49-F238E27FC236}">
                    <a16:creationId xmlns:a16="http://schemas.microsoft.com/office/drawing/2014/main" id="{A2A43AC7-2B66-9BE4-2EDC-E8C38BA18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14380" name="Group 118">
                <a:extLst>
                  <a:ext uri="{FF2B5EF4-FFF2-40B4-BE49-F238E27FC236}">
                    <a16:creationId xmlns:a16="http://schemas.microsoft.com/office/drawing/2014/main" id="{2DBE457E-BBF0-9CD2-71D9-B51E1B11C1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4381" name="Oval 119">
                  <a:extLst>
                    <a:ext uri="{FF2B5EF4-FFF2-40B4-BE49-F238E27FC236}">
                      <a16:creationId xmlns:a16="http://schemas.microsoft.com/office/drawing/2014/main" id="{4EC5EE98-CCC7-0FA5-0934-AE4F555BB3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4382" name="Oval 120">
                  <a:extLst>
                    <a:ext uri="{FF2B5EF4-FFF2-40B4-BE49-F238E27FC236}">
                      <a16:creationId xmlns:a16="http://schemas.microsoft.com/office/drawing/2014/main" id="{4E307747-8E8A-5204-ECAA-AC19E46D96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4383" name="Oval 121">
                  <a:extLst>
                    <a:ext uri="{FF2B5EF4-FFF2-40B4-BE49-F238E27FC236}">
                      <a16:creationId xmlns:a16="http://schemas.microsoft.com/office/drawing/2014/main" id="{C78CF662-1D8B-EB2F-27C7-D0471ABFDE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14342" name="Group 122">
              <a:extLst>
                <a:ext uri="{FF2B5EF4-FFF2-40B4-BE49-F238E27FC236}">
                  <a16:creationId xmlns:a16="http://schemas.microsoft.com/office/drawing/2014/main" id="{F2612ECA-9546-477D-269B-CB5AAE00B7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4343" name="Freeform 123">
                <a:extLst>
                  <a:ext uri="{FF2B5EF4-FFF2-40B4-BE49-F238E27FC236}">
                    <a16:creationId xmlns:a16="http://schemas.microsoft.com/office/drawing/2014/main" id="{0EC36161-651F-F9CC-1549-CC932C623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4" name="Arc 124">
                <a:extLst>
                  <a:ext uri="{FF2B5EF4-FFF2-40B4-BE49-F238E27FC236}">
                    <a16:creationId xmlns:a16="http://schemas.microsoft.com/office/drawing/2014/main" id="{1BE43246-BC98-E54A-6196-9DC7E54DF9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5" name="Arc 125">
                <a:extLst>
                  <a:ext uri="{FF2B5EF4-FFF2-40B4-BE49-F238E27FC236}">
                    <a16:creationId xmlns:a16="http://schemas.microsoft.com/office/drawing/2014/main" id="{4B3EB375-56EE-0356-3251-5891EA700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6" name="Freeform 126">
                <a:extLst>
                  <a:ext uri="{FF2B5EF4-FFF2-40B4-BE49-F238E27FC236}">
                    <a16:creationId xmlns:a16="http://schemas.microsoft.com/office/drawing/2014/main" id="{2951D1A3-FA01-25F3-C1BF-FD5BEC913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7" name="Arc 127">
                <a:extLst>
                  <a:ext uri="{FF2B5EF4-FFF2-40B4-BE49-F238E27FC236}">
                    <a16:creationId xmlns:a16="http://schemas.microsoft.com/office/drawing/2014/main" id="{F29152D5-2CCF-5C96-D59B-D09C651CF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8" name="Arc 128">
                <a:extLst>
                  <a:ext uri="{FF2B5EF4-FFF2-40B4-BE49-F238E27FC236}">
                    <a16:creationId xmlns:a16="http://schemas.microsoft.com/office/drawing/2014/main" id="{7A108E65-6435-F711-C6C7-61586D3E3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4349" name="Group 129">
                <a:extLst>
                  <a:ext uri="{FF2B5EF4-FFF2-40B4-BE49-F238E27FC236}">
                    <a16:creationId xmlns:a16="http://schemas.microsoft.com/office/drawing/2014/main" id="{32336314-C161-5132-8EA6-B78EF44BF8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4373" name="Group 130">
                  <a:extLst>
                    <a:ext uri="{FF2B5EF4-FFF2-40B4-BE49-F238E27FC236}">
                      <a16:creationId xmlns:a16="http://schemas.microsoft.com/office/drawing/2014/main" id="{9B61377F-AB8D-0F3A-A16A-CA829B0B6F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4375" name="Arc 131">
                    <a:extLst>
                      <a:ext uri="{FF2B5EF4-FFF2-40B4-BE49-F238E27FC236}">
                        <a16:creationId xmlns:a16="http://schemas.microsoft.com/office/drawing/2014/main" id="{3A24890E-6DBE-5C7E-35E7-AE792EF133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376" name="Arc 132">
                    <a:extLst>
                      <a:ext uri="{FF2B5EF4-FFF2-40B4-BE49-F238E27FC236}">
                        <a16:creationId xmlns:a16="http://schemas.microsoft.com/office/drawing/2014/main" id="{F1605308-4ECE-B13A-0856-9D6D618BDF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377" name="Arc 133">
                    <a:extLst>
                      <a:ext uri="{FF2B5EF4-FFF2-40B4-BE49-F238E27FC236}">
                        <a16:creationId xmlns:a16="http://schemas.microsoft.com/office/drawing/2014/main" id="{DBF1B827-948F-97E7-88EB-C4BB8E4366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4374" name="Arc 134">
                  <a:extLst>
                    <a:ext uri="{FF2B5EF4-FFF2-40B4-BE49-F238E27FC236}">
                      <a16:creationId xmlns:a16="http://schemas.microsoft.com/office/drawing/2014/main" id="{2636BE96-B44A-24C4-02E4-A1D95FF1BF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4350" name="Group 135">
                <a:extLst>
                  <a:ext uri="{FF2B5EF4-FFF2-40B4-BE49-F238E27FC236}">
                    <a16:creationId xmlns:a16="http://schemas.microsoft.com/office/drawing/2014/main" id="{7F5AEE84-A4AA-D39C-0E16-7E8CD6CA16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4368" name="Group 136">
                  <a:extLst>
                    <a:ext uri="{FF2B5EF4-FFF2-40B4-BE49-F238E27FC236}">
                      <a16:creationId xmlns:a16="http://schemas.microsoft.com/office/drawing/2014/main" id="{4C41CFCD-96E1-A20E-4FCF-302CD44787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4370" name="Arc 137">
                    <a:extLst>
                      <a:ext uri="{FF2B5EF4-FFF2-40B4-BE49-F238E27FC236}">
                        <a16:creationId xmlns:a16="http://schemas.microsoft.com/office/drawing/2014/main" id="{39677E0A-00FA-A165-A5DD-1FF4923978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371" name="Arc 138">
                    <a:extLst>
                      <a:ext uri="{FF2B5EF4-FFF2-40B4-BE49-F238E27FC236}">
                        <a16:creationId xmlns:a16="http://schemas.microsoft.com/office/drawing/2014/main" id="{1F060E77-283C-2953-3119-D1C9FC5663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372" name="Arc 139">
                    <a:extLst>
                      <a:ext uri="{FF2B5EF4-FFF2-40B4-BE49-F238E27FC236}">
                        <a16:creationId xmlns:a16="http://schemas.microsoft.com/office/drawing/2014/main" id="{1E435D88-6580-9568-1B58-9073CA1614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4369" name="Arc 140">
                  <a:extLst>
                    <a:ext uri="{FF2B5EF4-FFF2-40B4-BE49-F238E27FC236}">
                      <a16:creationId xmlns:a16="http://schemas.microsoft.com/office/drawing/2014/main" id="{AFBBBCDF-37B7-1D82-DD6C-A9131D7E84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4351" name="Group 141">
                <a:extLst>
                  <a:ext uri="{FF2B5EF4-FFF2-40B4-BE49-F238E27FC236}">
                    <a16:creationId xmlns:a16="http://schemas.microsoft.com/office/drawing/2014/main" id="{63F4E0BA-0797-709D-F00D-9B369CF4D4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4366" name="Arc 142">
                  <a:extLst>
                    <a:ext uri="{FF2B5EF4-FFF2-40B4-BE49-F238E27FC236}">
                      <a16:creationId xmlns:a16="http://schemas.microsoft.com/office/drawing/2014/main" id="{CE35715F-C46B-3019-2066-4E13895BC1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367" name="Arc 143">
                  <a:extLst>
                    <a:ext uri="{FF2B5EF4-FFF2-40B4-BE49-F238E27FC236}">
                      <a16:creationId xmlns:a16="http://schemas.microsoft.com/office/drawing/2014/main" id="{A711508A-615D-0876-6650-402DC0027A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4352" name="Group 144">
                <a:extLst>
                  <a:ext uri="{FF2B5EF4-FFF2-40B4-BE49-F238E27FC236}">
                    <a16:creationId xmlns:a16="http://schemas.microsoft.com/office/drawing/2014/main" id="{CDC32949-3C4A-E8F1-B7EB-EF72768E13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4364" name="Arc 145">
                  <a:extLst>
                    <a:ext uri="{FF2B5EF4-FFF2-40B4-BE49-F238E27FC236}">
                      <a16:creationId xmlns:a16="http://schemas.microsoft.com/office/drawing/2014/main" id="{01C14030-AA47-5364-41DD-C890BE8F6C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365" name="Arc 146">
                  <a:extLst>
                    <a:ext uri="{FF2B5EF4-FFF2-40B4-BE49-F238E27FC236}">
                      <a16:creationId xmlns:a16="http://schemas.microsoft.com/office/drawing/2014/main" id="{B5663D89-DEFF-40AC-18EB-9393EC22D1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4353" name="Group 147">
                <a:extLst>
                  <a:ext uri="{FF2B5EF4-FFF2-40B4-BE49-F238E27FC236}">
                    <a16:creationId xmlns:a16="http://schemas.microsoft.com/office/drawing/2014/main" id="{CCD200D1-26FD-BD21-44A1-71F251AC43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4362" name="Line 148">
                  <a:extLst>
                    <a:ext uri="{FF2B5EF4-FFF2-40B4-BE49-F238E27FC236}">
                      <a16:creationId xmlns:a16="http://schemas.microsoft.com/office/drawing/2014/main" id="{EF36D1CF-D701-C1F4-FF9D-40E7B8E211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363" name="Line 149">
                  <a:extLst>
                    <a:ext uri="{FF2B5EF4-FFF2-40B4-BE49-F238E27FC236}">
                      <a16:creationId xmlns:a16="http://schemas.microsoft.com/office/drawing/2014/main" id="{20547BD5-A1B7-AF56-2092-C42C269CEF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4354" name="Group 150">
                <a:extLst>
                  <a:ext uri="{FF2B5EF4-FFF2-40B4-BE49-F238E27FC236}">
                    <a16:creationId xmlns:a16="http://schemas.microsoft.com/office/drawing/2014/main" id="{8E3ACB6D-A1D8-7E87-006F-F99CA89701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4357" name="Group 151">
                  <a:extLst>
                    <a:ext uri="{FF2B5EF4-FFF2-40B4-BE49-F238E27FC236}">
                      <a16:creationId xmlns:a16="http://schemas.microsoft.com/office/drawing/2014/main" id="{9592DF49-F6EE-42BF-110F-C9A867EE98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4360" name="Arc 152">
                    <a:extLst>
                      <a:ext uri="{FF2B5EF4-FFF2-40B4-BE49-F238E27FC236}">
                        <a16:creationId xmlns:a16="http://schemas.microsoft.com/office/drawing/2014/main" id="{120467B1-38C9-2F86-4BCB-5E47880FE6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361" name="Arc 153">
                    <a:extLst>
                      <a:ext uri="{FF2B5EF4-FFF2-40B4-BE49-F238E27FC236}">
                        <a16:creationId xmlns:a16="http://schemas.microsoft.com/office/drawing/2014/main" id="{5555625C-5BAC-0965-CEA4-75202E7F18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4358" name="Arc 154">
                  <a:extLst>
                    <a:ext uri="{FF2B5EF4-FFF2-40B4-BE49-F238E27FC236}">
                      <a16:creationId xmlns:a16="http://schemas.microsoft.com/office/drawing/2014/main" id="{AD65E982-2A29-3699-83ED-8507A9D8BE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4359" name="Arc 155">
                  <a:extLst>
                    <a:ext uri="{FF2B5EF4-FFF2-40B4-BE49-F238E27FC236}">
                      <a16:creationId xmlns:a16="http://schemas.microsoft.com/office/drawing/2014/main" id="{9FDF570C-3533-C706-4E88-32C4A9022D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4355" name="Freeform 156">
                <a:extLst>
                  <a:ext uri="{FF2B5EF4-FFF2-40B4-BE49-F238E27FC236}">
                    <a16:creationId xmlns:a16="http://schemas.microsoft.com/office/drawing/2014/main" id="{E05F8592-0925-BFC0-BDCC-00F70E40B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56" name="Oval 157">
                <a:extLst>
                  <a:ext uri="{FF2B5EF4-FFF2-40B4-BE49-F238E27FC236}">
                    <a16:creationId xmlns:a16="http://schemas.microsoft.com/office/drawing/2014/main" id="{0DB3CF8E-D0C6-A8FA-12B7-3D8F9A05C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EEAEB0C-6AF3-F508-B8F9-09E3841376E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7807325" cy="706438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Informações e tarefas da atividade:</a:t>
            </a:r>
            <a:r>
              <a:rPr lang="pt-BR" sz="20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 </a:t>
            </a:r>
            <a:r>
              <a:rPr lang="pt-BR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Analisar os </a:t>
            </a:r>
            <a:r>
              <a:rPr lang="pt-BR" kern="0" dirty="0" err="1">
                <a:solidFill>
                  <a:srgbClr val="000096"/>
                </a:solidFill>
                <a:latin typeface="+mj-lt"/>
                <a:ea typeface="+mj-ea"/>
                <a:cs typeface="+mj-cs"/>
              </a:rPr>
              <a:t>SSCs</a:t>
            </a:r>
            <a:r>
              <a:rPr lang="pt-BR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2D89558-5B67-82A7-0F64-60CD221B4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430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11607D79-A30D-23B2-2577-17CB78DBC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4300" y="1543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15366" name="Rectangle 7">
            <a:extLst>
              <a:ext uri="{FF2B5EF4-FFF2-40B4-BE49-F238E27FC236}">
                <a16:creationId xmlns:a16="http://schemas.microsoft.com/office/drawing/2014/main" id="{58A3996F-32A2-2D39-D938-898FBB0C4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4300" y="1595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DADD180B-1537-6573-8257-0A8314847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613" y="927100"/>
          <a:ext cx="7375525" cy="554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35600" imgH="4089400" progId="Word.Picture.8">
                  <p:embed/>
                </p:oleObj>
              </mc:Choice>
              <mc:Fallback>
                <p:oleObj name="Figura" r:id="rId2" imgW="5435600" imgH="4089400" progId="Word.Picture.8">
                  <p:embed/>
                  <p:pic>
                    <p:nvPicPr>
                      <p:cNvPr id="15362" name="Object 2">
                        <a:extLst>
                          <a:ext uri="{FF2B5EF4-FFF2-40B4-BE49-F238E27FC236}">
                            <a16:creationId xmlns:a16="http://schemas.microsoft.com/office/drawing/2014/main" id="{DADD180B-1537-6573-8257-0A83148477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927100"/>
                        <a:ext cx="7375525" cy="554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860A462-8FA7-FEA4-C7CF-3C90F9B4B31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7388225" cy="706438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Tarefas da atividade: Analisar os SSCs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4E8E361-99CC-966C-11A5-D6FF41BA45E3}"/>
              </a:ext>
            </a:extLst>
          </p:cNvPr>
          <p:cNvSpPr txBox="1">
            <a:spLocks noChangeArrowheads="1"/>
          </p:cNvSpPr>
          <p:nvPr/>
        </p:nvSpPr>
        <p:spPr>
          <a:xfrm>
            <a:off x="112713" y="887413"/>
            <a:ext cx="8574087" cy="5238750"/>
          </a:xfrm>
          <a:prstGeom prst="rect">
            <a:avLst/>
          </a:prstGeom>
        </p:spPr>
        <p:txBody>
          <a:bodyPr/>
          <a:lstStyle/>
          <a:p>
            <a:pPr marL="342900" indent="-342900" algn="l" eaLnBrk="0" hangingPunct="0">
              <a:spcBef>
                <a:spcPct val="20000"/>
              </a:spcBef>
              <a:defRPr/>
            </a:pPr>
            <a:r>
              <a:rPr lang="pt-BR" sz="2800" kern="0">
                <a:latin typeface="+mn-lt"/>
              </a:rPr>
              <a:t>Agora que temos os SSCs e as interfaces para cada alternativa, parte-se para:</a:t>
            </a:r>
          </a:p>
          <a:p>
            <a:pPr marL="342900" indent="-342900" algn="l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800" kern="0">
                <a:latin typeface="+mn-lt"/>
              </a:rPr>
              <a:t>Identificar e analisar aspectos críticos </a:t>
            </a:r>
          </a:p>
          <a:p>
            <a:pPr marL="742950" lvl="1" indent="-285750" algn="l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pt-BR" kern="0">
                <a:latin typeface="+mn-lt"/>
              </a:rPr>
              <a:t> funcionamento, fabricação, montagem, desempenho, qualidade, custos, descarte e outros...</a:t>
            </a:r>
          </a:p>
          <a:p>
            <a:pPr marL="342900" indent="-342900" algn="l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800" kern="0">
                <a:latin typeface="+mn-lt"/>
              </a:rPr>
              <a:t>Definir parâmetros principais</a:t>
            </a:r>
          </a:p>
          <a:p>
            <a:pPr marL="742950" lvl="1" indent="-285750" algn="l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pt-BR" kern="0">
                <a:latin typeface="+mn-lt"/>
              </a:rPr>
              <a:t>Formas dimensões, propriedades dos materiais, etc...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1AC1EC4-452C-D1DB-5C08-45BC43EBB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75" y="4543425"/>
            <a:ext cx="5514975" cy="457200"/>
          </a:xfrm>
          <a:prstGeom prst="rect">
            <a:avLst/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>
                <a:solidFill>
                  <a:schemeClr val="bg1"/>
                </a:solidFill>
              </a:rPr>
              <a:t>Obtém-se os modelos de concepção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83A43525-E8BA-BCE6-463E-6DFE83A0E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3163" y="5006975"/>
            <a:ext cx="4860925" cy="1006475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 sz="2000"/>
              <a:t>Descrição aproximada das tecnologias, formas, materiais e um dimensionamento inicial dos SSCs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FC27F85-3060-CC0A-19C6-3E4A2522FD4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7388225" cy="706438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Tarefas da atividade: Analisar os SSCs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051C305-24B1-DE1A-F5D5-FDA88F1889DE}"/>
              </a:ext>
            </a:extLst>
          </p:cNvPr>
          <p:cNvSpPr txBox="1">
            <a:spLocks noChangeArrowheads="1"/>
          </p:cNvSpPr>
          <p:nvPr/>
        </p:nvSpPr>
        <p:spPr>
          <a:xfrm>
            <a:off x="112713" y="887413"/>
            <a:ext cx="8574087" cy="652462"/>
          </a:xfrm>
          <a:prstGeom prst="rect">
            <a:avLst/>
          </a:prstGeom>
        </p:spPr>
        <p:txBody>
          <a:bodyPr/>
          <a:lstStyle/>
          <a:p>
            <a:pPr marL="342900" indent="-342900" algn="l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800" kern="0">
                <a:latin typeface="+mn-lt"/>
              </a:rPr>
              <a:t>Exemplo de modelo de concepção </a:t>
            </a:r>
          </a:p>
          <a:p>
            <a:pPr marL="742950" lvl="1" indent="-285750" algn="l" eaLnBrk="0" hangingPunct="0">
              <a:spcBef>
                <a:spcPct val="20000"/>
              </a:spcBef>
              <a:defRPr/>
            </a:pPr>
            <a:endParaRPr lang="pt-BR" kern="0">
              <a:latin typeface="+mn-lt"/>
            </a:endParaRPr>
          </a:p>
        </p:txBody>
      </p:sp>
      <p:sp>
        <p:nvSpPr>
          <p:cNvPr id="16390" name="Rectangle 7">
            <a:extLst>
              <a:ext uri="{FF2B5EF4-FFF2-40B4-BE49-F238E27FC236}">
                <a16:creationId xmlns:a16="http://schemas.microsoft.com/office/drawing/2014/main" id="{14194C4B-98D2-2AF6-8F2C-1A4D9158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9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aphicFrame>
        <p:nvGraphicFramePr>
          <p:cNvPr id="16386" name="Object 2">
            <a:extLst>
              <a:ext uri="{FF2B5EF4-FFF2-40B4-BE49-F238E27FC236}">
                <a16:creationId xmlns:a16="http://schemas.microsoft.com/office/drawing/2014/main" id="{156ECE11-50C6-3126-D85B-813F96579C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738" y="2006600"/>
          <a:ext cx="4570412" cy="336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29311600" imgH="21234400" progId="Word.Picture.8">
                  <p:embed/>
                </p:oleObj>
              </mc:Choice>
              <mc:Fallback>
                <p:oleObj name="Figura" r:id="rId2" imgW="29311600" imgH="21234400" progId="Word.Picture.8">
                  <p:embed/>
                  <p:pic>
                    <p:nvPicPr>
                      <p:cNvPr id="16386" name="Object 2">
                        <a:extLst>
                          <a:ext uri="{FF2B5EF4-FFF2-40B4-BE49-F238E27FC236}">
                            <a16:creationId xmlns:a16="http://schemas.microsoft.com/office/drawing/2014/main" id="{156ECE11-50C6-3126-D85B-813F96579C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8" y="2006600"/>
                        <a:ext cx="4570412" cy="3363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Rectangle 9">
            <a:extLst>
              <a:ext uri="{FF2B5EF4-FFF2-40B4-BE49-F238E27FC236}">
                <a16:creationId xmlns:a16="http://schemas.microsoft.com/office/drawing/2014/main" id="{50DB81CD-1B21-E5D0-D225-3E397B2F3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9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aphicFrame>
        <p:nvGraphicFramePr>
          <p:cNvPr id="16387" name="Object 3">
            <a:extLst>
              <a:ext uri="{FF2B5EF4-FFF2-40B4-BE49-F238E27FC236}">
                <a16:creationId xmlns:a16="http://schemas.microsoft.com/office/drawing/2014/main" id="{6B178763-38DD-142C-1D73-7244522846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65713" y="2024063"/>
          <a:ext cx="3765550" cy="364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4" imgW="24269700" imgH="23063200" progId="Word.Picture.8">
                  <p:embed/>
                </p:oleObj>
              </mc:Choice>
              <mc:Fallback>
                <p:oleObj name="Figura" r:id="rId4" imgW="24269700" imgH="23063200" progId="Word.Picture.8">
                  <p:embed/>
                  <p:pic>
                    <p:nvPicPr>
                      <p:cNvPr id="16387" name="Object 3">
                        <a:extLst>
                          <a:ext uri="{FF2B5EF4-FFF2-40B4-BE49-F238E27FC236}">
                            <a16:creationId xmlns:a16="http://schemas.microsoft.com/office/drawing/2014/main" id="{6B178763-38DD-142C-1D73-7244522846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2024063"/>
                        <a:ext cx="3765550" cy="3640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>
            <a:extLst>
              <a:ext uri="{FF2B5EF4-FFF2-40B4-BE49-F238E27FC236}">
                <a16:creationId xmlns:a16="http://schemas.microsoft.com/office/drawing/2014/main" id="{086E3121-A669-0FB0-22A2-51FAA9259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988" y="5892800"/>
            <a:ext cx="7212012" cy="701675"/>
          </a:xfrm>
          <a:prstGeom prst="rect">
            <a:avLst/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000">
                <a:solidFill>
                  <a:schemeClr val="bg1"/>
                </a:solidFill>
              </a:rPr>
              <a:t>Contém informações razoáveis sobre as formas, materiais, processos que permitem gerar uma BOM inicial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238D9F6-3834-9FFA-9FF8-7E0C9565C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7969250" cy="706438"/>
          </a:xfrm>
        </p:spPr>
        <p:txBody>
          <a:bodyPr/>
          <a:lstStyle/>
          <a:p>
            <a:r>
              <a:rPr lang="pt-BR" altLang="pt-BR"/>
              <a:t>Conceitos, métodos, técnicas e ferramentas importantes nesta atividade 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144FAF0-0D8F-0C79-0D3B-679080C6C7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887413"/>
            <a:ext cx="8991600" cy="4941887"/>
          </a:xfrm>
        </p:spPr>
        <p:txBody>
          <a:bodyPr/>
          <a:lstStyle/>
          <a:p>
            <a:r>
              <a:rPr lang="pt-BR" altLang="pt-BR" dirty="0">
                <a:solidFill>
                  <a:srgbClr val="00CC00"/>
                </a:solidFill>
              </a:rPr>
              <a:t>Seleção de materiais (quadro 7.7) (Próxima semana – Aula separada)</a:t>
            </a:r>
          </a:p>
          <a:p>
            <a:pPr lvl="1"/>
            <a:r>
              <a:rPr lang="pt-BR" altLang="pt-BR" dirty="0"/>
              <a:t>A seleção inadequada pode levar à falha de componentes e, também, a custos desnecessários;</a:t>
            </a:r>
          </a:p>
          <a:p>
            <a:pPr lvl="1"/>
            <a:r>
              <a:rPr lang="pt-BR" altLang="pt-BR" dirty="0"/>
              <a:t>não pode ser feita independentemente do processo de manufatura (este depende de atributos geométricos do produto, tamanho e quantidade a ser manufaturada);</a:t>
            </a:r>
          </a:p>
          <a:p>
            <a:pPr lvl="1"/>
            <a:r>
              <a:rPr lang="pt-BR" altLang="pt-BR" dirty="0"/>
              <a:t>Elevado número de opções no mercado.</a:t>
            </a:r>
          </a:p>
          <a:p>
            <a:r>
              <a:rPr lang="pt-BR" altLang="pt-BR" dirty="0">
                <a:solidFill>
                  <a:srgbClr val="002060"/>
                </a:solidFill>
              </a:rPr>
              <a:t>DFX na fase de projeto conceitual (quadro 7.8)</a:t>
            </a:r>
          </a:p>
          <a:p>
            <a:r>
              <a:rPr lang="pt-BR" altLang="pt-BR" dirty="0">
                <a:solidFill>
                  <a:srgbClr val="002060"/>
                </a:solidFill>
              </a:rPr>
              <a:t>DFM na fase de projeto conceitual (quadro 7.9)</a:t>
            </a:r>
          </a:p>
          <a:p>
            <a:r>
              <a:rPr lang="pt-BR" altLang="pt-BR" dirty="0">
                <a:solidFill>
                  <a:srgbClr val="002060"/>
                </a:solidFill>
              </a:rPr>
              <a:t>DFA na fase de projeto conceitual (quadro 7.10)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37611C7C-CEEE-20BD-3342-B8A6E249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25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>
              <a:solidFill>
                <a:srgbClr val="002060"/>
              </a:solidFill>
            </a:endParaRPr>
          </a:p>
        </p:txBody>
      </p:sp>
      <p:sp>
        <p:nvSpPr>
          <p:cNvPr id="48131" name="Text Box 5">
            <a:extLst>
              <a:ext uri="{FF2B5EF4-FFF2-40B4-BE49-F238E27FC236}">
                <a16:creationId xmlns:a16="http://schemas.microsoft.com/office/drawing/2014/main" id="{0AB657B6-DF0C-491B-856C-21EAA062E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600" i="1">
                <a:solidFill>
                  <a:srgbClr val="002060"/>
                </a:solidFill>
                <a:latin typeface="Verdana" panose="020B0604030504040204" pitchFamily="34" charset="0"/>
              </a:rPr>
              <a:t>PC / Analisar os SSCs</a:t>
            </a:r>
          </a:p>
        </p:txBody>
      </p:sp>
      <p:sp>
        <p:nvSpPr>
          <p:cNvPr id="48132" name="Rectangle 6">
            <a:extLst>
              <a:ext uri="{FF2B5EF4-FFF2-40B4-BE49-F238E27FC236}">
                <a16:creationId xmlns:a16="http://schemas.microsoft.com/office/drawing/2014/main" id="{3E029D89-8466-6122-891D-EDC17FFDF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7" y="980401"/>
            <a:ext cx="80645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200" b="1" dirty="0">
                <a:solidFill>
                  <a:srgbClr val="FF0000"/>
                </a:solidFill>
                <a:latin typeface="Verdana" panose="020B0604030504040204" pitchFamily="34" charset="0"/>
              </a:rPr>
              <a:t>PROJETO PARA X, </a:t>
            </a:r>
            <a:r>
              <a:rPr lang="pt-BR" altLang="pt-BR" sz="2200" b="1" i="1" dirty="0">
                <a:solidFill>
                  <a:srgbClr val="FF0000"/>
                </a:solidFill>
                <a:latin typeface="Verdana" panose="020B0604030504040204" pitchFamily="34" charset="0"/>
              </a:rPr>
              <a:t>DESIGN FOR X (DFX)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2D70AB3-B59C-EDCC-AD4B-73E723FB8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088" y="1878013"/>
            <a:ext cx="719931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200">
                <a:solidFill>
                  <a:srgbClr val="002060"/>
                </a:solidFill>
                <a:latin typeface="Verdana" panose="020B0604030504040204" pitchFamily="34" charset="0"/>
              </a:rPr>
              <a:t>Abordagem onde “X” representa qualquer das várias </a:t>
            </a:r>
            <a:r>
              <a:rPr lang="pt-BR" altLang="pt-BR" sz="2200" b="1">
                <a:solidFill>
                  <a:srgbClr val="002060"/>
                </a:solidFill>
                <a:latin typeface="Verdana" panose="020B0604030504040204" pitchFamily="34" charset="0"/>
              </a:rPr>
              <a:t>considerações</a:t>
            </a:r>
            <a:r>
              <a:rPr lang="pt-BR" altLang="pt-BR" sz="2200">
                <a:solidFill>
                  <a:srgbClr val="002060"/>
                </a:solidFill>
                <a:latin typeface="Verdana" panose="020B0604030504040204" pitchFamily="34" charset="0"/>
              </a:rPr>
              <a:t> que ocorrem ao longo do ciclo de vida do produto, como qualidade, manufatura, produção, reciclagem, meio ambiente etc.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509B410-CCA7-D132-2258-C6EBF59E0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088" y="3919538"/>
            <a:ext cx="7199312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200">
                <a:solidFill>
                  <a:srgbClr val="002060"/>
                </a:solidFill>
                <a:latin typeface="Verdana" panose="020B0604030504040204" pitchFamily="34" charset="0"/>
              </a:rPr>
              <a:t>O DFX, principalmente no PC, é uma maneira </a:t>
            </a:r>
            <a:r>
              <a:rPr lang="pt-BR" altLang="pt-BR" sz="2200" u="sng">
                <a:solidFill>
                  <a:srgbClr val="002060"/>
                </a:solidFill>
                <a:latin typeface="Verdana" panose="020B0604030504040204" pitchFamily="34" charset="0"/>
              </a:rPr>
              <a:t>pró-ativa de se minimizar custos, além de aumentar o desempenho e a competitividade do produto por todo o seu ciclo de vida</a:t>
            </a:r>
            <a:r>
              <a:rPr lang="pt-BR" altLang="pt-BR" sz="2200">
                <a:solidFill>
                  <a:srgbClr val="002060"/>
                </a:solidFill>
                <a:latin typeface="Verdana" panose="020B0604030504040204" pitchFamily="34" charset="0"/>
              </a:rPr>
              <a:t>. Essa abordagem pode ser entendida como uma </a:t>
            </a:r>
            <a:r>
              <a:rPr lang="pt-BR" altLang="pt-BR" sz="2200" b="1">
                <a:solidFill>
                  <a:srgbClr val="002060"/>
                </a:solidFill>
                <a:latin typeface="Verdana" panose="020B0604030504040204" pitchFamily="34" charset="0"/>
              </a:rPr>
              <a:t>filosofia</a:t>
            </a:r>
            <a:r>
              <a:rPr lang="pt-BR" altLang="pt-BR" sz="2200">
                <a:solidFill>
                  <a:srgbClr val="002060"/>
                </a:solidFill>
                <a:latin typeface="Verdana" panose="020B0604030504040204" pitchFamily="34" charset="0"/>
              </a:rPr>
              <a:t>, </a:t>
            </a:r>
            <a:r>
              <a:rPr lang="pt-BR" altLang="pt-BR" sz="2200" b="1">
                <a:solidFill>
                  <a:srgbClr val="002060"/>
                </a:solidFill>
                <a:latin typeface="Verdana" panose="020B0604030504040204" pitchFamily="34" charset="0"/>
              </a:rPr>
              <a:t>processo</a:t>
            </a:r>
            <a:r>
              <a:rPr lang="pt-BR" altLang="pt-BR" sz="2200">
                <a:solidFill>
                  <a:srgbClr val="002060"/>
                </a:solidFill>
                <a:latin typeface="Verdana" panose="020B0604030504040204" pitchFamily="34" charset="0"/>
              </a:rPr>
              <a:t> ou </a:t>
            </a:r>
            <a:r>
              <a:rPr lang="pt-BR" altLang="pt-BR" sz="2200" b="1">
                <a:solidFill>
                  <a:srgbClr val="002060"/>
                </a:solidFill>
                <a:latin typeface="Verdana" panose="020B0604030504040204" pitchFamily="34" charset="0"/>
              </a:rPr>
              <a:t>ferramenta</a:t>
            </a:r>
            <a:r>
              <a:rPr lang="pt-BR" altLang="pt-BR" sz="2200">
                <a:solidFill>
                  <a:srgbClr val="002060"/>
                </a:solidFill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A2EC74B7-5BD9-6A46-7887-4FC490890166}"/>
              </a:ext>
            </a:extLst>
          </p:cNvPr>
          <p:cNvSpPr txBox="1">
            <a:spLocks noChangeArrowheads="1"/>
          </p:cNvSpPr>
          <p:nvPr/>
        </p:nvSpPr>
        <p:spPr>
          <a:xfrm>
            <a:off x="863600" y="0"/>
            <a:ext cx="7726363" cy="1154113"/>
          </a:xfrm>
          <a:prstGeom prst="rect">
            <a:avLst/>
          </a:prstGeom>
          <a:noFill/>
          <a:ln/>
        </p:spPr>
        <p:txBody>
          <a:bodyPr/>
          <a:lstStyle/>
          <a:p>
            <a:pPr algn="l" eaLnBrk="0" hangingPunct="0">
              <a:defRPr/>
            </a:pPr>
            <a:r>
              <a:rPr lang="pt-BR" ker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Analisar os SSCs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FC3C40C-EC1A-1C18-3C22-2ED767F97A0C}"/>
              </a:ext>
            </a:extLst>
          </p:cNvPr>
          <p:cNvSpPr txBox="1"/>
          <p:nvPr/>
        </p:nvSpPr>
        <p:spPr>
          <a:xfrm>
            <a:off x="262647" y="1025632"/>
            <a:ext cx="41731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/>
              <a:t>Design for X (</a:t>
            </a:r>
            <a:r>
              <a:rPr lang="pt-BR" sz="1800" b="1" dirty="0" err="1"/>
              <a:t>DfX</a:t>
            </a:r>
            <a:r>
              <a:rPr lang="pt-BR" sz="1800" b="1" dirty="0"/>
              <a:t>) </a:t>
            </a:r>
            <a:r>
              <a:rPr lang="pt-BR" sz="1800" dirty="0"/>
              <a:t>é uma metodologia de engenharia e design que visa </a:t>
            </a:r>
            <a:r>
              <a:rPr lang="pt-BR" sz="1800" b="1" dirty="0">
                <a:solidFill>
                  <a:srgbClr val="FF0000"/>
                </a:solidFill>
              </a:rPr>
              <a:t>otimizar o produto para uma característica</a:t>
            </a:r>
            <a:r>
              <a:rPr lang="pt-BR" sz="1800" b="1" dirty="0"/>
              <a:t> ou objetivo de desempenho específico</a:t>
            </a:r>
            <a:r>
              <a:rPr lang="pt-BR" sz="1800" dirty="0"/>
              <a:t>, como </a:t>
            </a:r>
            <a:r>
              <a:rPr lang="pt-BR" sz="1800" dirty="0" err="1"/>
              <a:t>manufaturabilidade</a:t>
            </a:r>
            <a:r>
              <a:rPr lang="pt-BR" sz="1800" dirty="0"/>
              <a:t>, montagem, custo, etc. É sobre como o produto é </a:t>
            </a:r>
            <a:r>
              <a:rPr lang="pt-BR" sz="1800" i="1" dirty="0"/>
              <a:t>feito</a:t>
            </a:r>
            <a:r>
              <a:rPr lang="pt-BR" sz="1800" dirty="0"/>
              <a:t> e como ele se </a:t>
            </a:r>
            <a:r>
              <a:rPr lang="pt-BR" sz="1800" i="1" dirty="0"/>
              <a:t>desempenha</a:t>
            </a:r>
            <a:r>
              <a:rPr lang="pt-BR" sz="1800" dirty="0"/>
              <a:t> em relação a um critério técnico ou de processo.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1C9CFA-E2CC-14EC-CD87-29A1DB5B4996}"/>
              </a:ext>
            </a:extLst>
          </p:cNvPr>
          <p:cNvSpPr txBox="1"/>
          <p:nvPr/>
        </p:nvSpPr>
        <p:spPr>
          <a:xfrm>
            <a:off x="4931923" y="1025632"/>
            <a:ext cx="39494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/>
              <a:t>Design </a:t>
            </a:r>
            <a:r>
              <a:rPr lang="pt-BR" sz="1800" b="1" dirty="0" err="1"/>
              <a:t>to</a:t>
            </a:r>
            <a:r>
              <a:rPr lang="pt-BR" sz="1800" b="1" dirty="0"/>
              <a:t> X (</a:t>
            </a:r>
            <a:r>
              <a:rPr lang="pt-BR" sz="1800" b="1" dirty="0" err="1"/>
              <a:t>DtX</a:t>
            </a:r>
            <a:r>
              <a:rPr lang="pt-BR" sz="1800" b="1" dirty="0"/>
              <a:t>)</a:t>
            </a:r>
            <a:r>
              <a:rPr lang="pt-BR" sz="1800" dirty="0"/>
              <a:t>, embora menos comum como um termo genérico abrangente como </a:t>
            </a:r>
            <a:r>
              <a:rPr lang="pt-BR" sz="1800" dirty="0" err="1"/>
              <a:t>DfX</a:t>
            </a:r>
            <a:r>
              <a:rPr lang="pt-BR" sz="1800" dirty="0"/>
              <a:t>, quando usado, tende a enfatizar o </a:t>
            </a:r>
            <a:r>
              <a:rPr lang="pt-BR" sz="1800" b="1" dirty="0"/>
              <a:t>design focado em atender </a:t>
            </a:r>
            <a:r>
              <a:rPr lang="pt-BR" sz="1800" b="1" dirty="0">
                <a:solidFill>
                  <a:srgbClr val="FF0000"/>
                </a:solidFill>
              </a:rPr>
              <a:t>a um valor ou requisito específico </a:t>
            </a:r>
            <a:r>
              <a:rPr lang="pt-BR" sz="1800" b="1" dirty="0"/>
              <a:t>do cliente</a:t>
            </a:r>
            <a:r>
              <a:rPr lang="pt-BR" sz="1800" dirty="0"/>
              <a:t>. É sobre o que o cliente </a:t>
            </a:r>
            <a:r>
              <a:rPr lang="pt-BR" sz="1800" i="1" dirty="0"/>
              <a:t>deseja</a:t>
            </a:r>
            <a:r>
              <a:rPr lang="pt-BR" sz="1800" dirty="0"/>
              <a:t> e </a:t>
            </a:r>
            <a:r>
              <a:rPr lang="pt-BR" sz="1800" i="1" dirty="0"/>
              <a:t>valoriza</a:t>
            </a:r>
            <a:r>
              <a:rPr lang="pt-BR" sz="1800" dirty="0"/>
              <a:t> no produto.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9133E4-689E-1B9C-69BE-51E6F883E54C}"/>
              </a:ext>
            </a:extLst>
          </p:cNvPr>
          <p:cNvSpPr txBox="1"/>
          <p:nvPr/>
        </p:nvSpPr>
        <p:spPr>
          <a:xfrm>
            <a:off x="812259" y="4345285"/>
            <a:ext cx="75194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É importante notar que as duas abordagens não são mutuamente exclusivas e podem se complementar. Um produto projetado para ser fabricado eficientemente (</a:t>
            </a:r>
            <a:r>
              <a:rPr lang="pt-BR" sz="2000" dirty="0" err="1"/>
              <a:t>DfM</a:t>
            </a:r>
            <a:r>
              <a:rPr lang="pt-BR" sz="2000" dirty="0"/>
              <a:t>) pode, ao mesmo tempo, ser projetado para atender a uma necessidade de custo específico do cliente (</a:t>
            </a:r>
            <a:r>
              <a:rPr lang="pt-BR" sz="2000" dirty="0" err="1"/>
              <a:t>DtC</a:t>
            </a:r>
            <a:r>
              <a:rPr lang="pt-BR" sz="2000" dirty="0"/>
              <a:t>/</a:t>
            </a:r>
            <a:r>
              <a:rPr lang="pt-BR" sz="2000" dirty="0" err="1"/>
              <a:t>DtV</a:t>
            </a:r>
            <a:r>
              <a:rPr lang="pt-BR" sz="2000" dirty="0"/>
              <a:t>). A distinção principal está na perspectiva </a:t>
            </a:r>
            <a:r>
              <a:rPr lang="pt-BR" sz="2000" b="1" dirty="0"/>
              <a:t>e no ponto de partida do foco do design.</a:t>
            </a:r>
          </a:p>
        </p:txBody>
      </p:sp>
    </p:spTree>
    <p:extLst>
      <p:ext uri="{BB962C8B-B14F-4D97-AF65-F5344CB8AC3E}">
        <p14:creationId xmlns:p14="http://schemas.microsoft.com/office/powerpoint/2010/main" val="968969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C10CF98-38E4-42C3-1BF0-63A4DC123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9155" name="Text Box 4">
            <a:extLst>
              <a:ext uri="{FF2B5EF4-FFF2-40B4-BE49-F238E27FC236}">
                <a16:creationId xmlns:a16="http://schemas.microsoft.com/office/drawing/2014/main" id="{087B732F-AE65-FC39-5256-AB2C68A27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PC / Analisar os SSCs</a:t>
            </a:r>
          </a:p>
        </p:txBody>
      </p:sp>
      <p:sp>
        <p:nvSpPr>
          <p:cNvPr id="49156" name="Rectangle 5">
            <a:extLst>
              <a:ext uri="{FF2B5EF4-FFF2-40B4-BE49-F238E27FC236}">
                <a16:creationId xmlns:a16="http://schemas.microsoft.com/office/drawing/2014/main" id="{D740280F-8E65-9961-2E48-30387884B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626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002060"/>
                </a:solidFill>
                <a:latin typeface="Verdana" panose="020B0604030504040204" pitchFamily="34" charset="0"/>
              </a:rPr>
              <a:t>Exemplos de DFX (1/2)</a:t>
            </a:r>
          </a:p>
        </p:txBody>
      </p:sp>
      <p:sp>
        <p:nvSpPr>
          <p:cNvPr id="49157" name="Rectangle 6">
            <a:extLst>
              <a:ext uri="{FF2B5EF4-FFF2-40B4-BE49-F238E27FC236}">
                <a16:creationId xmlns:a16="http://schemas.microsoft.com/office/drawing/2014/main" id="{0F210838-8C37-0062-3B75-ADDB7934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01775"/>
            <a:ext cx="8389937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  <a:t>Design for Manufacturability, DFM:</a:t>
            </a:r>
          </a:p>
          <a:p>
            <a:pPr eaLnBrk="1" hangingPunct="1"/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Visa otimizar o projeto no que se refere ao  processo de manufatura do produto.</a:t>
            </a:r>
          </a:p>
          <a:p>
            <a:pPr eaLnBrk="1" hangingPunct="1"/>
            <a: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  <a:t>Design for Assembly, DFA:</a:t>
            </a:r>
            <a:b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</a:br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Visa otimizar o projeto no que se refere ao processo de montagem do produto.</a:t>
            </a:r>
          </a:p>
          <a:p>
            <a:pPr eaLnBrk="1" hangingPunct="1"/>
            <a: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  <a:t>Design for Quality, DFQ:</a:t>
            </a:r>
          </a:p>
          <a:p>
            <a:pPr eaLnBrk="1" hangingPunct="1"/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Visa otimizar o projeto no que se refere ao atendimento dos requisitos para a qualidade do produto.</a:t>
            </a:r>
          </a:p>
          <a:p>
            <a:pPr eaLnBrk="1" hangingPunct="1"/>
            <a: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  <a:t>Design for Recycling, DFR:</a:t>
            </a:r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</a:p>
          <a:p>
            <a:pPr eaLnBrk="1" hangingPunct="1"/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Visa otimizar o projeto de forma a facilitar o reaproveitamento do produto e ou seus materiais após o descarte.</a:t>
            </a:r>
          </a:p>
          <a:p>
            <a:pPr eaLnBrk="1" hangingPunct="1"/>
            <a: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  <a:t>Design for Disassembly, DFD:</a:t>
            </a:r>
          </a:p>
          <a:p>
            <a:pPr eaLnBrk="1" hangingPunct="1"/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Visa otimizar o projeto de forma a facilitar o desmonte do produto. Nota-se que essa abordagem não é inversa ao DFA.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849BE80-914F-7AF8-9ECC-4EF3602F8BC5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0"/>
            <a:ext cx="7726362" cy="1154113"/>
          </a:xfrm>
          <a:prstGeom prst="rect">
            <a:avLst/>
          </a:prstGeom>
          <a:noFill/>
          <a:ln/>
        </p:spPr>
        <p:txBody>
          <a:bodyPr/>
          <a:lstStyle/>
          <a:p>
            <a:pPr algn="l" eaLnBrk="0" hangingPunct="0"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Analisar os SSCs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FA44BA1-EB30-8DA7-58F4-7B50446DB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>
              <a:solidFill>
                <a:srgbClr val="002060"/>
              </a:solidFill>
            </a:endParaRP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ADD1B4C9-E3BD-2A8A-7CA3-A49913C04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600" i="1">
                <a:solidFill>
                  <a:srgbClr val="002060"/>
                </a:solidFill>
                <a:latin typeface="Verdana" panose="020B0604030504040204" pitchFamily="34" charset="0"/>
              </a:rPr>
              <a:t>PC / Analisar os SSCs</a:t>
            </a:r>
          </a:p>
        </p:txBody>
      </p:sp>
      <p:sp>
        <p:nvSpPr>
          <p:cNvPr id="50180" name="Rectangle 4">
            <a:extLst>
              <a:ext uri="{FF2B5EF4-FFF2-40B4-BE49-F238E27FC236}">
                <a16:creationId xmlns:a16="http://schemas.microsoft.com/office/drawing/2014/main" id="{0A510266-D260-55B5-E3FA-BFD6CA765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981075"/>
            <a:ext cx="626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002060"/>
                </a:solidFill>
                <a:latin typeface="Verdana" panose="020B0604030504040204" pitchFamily="34" charset="0"/>
              </a:rPr>
              <a:t>Exemplos de DFX (2/2)</a:t>
            </a:r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30BFB7BE-1EE7-F1A4-8268-1CD9AA473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1433513"/>
            <a:ext cx="8607425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  <a:t>Design for Cost, DFC:</a:t>
            </a:r>
          </a:p>
          <a:p>
            <a:pPr eaLnBrk="1" hangingPunct="1"/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Visa otimizar o projeto de forma a minimizar custos diretos e indiretos.</a:t>
            </a:r>
          </a:p>
          <a:p>
            <a:pPr eaLnBrk="1" hangingPunct="1"/>
            <a: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  <a:t>Design for Cycle of Life, DFCL:</a:t>
            </a:r>
          </a:p>
          <a:p>
            <a:pPr eaLnBrk="1" hangingPunct="1"/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Visa otimizar o projeto sob diversos aspectos de todo o ciclo de vida do produto.</a:t>
            </a:r>
          </a:p>
          <a:p>
            <a:pPr eaLnBrk="1" hangingPunct="1"/>
            <a: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  <a:t>Design for Environment, DFE:</a:t>
            </a:r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</a:p>
          <a:p>
            <a:pPr eaLnBrk="1" hangingPunct="1"/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Visa otimizar o projeto sob aspectos do meio ambiente (Ecodesign, Green Design etc.).</a:t>
            </a:r>
          </a:p>
          <a:p>
            <a:pPr eaLnBrk="1" hangingPunct="1"/>
            <a: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  <a:t>Design for Service, DFS:</a:t>
            </a:r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</a:p>
          <a:p>
            <a:pPr eaLnBrk="1" hangingPunct="1"/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Visa otimizar o projeto sob aspecto dos serviços prestados através do produto.</a:t>
            </a:r>
          </a:p>
          <a:p>
            <a:pPr eaLnBrk="1" hangingPunct="1"/>
            <a:r>
              <a:rPr lang="pt-BR" altLang="pt-BR" sz="2000" b="1">
                <a:solidFill>
                  <a:srgbClr val="002060"/>
                </a:solidFill>
                <a:latin typeface="Verdana" panose="020B0604030504040204" pitchFamily="34" charset="0"/>
              </a:rPr>
              <a:t>Design for Aesthetics, DFA*:</a:t>
            </a:r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</a:p>
          <a:p>
            <a:pPr eaLnBrk="1" hangingPunct="1"/>
            <a:r>
              <a:rPr lang="pt-BR" altLang="pt-BR" sz="2000">
                <a:solidFill>
                  <a:srgbClr val="002060"/>
                </a:solidFill>
                <a:latin typeface="Verdana" panose="020B0604030504040204" pitchFamily="34" charset="0"/>
              </a:rPr>
              <a:t>Visa otimizar o projeto no que tange a estética do produto.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71A0A8-5EDF-5AB7-1A7D-E1F44ABB98A2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0"/>
            <a:ext cx="7726362" cy="1154113"/>
          </a:xfrm>
          <a:prstGeom prst="rect">
            <a:avLst/>
          </a:prstGeom>
          <a:noFill/>
          <a:ln/>
        </p:spPr>
        <p:txBody>
          <a:bodyPr/>
          <a:lstStyle/>
          <a:p>
            <a:pPr algn="l" eaLnBrk="0" hangingPunct="0">
              <a:defRPr/>
            </a:pPr>
            <a:r>
              <a:rPr lang="pt-BR" ker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Analisar os SSCs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E907375-70EA-DEEE-C016-CB5558A59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>
              <a:solidFill>
                <a:srgbClr val="002060"/>
              </a:solidFill>
            </a:endParaRP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DA2AB403-4186-0846-2A19-CDC65F974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600" i="1">
                <a:solidFill>
                  <a:srgbClr val="002060"/>
                </a:solidFill>
                <a:latin typeface="Verdana" panose="020B0604030504040204" pitchFamily="34" charset="0"/>
              </a:rPr>
              <a:t>PC / Analisar os SSCs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5D7C1012-FA67-C0B6-AAB6-6132044F7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4" y="1104901"/>
            <a:ext cx="6265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 dirty="0" err="1">
                <a:solidFill>
                  <a:srgbClr val="002060"/>
                </a:solidFill>
                <a:latin typeface="Verdana" panose="020B0604030504040204" pitchFamily="34" charset="0"/>
              </a:rPr>
              <a:t>DfM</a:t>
            </a:r>
            <a:r>
              <a:rPr lang="pt-BR" altLang="pt-BR" b="1" dirty="0">
                <a:solidFill>
                  <a:srgbClr val="002060"/>
                </a:solidFill>
                <a:latin typeface="Verdana" panose="020B0604030504040204" pitchFamily="34" charset="0"/>
              </a:rPr>
              <a:t> no Projeto Conceitual</a:t>
            </a:r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8FA0F133-1639-21BC-ED87-5F2086C11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12224"/>
            <a:ext cx="7726362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dirty="0">
                <a:solidFill>
                  <a:srgbClr val="002060"/>
                </a:solidFill>
                <a:latin typeface="Verdana" panose="020B0604030504040204" pitchFamily="34" charset="0"/>
              </a:rPr>
              <a:t>Visa o alcance de uma concepção de produto, que possa ser manufaturado com baixo custo, sem sacrificar aspectos de qualidade. É considerado uma das abordagens mais integrativas durante o Desenvolvimento do Produto.</a:t>
            </a:r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0554F287-5B4B-82D3-D5B1-C57AF8D13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638675"/>
            <a:ext cx="58427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dirty="0">
                <a:solidFill>
                  <a:srgbClr val="002060"/>
                </a:solidFill>
                <a:latin typeface="Verdana" panose="020B0604030504040204" pitchFamily="34" charset="0"/>
              </a:rPr>
              <a:t>Visa o alcance de uma concepção de produto, cuja montagem possa ocorrer com baixo custo, sem sacrificar aspectos de qualidade. </a:t>
            </a:r>
          </a:p>
        </p:txBody>
      </p:sp>
      <p:sp>
        <p:nvSpPr>
          <p:cNvPr id="51207" name="Rectangle 7">
            <a:extLst>
              <a:ext uri="{FF2B5EF4-FFF2-40B4-BE49-F238E27FC236}">
                <a16:creationId xmlns:a16="http://schemas.microsoft.com/office/drawing/2014/main" id="{61D7EED7-A554-AA66-5270-9877D8602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19398"/>
            <a:ext cx="6265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 dirty="0">
                <a:solidFill>
                  <a:srgbClr val="002060"/>
                </a:solidFill>
                <a:latin typeface="Verdana" panose="020B0604030504040204" pitchFamily="34" charset="0"/>
              </a:rPr>
              <a:t>DFA no Projeto Conceitual</a:t>
            </a:r>
          </a:p>
        </p:txBody>
      </p:sp>
      <p:pic>
        <p:nvPicPr>
          <p:cNvPr id="8" name="Picture 8" descr="Tigre">
            <a:extLst>
              <a:ext uri="{FF2B5EF4-FFF2-40B4-BE49-F238E27FC236}">
                <a16:creationId xmlns:a16="http://schemas.microsoft.com/office/drawing/2014/main" id="{FBFA4417-8FBD-8570-AA1B-89D3F8A28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7" y="3667124"/>
            <a:ext cx="2074863" cy="223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4C474D33-162D-226E-2031-D12468817FC1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0"/>
            <a:ext cx="7726362" cy="1154113"/>
          </a:xfrm>
          <a:prstGeom prst="rect">
            <a:avLst/>
          </a:prstGeom>
          <a:noFill/>
          <a:ln/>
        </p:spPr>
        <p:txBody>
          <a:bodyPr/>
          <a:lstStyle/>
          <a:p>
            <a:pPr algn="l" eaLnBrk="0" hangingPunct="0">
              <a:defRPr/>
            </a:pPr>
            <a:r>
              <a:rPr lang="pt-BR" ker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Analisar os SSCs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FMA">
            <a:hlinkClick r:id="" action="ppaction://media"/>
            <a:extLst>
              <a:ext uri="{FF2B5EF4-FFF2-40B4-BE49-F238E27FC236}">
                <a16:creationId xmlns:a16="http://schemas.microsoft.com/office/drawing/2014/main" id="{8546324F-BD8A-5156-D194-1ECC7526D0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15312" y="1509823"/>
            <a:ext cx="6313376" cy="355127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C51C10A-2EA1-1707-9538-0621637A1F61}"/>
              </a:ext>
            </a:extLst>
          </p:cNvPr>
          <p:cNvSpPr txBox="1"/>
          <p:nvPr/>
        </p:nvSpPr>
        <p:spPr>
          <a:xfrm>
            <a:off x="2583712" y="297712"/>
            <a:ext cx="3646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 DFM</a:t>
            </a:r>
          </a:p>
        </p:txBody>
      </p:sp>
    </p:spTree>
    <p:extLst>
      <p:ext uri="{BB962C8B-B14F-4D97-AF65-F5344CB8AC3E}">
        <p14:creationId xmlns:p14="http://schemas.microsoft.com/office/powerpoint/2010/main" val="191724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00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DEE370D-1B81-4C93-A17E-779804B62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200"/>
            <a:ext cx="914400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Princ</a:t>
            </a:r>
            <a:r>
              <a:rPr lang="pt-BR" altLang="pt-BR" sz="3700">
                <a:solidFill>
                  <a:srgbClr val="002060"/>
                </a:solidFill>
                <a:cs typeface="Times New Roman" panose="02020603050405020304" pitchFamily="18" charset="0"/>
              </a:rPr>
              <a:t>í</a:t>
            </a:r>
            <a: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pios, Regras e Recomenda</a:t>
            </a:r>
            <a:r>
              <a:rPr lang="pt-BR" altLang="pt-BR" sz="3700">
                <a:solidFill>
                  <a:srgbClr val="002060"/>
                </a:solidFill>
                <a:cs typeface="Times New Roman" panose="02020603050405020304" pitchFamily="18" charset="0"/>
              </a:rPr>
              <a:t>ç</a:t>
            </a:r>
            <a: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ões </a:t>
            </a:r>
            <a:b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</a:br>
            <a: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de DFM</a:t>
            </a:r>
            <a: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E6076B6-C95A-CCFB-A9B0-6361478F55D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0825" y="1196975"/>
            <a:ext cx="8893175" cy="92075"/>
          </a:xfrm>
          <a:prstGeom prst="rect">
            <a:avLst/>
          </a:prstGeom>
          <a:gradFill rotWithShape="0">
            <a:gsLst>
              <a:gs pos="0">
                <a:srgbClr val="77777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>
              <a:solidFill>
                <a:srgbClr val="002060"/>
              </a:solidFill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A167B81-DA2C-6598-1D3F-E28EC9270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12875"/>
            <a:ext cx="603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1. Minimizar o número de partes.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85373684-55CF-8251-2BAA-0AA0EF04E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136775"/>
            <a:ext cx="7250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2. Desenvolver projetos modulares. 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58AB275E-DFE8-5478-7D6F-8AB5D7416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784475"/>
            <a:ext cx="7250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3. Minimizar as variações das partes.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F4F26234-8D27-47DC-945C-6C6566110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500438"/>
            <a:ext cx="9001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rIns="180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4. Projetar as partes para serem multifuncionais/multiuso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53D34D8-9E9C-C5C2-D383-BBC2EA01C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251325"/>
            <a:ext cx="7681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5. Projetar as partes para fácil fabricação. 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9AFB69DB-8222-8789-941A-FDED9E7EC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4994275"/>
            <a:ext cx="805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6. Evitar o uso de elementos de fixação separados. 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17E9336E-6A0E-FF0A-5AA6-6E9D53656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734050"/>
            <a:ext cx="746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7. Eliminar ou simplificar os ajustes.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B4A0CD4-D621-1D6A-5C9A-7FF9D6223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8569325" cy="93662"/>
          </a:xfrm>
          <a:prstGeom prst="rect">
            <a:avLst/>
          </a:prstGeom>
          <a:gradFill rotWithShape="0">
            <a:gsLst>
              <a:gs pos="0">
                <a:srgbClr val="77777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>
              <a:solidFill>
                <a:srgbClr val="002060"/>
              </a:solidFill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9275383-F2E3-2A91-5AED-09214ABD7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52400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8. Evitar o uso de componentes flexíveis.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03B2505-421E-B471-3035-3F5248C35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47900"/>
            <a:ext cx="5973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9. Minimizar a manipulação. 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D6BB6A44-E3EB-1FCF-4760-3A51C4D0D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895600"/>
            <a:ext cx="7815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10. Usar material de mais fácil processamento. 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AAEB28AC-7305-9337-59C8-0C7D258F1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3600450"/>
            <a:ext cx="797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11. Usar materiais e componentes normalizados.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F230F908-0AC4-255D-B782-07B2B57B7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362450"/>
            <a:ext cx="8631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12. Utilizar as características especiais dos processos. 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5D825DF-7074-297E-01BA-2C53793FF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105400"/>
            <a:ext cx="810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13. Projetar de acordo com o volume esperado. 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7C062011-EED5-247B-C678-5FB7CC773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805488"/>
            <a:ext cx="665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14. Liberar as tolerâncias. </a:t>
            </a:r>
          </a:p>
        </p:txBody>
      </p:sp>
      <p:sp>
        <p:nvSpPr>
          <p:cNvPr id="53258" name="Rectangle 10">
            <a:extLst>
              <a:ext uri="{FF2B5EF4-FFF2-40B4-BE49-F238E27FC236}">
                <a16:creationId xmlns:a16="http://schemas.microsoft.com/office/drawing/2014/main" id="{F2EC1380-D4CA-423D-7247-570C9D25E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76200"/>
            <a:ext cx="9324975" cy="97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Princ</a:t>
            </a:r>
            <a:r>
              <a:rPr lang="pt-BR" altLang="pt-BR" sz="3700">
                <a:solidFill>
                  <a:srgbClr val="002060"/>
                </a:solidFill>
                <a:cs typeface="Times New Roman" panose="02020603050405020304" pitchFamily="18" charset="0"/>
              </a:rPr>
              <a:t>í</a:t>
            </a:r>
            <a: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pios, Regras e Recomenda</a:t>
            </a:r>
            <a:r>
              <a:rPr lang="pt-BR" altLang="pt-BR" sz="3700">
                <a:solidFill>
                  <a:srgbClr val="002060"/>
                </a:solidFill>
                <a:cs typeface="Times New Roman" panose="02020603050405020304" pitchFamily="18" charset="0"/>
              </a:rPr>
              <a:t>ç</a:t>
            </a:r>
            <a: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ões </a:t>
            </a:r>
            <a:b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</a:br>
            <a: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de DFM</a:t>
            </a:r>
            <a:r>
              <a:rPr lang="pt-BR" altLang="pt-BR" sz="3700">
                <a:solidFill>
                  <a:srgbClr val="002060"/>
                </a:solidFill>
                <a:latin typeface="Verdana" panose="020B0604030504040204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449F0156-9224-576C-426F-F8159B6CE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4000"/>
            <a:ext cx="9324975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pt-BR" altLang="pt-BR" sz="32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Recomenda</a:t>
            </a:r>
            <a:r>
              <a:rPr lang="pt-BR" altLang="pt-BR" sz="3200">
                <a:solidFill>
                  <a:srgbClr val="002060"/>
                </a:solidFill>
                <a:cs typeface="Times New Roman" panose="02020603050405020304" pitchFamily="18" charset="0"/>
              </a:rPr>
              <a:t>ç</a:t>
            </a:r>
            <a:r>
              <a:rPr lang="pt-BR" altLang="pt-BR" sz="32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ões gerais p/a montagem f</a:t>
            </a:r>
            <a:r>
              <a:rPr lang="pt-BR" altLang="pt-BR" sz="3200">
                <a:solidFill>
                  <a:srgbClr val="002060"/>
                </a:solidFill>
                <a:cs typeface="Times New Roman" panose="02020603050405020304" pitchFamily="18" charset="0"/>
              </a:rPr>
              <a:t>á</a:t>
            </a:r>
            <a:r>
              <a:rPr lang="pt-BR" altLang="pt-BR" sz="3200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cil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B9EAAE7-9A84-7CF3-74CE-AF05ACE64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836613"/>
            <a:ext cx="8772525" cy="80962"/>
          </a:xfrm>
          <a:prstGeom prst="rect">
            <a:avLst/>
          </a:prstGeom>
          <a:gradFill rotWithShape="0">
            <a:gsLst>
              <a:gs pos="0">
                <a:srgbClr val="77777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endParaRPr lang="pt-BR" altLang="pt-BR">
              <a:solidFill>
                <a:srgbClr val="002060"/>
              </a:solidFill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F99D642B-9209-4EA9-A27F-5696EBB3D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1193800"/>
            <a:ext cx="8420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A racionalização da produção envolve a simplificação e automação do processo de montagem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80B9D66-AB6D-0B91-FC33-F1C0E6AB3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2222500"/>
            <a:ext cx="605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Simplificar as operações de montagem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1E602BD1-1435-A512-E03B-E52F7A727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2844800"/>
            <a:ext cx="8166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Reduzir o número global das operações de montagem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6FEF5700-7202-F378-74AF-A77FDE6CF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3454400"/>
            <a:ext cx="605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Padronizar as operações de montagem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EA5C9C7-63EB-EE68-850D-2D1F8C729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4025900"/>
            <a:ext cx="605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Usar seqüências favoráveis/adequadas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5911F42A-7A75-5007-69B9-E2565B2CD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4597400"/>
            <a:ext cx="7886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Usar equipamentos e acessórios existentes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418FE072-09B5-8DB8-FAB6-6F6E91ED5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5181600"/>
            <a:ext cx="605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Possibilitar automação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0D80C591-A39A-5BAF-DA51-E865ACC13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5727700"/>
            <a:ext cx="605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Observar padrões ergonômicos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DADFC216-051F-2496-86ED-DD3637F6D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700" y="6223000"/>
            <a:ext cx="605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Evitar treinamento especial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5AA46F3F-D758-991F-6729-B5C1A4717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836613"/>
            <a:ext cx="8893175" cy="80962"/>
          </a:xfrm>
          <a:prstGeom prst="rect">
            <a:avLst/>
          </a:prstGeom>
          <a:gradFill rotWithShape="0">
            <a:gsLst>
              <a:gs pos="0">
                <a:srgbClr val="77777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endParaRPr lang="pt-BR" altLang="pt-BR">
              <a:solidFill>
                <a:srgbClr val="002060"/>
              </a:solidFill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7A44F20-CC02-7C20-61CF-984C23F00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55700"/>
            <a:ext cx="7251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Simplificar, integrar e reduzir o número de peças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8EDB98D0-13DE-9C98-9F19-4963C019FB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14500"/>
            <a:ext cx="8166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2100" indent="-2921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Padronização e uso de partes comuns e materiais para facilitar as atividades de projeto 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0C770C2C-3BB4-0990-A7D4-AF22A07B8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641600"/>
            <a:ext cx="715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Projetar produtos e montagem a prova de erros 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3940C946-DF17-8C6F-BD4E-AE2D83729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200400"/>
            <a:ext cx="8013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2100" indent="-2921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Projetar partes que minimizem o esforço e ambigüidade nas orientações e manipulações 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569BF0BF-4714-44B2-3224-10BF83533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14800"/>
            <a:ext cx="7886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Minimizar partes flexíveis e interconexões 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7C18C736-2782-E128-7314-C00A0B4A0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686300"/>
            <a:ext cx="8890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2100" indent="-2921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Projetar para a fácil montagem pela utilização de movimentos simples e minimização do número de eixos de montagem 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C86D64AC-0DF6-242D-F400-8382C21B5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575300"/>
            <a:ext cx="605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Projetar para união e fixação eficientes 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26D7ABC2-2125-BF11-7E4D-7C3592C8E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70600"/>
            <a:ext cx="797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002060"/>
                </a:solidFill>
                <a:latin typeface="Times New Roman" panose="02020603050405020304" pitchFamily="18" charset="0"/>
                <a:sym typeface="Webdings" pitchFamily="2" charset="2"/>
              </a:rPr>
              <a:t> </a:t>
            </a:r>
            <a:r>
              <a:rPr lang="pt-BR" altLang="pt-BR">
                <a:solidFill>
                  <a:srgbClr val="002060"/>
                </a:solidFill>
                <a:latin typeface="Arial Unicode MS" panose="020B0604020202020204" pitchFamily="34" charset="-128"/>
              </a:rPr>
              <a:t>Projetar produtos modulares para facilitar a montagem </a:t>
            </a:r>
          </a:p>
        </p:txBody>
      </p:sp>
      <p:sp>
        <p:nvSpPr>
          <p:cNvPr id="55307" name="Rectangle 12">
            <a:extLst>
              <a:ext uri="{FF2B5EF4-FFF2-40B4-BE49-F238E27FC236}">
                <a16:creationId xmlns:a16="http://schemas.microsoft.com/office/drawing/2014/main" id="{720E4491-0E97-706C-5859-7BB72E253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8" y="188913"/>
            <a:ext cx="7794625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pt-BR" altLang="pt-BR" sz="3200" b="1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Recomenda</a:t>
            </a:r>
            <a:r>
              <a:rPr lang="pt-BR" altLang="pt-BR" sz="3200" b="1">
                <a:solidFill>
                  <a:srgbClr val="002060"/>
                </a:solidFill>
                <a:cs typeface="Times New Roman" panose="02020603050405020304" pitchFamily="18" charset="0"/>
              </a:rPr>
              <a:t>ç</a:t>
            </a:r>
            <a:r>
              <a:rPr lang="pt-BR" altLang="pt-BR" sz="3200" b="1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ões gerais p/a montagem f</a:t>
            </a:r>
            <a:r>
              <a:rPr lang="pt-BR" altLang="pt-BR" sz="3200" b="1">
                <a:solidFill>
                  <a:srgbClr val="002060"/>
                </a:solidFill>
                <a:cs typeface="Times New Roman" panose="02020603050405020304" pitchFamily="18" charset="0"/>
              </a:rPr>
              <a:t>á</a:t>
            </a:r>
            <a:r>
              <a:rPr lang="pt-BR" altLang="pt-BR" sz="3200" b="1">
                <a:solidFill>
                  <a:srgbClr val="002060"/>
                </a:solidFill>
                <a:latin typeface="Verdana" panose="020B0604030504040204" pitchFamily="34" charset="0"/>
                <a:cs typeface="Times New Roman" panose="02020603050405020304" pitchFamily="18" charset="0"/>
              </a:rPr>
              <a:t>cil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>
            <a:extLst>
              <a:ext uri="{FF2B5EF4-FFF2-40B4-BE49-F238E27FC236}">
                <a16:creationId xmlns:a16="http://schemas.microsoft.com/office/drawing/2014/main" id="{4117769D-134F-E340-6001-9D819EC4E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8" y="792163"/>
            <a:ext cx="384968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b="1">
                <a:solidFill>
                  <a:schemeClr val="tx2"/>
                </a:solidFill>
              </a:rPr>
              <a:t>Impressora IBM PROPRINTER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pt-BR" altLang="pt-BR" sz="2000">
                <a:solidFill>
                  <a:srgbClr val="006699"/>
                </a:solidFill>
              </a:rPr>
              <a:t>32 componentes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pt-BR" altLang="pt-BR" sz="2000">
                <a:solidFill>
                  <a:srgbClr val="006699"/>
                </a:solidFill>
              </a:rPr>
              <a:t>32 operações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pt-BR" altLang="pt-BR" sz="2000">
                <a:solidFill>
                  <a:srgbClr val="006699"/>
                </a:solidFill>
              </a:rPr>
              <a:t>3 min p/ montagem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B453C775-F8B0-24E8-A888-A81F4434A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87563"/>
            <a:ext cx="3098800" cy="92075"/>
          </a:xfrm>
          <a:prstGeom prst="rect">
            <a:avLst/>
          </a:prstGeom>
          <a:gradFill rotWithShape="0">
            <a:gsLst>
              <a:gs pos="0">
                <a:srgbClr val="777777"/>
              </a:gs>
              <a:gs pos="100000">
                <a:srgbClr val="99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pic>
        <p:nvPicPr>
          <p:cNvPr id="56324" name="Picture 4">
            <a:extLst>
              <a:ext uri="{FF2B5EF4-FFF2-40B4-BE49-F238E27FC236}">
                <a16:creationId xmlns:a16="http://schemas.microsoft.com/office/drawing/2014/main" id="{E3741E9C-3D0A-6028-CF6D-D7C0786C3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4" t="15596" r="5507" b="14067"/>
          <a:stretch>
            <a:fillRect/>
          </a:stretch>
        </p:blipFill>
        <p:spPr bwMode="auto">
          <a:xfrm>
            <a:off x="3429000" y="1733550"/>
            <a:ext cx="5345113" cy="429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>
            <a:hlinkClick r:id="rId3" action="ppaction://hlinkfile"/>
            <a:extLst>
              <a:ext uri="{FF2B5EF4-FFF2-40B4-BE49-F238E27FC236}">
                <a16:creationId xmlns:a16="http://schemas.microsoft.com/office/drawing/2014/main" id="{C9D647EE-E710-6D80-49EC-DB3A62F1B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8" y="2728913"/>
            <a:ext cx="152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6" name="Text Box 6">
            <a:hlinkClick r:id="rId3" action="ppaction://hlinkfile"/>
            <a:extLst>
              <a:ext uri="{FF2B5EF4-FFF2-40B4-BE49-F238E27FC236}">
                <a16:creationId xmlns:a16="http://schemas.microsoft.com/office/drawing/2014/main" id="{EDDE22EA-DDAF-3595-15EB-E42AB59A4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4157663"/>
            <a:ext cx="286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>
                <a:latin typeface="Times New Roman" panose="02020603050405020304" pitchFamily="18" charset="0"/>
                <a:hlinkClick r:id="rId3" action="ppaction://hlinkfile"/>
              </a:rPr>
              <a:t>IBM PROPRINTER</a:t>
            </a:r>
            <a:endParaRPr lang="pt-BR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AFB9CC59-C746-C69E-DF0D-AB179CB13C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44450" y="433388"/>
          <a:ext cx="9188450" cy="613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17410" name="Object 2">
                        <a:extLst>
                          <a:ext uri="{FF2B5EF4-FFF2-40B4-BE49-F238E27FC236}">
                            <a16:creationId xmlns:a16="http://schemas.microsoft.com/office/drawing/2014/main" id="{AFB9CC59-C746-C69E-DF0D-AB179CB13C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4450" y="433388"/>
                        <a:ext cx="9188450" cy="6138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7A951AC3-4E4F-43DB-0EE0-F3303034A499}"/>
              </a:ext>
            </a:extLst>
          </p:cNvPr>
          <p:cNvSpPr/>
          <p:nvPr/>
        </p:nvSpPr>
        <p:spPr>
          <a:xfrm>
            <a:off x="0" y="263525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9A63335E-D485-DF35-0256-738F3DB98C76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3698081" y="1985169"/>
            <a:ext cx="1673225" cy="3627438"/>
            <a:chOff x="2181" y="1183"/>
            <a:chExt cx="1419" cy="1966"/>
          </a:xfrm>
        </p:grpSpPr>
        <p:grpSp>
          <p:nvGrpSpPr>
            <p:cNvPr id="17413" name="Group 107">
              <a:extLst>
                <a:ext uri="{FF2B5EF4-FFF2-40B4-BE49-F238E27FC236}">
                  <a16:creationId xmlns:a16="http://schemas.microsoft.com/office/drawing/2014/main" id="{D9B3C7E4-6F6F-2DA9-68B1-4F25F21311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7450" name="Group 108">
                <a:extLst>
                  <a:ext uri="{FF2B5EF4-FFF2-40B4-BE49-F238E27FC236}">
                    <a16:creationId xmlns:a16="http://schemas.microsoft.com/office/drawing/2014/main" id="{657A7F9E-ACE7-84F7-45F1-1AF5E8EC13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7456" name="Group 109">
                  <a:extLst>
                    <a:ext uri="{FF2B5EF4-FFF2-40B4-BE49-F238E27FC236}">
                      <a16:creationId xmlns:a16="http://schemas.microsoft.com/office/drawing/2014/main" id="{06C7A168-B3DE-F960-06E9-A05F1C2E5E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7462" name="Freeform 110">
                    <a:extLst>
                      <a:ext uri="{FF2B5EF4-FFF2-40B4-BE49-F238E27FC236}">
                        <a16:creationId xmlns:a16="http://schemas.microsoft.com/office/drawing/2014/main" id="{9F61B37A-7C32-5E18-8B32-71254DB40C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63" name="Freeform 111">
                    <a:extLst>
                      <a:ext uri="{FF2B5EF4-FFF2-40B4-BE49-F238E27FC236}">
                        <a16:creationId xmlns:a16="http://schemas.microsoft.com/office/drawing/2014/main" id="{F2BCE5B9-146B-69DC-C679-364525734F1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7457" name="Group 112">
                  <a:extLst>
                    <a:ext uri="{FF2B5EF4-FFF2-40B4-BE49-F238E27FC236}">
                      <a16:creationId xmlns:a16="http://schemas.microsoft.com/office/drawing/2014/main" id="{53624C17-0C51-1FF9-9CB3-70A43510B2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7458" name="Freeform 113">
                    <a:extLst>
                      <a:ext uri="{FF2B5EF4-FFF2-40B4-BE49-F238E27FC236}">
                        <a16:creationId xmlns:a16="http://schemas.microsoft.com/office/drawing/2014/main" id="{E9213E3B-044E-2033-8E94-18C4CD96A7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59" name="Freeform 114">
                    <a:extLst>
                      <a:ext uri="{FF2B5EF4-FFF2-40B4-BE49-F238E27FC236}">
                        <a16:creationId xmlns:a16="http://schemas.microsoft.com/office/drawing/2014/main" id="{8C7831A8-538E-ED2A-0FD6-22380F4AFA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60" name="Freeform 115">
                    <a:extLst>
                      <a:ext uri="{FF2B5EF4-FFF2-40B4-BE49-F238E27FC236}">
                        <a16:creationId xmlns:a16="http://schemas.microsoft.com/office/drawing/2014/main" id="{B8F4C896-5264-A672-7747-1DC5C1A7A6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61" name="Freeform 116">
                    <a:extLst>
                      <a:ext uri="{FF2B5EF4-FFF2-40B4-BE49-F238E27FC236}">
                        <a16:creationId xmlns:a16="http://schemas.microsoft.com/office/drawing/2014/main" id="{C008BA8F-7937-2D86-CBAF-5E4FA29CEF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7451" name="Oval 117">
                <a:extLst>
                  <a:ext uri="{FF2B5EF4-FFF2-40B4-BE49-F238E27FC236}">
                    <a16:creationId xmlns:a16="http://schemas.microsoft.com/office/drawing/2014/main" id="{1A41D57F-05F7-1405-E8D3-FDAAF89365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17452" name="Group 118">
                <a:extLst>
                  <a:ext uri="{FF2B5EF4-FFF2-40B4-BE49-F238E27FC236}">
                    <a16:creationId xmlns:a16="http://schemas.microsoft.com/office/drawing/2014/main" id="{A6791060-E4EA-0914-F068-ADC0354BB7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7453" name="Oval 119">
                  <a:extLst>
                    <a:ext uri="{FF2B5EF4-FFF2-40B4-BE49-F238E27FC236}">
                      <a16:creationId xmlns:a16="http://schemas.microsoft.com/office/drawing/2014/main" id="{0BA24C65-7A59-F8E8-2D47-5BDD8B1C64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7454" name="Oval 120">
                  <a:extLst>
                    <a:ext uri="{FF2B5EF4-FFF2-40B4-BE49-F238E27FC236}">
                      <a16:creationId xmlns:a16="http://schemas.microsoft.com/office/drawing/2014/main" id="{F14A9C53-4178-5E8D-072C-A66BA42FF8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7455" name="Oval 121">
                  <a:extLst>
                    <a:ext uri="{FF2B5EF4-FFF2-40B4-BE49-F238E27FC236}">
                      <a16:creationId xmlns:a16="http://schemas.microsoft.com/office/drawing/2014/main" id="{44F01EE7-2C82-0574-AF33-A6DF9F1265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17414" name="Group 122">
              <a:extLst>
                <a:ext uri="{FF2B5EF4-FFF2-40B4-BE49-F238E27FC236}">
                  <a16:creationId xmlns:a16="http://schemas.microsoft.com/office/drawing/2014/main" id="{4B85A0C1-7F2E-C598-0209-958F044E0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7415" name="Freeform 123">
                <a:extLst>
                  <a:ext uri="{FF2B5EF4-FFF2-40B4-BE49-F238E27FC236}">
                    <a16:creationId xmlns:a16="http://schemas.microsoft.com/office/drawing/2014/main" id="{CFBAF595-A205-8B81-7FC0-774853D6B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6" name="Arc 124">
                <a:extLst>
                  <a:ext uri="{FF2B5EF4-FFF2-40B4-BE49-F238E27FC236}">
                    <a16:creationId xmlns:a16="http://schemas.microsoft.com/office/drawing/2014/main" id="{1681B305-28E7-1773-7F16-2F3DF52A2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7" name="Arc 125">
                <a:extLst>
                  <a:ext uri="{FF2B5EF4-FFF2-40B4-BE49-F238E27FC236}">
                    <a16:creationId xmlns:a16="http://schemas.microsoft.com/office/drawing/2014/main" id="{B9C7FC43-8EE6-6E3B-4999-D4443141C9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8" name="Freeform 126">
                <a:extLst>
                  <a:ext uri="{FF2B5EF4-FFF2-40B4-BE49-F238E27FC236}">
                    <a16:creationId xmlns:a16="http://schemas.microsoft.com/office/drawing/2014/main" id="{14FF5233-3308-C6DD-52BB-E904E5B48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9" name="Arc 127">
                <a:extLst>
                  <a:ext uri="{FF2B5EF4-FFF2-40B4-BE49-F238E27FC236}">
                    <a16:creationId xmlns:a16="http://schemas.microsoft.com/office/drawing/2014/main" id="{254ABC96-46CC-5AF1-E336-CB00AA99C8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20" name="Arc 128">
                <a:extLst>
                  <a:ext uri="{FF2B5EF4-FFF2-40B4-BE49-F238E27FC236}">
                    <a16:creationId xmlns:a16="http://schemas.microsoft.com/office/drawing/2014/main" id="{F0F4ABCF-9B60-EC54-DD8A-83D270004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7421" name="Group 129">
                <a:extLst>
                  <a:ext uri="{FF2B5EF4-FFF2-40B4-BE49-F238E27FC236}">
                    <a16:creationId xmlns:a16="http://schemas.microsoft.com/office/drawing/2014/main" id="{B4AB988D-6637-DD6C-6F5C-70B174BE25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7445" name="Group 130">
                  <a:extLst>
                    <a:ext uri="{FF2B5EF4-FFF2-40B4-BE49-F238E27FC236}">
                      <a16:creationId xmlns:a16="http://schemas.microsoft.com/office/drawing/2014/main" id="{1B8A6FD2-871C-1C32-C11B-6C92BAD7E3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7447" name="Arc 131">
                    <a:extLst>
                      <a:ext uri="{FF2B5EF4-FFF2-40B4-BE49-F238E27FC236}">
                        <a16:creationId xmlns:a16="http://schemas.microsoft.com/office/drawing/2014/main" id="{072D4867-6C32-BEDB-7FF6-46388D3611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8" name="Arc 132">
                    <a:extLst>
                      <a:ext uri="{FF2B5EF4-FFF2-40B4-BE49-F238E27FC236}">
                        <a16:creationId xmlns:a16="http://schemas.microsoft.com/office/drawing/2014/main" id="{8705718D-AA2D-6D13-7D3B-79BC3C2425E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9" name="Arc 133">
                    <a:extLst>
                      <a:ext uri="{FF2B5EF4-FFF2-40B4-BE49-F238E27FC236}">
                        <a16:creationId xmlns:a16="http://schemas.microsoft.com/office/drawing/2014/main" id="{C38918B9-C8DE-EF4D-AD3A-8270A62872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7446" name="Arc 134">
                  <a:extLst>
                    <a:ext uri="{FF2B5EF4-FFF2-40B4-BE49-F238E27FC236}">
                      <a16:creationId xmlns:a16="http://schemas.microsoft.com/office/drawing/2014/main" id="{338D0E7C-FFC8-FE5F-7603-86E1F602A6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2" name="Group 135">
                <a:extLst>
                  <a:ext uri="{FF2B5EF4-FFF2-40B4-BE49-F238E27FC236}">
                    <a16:creationId xmlns:a16="http://schemas.microsoft.com/office/drawing/2014/main" id="{3FF14FC4-D713-8027-9353-BB9EFBA33B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7440" name="Group 136">
                  <a:extLst>
                    <a:ext uri="{FF2B5EF4-FFF2-40B4-BE49-F238E27FC236}">
                      <a16:creationId xmlns:a16="http://schemas.microsoft.com/office/drawing/2014/main" id="{7E7CB6A0-7064-E5C8-959D-1A38EA656C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7442" name="Arc 137">
                    <a:extLst>
                      <a:ext uri="{FF2B5EF4-FFF2-40B4-BE49-F238E27FC236}">
                        <a16:creationId xmlns:a16="http://schemas.microsoft.com/office/drawing/2014/main" id="{F7557594-C734-7A56-5C90-0E48ECAD1C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3" name="Arc 138">
                    <a:extLst>
                      <a:ext uri="{FF2B5EF4-FFF2-40B4-BE49-F238E27FC236}">
                        <a16:creationId xmlns:a16="http://schemas.microsoft.com/office/drawing/2014/main" id="{877B1BB1-3301-FCA2-3235-C812EB67B3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4" name="Arc 139">
                    <a:extLst>
                      <a:ext uri="{FF2B5EF4-FFF2-40B4-BE49-F238E27FC236}">
                        <a16:creationId xmlns:a16="http://schemas.microsoft.com/office/drawing/2014/main" id="{F3710063-DA88-8D03-D7F0-E54DD9754F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7441" name="Arc 140">
                  <a:extLst>
                    <a:ext uri="{FF2B5EF4-FFF2-40B4-BE49-F238E27FC236}">
                      <a16:creationId xmlns:a16="http://schemas.microsoft.com/office/drawing/2014/main" id="{B73AEC77-4F74-24AC-0524-AE98E7B41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3" name="Group 141">
                <a:extLst>
                  <a:ext uri="{FF2B5EF4-FFF2-40B4-BE49-F238E27FC236}">
                    <a16:creationId xmlns:a16="http://schemas.microsoft.com/office/drawing/2014/main" id="{3437FB59-4053-0F61-2570-1763E6641F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7438" name="Arc 142">
                  <a:extLst>
                    <a:ext uri="{FF2B5EF4-FFF2-40B4-BE49-F238E27FC236}">
                      <a16:creationId xmlns:a16="http://schemas.microsoft.com/office/drawing/2014/main" id="{AE4B140D-E420-E4B4-3BC6-7973CF5007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9" name="Arc 143">
                  <a:extLst>
                    <a:ext uri="{FF2B5EF4-FFF2-40B4-BE49-F238E27FC236}">
                      <a16:creationId xmlns:a16="http://schemas.microsoft.com/office/drawing/2014/main" id="{8F312319-79E0-3D15-7957-4A98FB35C8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4" name="Group 144">
                <a:extLst>
                  <a:ext uri="{FF2B5EF4-FFF2-40B4-BE49-F238E27FC236}">
                    <a16:creationId xmlns:a16="http://schemas.microsoft.com/office/drawing/2014/main" id="{2379E2C8-B4D0-AA41-0DC1-97CCBAC38F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7436" name="Arc 145">
                  <a:extLst>
                    <a:ext uri="{FF2B5EF4-FFF2-40B4-BE49-F238E27FC236}">
                      <a16:creationId xmlns:a16="http://schemas.microsoft.com/office/drawing/2014/main" id="{EE6795DB-FF88-45C2-BEC7-373A5D0411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7" name="Arc 146">
                  <a:extLst>
                    <a:ext uri="{FF2B5EF4-FFF2-40B4-BE49-F238E27FC236}">
                      <a16:creationId xmlns:a16="http://schemas.microsoft.com/office/drawing/2014/main" id="{13C388D9-5E12-BFA3-0515-D26E25F63E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5" name="Group 147">
                <a:extLst>
                  <a:ext uri="{FF2B5EF4-FFF2-40B4-BE49-F238E27FC236}">
                    <a16:creationId xmlns:a16="http://schemas.microsoft.com/office/drawing/2014/main" id="{ECC103AE-065F-3DDE-6E08-C47C37BB70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7434" name="Line 148">
                  <a:extLst>
                    <a:ext uri="{FF2B5EF4-FFF2-40B4-BE49-F238E27FC236}">
                      <a16:creationId xmlns:a16="http://schemas.microsoft.com/office/drawing/2014/main" id="{0FAC763E-F31F-F5B9-F775-624821F43D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5" name="Line 149">
                  <a:extLst>
                    <a:ext uri="{FF2B5EF4-FFF2-40B4-BE49-F238E27FC236}">
                      <a16:creationId xmlns:a16="http://schemas.microsoft.com/office/drawing/2014/main" id="{12B66864-FBD4-3C7A-8C17-758F0991E9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6" name="Group 150">
                <a:extLst>
                  <a:ext uri="{FF2B5EF4-FFF2-40B4-BE49-F238E27FC236}">
                    <a16:creationId xmlns:a16="http://schemas.microsoft.com/office/drawing/2014/main" id="{9938E535-3D18-0F6F-6ED3-843585BE47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7429" name="Group 151">
                  <a:extLst>
                    <a:ext uri="{FF2B5EF4-FFF2-40B4-BE49-F238E27FC236}">
                      <a16:creationId xmlns:a16="http://schemas.microsoft.com/office/drawing/2014/main" id="{23E330CD-6A8C-DB3D-14E9-3890657A98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7432" name="Arc 152">
                    <a:extLst>
                      <a:ext uri="{FF2B5EF4-FFF2-40B4-BE49-F238E27FC236}">
                        <a16:creationId xmlns:a16="http://schemas.microsoft.com/office/drawing/2014/main" id="{0DF41F5F-218E-9A5F-1CBF-90D77CE67E5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33" name="Arc 153">
                    <a:extLst>
                      <a:ext uri="{FF2B5EF4-FFF2-40B4-BE49-F238E27FC236}">
                        <a16:creationId xmlns:a16="http://schemas.microsoft.com/office/drawing/2014/main" id="{9B7E7E16-F225-7B8F-AD77-E821634198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7430" name="Arc 154">
                  <a:extLst>
                    <a:ext uri="{FF2B5EF4-FFF2-40B4-BE49-F238E27FC236}">
                      <a16:creationId xmlns:a16="http://schemas.microsoft.com/office/drawing/2014/main" id="{627D44E3-32E6-BCDA-B580-C14818764B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1" name="Arc 155">
                  <a:extLst>
                    <a:ext uri="{FF2B5EF4-FFF2-40B4-BE49-F238E27FC236}">
                      <a16:creationId xmlns:a16="http://schemas.microsoft.com/office/drawing/2014/main" id="{B6C4E81C-B227-F13A-5FFD-5085D9431B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7427" name="Freeform 156">
                <a:extLst>
                  <a:ext uri="{FF2B5EF4-FFF2-40B4-BE49-F238E27FC236}">
                    <a16:creationId xmlns:a16="http://schemas.microsoft.com/office/drawing/2014/main" id="{4C662DC3-B0BF-A9A8-DB6D-F60DFF472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28" name="Oval 157">
                <a:extLst>
                  <a:ext uri="{FF2B5EF4-FFF2-40B4-BE49-F238E27FC236}">
                    <a16:creationId xmlns:a16="http://schemas.microsoft.com/office/drawing/2014/main" id="{DCD0247A-8403-99A3-61E3-B3E9668F0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CaixaDeTexto 1">
            <a:extLst>
              <a:ext uri="{FF2B5EF4-FFF2-40B4-BE49-F238E27FC236}">
                <a16:creationId xmlns:a16="http://schemas.microsoft.com/office/drawing/2014/main" id="{2F063515-F8B9-90F0-C6B2-BF7179325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276225"/>
            <a:ext cx="7518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/>
              <a:t>ERGONOMIA DO PROJETO DO PRODUTO</a:t>
            </a:r>
          </a:p>
        </p:txBody>
      </p:sp>
      <p:sp>
        <p:nvSpPr>
          <p:cNvPr id="57347" name="Espaço Reservado para Rodapé 1">
            <a:extLst>
              <a:ext uri="{FF2B5EF4-FFF2-40B4-BE49-F238E27FC236}">
                <a16:creationId xmlns:a16="http://schemas.microsoft.com/office/drawing/2014/main" id="{1626C8B4-4AF8-55FF-429E-F640273F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pt-BR" altLang="pt-BR" sz="1400"/>
              <a:t>ERGONOMIA</a:t>
            </a:r>
          </a:p>
        </p:txBody>
      </p:sp>
      <p:sp>
        <p:nvSpPr>
          <p:cNvPr id="57348" name="Espaço Reservado para Número de Slide 2">
            <a:extLst>
              <a:ext uri="{FF2B5EF4-FFF2-40B4-BE49-F238E27FC236}">
                <a16:creationId xmlns:a16="http://schemas.microsoft.com/office/drawing/2014/main" id="{4E8C9425-5E4E-2B3A-430F-14621E06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A6607C3-BAAD-3346-B019-CEE8555986D2}" type="slidenum">
              <a:rPr lang="pt-BR" altLang="pt-BR" sz="1400"/>
              <a:pPr algn="ctr" eaLnBrk="1" hangingPunct="1"/>
              <a:t>41</a:t>
            </a:fld>
            <a:endParaRPr lang="pt-BR" altLang="pt-BR" sz="1400"/>
          </a:p>
        </p:txBody>
      </p:sp>
      <p:sp>
        <p:nvSpPr>
          <p:cNvPr id="57349" name="Espaço Reservado para Data 3">
            <a:extLst>
              <a:ext uri="{FF2B5EF4-FFF2-40B4-BE49-F238E27FC236}">
                <a16:creationId xmlns:a16="http://schemas.microsoft.com/office/drawing/2014/main" id="{88767582-B803-505C-17F9-32DEED222B53}"/>
              </a:ext>
            </a:extLst>
          </p:cNvPr>
          <p:cNvSpPr txBox="1">
            <a:spLocks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 sz="1400"/>
              <a:t>Prof. Adolfo Sérgio Furtado da Silva</a:t>
            </a:r>
          </a:p>
        </p:txBody>
      </p:sp>
      <p:sp>
        <p:nvSpPr>
          <p:cNvPr id="57350" name="Text Box 4">
            <a:extLst>
              <a:ext uri="{FF2B5EF4-FFF2-40B4-BE49-F238E27FC236}">
                <a16:creationId xmlns:a16="http://schemas.microsoft.com/office/drawing/2014/main" id="{C6A16894-720D-0747-2505-E76EB5A30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2209800"/>
            <a:ext cx="8299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buFont typeface="Monotype Sorts" pitchFamily="2" charset="2"/>
              <a:buChar char="3"/>
            </a:pPr>
            <a:endParaRPr lang="pt-BR" altLang="pt-BR" sz="1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1" name="Text Box 5">
            <a:extLst>
              <a:ext uri="{FF2B5EF4-FFF2-40B4-BE49-F238E27FC236}">
                <a16:creationId xmlns:a16="http://schemas.microsoft.com/office/drawing/2014/main" id="{BFA873DE-0871-3DDD-5754-9A3DD502B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3846513"/>
            <a:ext cx="1698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endParaRPr lang="pt-BR" altLang="pt-BR" sz="1200" b="1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52" name="Text Box 6">
            <a:extLst>
              <a:ext uri="{FF2B5EF4-FFF2-40B4-BE49-F238E27FC236}">
                <a16:creationId xmlns:a16="http://schemas.microsoft.com/office/drawing/2014/main" id="{041F1173-189C-EB8F-ECAA-3A202718B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3" y="1081088"/>
            <a:ext cx="8372475" cy="440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40000"/>
              </a:lnSpc>
              <a:buFont typeface="Monotype Sorts" pitchFamily="2" charset="2"/>
              <a:buNone/>
            </a:pPr>
            <a:r>
              <a:rPr lang="pt-BR" altLang="pt-BR" sz="2000" b="1"/>
              <a:t>Do ponto de vista Ergonômico</a:t>
            </a:r>
            <a:r>
              <a:rPr lang="pt-BR" altLang="pt-BR" sz="2000"/>
              <a:t>: </a:t>
            </a:r>
            <a:r>
              <a:rPr lang="pt-BR" altLang="pt-BR" sz="2000">
                <a:latin typeface="Tahoma" panose="020B0604030504040204" pitchFamily="34" charset="0"/>
              </a:rPr>
              <a:t>Os produtos não são considerados como objetos em si, mas apenas como meios para que o homem possa executar determinadas funções;</a:t>
            </a:r>
          </a:p>
          <a:p>
            <a:pPr algn="just">
              <a:lnSpc>
                <a:spcPct val="140000"/>
              </a:lnSpc>
              <a:buFont typeface="Monotype Sorts" pitchFamily="2" charset="2"/>
              <a:buNone/>
            </a:pPr>
            <a:endParaRPr lang="pt-BR" altLang="pt-BR" sz="2000">
              <a:latin typeface="Tahoma" panose="020B0604030504040204" pitchFamily="34" charset="0"/>
            </a:endParaRPr>
          </a:p>
          <a:p>
            <a:pPr algn="just">
              <a:lnSpc>
                <a:spcPct val="140000"/>
              </a:lnSpc>
            </a:pPr>
            <a:r>
              <a:rPr lang="pt-BR" altLang="pt-BR" sz="2000">
                <a:latin typeface="Tahoma" panose="020B0604030504040204" pitchFamily="34" charset="0"/>
              </a:rPr>
              <a:t>Os produtos fazem parte de sistemas homem-máquina-ambiente;</a:t>
            </a:r>
          </a:p>
          <a:p>
            <a:pPr algn="just">
              <a:lnSpc>
                <a:spcPct val="140000"/>
              </a:lnSpc>
              <a:buFont typeface="Monotype Sorts" pitchFamily="2" charset="2"/>
              <a:buChar char="3"/>
            </a:pPr>
            <a:endParaRPr lang="pt-BR" altLang="pt-BR" sz="2000">
              <a:latin typeface="Tahoma" panose="020B0604030504040204" pitchFamily="34" charset="0"/>
            </a:endParaRPr>
          </a:p>
          <a:p>
            <a:pPr algn="just">
              <a:lnSpc>
                <a:spcPct val="140000"/>
              </a:lnSpc>
            </a:pPr>
            <a:r>
              <a:rPr lang="pt-BR" altLang="pt-BR" sz="2000">
                <a:latin typeface="Tahoma" panose="020B0604030504040204" pitchFamily="34" charset="0"/>
              </a:rPr>
              <a:t>O objetivo da ergonomia é estudar esses sistemas, para que as máquinas e ambientes possam funcionar harmoniosamente com o homem.</a:t>
            </a:r>
            <a:endParaRPr lang="pt-BR" altLang="pt-BR" sz="2000" i="1">
              <a:latin typeface="Tahoma" panose="020B0604030504040204" pitchFamily="34" charset="0"/>
            </a:endParaRPr>
          </a:p>
          <a:p>
            <a:pPr algn="r">
              <a:lnSpc>
                <a:spcPct val="140000"/>
              </a:lnSpc>
              <a:buFont typeface="Monotype Sorts" pitchFamily="2" charset="2"/>
              <a:buNone/>
            </a:pPr>
            <a:endParaRPr lang="pt-BR" altLang="pt-BR" sz="2000" i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Número de Slide 3">
            <a:extLst>
              <a:ext uri="{FF2B5EF4-FFF2-40B4-BE49-F238E27FC236}">
                <a16:creationId xmlns:a16="http://schemas.microsoft.com/office/drawing/2014/main" id="{59E42082-11ED-3320-E505-3D47BC27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6225" y="8186738"/>
            <a:ext cx="342900" cy="3683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fld id="{8D6BECCB-AEB1-F443-8A27-7F5AA2C3FEF3}" type="slidenum">
              <a:rPr lang="en-US" altLang="pt-BR" sz="1400"/>
              <a:pPr algn="l" eaLnBrk="1" hangingPunct="1"/>
              <a:t>42</a:t>
            </a:fld>
            <a:endParaRPr lang="en-US" altLang="pt-BR" sz="140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F7553D-8485-F67D-DA34-D98359FEE19F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41300"/>
            <a:ext cx="6618288" cy="528638"/>
          </a:xfrm>
          <a:prstGeom prst="rect">
            <a:avLst/>
          </a:prstGeom>
          <a:ln/>
        </p:spPr>
        <p:txBody>
          <a:bodyPr/>
          <a:lstStyle/>
          <a:p>
            <a:pPr algn="l" eaLnBrk="0" hangingPunct="0">
              <a:defRPr/>
            </a:pPr>
            <a:r>
              <a:rPr lang="en-US" b="1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ABORDAGENS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7959C73-039A-3E97-3BE4-166747BA054E}"/>
              </a:ext>
            </a:extLst>
          </p:cNvPr>
          <p:cNvSpPr txBox="1">
            <a:spLocks noChangeArrowheads="1"/>
          </p:cNvSpPr>
          <p:nvPr/>
        </p:nvSpPr>
        <p:spPr>
          <a:xfrm>
            <a:off x="296863" y="1374775"/>
            <a:ext cx="8237537" cy="4373563"/>
          </a:xfrm>
          <a:prstGeom prst="rect">
            <a:avLst/>
          </a:prstGeom>
          <a:ln/>
        </p:spPr>
        <p:txBody>
          <a:bodyPr/>
          <a:lstStyle/>
          <a:p>
            <a:pPr marL="889000" indent="-342900" algn="l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en-US" b="1" kern="0" dirty="0">
                <a:solidFill>
                  <a:srgbClr val="0000CC"/>
                </a:solidFill>
                <a:latin typeface="+mn-lt"/>
              </a:rPr>
              <a:t>ANÁLISE DE SISTEMAS </a:t>
            </a:r>
            <a:r>
              <a:rPr lang="en-US" sz="2800" kern="0" dirty="0">
                <a:latin typeface="+mn-lt"/>
              </a:rPr>
              <a:t>- </a:t>
            </a:r>
            <a:r>
              <a:rPr lang="en-US" sz="2800" kern="0" dirty="0" err="1">
                <a:latin typeface="+mn-lt"/>
              </a:rPr>
              <a:t>funcionamento</a:t>
            </a:r>
            <a:r>
              <a:rPr lang="en-US" sz="2800" kern="0" dirty="0">
                <a:latin typeface="+mn-lt"/>
              </a:rPr>
              <a:t> global </a:t>
            </a:r>
            <a:r>
              <a:rPr lang="en-US" sz="2800" kern="0" dirty="0" err="1">
                <a:latin typeface="+mn-lt"/>
              </a:rPr>
              <a:t>da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equipe</a:t>
            </a:r>
            <a:r>
              <a:rPr lang="en-US" sz="2800" kern="0" dirty="0">
                <a:latin typeface="+mn-lt"/>
              </a:rPr>
              <a:t>.</a:t>
            </a:r>
          </a:p>
          <a:p>
            <a:pPr marL="889000" indent="-342900" algn="l" eaLnBrk="0" hangingPunct="0">
              <a:spcBef>
                <a:spcPct val="20000"/>
              </a:spcBef>
              <a:defRPr/>
            </a:pP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Critérios</a:t>
            </a:r>
            <a:r>
              <a:rPr lang="en-US" sz="2800" kern="0" dirty="0">
                <a:latin typeface="+mn-lt"/>
              </a:rPr>
              <a:t>: </a:t>
            </a:r>
            <a:r>
              <a:rPr lang="en-US" sz="2800" kern="0" dirty="0" err="1">
                <a:latin typeface="+mn-lt"/>
              </a:rPr>
              <a:t>custo</a:t>
            </a:r>
            <a:r>
              <a:rPr lang="en-US" sz="2800" kern="0" dirty="0">
                <a:latin typeface="+mn-lt"/>
              </a:rPr>
              <a:t>, </a:t>
            </a:r>
            <a:r>
              <a:rPr lang="en-US" sz="2800" kern="0" dirty="0" err="1">
                <a:latin typeface="+mn-lt"/>
              </a:rPr>
              <a:t>confiabilidade</a:t>
            </a:r>
            <a:r>
              <a:rPr lang="en-US" sz="2800" kern="0" dirty="0">
                <a:latin typeface="+mn-lt"/>
              </a:rPr>
              <a:t>, </a:t>
            </a:r>
            <a:r>
              <a:rPr lang="en-US" sz="2800" kern="0" dirty="0" err="1">
                <a:latin typeface="+mn-lt"/>
              </a:rPr>
              <a:t>segurança</a:t>
            </a:r>
            <a:r>
              <a:rPr lang="en-US" sz="2800" kern="0" dirty="0">
                <a:latin typeface="+mn-lt"/>
              </a:rPr>
              <a:t> e </a:t>
            </a:r>
            <a:r>
              <a:rPr lang="en-US" sz="2800" kern="0" dirty="0" err="1">
                <a:latin typeface="+mn-lt"/>
              </a:rPr>
              <a:t>outros</a:t>
            </a:r>
            <a:r>
              <a:rPr lang="en-US" sz="2800" kern="0" dirty="0">
                <a:latin typeface="+mn-lt"/>
              </a:rPr>
              <a:t>. </a:t>
            </a:r>
            <a:r>
              <a:rPr lang="en-US" sz="2800" i="1" kern="0" dirty="0">
                <a:latin typeface="+mn-lt"/>
              </a:rPr>
              <a:t>Top-down</a:t>
            </a:r>
            <a:r>
              <a:rPr lang="en-US" sz="2800" kern="0" dirty="0">
                <a:latin typeface="+mn-lt"/>
              </a:rPr>
              <a:t>.</a:t>
            </a:r>
          </a:p>
          <a:p>
            <a:pPr marL="889000" indent="-342900" algn="l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en-US" b="1" kern="0" dirty="0">
                <a:solidFill>
                  <a:srgbClr val="0000CC"/>
                </a:solidFill>
                <a:latin typeface="+mn-lt"/>
              </a:rPr>
              <a:t>ANÁLISE DOS POSTOS DE TRABALHO </a:t>
            </a:r>
            <a:r>
              <a:rPr lang="en-US" sz="2800" kern="0" dirty="0">
                <a:latin typeface="+mn-lt"/>
              </a:rPr>
              <a:t>- </a:t>
            </a:r>
            <a:r>
              <a:rPr lang="en-US" sz="2800" kern="0" dirty="0" err="1">
                <a:latin typeface="+mn-lt"/>
              </a:rPr>
              <a:t>Estudo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da</a:t>
            </a:r>
            <a:r>
              <a:rPr lang="en-US" sz="2800" kern="0" dirty="0">
                <a:latin typeface="+mn-lt"/>
              </a:rPr>
              <a:t> parte do </a:t>
            </a:r>
            <a:r>
              <a:rPr lang="en-US" sz="2800" kern="0" dirty="0" err="1">
                <a:latin typeface="+mn-lt"/>
              </a:rPr>
              <a:t>sistema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onde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atua</a:t>
            </a:r>
            <a:r>
              <a:rPr lang="en-US" sz="2800" kern="0" dirty="0">
                <a:latin typeface="+mn-lt"/>
              </a:rPr>
              <a:t> o </a:t>
            </a:r>
            <a:r>
              <a:rPr lang="en-US" sz="2800" kern="0" dirty="0" err="1">
                <a:latin typeface="+mn-lt"/>
              </a:rPr>
              <a:t>trabalhador</a:t>
            </a:r>
            <a:r>
              <a:rPr lang="en-US" sz="2800" kern="0" dirty="0">
                <a:latin typeface="+mn-lt"/>
              </a:rPr>
              <a:t>. </a:t>
            </a:r>
            <a:r>
              <a:rPr lang="en-US" sz="2800" kern="0" dirty="0" err="1">
                <a:latin typeface="+mn-lt"/>
              </a:rPr>
              <a:t>Faz</a:t>
            </a:r>
            <a:r>
              <a:rPr lang="en-US" sz="2800" kern="0" dirty="0">
                <a:latin typeface="+mn-lt"/>
              </a:rPr>
              <a:t>-se a </a:t>
            </a:r>
            <a:r>
              <a:rPr lang="en-US" sz="2800" kern="0" dirty="0" err="1">
                <a:latin typeface="+mn-lt"/>
              </a:rPr>
              <a:t>análise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da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tarefa</a:t>
            </a:r>
            <a:r>
              <a:rPr lang="en-US" sz="2800" kern="0" dirty="0">
                <a:latin typeface="+mn-lt"/>
              </a:rPr>
              <a:t>, </a:t>
            </a:r>
            <a:r>
              <a:rPr lang="en-US" sz="2800" kern="0" dirty="0" err="1">
                <a:latin typeface="+mn-lt"/>
              </a:rPr>
              <a:t>postura</a:t>
            </a:r>
            <a:r>
              <a:rPr lang="en-US" sz="2800" kern="0" dirty="0">
                <a:latin typeface="+mn-lt"/>
              </a:rPr>
              <a:t> e dos </a:t>
            </a:r>
            <a:r>
              <a:rPr lang="en-US" sz="2800" kern="0" dirty="0" err="1">
                <a:latin typeface="+mn-lt"/>
              </a:rPr>
              <a:t>movimentos</a:t>
            </a:r>
            <a:r>
              <a:rPr lang="en-US" sz="2800" kern="0" dirty="0">
                <a:latin typeface="+mn-lt"/>
              </a:rPr>
              <a:t>, </a:t>
            </a:r>
            <a:r>
              <a:rPr lang="en-US" sz="2800" kern="0" dirty="0" err="1">
                <a:latin typeface="+mn-lt"/>
              </a:rPr>
              <a:t>além</a:t>
            </a:r>
            <a:r>
              <a:rPr lang="en-US" sz="2800" kern="0" dirty="0">
                <a:latin typeface="+mn-lt"/>
              </a:rPr>
              <a:t> das </a:t>
            </a:r>
            <a:r>
              <a:rPr lang="en-US" sz="2800" kern="0" dirty="0" err="1">
                <a:latin typeface="+mn-lt"/>
              </a:rPr>
              <a:t>exigências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físicas</a:t>
            </a:r>
            <a:r>
              <a:rPr lang="en-US" sz="2800" kern="0" dirty="0">
                <a:latin typeface="+mn-lt"/>
              </a:rPr>
              <a:t> e </a:t>
            </a:r>
            <a:r>
              <a:rPr lang="en-US" sz="2800" kern="0" dirty="0" err="1">
                <a:latin typeface="+mn-lt"/>
              </a:rPr>
              <a:t>psicológicas</a:t>
            </a:r>
            <a:r>
              <a:rPr lang="en-US" sz="2800" kern="0" dirty="0">
                <a:latin typeface="+mn-lt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Número de Slide 3">
            <a:extLst>
              <a:ext uri="{FF2B5EF4-FFF2-40B4-BE49-F238E27FC236}">
                <a16:creationId xmlns:a16="http://schemas.microsoft.com/office/drawing/2014/main" id="{6B83FC54-A47B-1D13-1933-EFBF9085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8202613"/>
            <a:ext cx="292100" cy="330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fld id="{63385FB6-499E-3A4D-9AB5-D39D521687F2}" type="slidenum">
              <a:rPr lang="en-US" altLang="pt-BR" sz="1400"/>
              <a:pPr algn="l" eaLnBrk="1" hangingPunct="1"/>
              <a:t>43</a:t>
            </a:fld>
            <a:endParaRPr lang="en-US" altLang="pt-BR" sz="140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95DE79-1F37-C8ED-9C7E-816A1BF2D410}"/>
              </a:ext>
            </a:extLst>
          </p:cNvPr>
          <p:cNvSpPr txBox="1">
            <a:spLocks noChangeArrowheads="1"/>
          </p:cNvSpPr>
          <p:nvPr/>
        </p:nvSpPr>
        <p:spPr>
          <a:xfrm>
            <a:off x="211138" y="217488"/>
            <a:ext cx="8932862" cy="1069975"/>
          </a:xfrm>
          <a:prstGeom prst="rect">
            <a:avLst/>
          </a:prstGeom>
          <a:ln/>
        </p:spPr>
        <p:txBody>
          <a:bodyPr/>
          <a:lstStyle/>
          <a:p>
            <a:pPr algn="l" eaLnBrk="0" hangingPunct="0">
              <a:defRPr/>
            </a:pPr>
            <a:r>
              <a:rPr lang="en-US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CONTRIBUIÇÕES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C3F6F6-F48B-4057-A6AD-1D7E558220E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73263"/>
            <a:ext cx="8686800" cy="4398962"/>
          </a:xfrm>
          <a:prstGeom prst="rect">
            <a:avLst/>
          </a:prstGeom>
          <a:ln/>
        </p:spPr>
        <p:txBody>
          <a:bodyPr/>
          <a:lstStyle/>
          <a:p>
            <a:pPr marL="889000" indent="-342900" algn="l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 err="1">
                <a:solidFill>
                  <a:srgbClr val="0000CC"/>
                </a:solidFill>
                <a:latin typeface="+mn-lt"/>
              </a:rPr>
              <a:t>Ergonomia</a:t>
            </a:r>
            <a:r>
              <a:rPr lang="en-US" sz="2800" kern="0" dirty="0">
                <a:solidFill>
                  <a:srgbClr val="0000CC"/>
                </a:solidFill>
                <a:latin typeface="+mn-lt"/>
              </a:rPr>
              <a:t> de </a:t>
            </a:r>
            <a:r>
              <a:rPr lang="en-US" sz="2800" kern="0" dirty="0" err="1">
                <a:solidFill>
                  <a:srgbClr val="0000CC"/>
                </a:solidFill>
                <a:latin typeface="+mn-lt"/>
              </a:rPr>
              <a:t>concepção</a:t>
            </a:r>
            <a:r>
              <a:rPr lang="en-US" sz="2800" kern="0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US" sz="2800" kern="0" dirty="0">
                <a:latin typeface="+mn-lt"/>
              </a:rPr>
              <a:t>- se </a:t>
            </a:r>
            <a:r>
              <a:rPr lang="en-US" sz="2800" kern="0" dirty="0" err="1">
                <a:latin typeface="+mn-lt"/>
              </a:rPr>
              <a:t>faz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durante</a:t>
            </a:r>
            <a:r>
              <a:rPr lang="en-US" sz="2800" kern="0" dirty="0">
                <a:latin typeface="+mn-lt"/>
              </a:rPr>
              <a:t> a </a:t>
            </a:r>
            <a:r>
              <a:rPr lang="en-US" sz="2800" kern="0" dirty="0" err="1">
                <a:latin typeface="+mn-lt"/>
              </a:rPr>
              <a:t>fase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inicial</a:t>
            </a:r>
            <a:r>
              <a:rPr lang="en-US" sz="2800" kern="0" dirty="0">
                <a:latin typeface="+mn-lt"/>
              </a:rPr>
              <a:t> do </a:t>
            </a:r>
            <a:r>
              <a:rPr lang="en-US" sz="2800" kern="0" dirty="0" err="1">
                <a:latin typeface="+mn-lt"/>
              </a:rPr>
              <a:t>projeto</a:t>
            </a:r>
            <a:r>
              <a:rPr lang="en-US" sz="2800" kern="0" dirty="0">
                <a:latin typeface="+mn-lt"/>
              </a:rPr>
              <a:t> do </a:t>
            </a:r>
            <a:r>
              <a:rPr lang="en-US" sz="2800" kern="0" dirty="0" err="1">
                <a:latin typeface="+mn-lt"/>
              </a:rPr>
              <a:t>produto</a:t>
            </a:r>
            <a:r>
              <a:rPr lang="en-US" sz="2800" kern="0" dirty="0">
                <a:latin typeface="+mn-lt"/>
              </a:rPr>
              <a:t>, </a:t>
            </a:r>
            <a:r>
              <a:rPr lang="en-US" sz="2800" kern="0" dirty="0" err="1">
                <a:latin typeface="+mn-lt"/>
              </a:rPr>
              <a:t>da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máquina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ou</a:t>
            </a:r>
            <a:r>
              <a:rPr lang="en-US" sz="2800" kern="0" dirty="0">
                <a:latin typeface="+mn-lt"/>
              </a:rPr>
              <a:t> do </a:t>
            </a:r>
            <a:r>
              <a:rPr lang="en-US" sz="2800" kern="0" dirty="0" err="1">
                <a:latin typeface="+mn-lt"/>
              </a:rPr>
              <a:t>ambiente</a:t>
            </a:r>
            <a:r>
              <a:rPr lang="en-US" sz="2800" kern="0" dirty="0">
                <a:latin typeface="+mn-lt"/>
              </a:rPr>
              <a:t>.</a:t>
            </a:r>
          </a:p>
          <a:p>
            <a:pPr marL="889000" indent="-342900" algn="l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 err="1">
                <a:solidFill>
                  <a:srgbClr val="0000CC"/>
                </a:solidFill>
                <a:latin typeface="+mn-lt"/>
              </a:rPr>
              <a:t>Ergonomia</a:t>
            </a:r>
            <a:r>
              <a:rPr lang="en-US" sz="2800" kern="0" dirty="0">
                <a:solidFill>
                  <a:srgbClr val="0000CC"/>
                </a:solidFill>
                <a:latin typeface="+mn-lt"/>
              </a:rPr>
              <a:t> de </a:t>
            </a:r>
            <a:r>
              <a:rPr lang="en-US" sz="2800" kern="0" dirty="0" err="1">
                <a:solidFill>
                  <a:srgbClr val="0000CC"/>
                </a:solidFill>
                <a:latin typeface="+mn-lt"/>
              </a:rPr>
              <a:t>correção</a:t>
            </a:r>
            <a:r>
              <a:rPr lang="en-US" sz="2800" kern="0" dirty="0">
                <a:solidFill>
                  <a:srgbClr val="0000CC"/>
                </a:solidFill>
                <a:latin typeface="+mn-lt"/>
              </a:rPr>
              <a:t> </a:t>
            </a:r>
            <a:r>
              <a:rPr lang="en-US" sz="2800" kern="0" dirty="0">
                <a:latin typeface="+mn-lt"/>
              </a:rPr>
              <a:t>- </a:t>
            </a:r>
            <a:r>
              <a:rPr lang="en-US" sz="2800" kern="0" dirty="0" err="1">
                <a:latin typeface="+mn-lt"/>
              </a:rPr>
              <a:t>problema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pré-existente</a:t>
            </a:r>
            <a:r>
              <a:rPr lang="en-US" sz="2800" kern="0" dirty="0">
                <a:latin typeface="+mn-lt"/>
              </a:rPr>
              <a:t>, </a:t>
            </a:r>
            <a:r>
              <a:rPr lang="en-US" sz="2800" kern="0" dirty="0" err="1">
                <a:latin typeface="+mn-lt"/>
              </a:rPr>
              <a:t>resolvendo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questões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relativas</a:t>
            </a:r>
            <a:r>
              <a:rPr lang="en-US" sz="2800" kern="0" dirty="0">
                <a:latin typeface="+mn-lt"/>
              </a:rPr>
              <a:t> a </a:t>
            </a:r>
            <a:r>
              <a:rPr lang="en-US" sz="2800" kern="0" dirty="0" err="1">
                <a:latin typeface="+mn-lt"/>
              </a:rPr>
              <a:t>segurança</a:t>
            </a:r>
            <a:r>
              <a:rPr lang="en-US" sz="2800" kern="0" dirty="0">
                <a:latin typeface="+mn-lt"/>
              </a:rPr>
              <a:t>, </a:t>
            </a:r>
            <a:r>
              <a:rPr lang="en-US" sz="2800" kern="0" dirty="0" err="1">
                <a:latin typeface="+mn-lt"/>
              </a:rPr>
              <a:t>fadiga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excessiva</a:t>
            </a:r>
            <a:r>
              <a:rPr lang="en-US" sz="2800" kern="0" dirty="0">
                <a:latin typeface="+mn-lt"/>
              </a:rPr>
              <a:t>, etc.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Rodapé 1">
            <a:extLst>
              <a:ext uri="{FF2B5EF4-FFF2-40B4-BE49-F238E27FC236}">
                <a16:creationId xmlns:a16="http://schemas.microsoft.com/office/drawing/2014/main" id="{770ABC22-F045-13D9-5C76-F5578B43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pt-BR" altLang="pt-BR" sz="1400"/>
              <a:t>ERGONOMIA</a:t>
            </a:r>
          </a:p>
        </p:txBody>
      </p:sp>
      <p:sp>
        <p:nvSpPr>
          <p:cNvPr id="60419" name="Espaço Reservado para Número de Slide 2">
            <a:extLst>
              <a:ext uri="{FF2B5EF4-FFF2-40B4-BE49-F238E27FC236}">
                <a16:creationId xmlns:a16="http://schemas.microsoft.com/office/drawing/2014/main" id="{8A1D82EC-141B-4BE6-0620-7C0EDB87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AA0012B6-0CF0-FB4E-9C47-B7451C2467ED}" type="slidenum">
              <a:rPr lang="pt-BR" altLang="pt-BR" sz="1400"/>
              <a:pPr algn="ctr" eaLnBrk="1" hangingPunct="1"/>
              <a:t>44</a:t>
            </a:fld>
            <a:endParaRPr lang="pt-BR" altLang="pt-BR" sz="1400"/>
          </a:p>
        </p:txBody>
      </p:sp>
      <p:sp>
        <p:nvSpPr>
          <p:cNvPr id="60420" name="Espaço Reservado para Data 3">
            <a:extLst>
              <a:ext uri="{FF2B5EF4-FFF2-40B4-BE49-F238E27FC236}">
                <a16:creationId xmlns:a16="http://schemas.microsoft.com/office/drawing/2014/main" id="{5C5EFA41-2828-802A-C403-E038F910C2C6}"/>
              </a:ext>
            </a:extLst>
          </p:cNvPr>
          <p:cNvSpPr txBox="1">
            <a:spLocks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 sz="1400"/>
              <a:t>Prof. Adolfo Sérgio Furtado da Silva</a:t>
            </a:r>
          </a:p>
        </p:txBody>
      </p:sp>
      <p:sp>
        <p:nvSpPr>
          <p:cNvPr id="60421" name="Text Box 2">
            <a:extLst>
              <a:ext uri="{FF2B5EF4-FFF2-40B4-BE49-F238E27FC236}">
                <a16:creationId xmlns:a16="http://schemas.microsoft.com/office/drawing/2014/main" id="{20D2D405-8034-D1DC-3AF7-42CF478D6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228600"/>
            <a:ext cx="4951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2800" b="1"/>
              <a:t>ERGONOMIA DO PRODUTO</a:t>
            </a:r>
            <a:endParaRPr lang="pt-BR" altLang="pt-BR" b="1">
              <a:latin typeface="Tahoma" panose="020B0604030504040204" pitchFamily="34" charset="0"/>
            </a:endParaRPr>
          </a:p>
        </p:txBody>
      </p:sp>
      <p:sp>
        <p:nvSpPr>
          <p:cNvPr id="60422" name="Text Box 3">
            <a:extLst>
              <a:ext uri="{FF2B5EF4-FFF2-40B4-BE49-F238E27FC236}">
                <a16:creationId xmlns:a16="http://schemas.microsoft.com/office/drawing/2014/main" id="{A7C07B6D-B8FD-C4F4-6C92-83AAA27EF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914400"/>
            <a:ext cx="8043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2800" b="1"/>
              <a:t>2 - Características desejáveis dos produtos: </a:t>
            </a:r>
          </a:p>
        </p:txBody>
      </p:sp>
      <p:sp>
        <p:nvSpPr>
          <p:cNvPr id="60423" name="Text Box 4">
            <a:extLst>
              <a:ext uri="{FF2B5EF4-FFF2-40B4-BE49-F238E27FC236}">
                <a16:creationId xmlns:a16="http://schemas.microsoft.com/office/drawing/2014/main" id="{8654726C-9A1D-BEAE-2F84-252244A27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2209800"/>
            <a:ext cx="8299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buFont typeface="Monotype Sorts" pitchFamily="2" charset="2"/>
              <a:buChar char="3"/>
            </a:pPr>
            <a:endParaRPr lang="pt-BR" altLang="pt-BR" sz="1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4" name="Text Box 5">
            <a:extLst>
              <a:ext uri="{FF2B5EF4-FFF2-40B4-BE49-F238E27FC236}">
                <a16:creationId xmlns:a16="http://schemas.microsoft.com/office/drawing/2014/main" id="{4CC5961B-99F9-9B57-D735-36415D68C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3846513"/>
            <a:ext cx="1698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endParaRPr lang="pt-BR" altLang="pt-BR" sz="1200" b="1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5" name="Text Box 6">
            <a:extLst>
              <a:ext uri="{FF2B5EF4-FFF2-40B4-BE49-F238E27FC236}">
                <a16:creationId xmlns:a16="http://schemas.microsoft.com/office/drawing/2014/main" id="{10EB891C-1F85-1F9E-E090-C1EDAB094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871663"/>
            <a:ext cx="8161338" cy="393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40000"/>
              </a:lnSpc>
              <a:buFont typeface="Monotype Sorts" pitchFamily="2" charset="2"/>
              <a:buChar char="3"/>
            </a:pPr>
            <a:r>
              <a:rPr lang="pt-BR" altLang="pt-BR" sz="2000" b="1">
                <a:latin typeface="Tahoma" panose="020B0604030504040204" pitchFamily="34" charset="0"/>
              </a:rPr>
              <a:t>Qualidade Técnica: </a:t>
            </a:r>
            <a:r>
              <a:rPr lang="pt-BR" altLang="pt-BR" sz="2000">
                <a:latin typeface="Tahoma" panose="020B0604030504040204" pitchFamily="34" charset="0"/>
              </a:rPr>
              <a:t>eficiência na execução da função, ausência de ruídos e vibrações, facilidade de limpeza e manutenção;</a:t>
            </a:r>
          </a:p>
          <a:p>
            <a:pPr algn="just">
              <a:lnSpc>
                <a:spcPct val="140000"/>
              </a:lnSpc>
              <a:buFont typeface="Monotype Sorts" pitchFamily="2" charset="2"/>
              <a:buChar char="3"/>
            </a:pPr>
            <a:endParaRPr lang="pt-BR" altLang="pt-BR" sz="2000">
              <a:latin typeface="Tahoma" panose="020B0604030504040204" pitchFamily="34" charset="0"/>
            </a:endParaRPr>
          </a:p>
          <a:p>
            <a:pPr algn="just">
              <a:lnSpc>
                <a:spcPct val="140000"/>
              </a:lnSpc>
              <a:buFont typeface="Monotype Sorts" pitchFamily="2" charset="2"/>
              <a:buChar char="3"/>
            </a:pPr>
            <a:r>
              <a:rPr lang="pt-BR" altLang="pt-BR" sz="2000" b="1">
                <a:latin typeface="Tahoma" panose="020B0604030504040204" pitchFamily="34" charset="0"/>
              </a:rPr>
              <a:t>Qualidade Ergonômica: </a:t>
            </a:r>
            <a:r>
              <a:rPr lang="pt-BR" altLang="pt-BR" sz="2000">
                <a:latin typeface="Tahoma" panose="020B0604030504040204" pitchFamily="34" charset="0"/>
              </a:rPr>
              <a:t>facilidade de manuseio, adaptação antropométrica, fornecimento claro de informações,compatibilidade de movimentos, segurança e conforto;</a:t>
            </a:r>
          </a:p>
          <a:p>
            <a:pPr algn="just">
              <a:lnSpc>
                <a:spcPct val="140000"/>
              </a:lnSpc>
              <a:buFont typeface="Monotype Sorts" pitchFamily="2" charset="2"/>
              <a:buChar char="3"/>
            </a:pPr>
            <a:endParaRPr lang="pt-BR" altLang="pt-BR" sz="2000">
              <a:latin typeface="Tahoma" panose="020B0604030504040204" pitchFamily="34" charset="0"/>
            </a:endParaRPr>
          </a:p>
          <a:p>
            <a:pPr algn="just">
              <a:lnSpc>
                <a:spcPct val="140000"/>
              </a:lnSpc>
              <a:buFont typeface="Monotype Sorts" pitchFamily="2" charset="2"/>
              <a:buChar char="3"/>
            </a:pPr>
            <a:r>
              <a:rPr lang="pt-BR" altLang="pt-BR" sz="2000" b="1">
                <a:latin typeface="Tahoma" panose="020B0604030504040204" pitchFamily="34" charset="0"/>
              </a:rPr>
              <a:t>Qualidade Estética: </a:t>
            </a:r>
            <a:r>
              <a:rPr lang="pt-BR" altLang="pt-BR" sz="2000">
                <a:latin typeface="Tahoma" panose="020B0604030504040204" pitchFamily="34" charset="0"/>
              </a:rPr>
              <a:t>combinação de formas, cores, uso de materiais, texturas, agradabilidade visual;</a:t>
            </a:r>
            <a:endParaRPr lang="pt-BR" altLang="pt-BR" sz="2000" i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C8346A86-F053-DA3B-D3CB-1B99BCE5CF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71438"/>
            <a:ext cx="7820025" cy="706437"/>
          </a:xfrm>
        </p:spPr>
        <p:txBody>
          <a:bodyPr/>
          <a:lstStyle/>
          <a:p>
            <a:r>
              <a:rPr lang="pt-BR" altLang="pt-BR"/>
              <a:t>Atividade:</a:t>
            </a:r>
            <a:r>
              <a:rPr lang="pt-BR" altLang="pt-BR" sz="2000"/>
              <a:t> </a:t>
            </a:r>
            <a:r>
              <a:rPr lang="pt-BR" altLang="pt-BR"/>
              <a:t>Definir ergonomia e estética do produto 1/3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8C02217E-3443-406F-3AB2-48B0D16D7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0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59201C2E-AF56-61F2-70B4-7FADE7D96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14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1039553E-7BB4-33D8-A6F4-8032B449F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66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1446" name="Rectangle 7">
            <a:extLst>
              <a:ext uri="{FF2B5EF4-FFF2-40B4-BE49-F238E27FC236}">
                <a16:creationId xmlns:a16="http://schemas.microsoft.com/office/drawing/2014/main" id="{A1126E84-245C-59D9-E6F7-A7FA2C520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887413"/>
            <a:ext cx="8991600" cy="5805487"/>
          </a:xfrm>
          <a:noFill/>
        </p:spPr>
        <p:txBody>
          <a:bodyPr/>
          <a:lstStyle/>
          <a:p>
            <a:r>
              <a:rPr lang="pt-BR" altLang="pt-BR"/>
              <a:t>A ergonomia trata basicamente da interação entre o produto e as pessoas:</a:t>
            </a:r>
          </a:p>
          <a:p>
            <a:pPr lvl="1"/>
            <a:r>
              <a:rPr lang="pt-BR" altLang="pt-BR">
                <a:solidFill>
                  <a:srgbClr val="FF0000"/>
                </a:solidFill>
              </a:rPr>
              <a:t>espaço de trabalho ocupado em torno do produto ;</a:t>
            </a:r>
          </a:p>
          <a:p>
            <a:pPr lvl="1"/>
            <a:r>
              <a:rPr lang="pt-BR" altLang="pt-BR">
                <a:solidFill>
                  <a:srgbClr val="FF0000"/>
                </a:solidFill>
              </a:rPr>
              <a:t>como fonte de potência para o produto;</a:t>
            </a:r>
          </a:p>
          <a:p>
            <a:pPr lvl="1"/>
            <a:r>
              <a:rPr lang="pt-BR" altLang="pt-BR">
                <a:solidFill>
                  <a:srgbClr val="FF0000"/>
                </a:solidFill>
              </a:rPr>
              <a:t>atuando como um sensor;</a:t>
            </a:r>
          </a:p>
          <a:p>
            <a:pPr lvl="1"/>
            <a:r>
              <a:rPr lang="pt-BR" altLang="pt-BR">
                <a:solidFill>
                  <a:srgbClr val="FF0000"/>
                </a:solidFill>
              </a:rPr>
              <a:t>atuando como um controlador   </a:t>
            </a:r>
          </a:p>
          <a:p>
            <a:r>
              <a:rPr lang="pt-BR" altLang="pt-BR"/>
              <a:t>Os fatores humanos estão fortemente relacionados com a qualidade e segurança do produto </a:t>
            </a:r>
          </a:p>
          <a:p>
            <a:r>
              <a:rPr lang="pt-BR" altLang="pt-BR"/>
              <a:t>Problemas de ergonomia podem afetar o sistema de manufatura: </a:t>
            </a:r>
          </a:p>
          <a:p>
            <a:pPr lvl="1"/>
            <a:r>
              <a:rPr lang="pt-BR" altLang="pt-BR">
                <a:solidFill>
                  <a:srgbClr val="000096"/>
                </a:solidFill>
              </a:rPr>
              <a:t>fragilidade e peso dos componentes, elementos de fixação, superfícies, acessibilidade, identificação e diferenciação de componentes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9087F6F-6C55-1D75-B362-2AD58843A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71438"/>
            <a:ext cx="7820025" cy="706437"/>
          </a:xfrm>
        </p:spPr>
        <p:txBody>
          <a:bodyPr/>
          <a:lstStyle/>
          <a:p>
            <a:r>
              <a:rPr lang="pt-BR" altLang="pt-BR"/>
              <a:t>Atividade:</a:t>
            </a:r>
            <a:r>
              <a:rPr lang="pt-BR" altLang="pt-BR" sz="2000"/>
              <a:t> </a:t>
            </a:r>
            <a:r>
              <a:rPr lang="pt-BR" altLang="pt-BR"/>
              <a:t>Definir ergonomia e estética do produto 2/3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9DC57423-396C-CE4D-87E2-208DCC621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0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63247B99-9A56-CAEA-D7AB-E01DB947F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14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795061C6-8E62-2EF2-1D40-DB292015D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66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A3201E86-93DA-A630-51A5-09229C811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887413"/>
            <a:ext cx="8991600" cy="5805487"/>
          </a:xfrm>
          <a:noFill/>
        </p:spPr>
        <p:txBody>
          <a:bodyPr/>
          <a:lstStyle/>
          <a:p>
            <a:r>
              <a:rPr lang="pt-BR" altLang="pt-BR"/>
              <a:t>Recomendações para um projeto adequado p/ ergonomia:</a:t>
            </a:r>
          </a:p>
          <a:p>
            <a:pPr lvl="1"/>
            <a:r>
              <a:rPr lang="pt-BR" altLang="pt-BR">
                <a:solidFill>
                  <a:srgbClr val="FF0000"/>
                </a:solidFill>
              </a:rPr>
              <a:t>Adequar o produto às características físicas e ao conhecimento do usuário;</a:t>
            </a:r>
          </a:p>
          <a:p>
            <a:pPr lvl="1"/>
            <a:r>
              <a:rPr lang="pt-BR" altLang="pt-BR">
                <a:solidFill>
                  <a:srgbClr val="FF0000"/>
                </a:solidFill>
              </a:rPr>
              <a:t>Simplificar e reduzir as tarefas necessárias para a operação do produto;</a:t>
            </a:r>
          </a:p>
          <a:p>
            <a:pPr lvl="1"/>
            <a:r>
              <a:rPr lang="pt-BR" altLang="pt-BR">
                <a:solidFill>
                  <a:srgbClr val="FF0000"/>
                </a:solidFill>
              </a:rPr>
              <a:t>Prever os possíveis erros humanos, implementar restrições para prevenir ações incorretas por parte do usuário, informar ao usuário que determinados modos de operação foram selecionados;   </a:t>
            </a:r>
          </a:p>
          <a:p>
            <a:pPr lvl="1"/>
            <a:r>
              <a:rPr lang="pt-BR" altLang="pt-BR">
                <a:solidFill>
                  <a:srgbClr val="FF0000"/>
                </a:solidFill>
              </a:rPr>
              <a:t>Considerar a idade, gênero, alcance, destreza, força e visão dos usuários. </a:t>
            </a:r>
          </a:p>
          <a:p>
            <a:endParaRPr lang="pt-BR" altLang="pt-BR"/>
          </a:p>
          <a:p>
            <a:endParaRPr lang="pt-BR" altLang="pt-B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Rodapé 1">
            <a:extLst>
              <a:ext uri="{FF2B5EF4-FFF2-40B4-BE49-F238E27FC236}">
                <a16:creationId xmlns:a16="http://schemas.microsoft.com/office/drawing/2014/main" id="{51F00C2C-ED3E-5748-E061-BC21DE9B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pt-BR" altLang="pt-BR" sz="1400"/>
              <a:t>ERGONOMIA</a:t>
            </a:r>
          </a:p>
        </p:txBody>
      </p:sp>
      <p:sp>
        <p:nvSpPr>
          <p:cNvPr id="63491" name="Espaço Reservado para Número de Slide 2">
            <a:extLst>
              <a:ext uri="{FF2B5EF4-FFF2-40B4-BE49-F238E27FC236}">
                <a16:creationId xmlns:a16="http://schemas.microsoft.com/office/drawing/2014/main" id="{EB15A12D-9C2C-B5A3-9DA8-BFEC7E3E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E6E0EEB0-0359-9A4B-A857-8E5B34C96D01}" type="slidenum">
              <a:rPr lang="pt-BR" altLang="pt-BR" sz="1400"/>
              <a:pPr algn="ctr" eaLnBrk="1" hangingPunct="1"/>
              <a:t>47</a:t>
            </a:fld>
            <a:endParaRPr lang="pt-BR" altLang="pt-BR" sz="1400"/>
          </a:p>
        </p:txBody>
      </p:sp>
      <p:sp>
        <p:nvSpPr>
          <p:cNvPr id="63492" name="Espaço Reservado para Data 3">
            <a:extLst>
              <a:ext uri="{FF2B5EF4-FFF2-40B4-BE49-F238E27FC236}">
                <a16:creationId xmlns:a16="http://schemas.microsoft.com/office/drawing/2014/main" id="{16719E41-5ABC-6E32-82B8-1699058EED96}"/>
              </a:ext>
            </a:extLst>
          </p:cNvPr>
          <p:cNvSpPr txBox="1">
            <a:spLocks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 sz="1400"/>
              <a:t>Prof. Adolfo Sérgio Furtado da Silva</a:t>
            </a:r>
          </a:p>
        </p:txBody>
      </p:sp>
      <p:sp>
        <p:nvSpPr>
          <p:cNvPr id="63493" name="Text Box 2">
            <a:extLst>
              <a:ext uri="{FF2B5EF4-FFF2-40B4-BE49-F238E27FC236}">
                <a16:creationId xmlns:a16="http://schemas.microsoft.com/office/drawing/2014/main" id="{4B8C80E6-DEBC-2C9B-D428-CF02906D0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228600"/>
            <a:ext cx="50514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2800" b="1"/>
              <a:t>ERGONOMIA DO PRODUTO</a:t>
            </a:r>
            <a:endParaRPr lang="pt-BR" altLang="pt-BR" b="1">
              <a:latin typeface="Tahoma" panose="020B0604030504040204" pitchFamily="34" charset="0"/>
            </a:endParaRPr>
          </a:p>
        </p:txBody>
      </p:sp>
      <p:sp>
        <p:nvSpPr>
          <p:cNvPr id="63494" name="Text Box 3">
            <a:extLst>
              <a:ext uri="{FF2B5EF4-FFF2-40B4-BE49-F238E27FC236}">
                <a16:creationId xmlns:a16="http://schemas.microsoft.com/office/drawing/2014/main" id="{8E591CFC-ED6F-3399-C3CB-7F8308301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914400"/>
            <a:ext cx="7302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2800" b="1"/>
              <a:t>Características desejáveis dos produtos: </a:t>
            </a:r>
          </a:p>
        </p:txBody>
      </p:sp>
      <p:sp>
        <p:nvSpPr>
          <p:cNvPr id="63495" name="Text Box 4">
            <a:extLst>
              <a:ext uri="{FF2B5EF4-FFF2-40B4-BE49-F238E27FC236}">
                <a16:creationId xmlns:a16="http://schemas.microsoft.com/office/drawing/2014/main" id="{29015018-BEEE-9C3F-FA15-C4EB8C763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2209800"/>
            <a:ext cx="8299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buFont typeface="Monotype Sorts" pitchFamily="2" charset="2"/>
              <a:buChar char="3"/>
            </a:pPr>
            <a:endParaRPr lang="pt-BR" altLang="pt-BR" sz="12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6" name="Text Box 5">
            <a:extLst>
              <a:ext uri="{FF2B5EF4-FFF2-40B4-BE49-F238E27FC236}">
                <a16:creationId xmlns:a16="http://schemas.microsoft.com/office/drawing/2014/main" id="{15037AA7-7C64-ABB7-3A85-46ADFA47D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3846513"/>
            <a:ext cx="1698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endParaRPr lang="pt-BR" altLang="pt-BR" sz="1200" b="1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3497" name="Picture 6" descr="ergonomia posto futuro computador">
            <a:extLst>
              <a:ext uri="{FF2B5EF4-FFF2-40B4-BE49-F238E27FC236}">
                <a16:creationId xmlns:a16="http://schemas.microsoft.com/office/drawing/2014/main" id="{BC8A2E60-E1BA-607A-11A0-08A2DBD50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524000"/>
            <a:ext cx="4168775" cy="458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8" name="Picture 7" descr="ergonomia posto computador">
            <a:extLst>
              <a:ext uri="{FF2B5EF4-FFF2-40B4-BE49-F238E27FC236}">
                <a16:creationId xmlns:a16="http://schemas.microsoft.com/office/drawing/2014/main" id="{BB1CFBA7-0A43-894F-C478-AF1C4DF86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88" y="2478088"/>
            <a:ext cx="4191000" cy="323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Rodapé 1">
            <a:extLst>
              <a:ext uri="{FF2B5EF4-FFF2-40B4-BE49-F238E27FC236}">
                <a16:creationId xmlns:a16="http://schemas.microsoft.com/office/drawing/2014/main" id="{3183DCD1-E4FD-B904-C67E-C1A9D6884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pt-BR" altLang="pt-BR" sz="1400"/>
              <a:t>ERGONOMIA</a:t>
            </a:r>
          </a:p>
        </p:txBody>
      </p:sp>
      <p:sp>
        <p:nvSpPr>
          <p:cNvPr id="64515" name="Espaço Reservado para Número de Slide 2">
            <a:extLst>
              <a:ext uri="{FF2B5EF4-FFF2-40B4-BE49-F238E27FC236}">
                <a16:creationId xmlns:a16="http://schemas.microsoft.com/office/drawing/2014/main" id="{E0C9C7FC-5794-8F1C-6A08-E9968391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89A5EC0-C27B-EC47-BF3D-6A5BEF49665B}" type="slidenum">
              <a:rPr lang="pt-BR" altLang="pt-BR" sz="1400"/>
              <a:pPr algn="ctr" eaLnBrk="1" hangingPunct="1"/>
              <a:t>48</a:t>
            </a:fld>
            <a:endParaRPr lang="pt-BR" altLang="pt-BR" sz="1400"/>
          </a:p>
        </p:txBody>
      </p:sp>
      <p:sp>
        <p:nvSpPr>
          <p:cNvPr id="64516" name="Espaço Reservado para Data 3">
            <a:extLst>
              <a:ext uri="{FF2B5EF4-FFF2-40B4-BE49-F238E27FC236}">
                <a16:creationId xmlns:a16="http://schemas.microsoft.com/office/drawing/2014/main" id="{16BA78C4-47D2-F349-A5A7-34D2790B17D0}"/>
              </a:ext>
            </a:extLst>
          </p:cNvPr>
          <p:cNvSpPr txBox="1">
            <a:spLocks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pt-BR" altLang="pt-BR" sz="1400"/>
              <a:t>Prof. Adolfo Sérgio Furtado da Silva</a:t>
            </a:r>
          </a:p>
        </p:txBody>
      </p:sp>
      <p:pic>
        <p:nvPicPr>
          <p:cNvPr id="64517" name="Picture 2" descr="comunicador">
            <a:extLst>
              <a:ext uri="{FF2B5EF4-FFF2-40B4-BE49-F238E27FC236}">
                <a16:creationId xmlns:a16="http://schemas.microsoft.com/office/drawing/2014/main" id="{82F4DBBE-0089-8A52-4383-A91B3F015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4281488"/>
            <a:ext cx="24003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8" name="Picture 3" descr="assistech01">
            <a:extLst>
              <a:ext uri="{FF2B5EF4-FFF2-40B4-BE49-F238E27FC236}">
                <a16:creationId xmlns:a16="http://schemas.microsoft.com/office/drawing/2014/main" id="{C21EAAF3-C05A-9608-B2BC-3C71AB813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038600"/>
            <a:ext cx="20193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9" name="Text Box 4">
            <a:extLst>
              <a:ext uri="{FF2B5EF4-FFF2-40B4-BE49-F238E27FC236}">
                <a16:creationId xmlns:a16="http://schemas.microsoft.com/office/drawing/2014/main" id="{6953AA88-F674-2774-C512-B6B3D553F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2563"/>
            <a:ext cx="5410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3600">
                <a:latin typeface="Times New Roman" panose="02020603050405020304" pitchFamily="18" charset="0"/>
              </a:rPr>
              <a:t>Ergonomia de Produto</a:t>
            </a:r>
          </a:p>
        </p:txBody>
      </p:sp>
      <p:pic>
        <p:nvPicPr>
          <p:cNvPr id="64520" name="Picture 5" descr="lerbem">
            <a:extLst>
              <a:ext uri="{FF2B5EF4-FFF2-40B4-BE49-F238E27FC236}">
                <a16:creationId xmlns:a16="http://schemas.microsoft.com/office/drawing/2014/main" id="{8138CF5B-6456-5466-EC42-E4DABDA5B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52400"/>
            <a:ext cx="3516313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1" name="Picture 6" descr="CRPD-01">
            <a:extLst>
              <a:ext uri="{FF2B5EF4-FFF2-40B4-BE49-F238E27FC236}">
                <a16:creationId xmlns:a16="http://schemas.microsoft.com/office/drawing/2014/main" id="{DB8958AB-7E47-6573-B819-9088265D2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95600"/>
            <a:ext cx="2724150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2" name="Picture 7" descr="CRPD-02">
            <a:extLst>
              <a:ext uri="{FF2B5EF4-FFF2-40B4-BE49-F238E27FC236}">
                <a16:creationId xmlns:a16="http://schemas.microsoft.com/office/drawing/2014/main" id="{B82E118F-7CE4-C494-8CC6-01E215B43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428750"/>
            <a:ext cx="33020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AD7D7DF3-D5D8-21DB-821A-D5C2598FBE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71438"/>
            <a:ext cx="7820025" cy="706437"/>
          </a:xfrm>
        </p:spPr>
        <p:txBody>
          <a:bodyPr/>
          <a:lstStyle/>
          <a:p>
            <a:r>
              <a:rPr lang="pt-BR" altLang="pt-BR"/>
              <a:t>Atividade:</a:t>
            </a:r>
            <a:r>
              <a:rPr lang="pt-BR" altLang="pt-BR" sz="2000"/>
              <a:t> </a:t>
            </a:r>
            <a:r>
              <a:rPr lang="pt-BR" altLang="pt-BR"/>
              <a:t>Definir ergonomia e estética do produto 3/3 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5A293F5E-66C0-C286-36F9-E4B8B3751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0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1F185D4D-45CD-E949-3F29-5E61C6F99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14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57133946-06B0-2D1B-75A4-AEA3F358E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66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4FCDE981-A549-18A4-F606-5A37C8AC6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887413"/>
            <a:ext cx="8991600" cy="5805487"/>
          </a:xfrm>
          <a:noFill/>
        </p:spPr>
        <p:txBody>
          <a:bodyPr/>
          <a:lstStyle/>
          <a:p>
            <a:r>
              <a:rPr lang="pt-BR" altLang="pt-BR"/>
              <a:t>A estética do produto é fundamental !!!!</a:t>
            </a:r>
          </a:p>
          <a:p>
            <a:pPr lvl="1"/>
            <a:r>
              <a:rPr lang="pt-BR" altLang="pt-BR"/>
              <a:t>atrai o consumidor para a compra, despertando o sentido visual e o desejo da aquisição;</a:t>
            </a:r>
          </a:p>
          <a:p>
            <a:pPr lvl="1"/>
            <a:r>
              <a:rPr lang="pt-BR" altLang="pt-BR"/>
              <a:t>está ligada ao que o consumidor percebe, do ponto de vista da aparência (configuração das formas, das superfícies e das cores e aspectos relacionados à beleza;  </a:t>
            </a:r>
          </a:p>
          <a:p>
            <a:r>
              <a:rPr lang="pt-BR" altLang="pt-BR"/>
              <a:t>Principais atributos estéticos: </a:t>
            </a:r>
          </a:p>
          <a:p>
            <a:pPr lvl="1"/>
            <a:r>
              <a:rPr lang="pt-BR" altLang="pt-BR"/>
              <a:t>Estilo</a:t>
            </a:r>
          </a:p>
          <a:p>
            <a:pPr lvl="1"/>
            <a:r>
              <a:rPr lang="pt-BR" altLang="pt-BR"/>
              <a:t>Simbolismo </a:t>
            </a:r>
          </a:p>
          <a:p>
            <a:pPr lvl="1"/>
            <a:r>
              <a:rPr lang="pt-BR" altLang="pt-BR"/>
              <a:t>Semântica</a:t>
            </a:r>
          </a:p>
          <a:p>
            <a:r>
              <a:rPr lang="pt-BR" altLang="pt-BR"/>
              <a:t>Ver quadro 7.12 - Design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25D10AD-A23F-5E9E-1C5F-4E5402550835}"/>
              </a:ext>
            </a:extLst>
          </p:cNvPr>
          <p:cNvSpPr txBox="1">
            <a:spLocks noChangeArrowheads="1"/>
          </p:cNvSpPr>
          <p:nvPr/>
        </p:nvSpPr>
        <p:spPr>
          <a:xfrm>
            <a:off x="395288" y="188913"/>
            <a:ext cx="8229600" cy="1143000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en-US" sz="4000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Definir Ergonomia e Estética</a:t>
            </a:r>
            <a:endParaRPr lang="pt-BR" sz="4000" kern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9131B76-133C-4C6B-FC09-970E25CA5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6564" name="Rectangle 8">
            <a:extLst>
              <a:ext uri="{FF2B5EF4-FFF2-40B4-BE49-F238E27FC236}">
                <a16:creationId xmlns:a16="http://schemas.microsoft.com/office/drawing/2014/main" id="{4056F189-72E9-4134-284C-445310EFD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5661025"/>
            <a:ext cx="1222375" cy="14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50000"/>
              </a:spcAft>
            </a:pPr>
            <a:r>
              <a:rPr lang="pt-BR" altLang="pt-BR" sz="1000">
                <a:solidFill>
                  <a:srgbClr val="006699"/>
                </a:solidFill>
                <a:latin typeface="Verdana" panose="020B0604030504040204" pitchFamily="34" charset="0"/>
              </a:rPr>
              <a:t>Fonte: Apple</a:t>
            </a:r>
          </a:p>
        </p:txBody>
      </p:sp>
      <p:pic>
        <p:nvPicPr>
          <p:cNvPr id="66565" name="Picture 9" descr="Aplle2">
            <a:extLst>
              <a:ext uri="{FF2B5EF4-FFF2-40B4-BE49-F238E27FC236}">
                <a16:creationId xmlns:a16="http://schemas.microsoft.com/office/drawing/2014/main" id="{ED8219B9-D97D-097A-1EDC-3172CF8D1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2708275"/>
            <a:ext cx="3887787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6" name="Picture 10" descr="Aplle3">
            <a:extLst>
              <a:ext uri="{FF2B5EF4-FFF2-40B4-BE49-F238E27FC236}">
                <a16:creationId xmlns:a16="http://schemas.microsoft.com/office/drawing/2014/main" id="{38040D3B-E9EC-F72F-40B1-DE48FCE05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3860800"/>
            <a:ext cx="2398713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Picture 12">
            <a:extLst>
              <a:ext uri="{FF2B5EF4-FFF2-40B4-BE49-F238E27FC236}">
                <a16:creationId xmlns:a16="http://schemas.microsoft.com/office/drawing/2014/main" id="{EF33C4A6-05AB-BEED-E8B9-33EB481E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689100"/>
            <a:ext cx="2122488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8" name="Rectangle 13">
            <a:extLst>
              <a:ext uri="{FF2B5EF4-FFF2-40B4-BE49-F238E27FC236}">
                <a16:creationId xmlns:a16="http://schemas.microsoft.com/office/drawing/2014/main" id="{20AE4C2B-8C97-9B9B-86E1-45F10D569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8064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pt-BR">
                <a:solidFill>
                  <a:srgbClr val="006699"/>
                </a:solidFill>
                <a:latin typeface="Verdana" panose="020B0604030504040204" pitchFamily="34" charset="0"/>
              </a:rPr>
              <a:t>Exemplo da estética e ergonomia de um gabinete de computador</a:t>
            </a:r>
            <a:endParaRPr lang="pt-BR" altLang="pt-BR">
              <a:solidFill>
                <a:srgbClr val="006699"/>
              </a:solidFill>
              <a:latin typeface="Verdana" panose="020B0604030504040204" pitchFamily="34" charset="0"/>
            </a:endParaRPr>
          </a:p>
        </p:txBody>
      </p:sp>
      <p:sp>
        <p:nvSpPr>
          <p:cNvPr id="66569" name="Text Box 14">
            <a:extLst>
              <a:ext uri="{FF2B5EF4-FFF2-40B4-BE49-F238E27FC236}">
                <a16:creationId xmlns:a16="http://schemas.microsoft.com/office/drawing/2014/main" id="{B442D033-6088-6127-B8FE-8384AB1EB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PC / Definir Ergonomia e Estética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>
            <a:extLst>
              <a:ext uri="{FF2B5EF4-FFF2-40B4-BE49-F238E27FC236}">
                <a16:creationId xmlns:a16="http://schemas.microsoft.com/office/drawing/2014/main" id="{1F41C1DE-3BB7-A21B-736B-A9652F4733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18434" name="Object 2">
                        <a:extLst>
                          <a:ext uri="{FF2B5EF4-FFF2-40B4-BE49-F238E27FC236}">
                            <a16:creationId xmlns:a16="http://schemas.microsoft.com/office/drawing/2014/main" id="{1F41C1DE-3BB7-A21B-736B-A9652F4733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7A52C778-60C0-7EAF-F672-12FC7A3B5A84}"/>
              </a:ext>
            </a:extLst>
          </p:cNvPr>
          <p:cNvSpPr/>
          <p:nvPr/>
        </p:nvSpPr>
        <p:spPr>
          <a:xfrm>
            <a:off x="319088" y="322263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AF6CB809-6CAC-754E-231D-143A25EF36E2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7385844" y="1770856"/>
            <a:ext cx="1898650" cy="3468688"/>
            <a:chOff x="2181" y="1183"/>
            <a:chExt cx="1419" cy="1966"/>
          </a:xfrm>
        </p:grpSpPr>
        <p:grpSp>
          <p:nvGrpSpPr>
            <p:cNvPr id="18437" name="Group 107">
              <a:extLst>
                <a:ext uri="{FF2B5EF4-FFF2-40B4-BE49-F238E27FC236}">
                  <a16:creationId xmlns:a16="http://schemas.microsoft.com/office/drawing/2014/main" id="{391C770B-AAE2-F5E1-0A59-CACF84234E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8474" name="Group 108">
                <a:extLst>
                  <a:ext uri="{FF2B5EF4-FFF2-40B4-BE49-F238E27FC236}">
                    <a16:creationId xmlns:a16="http://schemas.microsoft.com/office/drawing/2014/main" id="{E32B0D5E-0597-4F2A-78C9-D75D607C9C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8480" name="Group 109">
                  <a:extLst>
                    <a:ext uri="{FF2B5EF4-FFF2-40B4-BE49-F238E27FC236}">
                      <a16:creationId xmlns:a16="http://schemas.microsoft.com/office/drawing/2014/main" id="{1D77D412-F69A-CECB-050D-E2AB801032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8486" name="Freeform 110">
                    <a:extLst>
                      <a:ext uri="{FF2B5EF4-FFF2-40B4-BE49-F238E27FC236}">
                        <a16:creationId xmlns:a16="http://schemas.microsoft.com/office/drawing/2014/main" id="{1292EC99-5C1A-95E0-5E7F-F5373E5445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87" name="Freeform 111">
                    <a:extLst>
                      <a:ext uri="{FF2B5EF4-FFF2-40B4-BE49-F238E27FC236}">
                        <a16:creationId xmlns:a16="http://schemas.microsoft.com/office/drawing/2014/main" id="{2104FB81-E335-3148-C819-675018F186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8481" name="Group 112">
                  <a:extLst>
                    <a:ext uri="{FF2B5EF4-FFF2-40B4-BE49-F238E27FC236}">
                      <a16:creationId xmlns:a16="http://schemas.microsoft.com/office/drawing/2014/main" id="{60C50461-D3D3-B3FE-CD4A-0EBB9B1EE6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8482" name="Freeform 113">
                    <a:extLst>
                      <a:ext uri="{FF2B5EF4-FFF2-40B4-BE49-F238E27FC236}">
                        <a16:creationId xmlns:a16="http://schemas.microsoft.com/office/drawing/2014/main" id="{7FD41D3C-E8AE-563F-E512-0C5CD40EAF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83" name="Freeform 114">
                    <a:extLst>
                      <a:ext uri="{FF2B5EF4-FFF2-40B4-BE49-F238E27FC236}">
                        <a16:creationId xmlns:a16="http://schemas.microsoft.com/office/drawing/2014/main" id="{4AA0ABFE-FBF7-9530-86BD-324FA31730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84" name="Freeform 115">
                    <a:extLst>
                      <a:ext uri="{FF2B5EF4-FFF2-40B4-BE49-F238E27FC236}">
                        <a16:creationId xmlns:a16="http://schemas.microsoft.com/office/drawing/2014/main" id="{4352EE33-0163-2C28-442A-F4BE276913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85" name="Freeform 116">
                    <a:extLst>
                      <a:ext uri="{FF2B5EF4-FFF2-40B4-BE49-F238E27FC236}">
                        <a16:creationId xmlns:a16="http://schemas.microsoft.com/office/drawing/2014/main" id="{4D28CBC4-5E44-0FA6-E920-79B9B7DDF16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8475" name="Oval 117">
                <a:extLst>
                  <a:ext uri="{FF2B5EF4-FFF2-40B4-BE49-F238E27FC236}">
                    <a16:creationId xmlns:a16="http://schemas.microsoft.com/office/drawing/2014/main" id="{BF88A7A8-FA93-B2C6-F43F-83C84B2A5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18476" name="Group 118">
                <a:extLst>
                  <a:ext uri="{FF2B5EF4-FFF2-40B4-BE49-F238E27FC236}">
                    <a16:creationId xmlns:a16="http://schemas.microsoft.com/office/drawing/2014/main" id="{D4D94835-5C49-5FA3-97F3-D83B2F7CDF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8477" name="Oval 119">
                  <a:extLst>
                    <a:ext uri="{FF2B5EF4-FFF2-40B4-BE49-F238E27FC236}">
                      <a16:creationId xmlns:a16="http://schemas.microsoft.com/office/drawing/2014/main" id="{26722D6A-9232-8770-1DDE-D8526B4A5D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8478" name="Oval 120">
                  <a:extLst>
                    <a:ext uri="{FF2B5EF4-FFF2-40B4-BE49-F238E27FC236}">
                      <a16:creationId xmlns:a16="http://schemas.microsoft.com/office/drawing/2014/main" id="{FDC9E6EF-4D60-045A-D592-1BA316CA49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8479" name="Oval 121">
                  <a:extLst>
                    <a:ext uri="{FF2B5EF4-FFF2-40B4-BE49-F238E27FC236}">
                      <a16:creationId xmlns:a16="http://schemas.microsoft.com/office/drawing/2014/main" id="{F858641C-4867-2E94-8532-EF706048ED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18438" name="Group 122">
              <a:extLst>
                <a:ext uri="{FF2B5EF4-FFF2-40B4-BE49-F238E27FC236}">
                  <a16:creationId xmlns:a16="http://schemas.microsoft.com/office/drawing/2014/main" id="{EF68C5A5-F6FB-3E9C-E3C3-E57481B9C5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8439" name="Freeform 123">
                <a:extLst>
                  <a:ext uri="{FF2B5EF4-FFF2-40B4-BE49-F238E27FC236}">
                    <a16:creationId xmlns:a16="http://schemas.microsoft.com/office/drawing/2014/main" id="{ECFC78D3-9008-5CF0-3DAF-A2075E252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0" name="Arc 124">
                <a:extLst>
                  <a:ext uri="{FF2B5EF4-FFF2-40B4-BE49-F238E27FC236}">
                    <a16:creationId xmlns:a16="http://schemas.microsoft.com/office/drawing/2014/main" id="{70B065CE-4D94-1E36-FE0C-5CCB522198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1" name="Arc 125">
                <a:extLst>
                  <a:ext uri="{FF2B5EF4-FFF2-40B4-BE49-F238E27FC236}">
                    <a16:creationId xmlns:a16="http://schemas.microsoft.com/office/drawing/2014/main" id="{326FACC3-6EC0-7F1D-AC2C-F4A1A5DFB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2" name="Freeform 126">
                <a:extLst>
                  <a:ext uri="{FF2B5EF4-FFF2-40B4-BE49-F238E27FC236}">
                    <a16:creationId xmlns:a16="http://schemas.microsoft.com/office/drawing/2014/main" id="{F9C9A9FB-1049-9447-F108-DB1B4A108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3" name="Arc 127">
                <a:extLst>
                  <a:ext uri="{FF2B5EF4-FFF2-40B4-BE49-F238E27FC236}">
                    <a16:creationId xmlns:a16="http://schemas.microsoft.com/office/drawing/2014/main" id="{F05E8B8A-FF05-7C3D-F63E-587EE4FAA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4" name="Arc 128">
                <a:extLst>
                  <a:ext uri="{FF2B5EF4-FFF2-40B4-BE49-F238E27FC236}">
                    <a16:creationId xmlns:a16="http://schemas.microsoft.com/office/drawing/2014/main" id="{47F53373-2F2D-C72A-B11E-33F09ABE2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8445" name="Group 129">
                <a:extLst>
                  <a:ext uri="{FF2B5EF4-FFF2-40B4-BE49-F238E27FC236}">
                    <a16:creationId xmlns:a16="http://schemas.microsoft.com/office/drawing/2014/main" id="{8BF0E185-7C38-89EE-E515-0CD0C242A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8469" name="Group 130">
                  <a:extLst>
                    <a:ext uri="{FF2B5EF4-FFF2-40B4-BE49-F238E27FC236}">
                      <a16:creationId xmlns:a16="http://schemas.microsoft.com/office/drawing/2014/main" id="{55065AF5-17C2-8D71-7678-C885371870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8471" name="Arc 131">
                    <a:extLst>
                      <a:ext uri="{FF2B5EF4-FFF2-40B4-BE49-F238E27FC236}">
                        <a16:creationId xmlns:a16="http://schemas.microsoft.com/office/drawing/2014/main" id="{3E934FE9-9F4D-0E25-55BF-53DEC07A20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72" name="Arc 132">
                    <a:extLst>
                      <a:ext uri="{FF2B5EF4-FFF2-40B4-BE49-F238E27FC236}">
                        <a16:creationId xmlns:a16="http://schemas.microsoft.com/office/drawing/2014/main" id="{023F895E-48E0-AE68-BC72-4DD2F9CE81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73" name="Arc 133">
                    <a:extLst>
                      <a:ext uri="{FF2B5EF4-FFF2-40B4-BE49-F238E27FC236}">
                        <a16:creationId xmlns:a16="http://schemas.microsoft.com/office/drawing/2014/main" id="{48AEEA25-6D47-E9AC-E0CA-A2A1B5FD310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8470" name="Arc 134">
                  <a:extLst>
                    <a:ext uri="{FF2B5EF4-FFF2-40B4-BE49-F238E27FC236}">
                      <a16:creationId xmlns:a16="http://schemas.microsoft.com/office/drawing/2014/main" id="{703D4C35-4916-83A1-A6B3-07FA61DD7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8446" name="Group 135">
                <a:extLst>
                  <a:ext uri="{FF2B5EF4-FFF2-40B4-BE49-F238E27FC236}">
                    <a16:creationId xmlns:a16="http://schemas.microsoft.com/office/drawing/2014/main" id="{848CF785-4930-09E4-7186-B14BBBD641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8464" name="Group 136">
                  <a:extLst>
                    <a:ext uri="{FF2B5EF4-FFF2-40B4-BE49-F238E27FC236}">
                      <a16:creationId xmlns:a16="http://schemas.microsoft.com/office/drawing/2014/main" id="{6C651490-68E8-3039-2055-EE1A670EC0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8466" name="Arc 137">
                    <a:extLst>
                      <a:ext uri="{FF2B5EF4-FFF2-40B4-BE49-F238E27FC236}">
                        <a16:creationId xmlns:a16="http://schemas.microsoft.com/office/drawing/2014/main" id="{940B2E06-7F3A-861B-BA75-5C71840464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67" name="Arc 138">
                    <a:extLst>
                      <a:ext uri="{FF2B5EF4-FFF2-40B4-BE49-F238E27FC236}">
                        <a16:creationId xmlns:a16="http://schemas.microsoft.com/office/drawing/2014/main" id="{3AF16B0F-8DD6-9D4F-08B8-DE23097A5AF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68" name="Arc 139">
                    <a:extLst>
                      <a:ext uri="{FF2B5EF4-FFF2-40B4-BE49-F238E27FC236}">
                        <a16:creationId xmlns:a16="http://schemas.microsoft.com/office/drawing/2014/main" id="{F59B2231-A3C1-403E-C070-A3F9356CAA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8465" name="Arc 140">
                  <a:extLst>
                    <a:ext uri="{FF2B5EF4-FFF2-40B4-BE49-F238E27FC236}">
                      <a16:creationId xmlns:a16="http://schemas.microsoft.com/office/drawing/2014/main" id="{C0EBDD57-8F4B-6F79-0A15-7E50715C4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8447" name="Group 141">
                <a:extLst>
                  <a:ext uri="{FF2B5EF4-FFF2-40B4-BE49-F238E27FC236}">
                    <a16:creationId xmlns:a16="http://schemas.microsoft.com/office/drawing/2014/main" id="{756C4A3F-63CE-A9FF-65BF-534AA659D9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8462" name="Arc 142">
                  <a:extLst>
                    <a:ext uri="{FF2B5EF4-FFF2-40B4-BE49-F238E27FC236}">
                      <a16:creationId xmlns:a16="http://schemas.microsoft.com/office/drawing/2014/main" id="{5ABE36DB-8B78-EAA1-38E4-7DBA0F8734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8463" name="Arc 143">
                  <a:extLst>
                    <a:ext uri="{FF2B5EF4-FFF2-40B4-BE49-F238E27FC236}">
                      <a16:creationId xmlns:a16="http://schemas.microsoft.com/office/drawing/2014/main" id="{D6195839-DD92-F3B6-240A-5ABBF9E3D8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8448" name="Group 144">
                <a:extLst>
                  <a:ext uri="{FF2B5EF4-FFF2-40B4-BE49-F238E27FC236}">
                    <a16:creationId xmlns:a16="http://schemas.microsoft.com/office/drawing/2014/main" id="{CB63B1F1-E070-B874-1675-E9C9B0A669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8460" name="Arc 145">
                  <a:extLst>
                    <a:ext uri="{FF2B5EF4-FFF2-40B4-BE49-F238E27FC236}">
                      <a16:creationId xmlns:a16="http://schemas.microsoft.com/office/drawing/2014/main" id="{23AB097B-98EA-BB52-FA89-E274D8F942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8461" name="Arc 146">
                  <a:extLst>
                    <a:ext uri="{FF2B5EF4-FFF2-40B4-BE49-F238E27FC236}">
                      <a16:creationId xmlns:a16="http://schemas.microsoft.com/office/drawing/2014/main" id="{9BAB378F-6E40-DAE6-0DB0-ACD5E7A212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8449" name="Group 147">
                <a:extLst>
                  <a:ext uri="{FF2B5EF4-FFF2-40B4-BE49-F238E27FC236}">
                    <a16:creationId xmlns:a16="http://schemas.microsoft.com/office/drawing/2014/main" id="{B1066F0E-69D4-3B4F-24DD-16CE561B0A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8458" name="Line 148">
                  <a:extLst>
                    <a:ext uri="{FF2B5EF4-FFF2-40B4-BE49-F238E27FC236}">
                      <a16:creationId xmlns:a16="http://schemas.microsoft.com/office/drawing/2014/main" id="{8D897FF7-65F6-5783-88EA-534A342561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8459" name="Line 149">
                  <a:extLst>
                    <a:ext uri="{FF2B5EF4-FFF2-40B4-BE49-F238E27FC236}">
                      <a16:creationId xmlns:a16="http://schemas.microsoft.com/office/drawing/2014/main" id="{B4D5B6A5-F6EE-8979-0021-95F2F87F06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8450" name="Group 150">
                <a:extLst>
                  <a:ext uri="{FF2B5EF4-FFF2-40B4-BE49-F238E27FC236}">
                    <a16:creationId xmlns:a16="http://schemas.microsoft.com/office/drawing/2014/main" id="{C3C651E7-1252-9EFB-1A47-F6F7DF1EF2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8453" name="Group 151">
                  <a:extLst>
                    <a:ext uri="{FF2B5EF4-FFF2-40B4-BE49-F238E27FC236}">
                      <a16:creationId xmlns:a16="http://schemas.microsoft.com/office/drawing/2014/main" id="{422A5326-5348-E965-7816-DBCB788A44F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8456" name="Arc 152">
                    <a:extLst>
                      <a:ext uri="{FF2B5EF4-FFF2-40B4-BE49-F238E27FC236}">
                        <a16:creationId xmlns:a16="http://schemas.microsoft.com/office/drawing/2014/main" id="{5DB805E4-83C3-B4CE-C7B9-2C7E620798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8457" name="Arc 153">
                    <a:extLst>
                      <a:ext uri="{FF2B5EF4-FFF2-40B4-BE49-F238E27FC236}">
                        <a16:creationId xmlns:a16="http://schemas.microsoft.com/office/drawing/2014/main" id="{8BE89EC1-4B84-C6F3-535C-8B761CF3AA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8454" name="Arc 154">
                  <a:extLst>
                    <a:ext uri="{FF2B5EF4-FFF2-40B4-BE49-F238E27FC236}">
                      <a16:creationId xmlns:a16="http://schemas.microsoft.com/office/drawing/2014/main" id="{19919B5B-B245-63D4-7643-0241E0480B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8455" name="Arc 155">
                  <a:extLst>
                    <a:ext uri="{FF2B5EF4-FFF2-40B4-BE49-F238E27FC236}">
                      <a16:creationId xmlns:a16="http://schemas.microsoft.com/office/drawing/2014/main" id="{D7B5203C-4B82-C0C4-E21B-FB36BCDB75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8451" name="Freeform 156">
                <a:extLst>
                  <a:ext uri="{FF2B5EF4-FFF2-40B4-BE49-F238E27FC236}">
                    <a16:creationId xmlns:a16="http://schemas.microsoft.com/office/drawing/2014/main" id="{3B6808A2-9157-DB48-75D2-0D4F97AB8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52" name="Oval 157">
                <a:extLst>
                  <a:ext uri="{FF2B5EF4-FFF2-40B4-BE49-F238E27FC236}">
                    <a16:creationId xmlns:a16="http://schemas.microsoft.com/office/drawing/2014/main" id="{8A38C3D4-9A70-68D1-8FAB-5A83780DD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4">
            <a:extLst>
              <a:ext uri="{FF2B5EF4-FFF2-40B4-BE49-F238E27FC236}">
                <a16:creationId xmlns:a16="http://schemas.microsoft.com/office/drawing/2014/main" id="{C1161590-B0B8-50B3-2436-C511640FC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20713"/>
            <a:ext cx="830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99CC00"/>
              </a:buClr>
              <a:buSzPct val="60000"/>
              <a:buFont typeface="Wingdings" pitchFamily="2" charset="2"/>
              <a:buNone/>
            </a:pPr>
            <a:r>
              <a:rPr lang="pt-BR" altLang="pt-BR" b="1">
                <a:solidFill>
                  <a:srgbClr val="003366"/>
                </a:solidFill>
                <a:latin typeface="Tahoma" panose="020B0604030504040204" pitchFamily="34" charset="0"/>
              </a:rPr>
              <a:t>O PDP e o Processo de Outsourcing</a:t>
            </a:r>
          </a:p>
        </p:txBody>
      </p:sp>
      <p:sp>
        <p:nvSpPr>
          <p:cNvPr id="88069" name="Text Box 5">
            <a:extLst>
              <a:ext uri="{FF2B5EF4-FFF2-40B4-BE49-F238E27FC236}">
                <a16:creationId xmlns:a16="http://schemas.microsoft.com/office/drawing/2014/main" id="{377B9425-EDF1-F1B4-4B86-94BFC13BA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2276475"/>
            <a:ext cx="3960812" cy="3292475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BR" sz="2000">
                <a:solidFill>
                  <a:srgbClr val="333399"/>
                </a:solidFill>
                <a:latin typeface="Tahoma" pitchFamily="34" charset="0"/>
              </a:rPr>
              <a:t>O PDP é um dos principais motivos para dar inicio ao PO. </a:t>
            </a:r>
          </a:p>
          <a:p>
            <a:pPr>
              <a:spcBef>
                <a:spcPct val="50000"/>
              </a:spcBef>
              <a:defRPr/>
            </a:pPr>
            <a:r>
              <a:rPr lang="pt-BR" sz="2000">
                <a:solidFill>
                  <a:srgbClr val="333399"/>
                </a:solidFill>
                <a:latin typeface="Tahoma" pitchFamily="34" charset="0"/>
              </a:rPr>
              <a:t>Não é o único, mas em conjunto  com as motivações </a:t>
            </a:r>
            <a:r>
              <a:rPr lang="pt-BR" sz="2000" u="sng">
                <a:solidFill>
                  <a:srgbClr val="333399"/>
                </a:solidFill>
                <a:latin typeface="Tahoma" pitchFamily="34" charset="0"/>
              </a:rPr>
              <a:t>relacionadas ao ciclo de vida tecnológicos de produtos</a:t>
            </a:r>
            <a:r>
              <a:rPr lang="pt-BR" sz="2000">
                <a:solidFill>
                  <a:srgbClr val="333399"/>
                </a:solidFill>
                <a:latin typeface="Tahoma" pitchFamily="34" charset="0"/>
              </a:rPr>
              <a:t> e processos nas empresas, são os principais responsáveis pelo inicio das relações entre empresas e seus fornecedores. </a:t>
            </a:r>
          </a:p>
        </p:txBody>
      </p:sp>
      <p:sp>
        <p:nvSpPr>
          <p:cNvPr id="88071" name="Text Box 7">
            <a:extLst>
              <a:ext uri="{FF2B5EF4-FFF2-40B4-BE49-F238E27FC236}">
                <a16:creationId xmlns:a16="http://schemas.microsoft.com/office/drawing/2014/main" id="{93FE93AB-AD11-9F6C-B027-3930DDD64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420938"/>
            <a:ext cx="3887787" cy="3292475"/>
          </a:xfrm>
          <a:prstGeom prst="rect">
            <a:avLst/>
          </a:prstGeom>
          <a:solidFill>
            <a:srgbClr val="FAFCB2"/>
          </a:solidFill>
          <a:ln w="9525">
            <a:noFill/>
            <a:miter lim="800000"/>
            <a:headEnd/>
            <a:tailEnd/>
          </a:ln>
          <a:effectLst>
            <a:outerShdw dist="107763" dir="135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BR" sz="2000">
                <a:solidFill>
                  <a:srgbClr val="333399"/>
                </a:solidFill>
                <a:latin typeface="Tahoma" pitchFamily="34" charset="0"/>
              </a:rPr>
              <a:t>Motivações para dar inicio ao processo de Outsourcing</a:t>
            </a:r>
          </a:p>
          <a:p>
            <a:pPr algn="l">
              <a:spcBef>
                <a:spcPct val="50000"/>
              </a:spcBef>
              <a:buFontTx/>
              <a:buChar char="•"/>
              <a:defRPr/>
            </a:pPr>
            <a:r>
              <a:rPr lang="pt-BR" sz="2000">
                <a:solidFill>
                  <a:srgbClr val="333399"/>
                </a:solidFill>
                <a:latin typeface="Tahoma" pitchFamily="34" charset="0"/>
              </a:rPr>
              <a:t> </a:t>
            </a:r>
            <a:r>
              <a:rPr lang="pt-BR" sz="2000" u="sng">
                <a:solidFill>
                  <a:srgbClr val="333399"/>
                </a:solidFill>
                <a:latin typeface="Tahoma" pitchFamily="34" charset="0"/>
              </a:rPr>
              <a:t>Desenvolvimento de novos produtos;</a:t>
            </a:r>
          </a:p>
          <a:p>
            <a:pPr algn="l">
              <a:spcBef>
                <a:spcPct val="50000"/>
              </a:spcBef>
              <a:buFontTx/>
              <a:buChar char="•"/>
              <a:defRPr/>
            </a:pPr>
            <a:r>
              <a:rPr lang="pt-BR" sz="2000">
                <a:solidFill>
                  <a:srgbClr val="333399"/>
                </a:solidFill>
                <a:latin typeface="Tahoma" pitchFamily="34" charset="0"/>
              </a:rPr>
              <a:t> Estratégia da organização</a:t>
            </a:r>
          </a:p>
          <a:p>
            <a:pPr algn="l">
              <a:spcBef>
                <a:spcPct val="50000"/>
              </a:spcBef>
              <a:buFontTx/>
              <a:buChar char="•"/>
              <a:defRPr/>
            </a:pPr>
            <a:r>
              <a:rPr lang="pt-BR" sz="2000">
                <a:solidFill>
                  <a:srgbClr val="333399"/>
                </a:solidFill>
                <a:latin typeface="Tahoma" pitchFamily="34" charset="0"/>
              </a:rPr>
              <a:t> Desempenho da empresa</a:t>
            </a:r>
          </a:p>
          <a:p>
            <a:pPr algn="l">
              <a:spcBef>
                <a:spcPct val="50000"/>
              </a:spcBef>
              <a:buFontTx/>
              <a:buChar char="•"/>
              <a:defRPr/>
            </a:pPr>
            <a:r>
              <a:rPr lang="pt-BR" sz="2000">
                <a:solidFill>
                  <a:srgbClr val="333399"/>
                </a:solidFill>
                <a:latin typeface="Tahoma" pitchFamily="34" charset="0"/>
              </a:rPr>
              <a:t> Mudança da demanda</a:t>
            </a:r>
          </a:p>
          <a:p>
            <a:pPr algn="l">
              <a:spcBef>
                <a:spcPct val="50000"/>
              </a:spcBef>
              <a:buFontTx/>
              <a:buChar char="•"/>
              <a:defRPr/>
            </a:pPr>
            <a:r>
              <a:rPr lang="pt-BR" sz="2000">
                <a:solidFill>
                  <a:srgbClr val="333399"/>
                </a:solidFill>
                <a:latin typeface="Tahoma" pitchFamily="34" charset="0"/>
              </a:rPr>
              <a:t> </a:t>
            </a:r>
            <a:r>
              <a:rPr lang="pt-BR" sz="2000" u="sng">
                <a:solidFill>
                  <a:srgbClr val="333399"/>
                </a:solidFill>
                <a:latin typeface="Tahoma" pitchFamily="34" charset="0"/>
              </a:rPr>
              <a:t>Ciclo de vida tecnológico </a:t>
            </a:r>
          </a:p>
        </p:txBody>
      </p:sp>
      <p:sp>
        <p:nvSpPr>
          <p:cNvPr id="67589" name="AutoShape 8">
            <a:extLst>
              <a:ext uri="{FF2B5EF4-FFF2-40B4-BE49-F238E27FC236}">
                <a16:creationId xmlns:a16="http://schemas.microsoft.com/office/drawing/2014/main" id="{89C76385-BA66-ABAF-9389-8F1BA3E86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716338"/>
            <a:ext cx="1081087" cy="1008062"/>
          </a:xfrm>
          <a:custGeom>
            <a:avLst/>
            <a:gdLst>
              <a:gd name="T0" fmla="*/ 40581551 w 21600"/>
              <a:gd name="T1" fmla="*/ 0 h 21600"/>
              <a:gd name="T2" fmla="*/ 0 w 21600"/>
              <a:gd name="T3" fmla="*/ 23522891 h 21600"/>
              <a:gd name="T4" fmla="*/ 40581551 w 21600"/>
              <a:gd name="T5" fmla="*/ 47045781 h 21600"/>
              <a:gd name="T6" fmla="*/ 54108760 w 21600"/>
              <a:gd name="T7" fmla="*/ 23522891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pic>
        <p:nvPicPr>
          <p:cNvPr id="67590" name="Picture 9" descr="j0311852[1]">
            <a:extLst>
              <a:ext uri="{FF2B5EF4-FFF2-40B4-BE49-F238E27FC236}">
                <a16:creationId xmlns:a16="http://schemas.microsoft.com/office/drawing/2014/main" id="{D7963687-6F16-F0D0-D59F-341EDC964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5157788"/>
            <a:ext cx="1187450" cy="105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12">
            <a:extLst>
              <a:ext uri="{FF2B5EF4-FFF2-40B4-BE49-F238E27FC236}">
                <a16:creationId xmlns:a16="http://schemas.microsoft.com/office/drawing/2014/main" id="{0329A322-F5CA-5B2F-9228-E454AA64F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60363"/>
            <a:ext cx="7596187" cy="569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1" name="Rectangle 13">
            <a:extLst>
              <a:ext uri="{FF2B5EF4-FFF2-40B4-BE49-F238E27FC236}">
                <a16:creationId xmlns:a16="http://schemas.microsoft.com/office/drawing/2014/main" id="{9B2C7BF3-F766-6DAC-A855-43DC7B475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21388"/>
            <a:ext cx="9145588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800" b="1">
                <a:solidFill>
                  <a:srgbClr val="333399"/>
                </a:solidFill>
                <a:latin typeface="Tahoma" panose="020B0604030504040204" pitchFamily="34" charset="0"/>
              </a:rPr>
              <a:t>Possibilidades de envolvimento dos fornecedores no PDP. </a:t>
            </a:r>
            <a:r>
              <a:rPr lang="it-IT" altLang="pt-BR" sz="1800" b="1">
                <a:solidFill>
                  <a:srgbClr val="333399"/>
                </a:solidFill>
                <a:latin typeface="Tahoma" panose="020B0604030504040204" pitchFamily="34" charset="0"/>
              </a:rPr>
              <a:t>Desdobramento da atividade “Definir interessados no projeto”. Fonte: Rozenfeld (2006, p.156)</a:t>
            </a:r>
          </a:p>
        </p:txBody>
      </p:sp>
      <p:sp>
        <p:nvSpPr>
          <p:cNvPr id="68612" name="Oval 14">
            <a:extLst>
              <a:ext uri="{FF2B5EF4-FFF2-40B4-BE49-F238E27FC236}">
                <a16:creationId xmlns:a16="http://schemas.microsoft.com/office/drawing/2014/main" id="{C2695723-AD0D-C5C0-0F1D-60A73232C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989138"/>
            <a:ext cx="2447925" cy="936625"/>
          </a:xfrm>
          <a:prstGeom prst="ellipse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endParaRPr lang="pt-BR" altLang="pt-BR" sz="2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8613" name="Text Box 15">
            <a:extLst>
              <a:ext uri="{FF2B5EF4-FFF2-40B4-BE49-F238E27FC236}">
                <a16:creationId xmlns:a16="http://schemas.microsoft.com/office/drawing/2014/main" id="{06693D9C-1766-B231-C223-9C750AF2A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141663"/>
            <a:ext cx="1258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>
                <a:solidFill>
                  <a:srgbClr val="FF3300"/>
                </a:solidFill>
                <a:latin typeface="Tahoma" panose="020B0604030504040204" pitchFamily="34" charset="0"/>
              </a:rPr>
              <a:t>ESI</a:t>
            </a:r>
          </a:p>
        </p:txBody>
      </p:sp>
      <p:sp>
        <p:nvSpPr>
          <p:cNvPr id="68614" name="Line 16">
            <a:extLst>
              <a:ext uri="{FF2B5EF4-FFF2-40B4-BE49-F238E27FC236}">
                <a16:creationId xmlns:a16="http://schemas.microsoft.com/office/drawing/2014/main" id="{A88DABC7-AAC8-9698-CB24-6BE7F7C579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2708275"/>
            <a:ext cx="1441450" cy="649288"/>
          </a:xfrm>
          <a:prstGeom prst="line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pt-B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4">
            <a:extLst>
              <a:ext uri="{FF2B5EF4-FFF2-40B4-BE49-F238E27FC236}">
                <a16:creationId xmlns:a16="http://schemas.microsoft.com/office/drawing/2014/main" id="{BE2881D2-744B-1581-9D7A-1FDC180DE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3" y="722313"/>
            <a:ext cx="7524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it-IT" altLang="pt-BR" sz="2000">
                <a:solidFill>
                  <a:srgbClr val="333399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Estágios de participação dos fornecedores em produção e projeto</a:t>
            </a:r>
            <a:endParaRPr lang="it-IT" altLang="pt-BR" sz="2000">
              <a:solidFill>
                <a:srgbClr val="333399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14012" name="Group 348">
            <a:extLst>
              <a:ext uri="{FF2B5EF4-FFF2-40B4-BE49-F238E27FC236}">
                <a16:creationId xmlns:a16="http://schemas.microsoft.com/office/drawing/2014/main" id="{CC5AF426-7A9B-08D1-63DF-3DDD0001A0C0}"/>
              </a:ext>
            </a:extLst>
          </p:cNvPr>
          <p:cNvGraphicFramePr>
            <a:graphicFrameLocks noGrp="1"/>
          </p:cNvGraphicFramePr>
          <p:nvPr/>
        </p:nvGraphicFramePr>
        <p:xfrm>
          <a:off x="684213" y="1484313"/>
          <a:ext cx="8459787" cy="3932233"/>
        </p:xfrm>
        <a:graphic>
          <a:graphicData uri="http://schemas.openxmlformats.org/drawingml/2006/table">
            <a:tbl>
              <a:tblPr/>
              <a:tblGrid>
                <a:gridCol w="6119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1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132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Atividades/Divisão de trabalho entre fornecedores e montadora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1º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2º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3º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4º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8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Produção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8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Projeto / desenvolvimento de peça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8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Validação, Certificação e garantia da peça. 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Projeto/ desenvolvimento de subconjunto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8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Validação, certificação e garantia do subconjunto.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8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Projeto / desenvolvimento do módulo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8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Integração do carro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8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Validação e certificação do carro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Confiabilidade de produto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9703" name="Rectangle 332">
            <a:extLst>
              <a:ext uri="{FF2B5EF4-FFF2-40B4-BE49-F238E27FC236}">
                <a16:creationId xmlns:a16="http://schemas.microsoft.com/office/drawing/2014/main" id="{8D7E43EF-F73E-2302-D86E-B1C2A5ADF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661025"/>
            <a:ext cx="8137525" cy="9159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1800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Legenda: m - atividade realizada pela montadora, f - atividade realizada pelo fornecedor. </a:t>
            </a:r>
          </a:p>
          <a:p>
            <a:pPr algn="just" eaLnBrk="1" hangingPunct="1"/>
            <a:r>
              <a:rPr lang="pt-BR" altLang="pt-BR" sz="1800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Fonte: Graziadio (2004, p.27).</a:t>
            </a:r>
            <a:r>
              <a:rPr lang="pt-BR" altLang="pt-BR" sz="1200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pt-BR" altLang="pt-BR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4">
            <a:extLst>
              <a:ext uri="{FF2B5EF4-FFF2-40B4-BE49-F238E27FC236}">
                <a16:creationId xmlns:a16="http://schemas.microsoft.com/office/drawing/2014/main" id="{376967C5-BCAA-44F1-754B-C807D1376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6575"/>
            <a:ext cx="92884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>
                <a:solidFill>
                  <a:srgbClr val="333399"/>
                </a:solidFill>
                <a:cs typeface="Times New Roman" panose="02020603050405020304" pitchFamily="18" charset="0"/>
              </a:rPr>
              <a:t>Média de melhorias no desempenho </a:t>
            </a:r>
          </a:p>
          <a:p>
            <a:pPr eaLnBrk="1" hangingPunct="1"/>
            <a:r>
              <a:rPr lang="pt-BR" altLang="pt-BR" sz="2000">
                <a:solidFill>
                  <a:srgbClr val="333399"/>
                </a:solidFill>
                <a:cs typeface="Times New Roman" panose="02020603050405020304" pitchFamily="18" charset="0"/>
              </a:rPr>
              <a:t>pelo envolvimento dos fornecedores no PDP.</a:t>
            </a:r>
            <a:endParaRPr lang="pt-BR" altLang="pt-BR" sz="2000">
              <a:solidFill>
                <a:srgbClr val="333399"/>
              </a:solidFill>
            </a:endParaRPr>
          </a:p>
        </p:txBody>
      </p:sp>
      <p:graphicFrame>
        <p:nvGraphicFramePr>
          <p:cNvPr id="108763" name="Group 219">
            <a:extLst>
              <a:ext uri="{FF2B5EF4-FFF2-40B4-BE49-F238E27FC236}">
                <a16:creationId xmlns:a16="http://schemas.microsoft.com/office/drawing/2014/main" id="{DB03EB0A-DF5D-8602-187C-BE37A3DC2AA5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412875"/>
          <a:ext cx="8532812" cy="4052888"/>
        </p:xfrm>
        <a:graphic>
          <a:graphicData uri="http://schemas.openxmlformats.org/drawingml/2006/table">
            <a:tbl>
              <a:tblPr/>
              <a:tblGrid>
                <a:gridCol w="316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288">
                <a:tc gridSpan="4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Fases de integração do fornecedor no PDP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Dimensão do desempenho</a:t>
                      </a:r>
                      <a:endParaRPr kumimoji="0" lang="pt-BR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Pré-desenvolvimento</a:t>
                      </a:r>
                      <a:endParaRPr kumimoji="0" lang="pt-BR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Conceitual</a:t>
                      </a:r>
                      <a:endParaRPr kumimoji="0" lang="pt-BR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Projeto detalhado e Protótipo</a:t>
                      </a:r>
                      <a:endParaRPr kumimoji="0" lang="pt-BR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Custo de material comprado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20%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15%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Qualidade do material comprado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20%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15%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Tempo de desenvolvimento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20%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20%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Custo de desenvolvimento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20%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Tecnologia/ funcionalidade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20%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Custo da manufatura do produto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10% 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12%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8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10%</a:t>
                      </a:r>
                      <a:endParaRPr kumimoji="0" 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0703" name="Rectangle 200">
            <a:extLst>
              <a:ext uri="{FF2B5EF4-FFF2-40B4-BE49-F238E27FC236}">
                <a16:creationId xmlns:a16="http://schemas.microsoft.com/office/drawing/2014/main" id="{F2953785-6481-8E95-88DD-DBF91C1E0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661025"/>
            <a:ext cx="3951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1200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altLang="pt-BR" sz="2000">
                <a:solidFill>
                  <a:srgbClr val="333399"/>
                </a:solidFill>
                <a:cs typeface="Times New Roman" panose="02020603050405020304" pitchFamily="18" charset="0"/>
              </a:rPr>
              <a:t>Fonte: Monczka et al (2000, p.7).</a:t>
            </a:r>
            <a:endParaRPr lang="pt-BR" altLang="pt-BR" sz="2000">
              <a:solidFill>
                <a:srgbClr val="333399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>
            <a:extLst>
              <a:ext uri="{FF2B5EF4-FFF2-40B4-BE49-F238E27FC236}">
                <a16:creationId xmlns:a16="http://schemas.microsoft.com/office/drawing/2014/main" id="{9C975D79-EB58-696D-30FF-8FAFBE5F7E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19458" name="Object 2">
                        <a:extLst>
                          <a:ext uri="{FF2B5EF4-FFF2-40B4-BE49-F238E27FC236}">
                            <a16:creationId xmlns:a16="http://schemas.microsoft.com/office/drawing/2014/main" id="{9C975D79-EB58-696D-30FF-8FAFBE5F7E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58D3BB6C-EBD1-F11A-0634-0EB5ACE46C89}"/>
              </a:ext>
            </a:extLst>
          </p:cNvPr>
          <p:cNvSpPr/>
          <p:nvPr/>
        </p:nvSpPr>
        <p:spPr>
          <a:xfrm>
            <a:off x="0" y="263525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C53476F5-A486-ED72-8BE9-F364B377B786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6601619" y="2539206"/>
            <a:ext cx="1898650" cy="3468688"/>
            <a:chOff x="2181" y="1183"/>
            <a:chExt cx="1419" cy="1966"/>
          </a:xfrm>
        </p:grpSpPr>
        <p:grpSp>
          <p:nvGrpSpPr>
            <p:cNvPr id="19461" name="Group 107">
              <a:extLst>
                <a:ext uri="{FF2B5EF4-FFF2-40B4-BE49-F238E27FC236}">
                  <a16:creationId xmlns:a16="http://schemas.microsoft.com/office/drawing/2014/main" id="{4850175D-91D8-B7D4-F99F-A59DA7E15C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9498" name="Group 108">
                <a:extLst>
                  <a:ext uri="{FF2B5EF4-FFF2-40B4-BE49-F238E27FC236}">
                    <a16:creationId xmlns:a16="http://schemas.microsoft.com/office/drawing/2014/main" id="{D995FD39-6456-77A3-A34B-E0176A12AA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9504" name="Group 109">
                  <a:extLst>
                    <a:ext uri="{FF2B5EF4-FFF2-40B4-BE49-F238E27FC236}">
                      <a16:creationId xmlns:a16="http://schemas.microsoft.com/office/drawing/2014/main" id="{47EEBE0E-0B93-767A-1523-C742F52507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9510" name="Freeform 110">
                    <a:extLst>
                      <a:ext uri="{FF2B5EF4-FFF2-40B4-BE49-F238E27FC236}">
                        <a16:creationId xmlns:a16="http://schemas.microsoft.com/office/drawing/2014/main" id="{ACF3BCC9-9ECB-1C00-D5F8-C037580A2C0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511" name="Freeform 111">
                    <a:extLst>
                      <a:ext uri="{FF2B5EF4-FFF2-40B4-BE49-F238E27FC236}">
                        <a16:creationId xmlns:a16="http://schemas.microsoft.com/office/drawing/2014/main" id="{4017E2F9-63CC-C4B2-ACD5-F043868811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9505" name="Group 112">
                  <a:extLst>
                    <a:ext uri="{FF2B5EF4-FFF2-40B4-BE49-F238E27FC236}">
                      <a16:creationId xmlns:a16="http://schemas.microsoft.com/office/drawing/2014/main" id="{A5ED83E6-835A-3AC8-0061-71E06CE8A82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9506" name="Freeform 113">
                    <a:extLst>
                      <a:ext uri="{FF2B5EF4-FFF2-40B4-BE49-F238E27FC236}">
                        <a16:creationId xmlns:a16="http://schemas.microsoft.com/office/drawing/2014/main" id="{6B07AA4A-EC95-1063-C665-504EDDD93D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507" name="Freeform 114">
                    <a:extLst>
                      <a:ext uri="{FF2B5EF4-FFF2-40B4-BE49-F238E27FC236}">
                        <a16:creationId xmlns:a16="http://schemas.microsoft.com/office/drawing/2014/main" id="{2D683F27-BE26-4F9F-009C-D8A4C87A44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508" name="Freeform 115">
                    <a:extLst>
                      <a:ext uri="{FF2B5EF4-FFF2-40B4-BE49-F238E27FC236}">
                        <a16:creationId xmlns:a16="http://schemas.microsoft.com/office/drawing/2014/main" id="{D5D92598-B0BA-E2B7-5BBA-20A881C88E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509" name="Freeform 116">
                    <a:extLst>
                      <a:ext uri="{FF2B5EF4-FFF2-40B4-BE49-F238E27FC236}">
                        <a16:creationId xmlns:a16="http://schemas.microsoft.com/office/drawing/2014/main" id="{846DC0D2-AF26-774F-B367-396252B11F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9499" name="Oval 117">
                <a:extLst>
                  <a:ext uri="{FF2B5EF4-FFF2-40B4-BE49-F238E27FC236}">
                    <a16:creationId xmlns:a16="http://schemas.microsoft.com/office/drawing/2014/main" id="{57287B41-3ECB-0D0A-35AB-5E81726B57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19500" name="Group 118">
                <a:extLst>
                  <a:ext uri="{FF2B5EF4-FFF2-40B4-BE49-F238E27FC236}">
                    <a16:creationId xmlns:a16="http://schemas.microsoft.com/office/drawing/2014/main" id="{32B46291-D404-CD8D-D3DF-AFE7233546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9501" name="Oval 119">
                  <a:extLst>
                    <a:ext uri="{FF2B5EF4-FFF2-40B4-BE49-F238E27FC236}">
                      <a16:creationId xmlns:a16="http://schemas.microsoft.com/office/drawing/2014/main" id="{EA0C8861-0E57-B74F-4BB0-4F22E3A34E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9502" name="Oval 120">
                  <a:extLst>
                    <a:ext uri="{FF2B5EF4-FFF2-40B4-BE49-F238E27FC236}">
                      <a16:creationId xmlns:a16="http://schemas.microsoft.com/office/drawing/2014/main" id="{29EC75D0-3837-0913-ADF6-06DE170AB8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9503" name="Oval 121">
                  <a:extLst>
                    <a:ext uri="{FF2B5EF4-FFF2-40B4-BE49-F238E27FC236}">
                      <a16:creationId xmlns:a16="http://schemas.microsoft.com/office/drawing/2014/main" id="{8051C4BD-DBC8-3401-C8DA-832987F193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19462" name="Group 122">
              <a:extLst>
                <a:ext uri="{FF2B5EF4-FFF2-40B4-BE49-F238E27FC236}">
                  <a16:creationId xmlns:a16="http://schemas.microsoft.com/office/drawing/2014/main" id="{3CC1514F-92E6-9949-2447-AF8C853925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9463" name="Freeform 123">
                <a:extLst>
                  <a:ext uri="{FF2B5EF4-FFF2-40B4-BE49-F238E27FC236}">
                    <a16:creationId xmlns:a16="http://schemas.microsoft.com/office/drawing/2014/main" id="{E324B499-5E31-ECB5-1CA5-8BFDC3762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64" name="Arc 124">
                <a:extLst>
                  <a:ext uri="{FF2B5EF4-FFF2-40B4-BE49-F238E27FC236}">
                    <a16:creationId xmlns:a16="http://schemas.microsoft.com/office/drawing/2014/main" id="{8832C059-AE10-9712-0AE8-9AE552242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65" name="Arc 125">
                <a:extLst>
                  <a:ext uri="{FF2B5EF4-FFF2-40B4-BE49-F238E27FC236}">
                    <a16:creationId xmlns:a16="http://schemas.microsoft.com/office/drawing/2014/main" id="{A3CE1F87-C1C6-0D29-693C-D2E30F914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66" name="Freeform 126">
                <a:extLst>
                  <a:ext uri="{FF2B5EF4-FFF2-40B4-BE49-F238E27FC236}">
                    <a16:creationId xmlns:a16="http://schemas.microsoft.com/office/drawing/2014/main" id="{07B1339E-21A8-B89E-DDBB-766133C5D1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67" name="Arc 127">
                <a:extLst>
                  <a:ext uri="{FF2B5EF4-FFF2-40B4-BE49-F238E27FC236}">
                    <a16:creationId xmlns:a16="http://schemas.microsoft.com/office/drawing/2014/main" id="{A8DC92B2-74F7-CB7D-F802-B441D219AA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68" name="Arc 128">
                <a:extLst>
                  <a:ext uri="{FF2B5EF4-FFF2-40B4-BE49-F238E27FC236}">
                    <a16:creationId xmlns:a16="http://schemas.microsoft.com/office/drawing/2014/main" id="{9AFF592A-B9A6-7F2D-273D-76A322543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469" name="Group 129">
                <a:extLst>
                  <a:ext uri="{FF2B5EF4-FFF2-40B4-BE49-F238E27FC236}">
                    <a16:creationId xmlns:a16="http://schemas.microsoft.com/office/drawing/2014/main" id="{89046E69-B6A5-4D6E-5680-850DB96063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9493" name="Group 130">
                  <a:extLst>
                    <a:ext uri="{FF2B5EF4-FFF2-40B4-BE49-F238E27FC236}">
                      <a16:creationId xmlns:a16="http://schemas.microsoft.com/office/drawing/2014/main" id="{3E096AE3-5000-052F-0AB2-1265683866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9495" name="Arc 131">
                    <a:extLst>
                      <a:ext uri="{FF2B5EF4-FFF2-40B4-BE49-F238E27FC236}">
                        <a16:creationId xmlns:a16="http://schemas.microsoft.com/office/drawing/2014/main" id="{3BDBFA6C-8503-F34C-19CE-C0987A2C21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496" name="Arc 132">
                    <a:extLst>
                      <a:ext uri="{FF2B5EF4-FFF2-40B4-BE49-F238E27FC236}">
                        <a16:creationId xmlns:a16="http://schemas.microsoft.com/office/drawing/2014/main" id="{9B701713-5E00-2202-9D0A-9DCA37BC7B0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497" name="Arc 133">
                    <a:extLst>
                      <a:ext uri="{FF2B5EF4-FFF2-40B4-BE49-F238E27FC236}">
                        <a16:creationId xmlns:a16="http://schemas.microsoft.com/office/drawing/2014/main" id="{7A6E1FB9-0789-BF53-D677-06A921A5FF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9494" name="Arc 134">
                  <a:extLst>
                    <a:ext uri="{FF2B5EF4-FFF2-40B4-BE49-F238E27FC236}">
                      <a16:creationId xmlns:a16="http://schemas.microsoft.com/office/drawing/2014/main" id="{D7CB957A-BA80-F15E-2851-0D0222B67A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9470" name="Group 135">
                <a:extLst>
                  <a:ext uri="{FF2B5EF4-FFF2-40B4-BE49-F238E27FC236}">
                    <a16:creationId xmlns:a16="http://schemas.microsoft.com/office/drawing/2014/main" id="{2A522F42-DBDC-E653-F3D6-ACBB46BEAA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9488" name="Group 136">
                  <a:extLst>
                    <a:ext uri="{FF2B5EF4-FFF2-40B4-BE49-F238E27FC236}">
                      <a16:creationId xmlns:a16="http://schemas.microsoft.com/office/drawing/2014/main" id="{7938A847-54F7-AAE8-A530-F97C100C00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9490" name="Arc 137">
                    <a:extLst>
                      <a:ext uri="{FF2B5EF4-FFF2-40B4-BE49-F238E27FC236}">
                        <a16:creationId xmlns:a16="http://schemas.microsoft.com/office/drawing/2014/main" id="{875BFAD2-23B4-6978-4426-0D93C3BBD8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491" name="Arc 138">
                    <a:extLst>
                      <a:ext uri="{FF2B5EF4-FFF2-40B4-BE49-F238E27FC236}">
                        <a16:creationId xmlns:a16="http://schemas.microsoft.com/office/drawing/2014/main" id="{ADFB9DE3-A421-1231-B4F2-BDA5670C0D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492" name="Arc 139">
                    <a:extLst>
                      <a:ext uri="{FF2B5EF4-FFF2-40B4-BE49-F238E27FC236}">
                        <a16:creationId xmlns:a16="http://schemas.microsoft.com/office/drawing/2014/main" id="{F30BCB5C-2454-43C6-DC0E-C7A12D815A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9489" name="Arc 140">
                  <a:extLst>
                    <a:ext uri="{FF2B5EF4-FFF2-40B4-BE49-F238E27FC236}">
                      <a16:creationId xmlns:a16="http://schemas.microsoft.com/office/drawing/2014/main" id="{E626F833-0555-9300-ACF2-157590BD2D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9471" name="Group 141">
                <a:extLst>
                  <a:ext uri="{FF2B5EF4-FFF2-40B4-BE49-F238E27FC236}">
                    <a16:creationId xmlns:a16="http://schemas.microsoft.com/office/drawing/2014/main" id="{6C839DA3-DD40-A334-E879-90E7B3C132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9486" name="Arc 142">
                  <a:extLst>
                    <a:ext uri="{FF2B5EF4-FFF2-40B4-BE49-F238E27FC236}">
                      <a16:creationId xmlns:a16="http://schemas.microsoft.com/office/drawing/2014/main" id="{E98D2B93-DE0D-7D02-9B79-1B3F007EBC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9487" name="Arc 143">
                  <a:extLst>
                    <a:ext uri="{FF2B5EF4-FFF2-40B4-BE49-F238E27FC236}">
                      <a16:creationId xmlns:a16="http://schemas.microsoft.com/office/drawing/2014/main" id="{8F2A2EE1-86D6-F9F4-C9EE-28FDFDACC3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9472" name="Group 144">
                <a:extLst>
                  <a:ext uri="{FF2B5EF4-FFF2-40B4-BE49-F238E27FC236}">
                    <a16:creationId xmlns:a16="http://schemas.microsoft.com/office/drawing/2014/main" id="{AE65DD9B-5FBD-9B36-6F85-55F502D285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9484" name="Arc 145">
                  <a:extLst>
                    <a:ext uri="{FF2B5EF4-FFF2-40B4-BE49-F238E27FC236}">
                      <a16:creationId xmlns:a16="http://schemas.microsoft.com/office/drawing/2014/main" id="{A8104E67-282C-2DCF-BA91-8337CF5D9C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9485" name="Arc 146">
                  <a:extLst>
                    <a:ext uri="{FF2B5EF4-FFF2-40B4-BE49-F238E27FC236}">
                      <a16:creationId xmlns:a16="http://schemas.microsoft.com/office/drawing/2014/main" id="{E9FA318E-8797-5034-D493-CCCB38051D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9473" name="Group 147">
                <a:extLst>
                  <a:ext uri="{FF2B5EF4-FFF2-40B4-BE49-F238E27FC236}">
                    <a16:creationId xmlns:a16="http://schemas.microsoft.com/office/drawing/2014/main" id="{74950FF1-C5D3-593C-D435-53F62B36E8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9482" name="Line 148">
                  <a:extLst>
                    <a:ext uri="{FF2B5EF4-FFF2-40B4-BE49-F238E27FC236}">
                      <a16:creationId xmlns:a16="http://schemas.microsoft.com/office/drawing/2014/main" id="{284189CF-E0D7-6F99-81FE-74A65B0A6A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9483" name="Line 149">
                  <a:extLst>
                    <a:ext uri="{FF2B5EF4-FFF2-40B4-BE49-F238E27FC236}">
                      <a16:creationId xmlns:a16="http://schemas.microsoft.com/office/drawing/2014/main" id="{45BECF5D-76A1-D988-D7EB-67DFCFA4BE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9474" name="Group 150">
                <a:extLst>
                  <a:ext uri="{FF2B5EF4-FFF2-40B4-BE49-F238E27FC236}">
                    <a16:creationId xmlns:a16="http://schemas.microsoft.com/office/drawing/2014/main" id="{D625D675-B90A-4E56-811D-47417334D4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9477" name="Group 151">
                  <a:extLst>
                    <a:ext uri="{FF2B5EF4-FFF2-40B4-BE49-F238E27FC236}">
                      <a16:creationId xmlns:a16="http://schemas.microsoft.com/office/drawing/2014/main" id="{97AF1F7A-8E34-F880-4A9A-B42489273B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9480" name="Arc 152">
                    <a:extLst>
                      <a:ext uri="{FF2B5EF4-FFF2-40B4-BE49-F238E27FC236}">
                        <a16:creationId xmlns:a16="http://schemas.microsoft.com/office/drawing/2014/main" id="{3380DF8D-0E01-8DEE-CFDA-D16812D732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9481" name="Arc 153">
                    <a:extLst>
                      <a:ext uri="{FF2B5EF4-FFF2-40B4-BE49-F238E27FC236}">
                        <a16:creationId xmlns:a16="http://schemas.microsoft.com/office/drawing/2014/main" id="{73A1991E-014B-1B57-78BB-C5CB02A0C6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9478" name="Arc 154">
                  <a:extLst>
                    <a:ext uri="{FF2B5EF4-FFF2-40B4-BE49-F238E27FC236}">
                      <a16:creationId xmlns:a16="http://schemas.microsoft.com/office/drawing/2014/main" id="{DABA32F4-3966-1E97-8783-F32D1B44C2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9479" name="Arc 155">
                  <a:extLst>
                    <a:ext uri="{FF2B5EF4-FFF2-40B4-BE49-F238E27FC236}">
                      <a16:creationId xmlns:a16="http://schemas.microsoft.com/office/drawing/2014/main" id="{8B72BCD3-0C6E-9BC5-D239-F2E1A9F3F3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9475" name="Freeform 156">
                <a:extLst>
                  <a:ext uri="{FF2B5EF4-FFF2-40B4-BE49-F238E27FC236}">
                    <a16:creationId xmlns:a16="http://schemas.microsoft.com/office/drawing/2014/main" id="{0CABD06C-7C6E-3527-3C84-E139A6979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476" name="Oval 157">
                <a:extLst>
                  <a:ext uri="{FF2B5EF4-FFF2-40B4-BE49-F238E27FC236}">
                    <a16:creationId xmlns:a16="http://schemas.microsoft.com/office/drawing/2014/main" id="{52C625D8-48F1-39C1-BAE1-78DBF585C1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25AF73B-6D32-0275-3BFD-B06BA76823B4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" y="246063"/>
            <a:ext cx="7388225" cy="706437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Atividade: Definir plano macro de processo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C7EA2DA-25CF-5E9F-27EA-861DCF4A334F}"/>
              </a:ext>
            </a:extLst>
          </p:cNvPr>
          <p:cNvSpPr txBox="1">
            <a:spLocks noChangeArrowheads="1"/>
          </p:cNvSpPr>
          <p:nvPr/>
        </p:nvSpPr>
        <p:spPr>
          <a:xfrm>
            <a:off x="112713" y="1090613"/>
            <a:ext cx="9031287" cy="5238750"/>
          </a:xfrm>
          <a:prstGeom prst="rect">
            <a:avLst/>
          </a:prstGeom>
        </p:spPr>
        <p:txBody>
          <a:bodyPr/>
          <a:lstStyle/>
          <a:p>
            <a:pPr marL="342900" indent="-342900" algn="l" eaLnBrk="0" hangingPunct="0">
              <a:lnSpc>
                <a:spcPct val="11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sz="2800" b="1" u="sng" kern="0" dirty="0">
                <a:latin typeface="+mn-lt"/>
              </a:rPr>
              <a:t>Objetivo</a:t>
            </a:r>
            <a:r>
              <a:rPr lang="pt-BR" sz="2800" b="1" kern="0" dirty="0">
                <a:latin typeface="+mn-lt"/>
              </a:rPr>
              <a:t>:</a:t>
            </a:r>
            <a:r>
              <a:rPr lang="pt-BR" sz="2800" kern="0" dirty="0">
                <a:latin typeface="+mn-lt"/>
              </a:rPr>
              <a:t> </a:t>
            </a:r>
            <a:r>
              <a:rPr lang="pt-BR" sz="2800" kern="0" dirty="0">
                <a:solidFill>
                  <a:srgbClr val="FF0000"/>
                </a:solidFill>
                <a:latin typeface="+mn-lt"/>
              </a:rPr>
              <a:t>levantar os possíveis processos de fabricação e ferramental envolvido para a manufatura dos </a:t>
            </a:r>
            <a:r>
              <a:rPr lang="pt-BR" sz="2800" kern="0" dirty="0" err="1">
                <a:solidFill>
                  <a:srgbClr val="FF0000"/>
                </a:solidFill>
                <a:latin typeface="+mn-lt"/>
              </a:rPr>
              <a:t>SSCs</a:t>
            </a:r>
            <a:r>
              <a:rPr lang="pt-BR" sz="2800" kern="0" dirty="0">
                <a:solidFill>
                  <a:srgbClr val="FF0000"/>
                </a:solidFill>
                <a:latin typeface="+mn-lt"/>
              </a:rPr>
              <a:t>. </a:t>
            </a:r>
          </a:p>
          <a:p>
            <a:pPr marL="342900" indent="-342900" algn="l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endParaRPr lang="pt-BR" sz="2800" kern="0" dirty="0">
              <a:latin typeface="+mn-lt"/>
            </a:endParaRPr>
          </a:p>
          <a:p>
            <a:pPr marL="342900" indent="-342900" algn="l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sz="2800" kern="0" dirty="0">
                <a:latin typeface="+mn-lt"/>
              </a:rPr>
              <a:t>As grandes categorias de métodos de processa-mento de materiais:</a:t>
            </a:r>
          </a:p>
          <a:p>
            <a:pPr marL="742950" lvl="1" indent="-285750" algn="l" eaLnBrk="0" hangingPunct="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pt-BR" sz="2800" kern="0" dirty="0">
                <a:latin typeface="+mn-lt"/>
              </a:rPr>
              <a:t>Fundição; </a:t>
            </a:r>
          </a:p>
          <a:p>
            <a:pPr marL="742950" lvl="1" indent="-285750" algn="l" eaLnBrk="0" hangingPunct="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pt-BR" sz="2800" kern="0" dirty="0">
                <a:latin typeface="+mn-lt"/>
              </a:rPr>
              <a:t>Conformação e moldagem; </a:t>
            </a:r>
          </a:p>
          <a:p>
            <a:pPr marL="742950" lvl="1" indent="-285750" algn="l" eaLnBrk="0" hangingPunct="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pt-BR" sz="2800" kern="0" dirty="0">
                <a:latin typeface="+mn-lt"/>
              </a:rPr>
              <a:t>Usinagem; </a:t>
            </a:r>
          </a:p>
          <a:p>
            <a:pPr marL="742950" lvl="1" indent="-285750" algn="l" eaLnBrk="0" hangingPunct="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pt-BR" sz="2800" kern="0" dirty="0">
                <a:latin typeface="+mn-lt"/>
              </a:rPr>
              <a:t>União; </a:t>
            </a:r>
          </a:p>
          <a:p>
            <a:pPr marL="742950" lvl="1" indent="-285750" algn="l" eaLnBrk="0" hangingPunct="0">
              <a:lnSpc>
                <a:spcPct val="9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pt-BR" sz="2800" kern="0" dirty="0">
                <a:latin typeface="+mn-lt"/>
              </a:rPr>
              <a:t>Operações de acabamento;</a:t>
            </a:r>
            <a:r>
              <a:rPr lang="pt-BR" kern="0" dirty="0">
                <a:latin typeface="+mn-lt"/>
              </a:rPr>
              <a:t> 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DA66A29-8D6E-22C9-2352-01E543BAB325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" y="42863"/>
            <a:ext cx="7388225" cy="706437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Atividade: Definir plano macro de processo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934845F-2F65-CB93-4C18-4844FE6A2C93}"/>
              </a:ext>
            </a:extLst>
          </p:cNvPr>
          <p:cNvSpPr txBox="1">
            <a:spLocks noChangeArrowheads="1"/>
          </p:cNvSpPr>
          <p:nvPr/>
        </p:nvSpPr>
        <p:spPr>
          <a:xfrm>
            <a:off x="112713" y="887413"/>
            <a:ext cx="9031287" cy="5238750"/>
          </a:xfrm>
          <a:prstGeom prst="rect">
            <a:avLst/>
          </a:prstGeom>
        </p:spPr>
        <p:txBody>
          <a:bodyPr/>
          <a:lstStyle/>
          <a:p>
            <a:pPr marL="342900" indent="-342900" algn="l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800" kern="0" dirty="0">
                <a:latin typeface="+mn-lt"/>
              </a:rPr>
              <a:t>A seleção dos processos de manufatura deve levar em conta atributos tais como:</a:t>
            </a:r>
          </a:p>
          <a:p>
            <a:pPr marL="742950" lvl="1" indent="-285750" algn="l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pt-BR" kern="0" dirty="0">
                <a:solidFill>
                  <a:srgbClr val="FF0000"/>
                </a:solidFill>
                <a:latin typeface="+mn-lt"/>
              </a:rPr>
              <a:t>condições superficiais, </a:t>
            </a:r>
          </a:p>
          <a:p>
            <a:pPr marL="742950" lvl="1" indent="-285750" algn="l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pt-BR" kern="0" dirty="0">
                <a:solidFill>
                  <a:srgbClr val="FF0000"/>
                </a:solidFill>
                <a:latin typeface="+mn-lt"/>
              </a:rPr>
              <a:t>precisão dimensional, </a:t>
            </a:r>
          </a:p>
          <a:p>
            <a:pPr marL="742950" lvl="1" indent="-285750" algn="l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pt-BR" kern="0" dirty="0">
                <a:solidFill>
                  <a:srgbClr val="FF0000"/>
                </a:solidFill>
                <a:latin typeface="+mn-lt"/>
              </a:rPr>
              <a:t>forma e sua complexidade, </a:t>
            </a:r>
          </a:p>
          <a:p>
            <a:pPr marL="742950" lvl="1" indent="-285750" algn="l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pt-BR" kern="0" dirty="0">
                <a:solidFill>
                  <a:srgbClr val="FF0000"/>
                </a:solidFill>
                <a:latin typeface="+mn-lt"/>
              </a:rPr>
              <a:t>taxa de produção, </a:t>
            </a:r>
          </a:p>
          <a:p>
            <a:pPr marL="742950" lvl="1" indent="-285750" algn="l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pt-BR" kern="0" dirty="0">
                <a:solidFill>
                  <a:srgbClr val="FF0000"/>
                </a:solidFill>
                <a:latin typeface="+mn-lt"/>
              </a:rPr>
              <a:t>custos e tamanhos.  </a:t>
            </a:r>
          </a:p>
          <a:p>
            <a:pPr marL="342900" indent="-342900" algn="l" eaLnBrk="0" hangingPunct="0">
              <a:spcBef>
                <a:spcPct val="20000"/>
              </a:spcBef>
              <a:buFontTx/>
              <a:buChar char="•"/>
              <a:defRPr/>
            </a:pPr>
            <a:endParaRPr lang="pt-BR" sz="2800" kern="0" dirty="0">
              <a:latin typeface="+mn-lt"/>
            </a:endParaRPr>
          </a:p>
          <a:p>
            <a:pPr marL="342900" indent="-342900" algn="l" eaLnBrk="0" hangingPunct="0">
              <a:spcBef>
                <a:spcPct val="20000"/>
              </a:spcBef>
              <a:buFontTx/>
              <a:buChar char="•"/>
              <a:defRPr/>
            </a:pPr>
            <a:endParaRPr lang="pt-BR" sz="2800" kern="0" dirty="0">
              <a:latin typeface="+mn-l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052ECB3-865D-5967-C6DF-224771A16AC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7388225" cy="706438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Processos de manufatura e seus atributos  </a:t>
            </a:r>
          </a:p>
        </p:txBody>
      </p:sp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D4546A3D-F1A6-8D70-B25B-C0A844AE8D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2663" y="904875"/>
          <a:ext cx="7142162" cy="582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31292800" imgH="25590500" progId="Word.Picture.8">
                  <p:embed/>
                </p:oleObj>
              </mc:Choice>
              <mc:Fallback>
                <p:oleObj name="Figura" r:id="rId2" imgW="31292800" imgH="25590500" progId="Word.Picture.8">
                  <p:embed/>
                  <p:pic>
                    <p:nvPicPr>
                      <p:cNvPr id="20482" name="Object 2">
                        <a:extLst>
                          <a:ext uri="{FF2B5EF4-FFF2-40B4-BE49-F238E27FC236}">
                            <a16:creationId xmlns:a16="http://schemas.microsoft.com/office/drawing/2014/main" id="{D4546A3D-F1A6-8D70-B25B-C0A844AE8D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346" b="2356"/>
                      <a:stretch>
                        <a:fillRect/>
                      </a:stretch>
                    </p:blipFill>
                    <p:spPr bwMode="auto">
                      <a:xfrm>
                        <a:off x="982663" y="904875"/>
                        <a:ext cx="7142162" cy="582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1331">
            <a:extLst>
              <a:ext uri="{FF2B5EF4-FFF2-40B4-BE49-F238E27FC236}">
                <a16:creationId xmlns:a16="http://schemas.microsoft.com/office/drawing/2014/main" id="{A011BEA9-59FE-138B-5534-2483BE208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25488"/>
            <a:ext cx="8012113" cy="2174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1508" name="Rectangle 1328">
            <a:extLst>
              <a:ext uri="{FF2B5EF4-FFF2-40B4-BE49-F238E27FC236}">
                <a16:creationId xmlns:a16="http://schemas.microsoft.com/office/drawing/2014/main" id="{6928ACBA-0793-4E16-531F-5992EFB6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0063" y="965200"/>
            <a:ext cx="2293937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/>
            <a:r>
              <a:rPr lang="pt-BR" altLang="pt-BR">
                <a:solidFill>
                  <a:srgbClr val="000096"/>
                </a:solidFill>
              </a:rPr>
              <a:t>Adequacidade de materiais e processos de manufatura   </a:t>
            </a:r>
          </a:p>
        </p:txBody>
      </p:sp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E2713DB3-1947-0D3F-5469-F2276FECF2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588" y="0"/>
          <a:ext cx="6807201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34671000" imgH="35915600" progId="Word.Picture.8">
                  <p:embed/>
                </p:oleObj>
              </mc:Choice>
              <mc:Fallback>
                <p:oleObj name="Figura" r:id="rId2" imgW="34671000" imgH="35915600" progId="Word.Picture.8">
                  <p:embed/>
                  <p:pic>
                    <p:nvPicPr>
                      <p:cNvPr id="21506" name="Object 2">
                        <a:extLst>
                          <a:ext uri="{FF2B5EF4-FFF2-40B4-BE49-F238E27FC236}">
                            <a16:creationId xmlns:a16="http://schemas.microsoft.com/office/drawing/2014/main" id="{E2713DB3-1947-0D3F-5469-F2276FECF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2422"/>
                      <a:stretch>
                        <a:fillRect/>
                      </a:stretch>
                    </p:blipFill>
                    <p:spPr bwMode="auto">
                      <a:xfrm>
                        <a:off x="-1588" y="0"/>
                        <a:ext cx="6807201" cy="685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1332">
            <a:extLst>
              <a:ext uri="{FF2B5EF4-FFF2-40B4-BE49-F238E27FC236}">
                <a16:creationId xmlns:a16="http://schemas.microsoft.com/office/drawing/2014/main" id="{695CC2D2-87DB-9EE6-6323-79211E7B1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4175" y="5567363"/>
            <a:ext cx="2409825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pt-BR" altLang="pt-BR" sz="1600"/>
              <a:t>E – excelente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pt-BR" altLang="pt-BR" sz="1600"/>
              <a:t>B – bom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pt-BR" altLang="pt-BR" sz="1600"/>
              <a:t>R – raramente usado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0" name="Object 2">
            <a:extLst>
              <a:ext uri="{FF2B5EF4-FFF2-40B4-BE49-F238E27FC236}">
                <a16:creationId xmlns:a16="http://schemas.microsoft.com/office/drawing/2014/main" id="{2A657720-4E60-E0EE-257F-3A08E3976D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22530" name="Object 2">
                        <a:extLst>
                          <a:ext uri="{FF2B5EF4-FFF2-40B4-BE49-F238E27FC236}">
                            <a16:creationId xmlns:a16="http://schemas.microsoft.com/office/drawing/2014/main" id="{2A657720-4E60-E0EE-257F-3A08E3976D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2200C9D8-8DC9-2436-3030-586E8281A4E1}"/>
              </a:ext>
            </a:extLst>
          </p:cNvPr>
          <p:cNvSpPr/>
          <p:nvPr/>
        </p:nvSpPr>
        <p:spPr>
          <a:xfrm>
            <a:off x="363538" y="249238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  <p:grpSp>
        <p:nvGrpSpPr>
          <p:cNvPr id="2" name="Group 106">
            <a:extLst>
              <a:ext uri="{FF2B5EF4-FFF2-40B4-BE49-F238E27FC236}">
                <a16:creationId xmlns:a16="http://schemas.microsoft.com/office/drawing/2014/main" id="{3517CA40-45E9-772A-D9C0-220CCFD95EB3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4758532" y="3061494"/>
            <a:ext cx="1898650" cy="3468687"/>
            <a:chOff x="2181" y="1183"/>
            <a:chExt cx="1419" cy="1966"/>
          </a:xfrm>
        </p:grpSpPr>
        <p:grpSp>
          <p:nvGrpSpPr>
            <p:cNvPr id="22533" name="Group 107">
              <a:extLst>
                <a:ext uri="{FF2B5EF4-FFF2-40B4-BE49-F238E27FC236}">
                  <a16:creationId xmlns:a16="http://schemas.microsoft.com/office/drawing/2014/main" id="{1D7FA095-D0FB-A86E-2A70-C012D9B9D1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22570" name="Group 108">
                <a:extLst>
                  <a:ext uri="{FF2B5EF4-FFF2-40B4-BE49-F238E27FC236}">
                    <a16:creationId xmlns:a16="http://schemas.microsoft.com/office/drawing/2014/main" id="{C523CC85-8318-7B66-5093-F998CEE665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22576" name="Group 109">
                  <a:extLst>
                    <a:ext uri="{FF2B5EF4-FFF2-40B4-BE49-F238E27FC236}">
                      <a16:creationId xmlns:a16="http://schemas.microsoft.com/office/drawing/2014/main" id="{0496FA95-3E75-BB4C-56D8-5CD0E2154D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22582" name="Freeform 110">
                    <a:extLst>
                      <a:ext uri="{FF2B5EF4-FFF2-40B4-BE49-F238E27FC236}">
                        <a16:creationId xmlns:a16="http://schemas.microsoft.com/office/drawing/2014/main" id="{36A3B3CF-9D0F-D976-BCFF-2BA7F020A4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583" name="Freeform 111">
                    <a:extLst>
                      <a:ext uri="{FF2B5EF4-FFF2-40B4-BE49-F238E27FC236}">
                        <a16:creationId xmlns:a16="http://schemas.microsoft.com/office/drawing/2014/main" id="{9B2A86E1-CCFB-288A-D44A-7E738530875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22577" name="Group 112">
                  <a:extLst>
                    <a:ext uri="{FF2B5EF4-FFF2-40B4-BE49-F238E27FC236}">
                      <a16:creationId xmlns:a16="http://schemas.microsoft.com/office/drawing/2014/main" id="{B210FAB5-0163-5759-7B0D-ED80341F51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22578" name="Freeform 113">
                    <a:extLst>
                      <a:ext uri="{FF2B5EF4-FFF2-40B4-BE49-F238E27FC236}">
                        <a16:creationId xmlns:a16="http://schemas.microsoft.com/office/drawing/2014/main" id="{CE521AE5-3C18-042B-40EA-DDAA953EC2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579" name="Freeform 114">
                    <a:extLst>
                      <a:ext uri="{FF2B5EF4-FFF2-40B4-BE49-F238E27FC236}">
                        <a16:creationId xmlns:a16="http://schemas.microsoft.com/office/drawing/2014/main" id="{27E6C5F8-DDA2-0403-8D37-91F04F4ECE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580" name="Freeform 115">
                    <a:extLst>
                      <a:ext uri="{FF2B5EF4-FFF2-40B4-BE49-F238E27FC236}">
                        <a16:creationId xmlns:a16="http://schemas.microsoft.com/office/drawing/2014/main" id="{8E786102-8DEF-BCDB-1867-28DB7D8745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581" name="Freeform 116">
                    <a:extLst>
                      <a:ext uri="{FF2B5EF4-FFF2-40B4-BE49-F238E27FC236}">
                        <a16:creationId xmlns:a16="http://schemas.microsoft.com/office/drawing/2014/main" id="{DF0CB06D-2F11-3D3E-19FF-119999F550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22571" name="Oval 117">
                <a:extLst>
                  <a:ext uri="{FF2B5EF4-FFF2-40B4-BE49-F238E27FC236}">
                    <a16:creationId xmlns:a16="http://schemas.microsoft.com/office/drawing/2014/main" id="{035F2163-E301-5FE3-B1E7-350AECF7C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22572" name="Group 118">
                <a:extLst>
                  <a:ext uri="{FF2B5EF4-FFF2-40B4-BE49-F238E27FC236}">
                    <a16:creationId xmlns:a16="http://schemas.microsoft.com/office/drawing/2014/main" id="{72A28D2C-3D9E-8821-4AE4-B6C49A0E08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22573" name="Oval 119">
                  <a:extLst>
                    <a:ext uri="{FF2B5EF4-FFF2-40B4-BE49-F238E27FC236}">
                      <a16:creationId xmlns:a16="http://schemas.microsoft.com/office/drawing/2014/main" id="{C6C98F1B-269A-1A90-D263-8300689A1A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22574" name="Oval 120">
                  <a:extLst>
                    <a:ext uri="{FF2B5EF4-FFF2-40B4-BE49-F238E27FC236}">
                      <a16:creationId xmlns:a16="http://schemas.microsoft.com/office/drawing/2014/main" id="{BF26A817-A6F5-82D9-61F7-DE5856714F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22575" name="Oval 121">
                  <a:extLst>
                    <a:ext uri="{FF2B5EF4-FFF2-40B4-BE49-F238E27FC236}">
                      <a16:creationId xmlns:a16="http://schemas.microsoft.com/office/drawing/2014/main" id="{6835B26F-4C37-C576-105B-633A0E28F3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22534" name="Group 122">
              <a:extLst>
                <a:ext uri="{FF2B5EF4-FFF2-40B4-BE49-F238E27FC236}">
                  <a16:creationId xmlns:a16="http://schemas.microsoft.com/office/drawing/2014/main" id="{2057E213-C819-F9C5-10BF-0D8C8810DA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22535" name="Freeform 123">
                <a:extLst>
                  <a:ext uri="{FF2B5EF4-FFF2-40B4-BE49-F238E27FC236}">
                    <a16:creationId xmlns:a16="http://schemas.microsoft.com/office/drawing/2014/main" id="{B09E84F6-7EE9-1069-BE2E-CC8FFEA8C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36" name="Arc 124">
                <a:extLst>
                  <a:ext uri="{FF2B5EF4-FFF2-40B4-BE49-F238E27FC236}">
                    <a16:creationId xmlns:a16="http://schemas.microsoft.com/office/drawing/2014/main" id="{F1A6D9FE-42C5-EAB5-83B9-9D1C097A8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37" name="Arc 125">
                <a:extLst>
                  <a:ext uri="{FF2B5EF4-FFF2-40B4-BE49-F238E27FC236}">
                    <a16:creationId xmlns:a16="http://schemas.microsoft.com/office/drawing/2014/main" id="{ABA5B02C-A78B-2BAB-B792-661DA205B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38" name="Freeform 126">
                <a:extLst>
                  <a:ext uri="{FF2B5EF4-FFF2-40B4-BE49-F238E27FC236}">
                    <a16:creationId xmlns:a16="http://schemas.microsoft.com/office/drawing/2014/main" id="{0317BF4E-1598-3E45-FC9C-7175D9D98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39" name="Arc 127">
                <a:extLst>
                  <a:ext uri="{FF2B5EF4-FFF2-40B4-BE49-F238E27FC236}">
                    <a16:creationId xmlns:a16="http://schemas.microsoft.com/office/drawing/2014/main" id="{C558E3A7-0AB8-9FD4-80A4-418A1194C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40" name="Arc 128">
                <a:extLst>
                  <a:ext uri="{FF2B5EF4-FFF2-40B4-BE49-F238E27FC236}">
                    <a16:creationId xmlns:a16="http://schemas.microsoft.com/office/drawing/2014/main" id="{55A36908-3FD7-31F8-63A0-CA94B6BDA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22541" name="Group 129">
                <a:extLst>
                  <a:ext uri="{FF2B5EF4-FFF2-40B4-BE49-F238E27FC236}">
                    <a16:creationId xmlns:a16="http://schemas.microsoft.com/office/drawing/2014/main" id="{F909D002-71B4-2E79-0837-80B24D46C4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22565" name="Group 130">
                  <a:extLst>
                    <a:ext uri="{FF2B5EF4-FFF2-40B4-BE49-F238E27FC236}">
                      <a16:creationId xmlns:a16="http://schemas.microsoft.com/office/drawing/2014/main" id="{62DAD3C1-2D0F-F506-EF9E-7279A53D8D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22567" name="Arc 131">
                    <a:extLst>
                      <a:ext uri="{FF2B5EF4-FFF2-40B4-BE49-F238E27FC236}">
                        <a16:creationId xmlns:a16="http://schemas.microsoft.com/office/drawing/2014/main" id="{CF99B9A9-4EFA-5188-EFCA-99E6317596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568" name="Arc 132">
                    <a:extLst>
                      <a:ext uri="{FF2B5EF4-FFF2-40B4-BE49-F238E27FC236}">
                        <a16:creationId xmlns:a16="http://schemas.microsoft.com/office/drawing/2014/main" id="{46C84698-A695-9773-84F3-4F14BF7036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569" name="Arc 133">
                    <a:extLst>
                      <a:ext uri="{FF2B5EF4-FFF2-40B4-BE49-F238E27FC236}">
                        <a16:creationId xmlns:a16="http://schemas.microsoft.com/office/drawing/2014/main" id="{5AC71464-5FFE-4737-6BC9-6DD31544C4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2566" name="Arc 134">
                  <a:extLst>
                    <a:ext uri="{FF2B5EF4-FFF2-40B4-BE49-F238E27FC236}">
                      <a16:creationId xmlns:a16="http://schemas.microsoft.com/office/drawing/2014/main" id="{7DD85F31-DFD4-A160-93F5-75F8FA115E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2542" name="Group 135">
                <a:extLst>
                  <a:ext uri="{FF2B5EF4-FFF2-40B4-BE49-F238E27FC236}">
                    <a16:creationId xmlns:a16="http://schemas.microsoft.com/office/drawing/2014/main" id="{BC703011-F85F-D61E-2492-B48CC48609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22560" name="Group 136">
                  <a:extLst>
                    <a:ext uri="{FF2B5EF4-FFF2-40B4-BE49-F238E27FC236}">
                      <a16:creationId xmlns:a16="http://schemas.microsoft.com/office/drawing/2014/main" id="{47F18FAF-63E2-463E-D93C-C19504C37D7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22562" name="Arc 137">
                    <a:extLst>
                      <a:ext uri="{FF2B5EF4-FFF2-40B4-BE49-F238E27FC236}">
                        <a16:creationId xmlns:a16="http://schemas.microsoft.com/office/drawing/2014/main" id="{6E279749-DB13-05D3-2CC4-B457856907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563" name="Arc 138">
                    <a:extLst>
                      <a:ext uri="{FF2B5EF4-FFF2-40B4-BE49-F238E27FC236}">
                        <a16:creationId xmlns:a16="http://schemas.microsoft.com/office/drawing/2014/main" id="{2DAA9EA5-AE29-01A2-5EA3-6A48D92875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564" name="Arc 139">
                    <a:extLst>
                      <a:ext uri="{FF2B5EF4-FFF2-40B4-BE49-F238E27FC236}">
                        <a16:creationId xmlns:a16="http://schemas.microsoft.com/office/drawing/2014/main" id="{083DC8A3-6B65-3F19-AB9A-C0FB797171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2561" name="Arc 140">
                  <a:extLst>
                    <a:ext uri="{FF2B5EF4-FFF2-40B4-BE49-F238E27FC236}">
                      <a16:creationId xmlns:a16="http://schemas.microsoft.com/office/drawing/2014/main" id="{32B6185C-03E5-649F-3CF1-A54A0F19CF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2543" name="Group 141">
                <a:extLst>
                  <a:ext uri="{FF2B5EF4-FFF2-40B4-BE49-F238E27FC236}">
                    <a16:creationId xmlns:a16="http://schemas.microsoft.com/office/drawing/2014/main" id="{3E2F4C17-8676-55A2-F528-594EFFD2E6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22558" name="Arc 142">
                  <a:extLst>
                    <a:ext uri="{FF2B5EF4-FFF2-40B4-BE49-F238E27FC236}">
                      <a16:creationId xmlns:a16="http://schemas.microsoft.com/office/drawing/2014/main" id="{691E7921-A774-4048-5E46-6B6C695E9E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559" name="Arc 143">
                  <a:extLst>
                    <a:ext uri="{FF2B5EF4-FFF2-40B4-BE49-F238E27FC236}">
                      <a16:creationId xmlns:a16="http://schemas.microsoft.com/office/drawing/2014/main" id="{4C24516E-ABEE-034B-44DB-E06F0D2780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2544" name="Group 144">
                <a:extLst>
                  <a:ext uri="{FF2B5EF4-FFF2-40B4-BE49-F238E27FC236}">
                    <a16:creationId xmlns:a16="http://schemas.microsoft.com/office/drawing/2014/main" id="{F6242E82-7C13-7523-D902-88C7AF6CF4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22556" name="Arc 145">
                  <a:extLst>
                    <a:ext uri="{FF2B5EF4-FFF2-40B4-BE49-F238E27FC236}">
                      <a16:creationId xmlns:a16="http://schemas.microsoft.com/office/drawing/2014/main" id="{1F4F4F07-FF7F-BEF5-0E08-290976895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557" name="Arc 146">
                  <a:extLst>
                    <a:ext uri="{FF2B5EF4-FFF2-40B4-BE49-F238E27FC236}">
                      <a16:creationId xmlns:a16="http://schemas.microsoft.com/office/drawing/2014/main" id="{519D6877-0D8E-1574-E56D-BBB632F13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2545" name="Group 147">
                <a:extLst>
                  <a:ext uri="{FF2B5EF4-FFF2-40B4-BE49-F238E27FC236}">
                    <a16:creationId xmlns:a16="http://schemas.microsoft.com/office/drawing/2014/main" id="{79B6CCDA-CB4F-AB85-B3E9-5F45F8267E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22554" name="Line 148">
                  <a:extLst>
                    <a:ext uri="{FF2B5EF4-FFF2-40B4-BE49-F238E27FC236}">
                      <a16:creationId xmlns:a16="http://schemas.microsoft.com/office/drawing/2014/main" id="{68C35FB8-5FC0-371E-366D-1D44BFD63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555" name="Line 149">
                  <a:extLst>
                    <a:ext uri="{FF2B5EF4-FFF2-40B4-BE49-F238E27FC236}">
                      <a16:creationId xmlns:a16="http://schemas.microsoft.com/office/drawing/2014/main" id="{0FA28DB1-4259-C6D5-C6E4-3EF0085672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22546" name="Group 150">
                <a:extLst>
                  <a:ext uri="{FF2B5EF4-FFF2-40B4-BE49-F238E27FC236}">
                    <a16:creationId xmlns:a16="http://schemas.microsoft.com/office/drawing/2014/main" id="{E1F4DDA8-FC0C-044C-8D0E-D3705A90A5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22549" name="Group 151">
                  <a:extLst>
                    <a:ext uri="{FF2B5EF4-FFF2-40B4-BE49-F238E27FC236}">
                      <a16:creationId xmlns:a16="http://schemas.microsoft.com/office/drawing/2014/main" id="{AC8C3F70-EC18-649F-2F19-FC71EE2D154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22552" name="Arc 152">
                    <a:extLst>
                      <a:ext uri="{FF2B5EF4-FFF2-40B4-BE49-F238E27FC236}">
                        <a16:creationId xmlns:a16="http://schemas.microsoft.com/office/drawing/2014/main" id="{1189AE0D-A1EA-B156-08B0-F6F28979DB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2553" name="Arc 153">
                    <a:extLst>
                      <a:ext uri="{FF2B5EF4-FFF2-40B4-BE49-F238E27FC236}">
                        <a16:creationId xmlns:a16="http://schemas.microsoft.com/office/drawing/2014/main" id="{07850AA0-126A-3150-F479-D2178EC0E7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2550" name="Arc 154">
                  <a:extLst>
                    <a:ext uri="{FF2B5EF4-FFF2-40B4-BE49-F238E27FC236}">
                      <a16:creationId xmlns:a16="http://schemas.microsoft.com/office/drawing/2014/main" id="{2606BD97-5D14-11E2-F90B-BF160EEADA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2551" name="Arc 155">
                  <a:extLst>
                    <a:ext uri="{FF2B5EF4-FFF2-40B4-BE49-F238E27FC236}">
                      <a16:creationId xmlns:a16="http://schemas.microsoft.com/office/drawing/2014/main" id="{1D44037D-16EA-A1DE-F8EB-A50235F158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22547" name="Freeform 156">
                <a:extLst>
                  <a:ext uri="{FF2B5EF4-FFF2-40B4-BE49-F238E27FC236}">
                    <a16:creationId xmlns:a16="http://schemas.microsoft.com/office/drawing/2014/main" id="{69994A7D-A3D7-7F55-2B9D-7A3C67B86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548" name="Oval 157">
                <a:extLst>
                  <a:ext uri="{FF2B5EF4-FFF2-40B4-BE49-F238E27FC236}">
                    <a16:creationId xmlns:a16="http://schemas.microsoft.com/office/drawing/2014/main" id="{E326D0E3-53B2-C8EF-55D7-C7E823785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>
            <a:extLst>
              <a:ext uri="{FF2B5EF4-FFF2-40B4-BE49-F238E27FC236}">
                <a16:creationId xmlns:a16="http://schemas.microsoft.com/office/drawing/2014/main" id="{34A7D14F-401B-A1A8-ABD5-0919D69F5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1350963"/>
            <a:ext cx="6299200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1" name="Retângulo 20">
            <a:extLst>
              <a:ext uri="{FF2B5EF4-FFF2-40B4-BE49-F238E27FC236}">
                <a16:creationId xmlns:a16="http://schemas.microsoft.com/office/drawing/2014/main" id="{972C03E0-6432-ADBC-CC23-579B47844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174625"/>
            <a:ext cx="6232525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6213" indent="-1762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70000"/>
              </a:lnSpc>
            </a:pPr>
            <a:r>
              <a:rPr lang="pt-BR" altLang="pt-BR" b="1">
                <a:solidFill>
                  <a:srgbClr val="002060"/>
                </a:solidFill>
              </a:rPr>
              <a:t>TÉCNICAS DE AVALIAÇÃO CONCEITUAL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5">
            <a:extLst>
              <a:ext uri="{FF2B5EF4-FFF2-40B4-BE49-F238E27FC236}">
                <a16:creationId xmlns:a16="http://schemas.microsoft.com/office/drawing/2014/main" id="{E3045C26-4B4B-11C5-9D9A-96FB38C4D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3584575" cy="458788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Necessidades do Cliente</a:t>
            </a:r>
          </a:p>
        </p:txBody>
      </p:sp>
      <p:sp>
        <p:nvSpPr>
          <p:cNvPr id="74755" name="Rectangle 6">
            <a:extLst>
              <a:ext uri="{FF2B5EF4-FFF2-40B4-BE49-F238E27FC236}">
                <a16:creationId xmlns:a16="http://schemas.microsoft.com/office/drawing/2014/main" id="{59E65D67-B429-73F0-10DC-3BDDA846F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462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Aspecto vítreo</a:t>
            </a:r>
          </a:p>
        </p:txBody>
      </p:sp>
      <p:sp>
        <p:nvSpPr>
          <p:cNvPr id="74756" name="Rectangle 7">
            <a:extLst>
              <a:ext uri="{FF2B5EF4-FFF2-40B4-BE49-F238E27FC236}">
                <a16:creationId xmlns:a16="http://schemas.microsoft.com/office/drawing/2014/main" id="{C1E29AF2-7278-B4F5-106A-0EB705C8A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510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Cor amarelinha</a:t>
            </a:r>
          </a:p>
        </p:txBody>
      </p:sp>
      <p:sp>
        <p:nvSpPr>
          <p:cNvPr id="74757" name="Rectangle 8">
            <a:extLst>
              <a:ext uri="{FF2B5EF4-FFF2-40B4-BE49-F238E27FC236}">
                <a16:creationId xmlns:a16="http://schemas.microsoft.com/office/drawing/2014/main" id="{E3C038F8-9A15-BC4A-FA46-57E0C2443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0558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Massa fina</a:t>
            </a:r>
          </a:p>
        </p:txBody>
      </p:sp>
      <p:sp>
        <p:nvSpPr>
          <p:cNvPr id="74758" name="Rectangle 9">
            <a:extLst>
              <a:ext uri="{FF2B5EF4-FFF2-40B4-BE49-F238E27FC236}">
                <a16:creationId xmlns:a16="http://schemas.microsoft.com/office/drawing/2014/main" id="{7DABA0DA-5A37-8C21-ED3F-B6FA9A70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3606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Macia ao morder</a:t>
            </a:r>
          </a:p>
        </p:txBody>
      </p:sp>
      <p:sp>
        <p:nvSpPr>
          <p:cNvPr id="74759" name="Rectangle 10">
            <a:extLst>
              <a:ext uri="{FF2B5EF4-FFF2-40B4-BE49-F238E27FC236}">
                <a16:creationId xmlns:a16="http://schemas.microsoft.com/office/drawing/2014/main" id="{BB9CB405-0A51-3C16-8D0D-38AAE6E1A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6654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Soltinha</a:t>
            </a:r>
          </a:p>
        </p:txBody>
      </p:sp>
      <p:sp>
        <p:nvSpPr>
          <p:cNvPr id="74760" name="Rectangle 11">
            <a:extLst>
              <a:ext uri="{FF2B5EF4-FFF2-40B4-BE49-F238E27FC236}">
                <a16:creationId xmlns:a16="http://schemas.microsoft.com/office/drawing/2014/main" id="{87540054-8DF6-C413-B99B-D61985E49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702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Fácil de enrolar no garfo</a:t>
            </a:r>
          </a:p>
        </p:txBody>
      </p:sp>
      <p:sp>
        <p:nvSpPr>
          <p:cNvPr id="74761" name="Rectangle 12">
            <a:extLst>
              <a:ext uri="{FF2B5EF4-FFF2-40B4-BE49-F238E27FC236}">
                <a16:creationId xmlns:a16="http://schemas.microsoft.com/office/drawing/2014/main" id="{25D2A96F-7781-E96B-540C-050C15D62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275013"/>
            <a:ext cx="2971800" cy="296862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Absorver bem o caldo</a:t>
            </a:r>
          </a:p>
        </p:txBody>
      </p:sp>
      <p:sp>
        <p:nvSpPr>
          <p:cNvPr id="74762" name="Rectangle 13">
            <a:extLst>
              <a:ext uri="{FF2B5EF4-FFF2-40B4-BE49-F238E27FC236}">
                <a16:creationId xmlns:a16="http://schemas.microsoft.com/office/drawing/2014/main" id="{1B2C4570-81BE-9E78-EB88-4AC1B1462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98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Cozimento rápido</a:t>
            </a:r>
          </a:p>
        </p:txBody>
      </p:sp>
      <p:sp>
        <p:nvSpPr>
          <p:cNvPr id="74763" name="Rectangle 14">
            <a:extLst>
              <a:ext uri="{FF2B5EF4-FFF2-40B4-BE49-F238E27FC236}">
                <a16:creationId xmlns:a16="http://schemas.microsoft.com/office/drawing/2014/main" id="{FE6A7C1C-F8D5-AEDB-CC34-2D6ED1EA3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8846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Fácil de preparar</a:t>
            </a:r>
          </a:p>
        </p:txBody>
      </p:sp>
      <p:sp>
        <p:nvSpPr>
          <p:cNvPr id="74764" name="Rectangle 15">
            <a:extLst>
              <a:ext uri="{FF2B5EF4-FFF2-40B4-BE49-F238E27FC236}">
                <a16:creationId xmlns:a16="http://schemas.microsoft.com/office/drawing/2014/main" id="{CA8A2F0D-8C58-23AB-DFB0-1428B6F1A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1894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Porção individual</a:t>
            </a:r>
          </a:p>
        </p:txBody>
      </p:sp>
      <p:sp>
        <p:nvSpPr>
          <p:cNvPr id="74765" name="Rectangle 16">
            <a:extLst>
              <a:ext uri="{FF2B5EF4-FFF2-40B4-BE49-F238E27FC236}">
                <a16:creationId xmlns:a16="http://schemas.microsoft.com/office/drawing/2014/main" id="{ACDDBCDD-4A42-6CC6-EFDC-755C269CC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4942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Emabalagem reciclável</a:t>
            </a:r>
          </a:p>
        </p:txBody>
      </p:sp>
      <p:sp>
        <p:nvSpPr>
          <p:cNvPr id="74766" name="Rectangle 17">
            <a:extLst>
              <a:ext uri="{FF2B5EF4-FFF2-40B4-BE49-F238E27FC236}">
                <a16:creationId xmlns:a16="http://schemas.microsoft.com/office/drawing/2014/main" id="{2199B85A-A6F7-F738-E4EC-B8873D735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99013"/>
            <a:ext cx="2971800" cy="3048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200" b="1"/>
              <a:t>Tempero suave</a:t>
            </a:r>
          </a:p>
        </p:txBody>
      </p:sp>
      <p:sp>
        <p:nvSpPr>
          <p:cNvPr id="74767" name="Rectangle 18">
            <a:extLst>
              <a:ext uri="{FF2B5EF4-FFF2-40B4-BE49-F238E27FC236}">
                <a16:creationId xmlns:a16="http://schemas.microsoft.com/office/drawing/2014/main" id="{60A9B5D5-FA3A-BF94-9A2D-26102C579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1141413"/>
            <a:ext cx="685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rgbClr val="006600"/>
                </a:solidFill>
              </a:rPr>
              <a:t>Peso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68" name="Rectangle 19">
            <a:extLst>
              <a:ext uri="{FF2B5EF4-FFF2-40B4-BE49-F238E27FC236}">
                <a16:creationId xmlns:a16="http://schemas.microsoft.com/office/drawing/2014/main" id="{6E07A6CB-4938-4B7E-C097-F57D935E6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14462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4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69" name="Rectangle 20">
            <a:extLst>
              <a:ext uri="{FF2B5EF4-FFF2-40B4-BE49-F238E27FC236}">
                <a16:creationId xmlns:a16="http://schemas.microsoft.com/office/drawing/2014/main" id="{06C7B5CE-68B8-78E1-0B11-0CC4920A9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17510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4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70" name="Rectangle 21">
            <a:extLst>
              <a:ext uri="{FF2B5EF4-FFF2-40B4-BE49-F238E27FC236}">
                <a16:creationId xmlns:a16="http://schemas.microsoft.com/office/drawing/2014/main" id="{C02DAE27-A42C-68E7-880B-410B24491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20558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5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71" name="Rectangle 22">
            <a:extLst>
              <a:ext uri="{FF2B5EF4-FFF2-40B4-BE49-F238E27FC236}">
                <a16:creationId xmlns:a16="http://schemas.microsoft.com/office/drawing/2014/main" id="{D2D7D9E3-1848-5A39-D0DF-AC0BA674C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23606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3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72" name="Rectangle 23">
            <a:extLst>
              <a:ext uri="{FF2B5EF4-FFF2-40B4-BE49-F238E27FC236}">
                <a16:creationId xmlns:a16="http://schemas.microsoft.com/office/drawing/2014/main" id="{3A955475-A65A-3AF3-73DC-32931C6AA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26654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5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73" name="Rectangle 24">
            <a:extLst>
              <a:ext uri="{FF2B5EF4-FFF2-40B4-BE49-F238E27FC236}">
                <a16:creationId xmlns:a16="http://schemas.microsoft.com/office/drawing/2014/main" id="{78AC3995-69F4-EC73-1705-F5361D543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29702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4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74" name="Rectangle 25">
            <a:extLst>
              <a:ext uri="{FF2B5EF4-FFF2-40B4-BE49-F238E27FC236}">
                <a16:creationId xmlns:a16="http://schemas.microsoft.com/office/drawing/2014/main" id="{B67B3BB7-3CFD-5AAA-EB61-06F7C8307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32750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4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75" name="Rectangle 26">
            <a:extLst>
              <a:ext uri="{FF2B5EF4-FFF2-40B4-BE49-F238E27FC236}">
                <a16:creationId xmlns:a16="http://schemas.microsoft.com/office/drawing/2014/main" id="{943644C9-AACA-5096-2198-10D876876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35798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3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76" name="Rectangle 27">
            <a:extLst>
              <a:ext uri="{FF2B5EF4-FFF2-40B4-BE49-F238E27FC236}">
                <a16:creationId xmlns:a16="http://schemas.microsoft.com/office/drawing/2014/main" id="{2B17E0BA-ED41-71AE-40F3-4F7744831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38846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4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77" name="Rectangle 28">
            <a:extLst>
              <a:ext uri="{FF2B5EF4-FFF2-40B4-BE49-F238E27FC236}">
                <a16:creationId xmlns:a16="http://schemas.microsoft.com/office/drawing/2014/main" id="{4A151278-95FF-929B-116D-6D38B551F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41894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3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78" name="Rectangle 29">
            <a:extLst>
              <a:ext uri="{FF2B5EF4-FFF2-40B4-BE49-F238E27FC236}">
                <a16:creationId xmlns:a16="http://schemas.microsoft.com/office/drawing/2014/main" id="{7A2F67C9-0D8B-E202-DDBC-8752735AA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44942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1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79" name="Rectangle 30">
            <a:extLst>
              <a:ext uri="{FF2B5EF4-FFF2-40B4-BE49-F238E27FC236}">
                <a16:creationId xmlns:a16="http://schemas.microsoft.com/office/drawing/2014/main" id="{601F9DF1-CA85-FC46-4A93-A55F7609C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4799013"/>
            <a:ext cx="685800" cy="304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 b="1"/>
              <a:t>2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74780" name="Rectangle 31">
            <a:extLst>
              <a:ext uri="{FF2B5EF4-FFF2-40B4-BE49-F238E27FC236}">
                <a16:creationId xmlns:a16="http://schemas.microsoft.com/office/drawing/2014/main" id="{26076CC5-4843-D0AB-4360-04AE33944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103813"/>
            <a:ext cx="2971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600" b="1"/>
              <a:t>TOTAL +</a:t>
            </a:r>
          </a:p>
        </p:txBody>
      </p:sp>
      <p:sp>
        <p:nvSpPr>
          <p:cNvPr id="74781" name="Rectangle 32">
            <a:extLst>
              <a:ext uri="{FF2B5EF4-FFF2-40B4-BE49-F238E27FC236}">
                <a16:creationId xmlns:a16="http://schemas.microsoft.com/office/drawing/2014/main" id="{8E6DED6A-C356-5E41-3C81-71A66245D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08613"/>
            <a:ext cx="2971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600" b="1"/>
              <a:t>TOTAL -</a:t>
            </a:r>
          </a:p>
        </p:txBody>
      </p:sp>
      <p:sp>
        <p:nvSpPr>
          <p:cNvPr id="74782" name="Rectangle 33">
            <a:extLst>
              <a:ext uri="{FF2B5EF4-FFF2-40B4-BE49-F238E27FC236}">
                <a16:creationId xmlns:a16="http://schemas.microsoft.com/office/drawing/2014/main" id="{27327B04-5DDF-34D2-2EF8-E539519A0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713413"/>
            <a:ext cx="2971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600" b="1"/>
              <a:t>TOTAL GLOBAL</a:t>
            </a:r>
          </a:p>
        </p:txBody>
      </p:sp>
      <p:sp>
        <p:nvSpPr>
          <p:cNvPr id="74783" name="Rectangle 34">
            <a:extLst>
              <a:ext uri="{FF2B5EF4-FFF2-40B4-BE49-F238E27FC236}">
                <a16:creationId xmlns:a16="http://schemas.microsoft.com/office/drawing/2014/main" id="{9782411D-6C80-84DE-3832-8F27CAE8A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018213"/>
            <a:ext cx="2971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pt-BR" altLang="pt-BR" sz="1600" b="1">
                <a:solidFill>
                  <a:srgbClr val="FF0000"/>
                </a:solidFill>
              </a:rPr>
              <a:t>PESO TOTAL</a:t>
            </a:r>
            <a:r>
              <a:rPr lang="pt-BR" altLang="pt-BR" sz="1600" b="1"/>
              <a:t> </a:t>
            </a:r>
          </a:p>
        </p:txBody>
      </p:sp>
      <p:sp>
        <p:nvSpPr>
          <p:cNvPr id="74784" name="Rectangle 35">
            <a:extLst>
              <a:ext uri="{FF2B5EF4-FFF2-40B4-BE49-F238E27FC236}">
                <a16:creationId xmlns:a16="http://schemas.microsoft.com/office/drawing/2014/main" id="{02EEE9C0-3D78-E1A2-3D1C-19455D2AC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5103813"/>
            <a:ext cx="685800" cy="12192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74785" name="Rectangle 36">
            <a:extLst>
              <a:ext uri="{FF2B5EF4-FFF2-40B4-BE49-F238E27FC236}">
                <a16:creationId xmlns:a16="http://schemas.microsoft.com/office/drawing/2014/main" id="{80B26BA4-0A7B-5D60-7648-79EC2C6F2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836613"/>
            <a:ext cx="4114800" cy="304800"/>
          </a:xfrm>
          <a:prstGeom prst="rect">
            <a:avLst/>
          </a:prstGeom>
          <a:solidFill>
            <a:srgbClr val="00CCFF"/>
          </a:solidFill>
          <a:ln w="9525">
            <a:solidFill>
              <a:srgbClr val="00CC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chemeClr val="tx2"/>
                </a:solidFill>
              </a:rPr>
              <a:t>Conceitos</a:t>
            </a:r>
          </a:p>
        </p:txBody>
      </p:sp>
      <p:sp>
        <p:nvSpPr>
          <p:cNvPr id="74786" name="Rectangle 37">
            <a:extLst>
              <a:ext uri="{FF2B5EF4-FFF2-40B4-BE49-F238E27FC236}">
                <a16:creationId xmlns:a16="http://schemas.microsoft.com/office/drawing/2014/main" id="{49856F15-D889-0F70-9A54-B7E41F470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chemeClr val="tx2"/>
                </a:solidFill>
              </a:rPr>
              <a:t>I</a:t>
            </a:r>
          </a:p>
        </p:txBody>
      </p:sp>
      <p:sp>
        <p:nvSpPr>
          <p:cNvPr id="74787" name="Rectangle 38">
            <a:extLst>
              <a:ext uri="{FF2B5EF4-FFF2-40B4-BE49-F238E27FC236}">
                <a16:creationId xmlns:a16="http://schemas.microsoft.com/office/drawing/2014/main" id="{1967E23E-8C54-26D6-7A8B-1BD4ED26A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chemeClr val="tx2"/>
                </a:solidFill>
              </a:rPr>
              <a:t>II</a:t>
            </a:r>
          </a:p>
        </p:txBody>
      </p:sp>
      <p:sp>
        <p:nvSpPr>
          <p:cNvPr id="74788" name="Rectangle 39">
            <a:extLst>
              <a:ext uri="{FF2B5EF4-FFF2-40B4-BE49-F238E27FC236}">
                <a16:creationId xmlns:a16="http://schemas.microsoft.com/office/drawing/2014/main" id="{0E9CBE1E-7BA9-DA62-8812-D01D81E35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chemeClr val="tx2"/>
                </a:solidFill>
              </a:rPr>
              <a:t>III</a:t>
            </a:r>
          </a:p>
        </p:txBody>
      </p:sp>
      <p:sp>
        <p:nvSpPr>
          <p:cNvPr id="74789" name="Rectangle 40">
            <a:extLst>
              <a:ext uri="{FF2B5EF4-FFF2-40B4-BE49-F238E27FC236}">
                <a16:creationId xmlns:a16="http://schemas.microsoft.com/office/drawing/2014/main" id="{1CF88DD8-21D5-1AED-FF9E-03F5BECC9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chemeClr val="tx2"/>
                </a:solidFill>
              </a:rPr>
              <a:t>IV</a:t>
            </a:r>
          </a:p>
        </p:txBody>
      </p:sp>
      <p:sp>
        <p:nvSpPr>
          <p:cNvPr id="74790" name="Rectangle 41">
            <a:extLst>
              <a:ext uri="{FF2B5EF4-FFF2-40B4-BE49-F238E27FC236}">
                <a16:creationId xmlns:a16="http://schemas.microsoft.com/office/drawing/2014/main" id="{07FA5776-6696-ABB9-B860-853D5DE13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chemeClr val="tx2"/>
                </a:solidFill>
              </a:rPr>
              <a:t>V</a:t>
            </a:r>
          </a:p>
        </p:txBody>
      </p:sp>
      <p:sp>
        <p:nvSpPr>
          <p:cNvPr id="74791" name="Rectangle 42">
            <a:extLst>
              <a:ext uri="{FF2B5EF4-FFF2-40B4-BE49-F238E27FC236}">
                <a16:creationId xmlns:a16="http://schemas.microsoft.com/office/drawing/2014/main" id="{2370A214-344C-B366-C3F4-970BE00CB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1141413"/>
            <a:ext cx="685800" cy="304800"/>
          </a:xfrm>
          <a:prstGeom prst="rect">
            <a:avLst/>
          </a:prstGeom>
          <a:solidFill>
            <a:srgbClr val="00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chemeClr val="tx2"/>
                </a:solidFill>
              </a:rPr>
              <a:t>VI</a:t>
            </a:r>
          </a:p>
        </p:txBody>
      </p:sp>
      <p:sp>
        <p:nvSpPr>
          <p:cNvPr id="74792" name="Rectangle 43">
            <a:extLst>
              <a:ext uri="{FF2B5EF4-FFF2-40B4-BE49-F238E27FC236}">
                <a16:creationId xmlns:a16="http://schemas.microsoft.com/office/drawing/2014/main" id="{969C7EAB-2FD7-6455-EE17-0F41EDD31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793" name="Rectangle 44">
            <a:extLst>
              <a:ext uri="{FF2B5EF4-FFF2-40B4-BE49-F238E27FC236}">
                <a16:creationId xmlns:a16="http://schemas.microsoft.com/office/drawing/2014/main" id="{A7DEEBD1-E1ED-DB9A-B789-1A020774F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794" name="Rectangle 45">
            <a:extLst>
              <a:ext uri="{FF2B5EF4-FFF2-40B4-BE49-F238E27FC236}">
                <a16:creationId xmlns:a16="http://schemas.microsoft.com/office/drawing/2014/main" id="{B07C498E-1249-C33A-840A-A67F53631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795" name="Rectangle 46">
            <a:extLst>
              <a:ext uri="{FF2B5EF4-FFF2-40B4-BE49-F238E27FC236}">
                <a16:creationId xmlns:a16="http://schemas.microsoft.com/office/drawing/2014/main" id="{59ACE3A7-208E-F55B-3B73-43A1AF16F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796" name="Rectangle 47">
            <a:extLst>
              <a:ext uri="{FF2B5EF4-FFF2-40B4-BE49-F238E27FC236}">
                <a16:creationId xmlns:a16="http://schemas.microsoft.com/office/drawing/2014/main" id="{3269217D-FEAF-E548-B205-9964B787D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797" name="Rectangle 48">
            <a:extLst>
              <a:ext uri="{FF2B5EF4-FFF2-40B4-BE49-F238E27FC236}">
                <a16:creationId xmlns:a16="http://schemas.microsoft.com/office/drawing/2014/main" id="{1B7C7FC0-260B-98EC-17C8-BB06EB961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1446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>
              <a:solidFill>
                <a:schemeClr val="tx2"/>
              </a:solidFill>
            </a:endParaRPr>
          </a:p>
        </p:txBody>
      </p:sp>
      <p:sp>
        <p:nvSpPr>
          <p:cNvPr id="74798" name="Rectangle 49">
            <a:extLst>
              <a:ext uri="{FF2B5EF4-FFF2-40B4-BE49-F238E27FC236}">
                <a16:creationId xmlns:a16="http://schemas.microsoft.com/office/drawing/2014/main" id="{55499650-B6D9-EE7A-F68A-00209635A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799" name="Rectangle 50">
            <a:extLst>
              <a:ext uri="{FF2B5EF4-FFF2-40B4-BE49-F238E27FC236}">
                <a16:creationId xmlns:a16="http://schemas.microsoft.com/office/drawing/2014/main" id="{FCB97C05-1DAF-A278-1282-8996EFC95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00" name="Rectangle 51">
            <a:extLst>
              <a:ext uri="{FF2B5EF4-FFF2-40B4-BE49-F238E27FC236}">
                <a16:creationId xmlns:a16="http://schemas.microsoft.com/office/drawing/2014/main" id="{5468DE8C-1D96-A07D-B5AE-0D1F7A8B9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01" name="Rectangle 52">
            <a:extLst>
              <a:ext uri="{FF2B5EF4-FFF2-40B4-BE49-F238E27FC236}">
                <a16:creationId xmlns:a16="http://schemas.microsoft.com/office/drawing/2014/main" id="{47AED27B-F92E-7D84-95A2-CB2A157CF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02" name="Rectangle 53">
            <a:extLst>
              <a:ext uri="{FF2B5EF4-FFF2-40B4-BE49-F238E27FC236}">
                <a16:creationId xmlns:a16="http://schemas.microsoft.com/office/drawing/2014/main" id="{FEA6D852-9B0C-F0D8-3D98-89254A63C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03" name="Rectangle 54">
            <a:extLst>
              <a:ext uri="{FF2B5EF4-FFF2-40B4-BE49-F238E27FC236}">
                <a16:creationId xmlns:a16="http://schemas.microsoft.com/office/drawing/2014/main" id="{4B3EE12D-C889-33F0-F7BE-ADBA28FA8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1751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R</a:t>
            </a:r>
          </a:p>
        </p:txBody>
      </p:sp>
      <p:sp>
        <p:nvSpPr>
          <p:cNvPr id="74804" name="Rectangle 55">
            <a:extLst>
              <a:ext uri="{FF2B5EF4-FFF2-40B4-BE49-F238E27FC236}">
                <a16:creationId xmlns:a16="http://schemas.microsoft.com/office/drawing/2014/main" id="{428C2A8D-75C0-192B-AEB4-4E2D1B3C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05" name="Rectangle 56">
            <a:extLst>
              <a:ext uri="{FF2B5EF4-FFF2-40B4-BE49-F238E27FC236}">
                <a16:creationId xmlns:a16="http://schemas.microsoft.com/office/drawing/2014/main" id="{276FEFC6-5E62-1FD0-4CE9-C550A0E41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06" name="Rectangle 57">
            <a:extLst>
              <a:ext uri="{FF2B5EF4-FFF2-40B4-BE49-F238E27FC236}">
                <a16:creationId xmlns:a16="http://schemas.microsoft.com/office/drawing/2014/main" id="{83B0BD0E-2E37-2F62-2313-6C8EC952C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07" name="Rectangle 58">
            <a:extLst>
              <a:ext uri="{FF2B5EF4-FFF2-40B4-BE49-F238E27FC236}">
                <a16:creationId xmlns:a16="http://schemas.microsoft.com/office/drawing/2014/main" id="{D444628D-3389-B7B0-6957-E01256C73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08" name="Rectangle 59">
            <a:extLst>
              <a:ext uri="{FF2B5EF4-FFF2-40B4-BE49-F238E27FC236}">
                <a16:creationId xmlns:a16="http://schemas.microsoft.com/office/drawing/2014/main" id="{0B99B09D-E80E-9AFC-2DAC-ACA92BB7B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09" name="Rectangle 60">
            <a:extLst>
              <a:ext uri="{FF2B5EF4-FFF2-40B4-BE49-F238E27FC236}">
                <a16:creationId xmlns:a16="http://schemas.microsoft.com/office/drawing/2014/main" id="{93BB9BB6-E5C2-3B26-C7EF-BE6F5E1C8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2055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E</a:t>
            </a:r>
          </a:p>
        </p:txBody>
      </p:sp>
      <p:sp>
        <p:nvSpPr>
          <p:cNvPr id="74810" name="Rectangle 61">
            <a:extLst>
              <a:ext uri="{FF2B5EF4-FFF2-40B4-BE49-F238E27FC236}">
                <a16:creationId xmlns:a16="http://schemas.microsoft.com/office/drawing/2014/main" id="{27B5D3ED-3899-30A2-379F-556054D76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11" name="Rectangle 62">
            <a:extLst>
              <a:ext uri="{FF2B5EF4-FFF2-40B4-BE49-F238E27FC236}">
                <a16:creationId xmlns:a16="http://schemas.microsoft.com/office/drawing/2014/main" id="{61078DE7-33F7-55E0-11A5-8F15E6766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12" name="Rectangle 63">
            <a:extLst>
              <a:ext uri="{FF2B5EF4-FFF2-40B4-BE49-F238E27FC236}">
                <a16:creationId xmlns:a16="http://schemas.microsoft.com/office/drawing/2014/main" id="{0358C7CE-536B-E715-BFDE-A98A5128B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13" name="Rectangle 64">
            <a:extLst>
              <a:ext uri="{FF2B5EF4-FFF2-40B4-BE49-F238E27FC236}">
                <a16:creationId xmlns:a16="http://schemas.microsoft.com/office/drawing/2014/main" id="{2708753B-C4F8-88AA-A992-E42EEDF6A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14" name="Rectangle 65">
            <a:extLst>
              <a:ext uri="{FF2B5EF4-FFF2-40B4-BE49-F238E27FC236}">
                <a16:creationId xmlns:a16="http://schemas.microsoft.com/office/drawing/2014/main" id="{289A050B-F6F9-1D67-A736-D810BA5AC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15" name="Rectangle 66">
            <a:extLst>
              <a:ext uri="{FF2B5EF4-FFF2-40B4-BE49-F238E27FC236}">
                <a16:creationId xmlns:a16="http://schemas.microsoft.com/office/drawing/2014/main" id="{F08A3F4B-F242-6B27-F8E2-C617EFE01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2360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F</a:t>
            </a:r>
          </a:p>
        </p:txBody>
      </p:sp>
      <p:sp>
        <p:nvSpPr>
          <p:cNvPr id="74816" name="Rectangle 67">
            <a:extLst>
              <a:ext uri="{FF2B5EF4-FFF2-40B4-BE49-F238E27FC236}">
                <a16:creationId xmlns:a16="http://schemas.microsoft.com/office/drawing/2014/main" id="{92407B27-6D3F-AEE8-6EA7-5E7D43CD7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17" name="Rectangle 68">
            <a:extLst>
              <a:ext uri="{FF2B5EF4-FFF2-40B4-BE49-F238E27FC236}">
                <a16:creationId xmlns:a16="http://schemas.microsoft.com/office/drawing/2014/main" id="{6E69AAE1-7B7D-B4A1-9CCA-D9EC8B12D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18" name="Rectangle 69">
            <a:extLst>
              <a:ext uri="{FF2B5EF4-FFF2-40B4-BE49-F238E27FC236}">
                <a16:creationId xmlns:a16="http://schemas.microsoft.com/office/drawing/2014/main" id="{65BB2DF9-8DDA-697C-B732-7B7DD164C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19" name="Rectangle 70">
            <a:extLst>
              <a:ext uri="{FF2B5EF4-FFF2-40B4-BE49-F238E27FC236}">
                <a16:creationId xmlns:a16="http://schemas.microsoft.com/office/drawing/2014/main" id="{ABF9F8FD-4DA1-6D11-5970-54779875A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20" name="Rectangle 71">
            <a:extLst>
              <a:ext uri="{FF2B5EF4-FFF2-40B4-BE49-F238E27FC236}">
                <a16:creationId xmlns:a16="http://schemas.microsoft.com/office/drawing/2014/main" id="{837425A7-7167-1086-3A00-2823009AB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21" name="Rectangle 72">
            <a:extLst>
              <a:ext uri="{FF2B5EF4-FFF2-40B4-BE49-F238E27FC236}">
                <a16:creationId xmlns:a16="http://schemas.microsoft.com/office/drawing/2014/main" id="{18645446-2357-799F-362C-86C3976FF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2665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E</a:t>
            </a:r>
          </a:p>
        </p:txBody>
      </p:sp>
      <p:sp>
        <p:nvSpPr>
          <p:cNvPr id="74822" name="Rectangle 73">
            <a:extLst>
              <a:ext uri="{FF2B5EF4-FFF2-40B4-BE49-F238E27FC236}">
                <a16:creationId xmlns:a16="http://schemas.microsoft.com/office/drawing/2014/main" id="{86153B5A-C9B6-993A-3951-F0FFB5F35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23" name="Rectangle 74">
            <a:extLst>
              <a:ext uri="{FF2B5EF4-FFF2-40B4-BE49-F238E27FC236}">
                <a16:creationId xmlns:a16="http://schemas.microsoft.com/office/drawing/2014/main" id="{F18BB050-C9A3-F52F-F7B6-BDFDB124E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24" name="Rectangle 75">
            <a:extLst>
              <a:ext uri="{FF2B5EF4-FFF2-40B4-BE49-F238E27FC236}">
                <a16:creationId xmlns:a16="http://schemas.microsoft.com/office/drawing/2014/main" id="{9EE6A367-46C0-8547-3B55-A0B4A410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25" name="Rectangle 76">
            <a:extLst>
              <a:ext uri="{FF2B5EF4-FFF2-40B4-BE49-F238E27FC236}">
                <a16:creationId xmlns:a16="http://schemas.microsoft.com/office/drawing/2014/main" id="{BE8F831D-86F6-18D4-7E6A-436B39031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26" name="Rectangle 77">
            <a:extLst>
              <a:ext uri="{FF2B5EF4-FFF2-40B4-BE49-F238E27FC236}">
                <a16:creationId xmlns:a16="http://schemas.microsoft.com/office/drawing/2014/main" id="{7B232930-249D-C5BF-FAA3-DACDE5A78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27" name="Rectangle 78">
            <a:extLst>
              <a:ext uri="{FF2B5EF4-FFF2-40B4-BE49-F238E27FC236}">
                <a16:creationId xmlns:a16="http://schemas.microsoft.com/office/drawing/2014/main" id="{F2EF0FD8-93AE-D787-2432-C40437AC5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2970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R</a:t>
            </a:r>
          </a:p>
        </p:txBody>
      </p:sp>
      <p:sp>
        <p:nvSpPr>
          <p:cNvPr id="74828" name="Rectangle 79">
            <a:extLst>
              <a:ext uri="{FF2B5EF4-FFF2-40B4-BE49-F238E27FC236}">
                <a16:creationId xmlns:a16="http://schemas.microsoft.com/office/drawing/2014/main" id="{1BEFF8B3-DDD4-77EF-A20D-B37575BB6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29" name="Rectangle 80">
            <a:extLst>
              <a:ext uri="{FF2B5EF4-FFF2-40B4-BE49-F238E27FC236}">
                <a16:creationId xmlns:a16="http://schemas.microsoft.com/office/drawing/2014/main" id="{D3E5302D-7C17-EDAC-80AD-2231E6EBA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30" name="Rectangle 81">
            <a:extLst>
              <a:ext uri="{FF2B5EF4-FFF2-40B4-BE49-F238E27FC236}">
                <a16:creationId xmlns:a16="http://schemas.microsoft.com/office/drawing/2014/main" id="{4B192BA6-C72F-01E4-58EF-66ECC227D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31" name="Rectangle 82">
            <a:extLst>
              <a:ext uri="{FF2B5EF4-FFF2-40B4-BE49-F238E27FC236}">
                <a16:creationId xmlns:a16="http://schemas.microsoft.com/office/drawing/2014/main" id="{250FD860-7D3C-9D51-77FF-53891D8A3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32" name="Rectangle 83">
            <a:extLst>
              <a:ext uri="{FF2B5EF4-FFF2-40B4-BE49-F238E27FC236}">
                <a16:creationId xmlns:a16="http://schemas.microsoft.com/office/drawing/2014/main" id="{C63EB9C1-ABDE-B8B7-3CF5-248EBB8C1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33" name="Rectangle 84">
            <a:extLst>
              <a:ext uri="{FF2B5EF4-FFF2-40B4-BE49-F238E27FC236}">
                <a16:creationId xmlns:a16="http://schemas.microsoft.com/office/drawing/2014/main" id="{0CD66D80-D455-DFE4-DD3D-E187B0058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3275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Ê</a:t>
            </a:r>
          </a:p>
        </p:txBody>
      </p:sp>
      <p:sp>
        <p:nvSpPr>
          <p:cNvPr id="74834" name="Rectangle 85">
            <a:extLst>
              <a:ext uri="{FF2B5EF4-FFF2-40B4-BE49-F238E27FC236}">
                <a16:creationId xmlns:a16="http://schemas.microsoft.com/office/drawing/2014/main" id="{23E74160-92AC-E11C-A3ED-03C298E1D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35" name="Rectangle 86">
            <a:extLst>
              <a:ext uri="{FF2B5EF4-FFF2-40B4-BE49-F238E27FC236}">
                <a16:creationId xmlns:a16="http://schemas.microsoft.com/office/drawing/2014/main" id="{5FB782EF-37B9-A546-415C-C251A6A66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36" name="Rectangle 87">
            <a:extLst>
              <a:ext uri="{FF2B5EF4-FFF2-40B4-BE49-F238E27FC236}">
                <a16:creationId xmlns:a16="http://schemas.microsoft.com/office/drawing/2014/main" id="{5B1BD8CA-AE71-B6F1-198E-394CF90C4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37" name="Rectangle 88">
            <a:extLst>
              <a:ext uri="{FF2B5EF4-FFF2-40B4-BE49-F238E27FC236}">
                <a16:creationId xmlns:a16="http://schemas.microsoft.com/office/drawing/2014/main" id="{12E57C33-9BF4-5B38-50AD-E6A95626A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38" name="Rectangle 89">
            <a:extLst>
              <a:ext uri="{FF2B5EF4-FFF2-40B4-BE49-F238E27FC236}">
                <a16:creationId xmlns:a16="http://schemas.microsoft.com/office/drawing/2014/main" id="{1DC87F89-EBFB-1B32-4C32-FCDCD7F63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39" name="Rectangle 90">
            <a:extLst>
              <a:ext uri="{FF2B5EF4-FFF2-40B4-BE49-F238E27FC236}">
                <a16:creationId xmlns:a16="http://schemas.microsoft.com/office/drawing/2014/main" id="{946866D7-142A-C5E6-2679-C6903EF92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35798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N</a:t>
            </a:r>
          </a:p>
        </p:txBody>
      </p:sp>
      <p:sp>
        <p:nvSpPr>
          <p:cNvPr id="74840" name="Rectangle 91">
            <a:extLst>
              <a:ext uri="{FF2B5EF4-FFF2-40B4-BE49-F238E27FC236}">
                <a16:creationId xmlns:a16="http://schemas.microsoft.com/office/drawing/2014/main" id="{6C0808B2-1144-4B31-4BA2-BDB99CC0D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41" name="Rectangle 92">
            <a:extLst>
              <a:ext uri="{FF2B5EF4-FFF2-40B4-BE49-F238E27FC236}">
                <a16:creationId xmlns:a16="http://schemas.microsoft.com/office/drawing/2014/main" id="{1C072548-06E7-7DBF-5ECD-4656761FD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42" name="Rectangle 93">
            <a:extLst>
              <a:ext uri="{FF2B5EF4-FFF2-40B4-BE49-F238E27FC236}">
                <a16:creationId xmlns:a16="http://schemas.microsoft.com/office/drawing/2014/main" id="{DB3A9AB0-48DD-87D2-5060-C70C918C8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43" name="Rectangle 94">
            <a:extLst>
              <a:ext uri="{FF2B5EF4-FFF2-40B4-BE49-F238E27FC236}">
                <a16:creationId xmlns:a16="http://schemas.microsoft.com/office/drawing/2014/main" id="{23116776-B65D-AE17-29E9-603EA25EA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44" name="Rectangle 95">
            <a:extLst>
              <a:ext uri="{FF2B5EF4-FFF2-40B4-BE49-F238E27FC236}">
                <a16:creationId xmlns:a16="http://schemas.microsoft.com/office/drawing/2014/main" id="{81B239B2-76DD-254B-5E8F-51926DCD6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45" name="Rectangle 96">
            <a:extLst>
              <a:ext uri="{FF2B5EF4-FFF2-40B4-BE49-F238E27FC236}">
                <a16:creationId xmlns:a16="http://schemas.microsoft.com/office/drawing/2014/main" id="{52044688-02C4-1D9F-48CA-31E8938E2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41894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I</a:t>
            </a:r>
          </a:p>
        </p:txBody>
      </p:sp>
      <p:sp>
        <p:nvSpPr>
          <p:cNvPr id="74846" name="Rectangle 97">
            <a:extLst>
              <a:ext uri="{FF2B5EF4-FFF2-40B4-BE49-F238E27FC236}">
                <a16:creationId xmlns:a16="http://schemas.microsoft.com/office/drawing/2014/main" id="{C06955D2-3621-677D-023C-6F8C1D5BE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47" name="Rectangle 98">
            <a:extLst>
              <a:ext uri="{FF2B5EF4-FFF2-40B4-BE49-F238E27FC236}">
                <a16:creationId xmlns:a16="http://schemas.microsoft.com/office/drawing/2014/main" id="{451F7FB6-C724-E2E9-7CBC-A43AB6EF8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48" name="Rectangle 99">
            <a:extLst>
              <a:ext uri="{FF2B5EF4-FFF2-40B4-BE49-F238E27FC236}">
                <a16:creationId xmlns:a16="http://schemas.microsoft.com/office/drawing/2014/main" id="{0DD874C1-CFB3-DBE9-937A-E508A8B78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49" name="Rectangle 100">
            <a:extLst>
              <a:ext uri="{FF2B5EF4-FFF2-40B4-BE49-F238E27FC236}">
                <a16:creationId xmlns:a16="http://schemas.microsoft.com/office/drawing/2014/main" id="{2A605030-1E31-25BF-A878-B353D1359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50" name="Rectangle 101">
            <a:extLst>
              <a:ext uri="{FF2B5EF4-FFF2-40B4-BE49-F238E27FC236}">
                <a16:creationId xmlns:a16="http://schemas.microsoft.com/office/drawing/2014/main" id="{D4A465BE-F7E6-6379-0C93-91123CAC9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51" name="Rectangle 102">
            <a:extLst>
              <a:ext uri="{FF2B5EF4-FFF2-40B4-BE49-F238E27FC236}">
                <a16:creationId xmlns:a16="http://schemas.microsoft.com/office/drawing/2014/main" id="{1B0A3BDF-3CD5-C5B0-47D2-91C53A2B1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38846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C</a:t>
            </a:r>
          </a:p>
        </p:txBody>
      </p:sp>
      <p:sp>
        <p:nvSpPr>
          <p:cNvPr id="74852" name="Rectangle 103">
            <a:extLst>
              <a:ext uri="{FF2B5EF4-FFF2-40B4-BE49-F238E27FC236}">
                <a16:creationId xmlns:a16="http://schemas.microsoft.com/office/drawing/2014/main" id="{21B0C105-F6DA-AC86-706D-DD1EF9FF1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+</a:t>
            </a:r>
          </a:p>
        </p:txBody>
      </p:sp>
      <p:sp>
        <p:nvSpPr>
          <p:cNvPr id="74853" name="Rectangle 104">
            <a:extLst>
              <a:ext uri="{FF2B5EF4-FFF2-40B4-BE49-F238E27FC236}">
                <a16:creationId xmlns:a16="http://schemas.microsoft.com/office/drawing/2014/main" id="{0F5724CF-ACE1-8306-5D0B-6FD4C4AF1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54" name="Rectangle 105">
            <a:extLst>
              <a:ext uri="{FF2B5EF4-FFF2-40B4-BE49-F238E27FC236}">
                <a16:creationId xmlns:a16="http://schemas.microsoft.com/office/drawing/2014/main" id="{BA83BB6E-DB9B-13B6-A448-7506C2303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55" name="Rectangle 106">
            <a:extLst>
              <a:ext uri="{FF2B5EF4-FFF2-40B4-BE49-F238E27FC236}">
                <a16:creationId xmlns:a16="http://schemas.microsoft.com/office/drawing/2014/main" id="{0B29984E-2AD4-D968-F792-C81C1A62B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56" name="Rectangle 107">
            <a:extLst>
              <a:ext uri="{FF2B5EF4-FFF2-40B4-BE49-F238E27FC236}">
                <a16:creationId xmlns:a16="http://schemas.microsoft.com/office/drawing/2014/main" id="{9D1A8D8A-5820-E831-E43E-F44994BA8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57" name="Rectangle 108">
            <a:extLst>
              <a:ext uri="{FF2B5EF4-FFF2-40B4-BE49-F238E27FC236}">
                <a16:creationId xmlns:a16="http://schemas.microsoft.com/office/drawing/2014/main" id="{983EBB21-5ECE-5B4B-C1CA-D6D28674D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44942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A</a:t>
            </a:r>
          </a:p>
        </p:txBody>
      </p:sp>
      <p:sp>
        <p:nvSpPr>
          <p:cNvPr id="74858" name="Rectangle 109">
            <a:extLst>
              <a:ext uri="{FF2B5EF4-FFF2-40B4-BE49-F238E27FC236}">
                <a16:creationId xmlns:a16="http://schemas.microsoft.com/office/drawing/2014/main" id="{AA24429C-27A4-7F87-5D0F-0B99FD6A4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59" name="Rectangle 110">
            <a:extLst>
              <a:ext uri="{FF2B5EF4-FFF2-40B4-BE49-F238E27FC236}">
                <a16:creationId xmlns:a16="http://schemas.microsoft.com/office/drawing/2014/main" id="{E43FE6BD-B9F1-24EC-1E7E-EFD357F49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60" name="Rectangle 111">
            <a:extLst>
              <a:ext uri="{FF2B5EF4-FFF2-40B4-BE49-F238E27FC236}">
                <a16:creationId xmlns:a16="http://schemas.microsoft.com/office/drawing/2014/main" id="{3809FA95-0237-BB03-FDC9-F6FF0C4B7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</a:t>
            </a:r>
          </a:p>
        </p:txBody>
      </p:sp>
      <p:sp>
        <p:nvSpPr>
          <p:cNvPr id="74861" name="Rectangle 112">
            <a:extLst>
              <a:ext uri="{FF2B5EF4-FFF2-40B4-BE49-F238E27FC236}">
                <a16:creationId xmlns:a16="http://schemas.microsoft.com/office/drawing/2014/main" id="{C7A8A150-64C4-75C7-CD6A-DCB4902DB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62" name="Rectangle 113">
            <a:extLst>
              <a:ext uri="{FF2B5EF4-FFF2-40B4-BE49-F238E27FC236}">
                <a16:creationId xmlns:a16="http://schemas.microsoft.com/office/drawing/2014/main" id="{423123D0-9E06-6975-DA19-5F9EDC2E7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M</a:t>
            </a:r>
          </a:p>
        </p:txBody>
      </p:sp>
      <p:sp>
        <p:nvSpPr>
          <p:cNvPr id="74863" name="Rectangle 114">
            <a:extLst>
              <a:ext uri="{FF2B5EF4-FFF2-40B4-BE49-F238E27FC236}">
                <a16:creationId xmlns:a16="http://schemas.microsoft.com/office/drawing/2014/main" id="{A02E8591-267F-A184-99E0-8FC438A08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4799013"/>
            <a:ext cx="685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pt-BR" altLang="pt-BR"/>
          </a:p>
        </p:txBody>
      </p:sp>
      <p:sp>
        <p:nvSpPr>
          <p:cNvPr id="74864" name="Rectangle 115">
            <a:extLst>
              <a:ext uri="{FF2B5EF4-FFF2-40B4-BE49-F238E27FC236}">
                <a16:creationId xmlns:a16="http://schemas.microsoft.com/office/drawing/2014/main" id="{A53D6954-7F07-696B-D737-CA604C875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7</a:t>
            </a:r>
          </a:p>
        </p:txBody>
      </p:sp>
      <p:sp>
        <p:nvSpPr>
          <p:cNvPr id="74865" name="Rectangle 116">
            <a:extLst>
              <a:ext uri="{FF2B5EF4-FFF2-40B4-BE49-F238E27FC236}">
                <a16:creationId xmlns:a16="http://schemas.microsoft.com/office/drawing/2014/main" id="{52031236-DE82-75C9-0DFC-B1D6BC2EC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3</a:t>
            </a:r>
          </a:p>
        </p:txBody>
      </p:sp>
      <p:sp>
        <p:nvSpPr>
          <p:cNvPr id="74866" name="Rectangle 117">
            <a:extLst>
              <a:ext uri="{FF2B5EF4-FFF2-40B4-BE49-F238E27FC236}">
                <a16:creationId xmlns:a16="http://schemas.microsoft.com/office/drawing/2014/main" id="{92B2B3BE-85F4-819A-63A7-DF08D39FA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6</a:t>
            </a:r>
          </a:p>
        </p:txBody>
      </p:sp>
      <p:sp>
        <p:nvSpPr>
          <p:cNvPr id="74867" name="Rectangle 118">
            <a:extLst>
              <a:ext uri="{FF2B5EF4-FFF2-40B4-BE49-F238E27FC236}">
                <a16:creationId xmlns:a16="http://schemas.microsoft.com/office/drawing/2014/main" id="{0BA4B3F1-22F8-5ED1-4FDB-7368DA562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2</a:t>
            </a:r>
          </a:p>
        </p:txBody>
      </p:sp>
      <p:sp>
        <p:nvSpPr>
          <p:cNvPr id="74868" name="Rectangle 119">
            <a:extLst>
              <a:ext uri="{FF2B5EF4-FFF2-40B4-BE49-F238E27FC236}">
                <a16:creationId xmlns:a16="http://schemas.microsoft.com/office/drawing/2014/main" id="{7217C19E-329A-91F2-2E55-74D219216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2</a:t>
            </a:r>
          </a:p>
        </p:txBody>
      </p:sp>
      <p:sp>
        <p:nvSpPr>
          <p:cNvPr id="74869" name="Rectangle 120">
            <a:extLst>
              <a:ext uri="{FF2B5EF4-FFF2-40B4-BE49-F238E27FC236}">
                <a16:creationId xmlns:a16="http://schemas.microsoft.com/office/drawing/2014/main" id="{6769459F-8B40-4FFD-3B31-819F30A5A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54086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0</a:t>
            </a:r>
          </a:p>
        </p:txBody>
      </p:sp>
      <p:sp>
        <p:nvSpPr>
          <p:cNvPr id="74870" name="Rectangle 121">
            <a:extLst>
              <a:ext uri="{FF2B5EF4-FFF2-40B4-BE49-F238E27FC236}">
                <a16:creationId xmlns:a16="http://schemas.microsoft.com/office/drawing/2014/main" id="{3601B884-796E-55E9-894E-539442B37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5</a:t>
            </a:r>
          </a:p>
        </p:txBody>
      </p:sp>
      <p:sp>
        <p:nvSpPr>
          <p:cNvPr id="74871" name="Rectangle 122">
            <a:extLst>
              <a:ext uri="{FF2B5EF4-FFF2-40B4-BE49-F238E27FC236}">
                <a16:creationId xmlns:a16="http://schemas.microsoft.com/office/drawing/2014/main" id="{E8A3CA2C-E59B-AE52-BFD1-51EE17B8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6</a:t>
            </a:r>
          </a:p>
        </p:txBody>
      </p:sp>
      <p:sp>
        <p:nvSpPr>
          <p:cNvPr id="74872" name="Rectangle 123">
            <a:extLst>
              <a:ext uri="{FF2B5EF4-FFF2-40B4-BE49-F238E27FC236}">
                <a16:creationId xmlns:a16="http://schemas.microsoft.com/office/drawing/2014/main" id="{43518E8D-2CAD-9626-9CF0-C41E57E2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5</a:t>
            </a:r>
          </a:p>
        </p:txBody>
      </p:sp>
      <p:sp>
        <p:nvSpPr>
          <p:cNvPr id="74873" name="Rectangle 124">
            <a:extLst>
              <a:ext uri="{FF2B5EF4-FFF2-40B4-BE49-F238E27FC236}">
                <a16:creationId xmlns:a16="http://schemas.microsoft.com/office/drawing/2014/main" id="{DB675331-D1C4-FC6D-6B33-675391B34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7</a:t>
            </a:r>
          </a:p>
        </p:txBody>
      </p:sp>
      <p:sp>
        <p:nvSpPr>
          <p:cNvPr id="74874" name="Rectangle 125">
            <a:extLst>
              <a:ext uri="{FF2B5EF4-FFF2-40B4-BE49-F238E27FC236}">
                <a16:creationId xmlns:a16="http://schemas.microsoft.com/office/drawing/2014/main" id="{F02F56E1-5C26-D689-C219-7D6A68CD9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5</a:t>
            </a:r>
          </a:p>
        </p:txBody>
      </p:sp>
      <p:sp>
        <p:nvSpPr>
          <p:cNvPr id="74875" name="Rectangle 126">
            <a:extLst>
              <a:ext uri="{FF2B5EF4-FFF2-40B4-BE49-F238E27FC236}">
                <a16:creationId xmlns:a16="http://schemas.microsoft.com/office/drawing/2014/main" id="{5524206C-E65E-6848-984B-39817E327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51038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0</a:t>
            </a:r>
          </a:p>
        </p:txBody>
      </p:sp>
      <p:sp>
        <p:nvSpPr>
          <p:cNvPr id="74876" name="Rectangle 127">
            <a:extLst>
              <a:ext uri="{FF2B5EF4-FFF2-40B4-BE49-F238E27FC236}">
                <a16:creationId xmlns:a16="http://schemas.microsoft.com/office/drawing/2014/main" id="{C924AFD7-D5E9-4628-0CDB-32D9166E7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-2</a:t>
            </a:r>
          </a:p>
        </p:txBody>
      </p:sp>
      <p:sp>
        <p:nvSpPr>
          <p:cNvPr id="74877" name="Rectangle 128">
            <a:extLst>
              <a:ext uri="{FF2B5EF4-FFF2-40B4-BE49-F238E27FC236}">
                <a16:creationId xmlns:a16="http://schemas.microsoft.com/office/drawing/2014/main" id="{06B39621-B2AD-BE3C-B0C3-8E0F81D44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3</a:t>
            </a:r>
          </a:p>
        </p:txBody>
      </p:sp>
      <p:sp>
        <p:nvSpPr>
          <p:cNvPr id="74878" name="Rectangle 129">
            <a:extLst>
              <a:ext uri="{FF2B5EF4-FFF2-40B4-BE49-F238E27FC236}">
                <a16:creationId xmlns:a16="http://schemas.microsoft.com/office/drawing/2014/main" id="{0CD61483-56B0-DAE6-D339-DEBE0859D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-1</a:t>
            </a:r>
          </a:p>
        </p:txBody>
      </p:sp>
      <p:sp>
        <p:nvSpPr>
          <p:cNvPr id="74879" name="Rectangle 130">
            <a:extLst>
              <a:ext uri="{FF2B5EF4-FFF2-40B4-BE49-F238E27FC236}">
                <a16:creationId xmlns:a16="http://schemas.microsoft.com/office/drawing/2014/main" id="{239F7907-3D70-EC8D-4A31-A68782996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5</a:t>
            </a:r>
          </a:p>
        </p:txBody>
      </p:sp>
      <p:sp>
        <p:nvSpPr>
          <p:cNvPr id="74880" name="Rectangle 131">
            <a:extLst>
              <a:ext uri="{FF2B5EF4-FFF2-40B4-BE49-F238E27FC236}">
                <a16:creationId xmlns:a16="http://schemas.microsoft.com/office/drawing/2014/main" id="{37655E6E-63AF-581E-B347-14EDDBEB8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3</a:t>
            </a:r>
          </a:p>
        </p:txBody>
      </p:sp>
      <p:sp>
        <p:nvSpPr>
          <p:cNvPr id="74881" name="Rectangle 132">
            <a:extLst>
              <a:ext uri="{FF2B5EF4-FFF2-40B4-BE49-F238E27FC236}">
                <a16:creationId xmlns:a16="http://schemas.microsoft.com/office/drawing/2014/main" id="{7A329701-606D-EE53-17E8-AD544AEA4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57134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0</a:t>
            </a:r>
          </a:p>
        </p:txBody>
      </p:sp>
      <p:sp>
        <p:nvSpPr>
          <p:cNvPr id="74882" name="Rectangle 133">
            <a:extLst>
              <a:ext uri="{FF2B5EF4-FFF2-40B4-BE49-F238E27FC236}">
                <a16:creationId xmlns:a16="http://schemas.microsoft.com/office/drawing/2014/main" id="{25D988C2-0FCF-5B95-C96A-BF4003EC5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788" y="60182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-8</a:t>
            </a:r>
          </a:p>
        </p:txBody>
      </p:sp>
      <p:sp>
        <p:nvSpPr>
          <p:cNvPr id="74883" name="Rectangle 134">
            <a:extLst>
              <a:ext uri="{FF2B5EF4-FFF2-40B4-BE49-F238E27FC236}">
                <a16:creationId xmlns:a16="http://schemas.microsoft.com/office/drawing/2014/main" id="{491B1832-215F-56BA-B9CA-2CB1DE833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88" y="60182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74884" name="Rectangle 135">
            <a:extLst>
              <a:ext uri="{FF2B5EF4-FFF2-40B4-BE49-F238E27FC236}">
                <a16:creationId xmlns:a16="http://schemas.microsoft.com/office/drawing/2014/main" id="{52B1A211-5B76-AB87-2980-4CC7E3044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0388" y="60182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74885" name="Rectangle 136">
            <a:extLst>
              <a:ext uri="{FF2B5EF4-FFF2-40B4-BE49-F238E27FC236}">
                <a16:creationId xmlns:a16="http://schemas.microsoft.com/office/drawing/2014/main" id="{015FA30B-1159-8B6E-32E3-5E5D3CC63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6018213"/>
            <a:ext cx="685800" cy="304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24</a:t>
            </a:r>
          </a:p>
        </p:txBody>
      </p:sp>
      <p:sp>
        <p:nvSpPr>
          <p:cNvPr id="74886" name="Rectangle 137">
            <a:extLst>
              <a:ext uri="{FF2B5EF4-FFF2-40B4-BE49-F238E27FC236}">
                <a16:creationId xmlns:a16="http://schemas.microsoft.com/office/drawing/2014/main" id="{56A064F9-21A2-5AE0-AD70-E26744249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60182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74887" name="Rectangle 138">
            <a:extLst>
              <a:ext uri="{FF2B5EF4-FFF2-40B4-BE49-F238E27FC236}">
                <a16:creationId xmlns:a16="http://schemas.microsoft.com/office/drawing/2014/main" id="{98595C07-AF00-E617-13A1-0A5F89A3B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6018213"/>
            <a:ext cx="685800" cy="304800"/>
          </a:xfrm>
          <a:prstGeom prst="rect">
            <a:avLst/>
          </a:prstGeom>
          <a:solidFill>
            <a:srgbClr val="C0C0C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/>
              <a:t>0</a:t>
            </a:r>
          </a:p>
        </p:txBody>
      </p:sp>
      <p:sp>
        <p:nvSpPr>
          <p:cNvPr id="74888" name="Oval 139">
            <a:extLst>
              <a:ext uri="{FF2B5EF4-FFF2-40B4-BE49-F238E27FC236}">
                <a16:creationId xmlns:a16="http://schemas.microsoft.com/office/drawing/2014/main" id="{C293D6A1-B492-4354-93B3-168D58855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6021388"/>
            <a:ext cx="647700" cy="360362"/>
          </a:xfrm>
          <a:prstGeom prst="ellips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74889" name="CaixaDeTexto 136">
            <a:extLst>
              <a:ext uri="{FF2B5EF4-FFF2-40B4-BE49-F238E27FC236}">
                <a16:creationId xmlns:a16="http://schemas.microsoft.com/office/drawing/2014/main" id="{3C0A3767-63FA-0F92-B822-574036CDA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276225"/>
            <a:ext cx="477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C00000"/>
                </a:solidFill>
              </a:rPr>
              <a:t>EXEMPLO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>
            <a:extLst>
              <a:ext uri="{FF2B5EF4-FFF2-40B4-BE49-F238E27FC236}">
                <a16:creationId xmlns:a16="http://schemas.microsoft.com/office/drawing/2014/main" id="{FF3A5C24-88DE-D764-9904-686FC44371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20700"/>
          <a:ext cx="9188450" cy="613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422900" imgH="3619500" progId="Word.Picture.8">
                  <p:embed/>
                </p:oleObj>
              </mc:Choice>
              <mc:Fallback>
                <p:oleObj name="Figura" r:id="rId2" imgW="5422900" imgH="3619500" progId="Word.Picture.8">
                  <p:embed/>
                  <p:pic>
                    <p:nvPicPr>
                      <p:cNvPr id="23554" name="Object 2">
                        <a:extLst>
                          <a:ext uri="{FF2B5EF4-FFF2-40B4-BE49-F238E27FC236}">
                            <a16:creationId xmlns:a16="http://schemas.microsoft.com/office/drawing/2014/main" id="{FF3A5C24-88DE-D764-9904-686FC44371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20700"/>
                        <a:ext cx="9188450" cy="6138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91A4BF17-F3CE-6621-FC0C-30FF4E37ECC6}"/>
              </a:ext>
            </a:extLst>
          </p:cNvPr>
          <p:cNvSpPr/>
          <p:nvPr/>
        </p:nvSpPr>
        <p:spPr>
          <a:xfrm>
            <a:off x="290513" y="176213"/>
            <a:ext cx="3165475" cy="3397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kern="0" dirty="0">
                <a:solidFill>
                  <a:srgbClr val="000096"/>
                </a:solidFill>
                <a:latin typeface="Arial" charset="0"/>
              </a:rPr>
              <a:t>PROJETO CONCEITUAL</a:t>
            </a:r>
            <a:endParaRPr lang="pt-BR" dirty="0">
              <a:latin typeface="Arial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C69DD65-2222-D9EE-190F-6654F98B1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338"/>
            <a:ext cx="7388225" cy="452437"/>
          </a:xfrm>
        </p:spPr>
        <p:txBody>
          <a:bodyPr/>
          <a:lstStyle/>
          <a:p>
            <a:r>
              <a:rPr lang="pt-BR" altLang="pt-BR"/>
              <a:t>Principais resultados das fases </a:t>
            </a:r>
          </a:p>
        </p:txBody>
      </p:sp>
      <p:sp>
        <p:nvSpPr>
          <p:cNvPr id="75779" name="Freeform 3" descr="Diagonal para baixo clara">
            <a:extLst>
              <a:ext uri="{FF2B5EF4-FFF2-40B4-BE49-F238E27FC236}">
                <a16:creationId xmlns:a16="http://schemas.microsoft.com/office/drawing/2014/main" id="{2F96823C-585F-730C-A359-4B41CB7B7735}"/>
              </a:ext>
            </a:extLst>
          </p:cNvPr>
          <p:cNvSpPr>
            <a:spLocks/>
          </p:cNvSpPr>
          <p:nvPr/>
        </p:nvSpPr>
        <p:spPr bwMode="auto">
          <a:xfrm>
            <a:off x="0" y="2811463"/>
            <a:ext cx="2279650" cy="1593850"/>
          </a:xfrm>
          <a:custGeom>
            <a:avLst/>
            <a:gdLst>
              <a:gd name="T0" fmla="*/ 943 w 1436"/>
              <a:gd name="T1" fmla="*/ 7 h 1004"/>
              <a:gd name="T2" fmla="*/ 1436 w 1436"/>
              <a:gd name="T3" fmla="*/ 0 h 1004"/>
              <a:gd name="T4" fmla="*/ 1010 w 1436"/>
              <a:gd name="T5" fmla="*/ 1004 h 1004"/>
              <a:gd name="T6" fmla="*/ 0 w 1436"/>
              <a:gd name="T7" fmla="*/ 1004 h 1004"/>
              <a:gd name="T8" fmla="*/ 943 w 1436"/>
              <a:gd name="T9" fmla="*/ 7 h 10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36"/>
              <a:gd name="T16" fmla="*/ 0 h 1004"/>
              <a:gd name="T17" fmla="*/ 1436 w 1436"/>
              <a:gd name="T18" fmla="*/ 1004 h 10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36" h="1004">
                <a:moveTo>
                  <a:pt x="943" y="7"/>
                </a:moveTo>
                <a:lnTo>
                  <a:pt x="1436" y="0"/>
                </a:lnTo>
                <a:lnTo>
                  <a:pt x="1010" y="1004"/>
                </a:lnTo>
                <a:lnTo>
                  <a:pt x="0" y="1004"/>
                </a:lnTo>
                <a:lnTo>
                  <a:pt x="943" y="7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75780" name="Freeform 4" descr="Diagonal para baixo clara">
            <a:extLst>
              <a:ext uri="{FF2B5EF4-FFF2-40B4-BE49-F238E27FC236}">
                <a16:creationId xmlns:a16="http://schemas.microsoft.com/office/drawing/2014/main" id="{898E08FC-2363-5663-6AEE-07FF4E2D424E}"/>
              </a:ext>
            </a:extLst>
          </p:cNvPr>
          <p:cNvSpPr>
            <a:spLocks/>
          </p:cNvSpPr>
          <p:nvPr/>
        </p:nvSpPr>
        <p:spPr bwMode="auto">
          <a:xfrm>
            <a:off x="1770063" y="5364163"/>
            <a:ext cx="1982787" cy="585787"/>
          </a:xfrm>
          <a:custGeom>
            <a:avLst/>
            <a:gdLst>
              <a:gd name="T0" fmla="*/ 572 w 1249"/>
              <a:gd name="T1" fmla="*/ 0 h 369"/>
              <a:gd name="T2" fmla="*/ 1107 w 1249"/>
              <a:gd name="T3" fmla="*/ 81 h 369"/>
              <a:gd name="T4" fmla="*/ 1249 w 1249"/>
              <a:gd name="T5" fmla="*/ 369 h 369"/>
              <a:gd name="T6" fmla="*/ 0 w 1249"/>
              <a:gd name="T7" fmla="*/ 369 h 369"/>
              <a:gd name="T8" fmla="*/ 321 w 1249"/>
              <a:gd name="T9" fmla="*/ 103 h 369"/>
              <a:gd name="T10" fmla="*/ 572 w 1249"/>
              <a:gd name="T11" fmla="*/ 0 h 3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49"/>
              <a:gd name="T19" fmla="*/ 0 h 369"/>
              <a:gd name="T20" fmla="*/ 1249 w 1249"/>
              <a:gd name="T21" fmla="*/ 369 h 3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49" h="369">
                <a:moveTo>
                  <a:pt x="572" y="0"/>
                </a:moveTo>
                <a:lnTo>
                  <a:pt x="1107" y="81"/>
                </a:lnTo>
                <a:lnTo>
                  <a:pt x="1249" y="369"/>
                </a:lnTo>
                <a:lnTo>
                  <a:pt x="0" y="369"/>
                </a:lnTo>
                <a:lnTo>
                  <a:pt x="321" y="103"/>
                </a:lnTo>
                <a:lnTo>
                  <a:pt x="572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75781" name="Freeform 5" descr="Diagonal para baixo clara">
            <a:extLst>
              <a:ext uri="{FF2B5EF4-FFF2-40B4-BE49-F238E27FC236}">
                <a16:creationId xmlns:a16="http://schemas.microsoft.com/office/drawing/2014/main" id="{2AFD2C88-1FD3-7AB8-1660-7A9BC76B66F0}"/>
              </a:ext>
            </a:extLst>
          </p:cNvPr>
          <p:cNvSpPr>
            <a:spLocks/>
          </p:cNvSpPr>
          <p:nvPr/>
        </p:nvSpPr>
        <p:spPr bwMode="auto">
          <a:xfrm>
            <a:off x="3265488" y="2525713"/>
            <a:ext cx="2078037" cy="249237"/>
          </a:xfrm>
          <a:custGeom>
            <a:avLst/>
            <a:gdLst>
              <a:gd name="T0" fmla="*/ 367 w 1309"/>
              <a:gd name="T1" fmla="*/ 30 h 157"/>
              <a:gd name="T2" fmla="*/ 1003 w 1309"/>
              <a:gd name="T3" fmla="*/ 0 h 157"/>
              <a:gd name="T4" fmla="*/ 1309 w 1309"/>
              <a:gd name="T5" fmla="*/ 157 h 157"/>
              <a:gd name="T6" fmla="*/ 0 w 1309"/>
              <a:gd name="T7" fmla="*/ 150 h 157"/>
              <a:gd name="T8" fmla="*/ 367 w 1309"/>
              <a:gd name="T9" fmla="*/ 30 h 1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09"/>
              <a:gd name="T16" fmla="*/ 0 h 157"/>
              <a:gd name="T17" fmla="*/ 1309 w 1309"/>
              <a:gd name="T18" fmla="*/ 157 h 1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09" h="157">
                <a:moveTo>
                  <a:pt x="367" y="30"/>
                </a:moveTo>
                <a:lnTo>
                  <a:pt x="1003" y="0"/>
                </a:lnTo>
                <a:lnTo>
                  <a:pt x="1309" y="157"/>
                </a:lnTo>
                <a:lnTo>
                  <a:pt x="0" y="150"/>
                </a:lnTo>
                <a:lnTo>
                  <a:pt x="367" y="3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75782" name="AutoShape 6">
            <a:extLst>
              <a:ext uri="{FF2B5EF4-FFF2-40B4-BE49-F238E27FC236}">
                <a16:creationId xmlns:a16="http://schemas.microsoft.com/office/drawing/2014/main" id="{60A8ADE5-3801-C9D5-1F9A-EE9EDFEA2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88" y="588963"/>
            <a:ext cx="5708650" cy="298450"/>
          </a:xfrm>
          <a:prstGeom prst="chevron">
            <a:avLst>
              <a:gd name="adj" fmla="val 33562"/>
            </a:avLst>
          </a:prstGeom>
          <a:solidFill>
            <a:srgbClr val="FFFF00"/>
          </a:solidFill>
          <a:ln w="11176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 b="1">
                <a:solidFill>
                  <a:srgbClr val="000000"/>
                </a:solidFill>
              </a:rPr>
              <a:t>Desenvolvimento</a:t>
            </a:r>
          </a:p>
        </p:txBody>
      </p:sp>
      <p:sp>
        <p:nvSpPr>
          <p:cNvPr id="75783" name="AutoShape 7">
            <a:extLst>
              <a:ext uri="{FF2B5EF4-FFF2-40B4-BE49-F238E27FC236}">
                <a16:creationId xmlns:a16="http://schemas.microsoft.com/office/drawing/2014/main" id="{30DC893A-E787-9397-F66B-3ABC19F1D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938213"/>
            <a:ext cx="1095375" cy="528637"/>
          </a:xfrm>
          <a:prstGeom prst="chevron">
            <a:avLst>
              <a:gd name="adj" fmla="val 19723"/>
            </a:avLst>
          </a:prstGeom>
          <a:solidFill>
            <a:srgbClr val="FFFF00"/>
          </a:solidFill>
          <a:ln w="11176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400"/>
              <a:t>Projeto</a:t>
            </a:r>
          </a:p>
          <a:p>
            <a:pPr eaLnBrk="1" hangingPunct="1"/>
            <a:r>
              <a:rPr lang="pt-BR" altLang="pt-BR" sz="1400"/>
              <a:t>Detalhado </a:t>
            </a:r>
          </a:p>
        </p:txBody>
      </p:sp>
      <p:sp>
        <p:nvSpPr>
          <p:cNvPr id="75784" name="AutoShape 8">
            <a:extLst>
              <a:ext uri="{FF2B5EF4-FFF2-40B4-BE49-F238E27FC236}">
                <a16:creationId xmlns:a16="http://schemas.microsoft.com/office/drawing/2014/main" id="{8E2B22FC-3942-655B-4A76-3C921DBE3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938213"/>
            <a:ext cx="1125538" cy="528637"/>
          </a:xfrm>
          <a:prstGeom prst="chevron">
            <a:avLst>
              <a:gd name="adj" fmla="val 19004"/>
            </a:avLst>
          </a:prstGeom>
          <a:solidFill>
            <a:srgbClr val="FFFF00"/>
          </a:solidFill>
          <a:ln w="11176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400"/>
              <a:t>Projeto</a:t>
            </a:r>
          </a:p>
          <a:p>
            <a:pPr eaLnBrk="1" hangingPunct="1"/>
            <a:r>
              <a:rPr lang="pt-BR" altLang="pt-BR" sz="1400"/>
              <a:t>Conceitual </a:t>
            </a:r>
          </a:p>
        </p:txBody>
      </p:sp>
      <p:sp>
        <p:nvSpPr>
          <p:cNvPr id="75785" name="AutoShape 9">
            <a:extLst>
              <a:ext uri="{FF2B5EF4-FFF2-40B4-BE49-F238E27FC236}">
                <a16:creationId xmlns:a16="http://schemas.microsoft.com/office/drawing/2014/main" id="{79B927ED-2989-B511-403B-975AA37D1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225" y="938213"/>
            <a:ext cx="1358900" cy="528637"/>
          </a:xfrm>
          <a:prstGeom prst="chevron">
            <a:avLst>
              <a:gd name="adj" fmla="val 22064"/>
            </a:avLst>
          </a:prstGeom>
          <a:solidFill>
            <a:srgbClr val="FFFF00"/>
          </a:solidFill>
          <a:ln w="11176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400"/>
              <a:t>Projeto</a:t>
            </a:r>
          </a:p>
          <a:p>
            <a:pPr eaLnBrk="1" hangingPunct="1"/>
            <a:r>
              <a:rPr lang="pt-BR" altLang="pt-BR" sz="1400"/>
              <a:t>Informacional </a:t>
            </a:r>
          </a:p>
        </p:txBody>
      </p:sp>
      <p:sp>
        <p:nvSpPr>
          <p:cNvPr id="75786" name="AutoShape 10">
            <a:extLst>
              <a:ext uri="{FF2B5EF4-FFF2-40B4-BE49-F238E27FC236}">
                <a16:creationId xmlns:a16="http://schemas.microsoft.com/office/drawing/2014/main" id="{549EAF69-620C-888E-5583-89B488F06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0" y="938213"/>
            <a:ext cx="1214438" cy="528637"/>
          </a:xfrm>
          <a:prstGeom prst="chevron">
            <a:avLst>
              <a:gd name="adj" fmla="val 19782"/>
            </a:avLst>
          </a:prstGeom>
          <a:solidFill>
            <a:srgbClr val="FFFF00"/>
          </a:solidFill>
          <a:ln w="11176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400"/>
              <a:t>Lançamento</a:t>
            </a:r>
          </a:p>
          <a:p>
            <a:pPr eaLnBrk="1" hangingPunct="1"/>
            <a:r>
              <a:rPr lang="pt-BR" altLang="pt-BR" sz="1400"/>
              <a:t>do Produto</a:t>
            </a:r>
          </a:p>
        </p:txBody>
      </p:sp>
      <p:sp>
        <p:nvSpPr>
          <p:cNvPr id="75787" name="AutoShape 11">
            <a:extLst>
              <a:ext uri="{FF2B5EF4-FFF2-40B4-BE49-F238E27FC236}">
                <a16:creationId xmlns:a16="http://schemas.microsoft.com/office/drawing/2014/main" id="{281C2E7A-0448-E79D-F63B-9D7211EBD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938213"/>
            <a:ext cx="1147762" cy="528637"/>
          </a:xfrm>
          <a:prstGeom prst="chevron">
            <a:avLst>
              <a:gd name="adj" fmla="val 16213"/>
            </a:avLst>
          </a:prstGeom>
          <a:solidFill>
            <a:srgbClr val="FFFF00"/>
          </a:solidFill>
          <a:ln w="11176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400"/>
              <a:t>Preparação</a:t>
            </a:r>
          </a:p>
          <a:p>
            <a:pPr eaLnBrk="1" hangingPunct="1"/>
            <a:r>
              <a:rPr lang="pt-BR" altLang="pt-BR" sz="1400"/>
              <a:t>Produção</a:t>
            </a:r>
          </a:p>
        </p:txBody>
      </p:sp>
      <p:sp>
        <p:nvSpPr>
          <p:cNvPr id="75788" name="Line 12">
            <a:extLst>
              <a:ext uri="{FF2B5EF4-FFF2-40B4-BE49-F238E27FC236}">
                <a16:creationId xmlns:a16="http://schemas.microsoft.com/office/drawing/2014/main" id="{580D4B9C-7C55-F154-FB43-7ADAD5EC69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4050" y="1490663"/>
            <a:ext cx="0" cy="3638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75789" name="Line 13">
            <a:extLst>
              <a:ext uri="{FF2B5EF4-FFF2-40B4-BE49-F238E27FC236}">
                <a16:creationId xmlns:a16="http://schemas.microsoft.com/office/drawing/2014/main" id="{DDFD05E0-029F-BA46-5C47-B4FC79E65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9113" y="1490663"/>
            <a:ext cx="0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75790" name="AutoShape 14">
            <a:extLst>
              <a:ext uri="{FF2B5EF4-FFF2-40B4-BE49-F238E27FC236}">
                <a16:creationId xmlns:a16="http://schemas.microsoft.com/office/drawing/2014/main" id="{AFE49F9B-6934-9F36-0ACD-FA14C8EDB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958850"/>
            <a:ext cx="1335088" cy="528638"/>
          </a:xfrm>
          <a:prstGeom prst="chevron">
            <a:avLst>
              <a:gd name="adj" fmla="val 24296"/>
            </a:avLst>
          </a:prstGeom>
          <a:solidFill>
            <a:srgbClr val="99CCFF"/>
          </a:solidFill>
          <a:ln w="11176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400"/>
              <a:t>Planejamento</a:t>
            </a:r>
          </a:p>
          <a:p>
            <a:pPr eaLnBrk="1" hangingPunct="1"/>
            <a:r>
              <a:rPr lang="pt-BR" altLang="pt-BR" sz="1400"/>
              <a:t>Projeto</a:t>
            </a:r>
          </a:p>
        </p:txBody>
      </p:sp>
      <p:sp>
        <p:nvSpPr>
          <p:cNvPr id="75791" name="Line 15">
            <a:extLst>
              <a:ext uri="{FF2B5EF4-FFF2-40B4-BE49-F238E27FC236}">
                <a16:creationId xmlns:a16="http://schemas.microsoft.com/office/drawing/2014/main" id="{26AC2919-393F-F1A1-9D67-F04CBDF6B3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62138" y="1489075"/>
            <a:ext cx="0" cy="1127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75792" name="Line 16">
            <a:extLst>
              <a:ext uri="{FF2B5EF4-FFF2-40B4-BE49-F238E27FC236}">
                <a16:creationId xmlns:a16="http://schemas.microsoft.com/office/drawing/2014/main" id="{59824EB5-85A1-CA25-E034-CAAAF25FD1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6425" y="1489075"/>
            <a:ext cx="0" cy="474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75793" name="Rectangle 17">
            <a:extLst>
              <a:ext uri="{FF2B5EF4-FFF2-40B4-BE49-F238E27FC236}">
                <a16:creationId xmlns:a16="http://schemas.microsoft.com/office/drawing/2014/main" id="{FAE45ADA-5820-31FF-8D9A-026472DD6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" y="1762125"/>
            <a:ext cx="1616075" cy="604838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/>
              <a:t>Descrição do Produto no Portfólio</a:t>
            </a:r>
            <a:endParaRPr lang="pt-BR" altLang="pt-BR" sz="1400">
              <a:solidFill>
                <a:srgbClr val="000000"/>
              </a:solidFill>
            </a:endParaRPr>
          </a:p>
        </p:txBody>
      </p:sp>
      <p:sp>
        <p:nvSpPr>
          <p:cNvPr id="75794" name="Rectangle 18">
            <a:extLst>
              <a:ext uri="{FF2B5EF4-FFF2-40B4-BE49-F238E27FC236}">
                <a16:creationId xmlns:a16="http://schemas.microsoft.com/office/drawing/2014/main" id="{E90ECD65-D6CE-C7D3-9F16-15A15A338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263" y="5045075"/>
            <a:ext cx="1336675" cy="4349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/>
              <a:t>Especificações</a:t>
            </a:r>
          </a:p>
          <a:p>
            <a:r>
              <a:rPr lang="pt-BR" altLang="pt-BR" sz="1400"/>
              <a:t>Meta</a:t>
            </a:r>
          </a:p>
        </p:txBody>
      </p:sp>
      <p:sp>
        <p:nvSpPr>
          <p:cNvPr id="75795" name="Rectangle 19">
            <a:extLst>
              <a:ext uri="{FF2B5EF4-FFF2-40B4-BE49-F238E27FC236}">
                <a16:creationId xmlns:a16="http://schemas.microsoft.com/office/drawing/2014/main" id="{1BDA50DA-54CD-6EB5-0C92-3A1077265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2154238"/>
            <a:ext cx="1049338" cy="4349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/>
              <a:t>Concepção</a:t>
            </a:r>
          </a:p>
          <a:p>
            <a:r>
              <a:rPr lang="pt-BR" altLang="pt-BR" sz="1400"/>
              <a:t>do Produto</a:t>
            </a:r>
          </a:p>
        </p:txBody>
      </p:sp>
      <p:sp>
        <p:nvSpPr>
          <p:cNvPr id="75796" name="Text Box 20">
            <a:extLst>
              <a:ext uri="{FF2B5EF4-FFF2-40B4-BE49-F238E27FC236}">
                <a16:creationId xmlns:a16="http://schemas.microsoft.com/office/drawing/2014/main" id="{ED3E2AB0-4587-6C96-0FAD-EC2D39325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350" y="5924550"/>
            <a:ext cx="2014538" cy="8794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Requisitos com valores meta</a:t>
            </a:r>
          </a:p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Informações adicionais qualitativas</a:t>
            </a:r>
          </a:p>
        </p:txBody>
      </p:sp>
      <p:sp>
        <p:nvSpPr>
          <p:cNvPr id="75797" name="Rectangle 21">
            <a:extLst>
              <a:ext uri="{FF2B5EF4-FFF2-40B4-BE49-F238E27FC236}">
                <a16:creationId xmlns:a16="http://schemas.microsoft.com/office/drawing/2014/main" id="{873E6039-3A35-4FF5-8FAE-523BCE6C8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2417763"/>
            <a:ext cx="852488" cy="4349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/>
              <a:t>Plano do</a:t>
            </a:r>
          </a:p>
          <a:p>
            <a:r>
              <a:rPr lang="pt-BR" altLang="pt-BR" sz="1400"/>
              <a:t>projeto</a:t>
            </a:r>
          </a:p>
        </p:txBody>
      </p:sp>
      <p:sp>
        <p:nvSpPr>
          <p:cNvPr id="75798" name="Text Box 22">
            <a:extLst>
              <a:ext uri="{FF2B5EF4-FFF2-40B4-BE49-F238E27FC236}">
                <a16:creationId xmlns:a16="http://schemas.microsoft.com/office/drawing/2014/main" id="{D8C03E29-7BFC-3052-864E-CEA864BA3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395788"/>
            <a:ext cx="1609725" cy="23685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tIns="0" rIns="36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Escopo do Projeto</a:t>
            </a:r>
          </a:p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Escopo do Produto</a:t>
            </a:r>
          </a:p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(conceito)</a:t>
            </a:r>
          </a:p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Atividades</a:t>
            </a:r>
          </a:p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Pessoal</a:t>
            </a:r>
          </a:p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Prazos</a:t>
            </a:r>
          </a:p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Orçamento</a:t>
            </a:r>
            <a:br>
              <a:rPr lang="pt-BR" altLang="pt-BR" sz="1400">
                <a:solidFill>
                  <a:srgbClr val="000000"/>
                </a:solidFill>
              </a:rPr>
            </a:br>
            <a:r>
              <a:rPr lang="pt-BR" altLang="pt-BR" sz="1400">
                <a:solidFill>
                  <a:srgbClr val="000000"/>
                </a:solidFill>
              </a:rPr>
              <a:t>Recursos</a:t>
            </a:r>
          </a:p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Qualidade</a:t>
            </a:r>
          </a:p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Riscos</a:t>
            </a:r>
          </a:p>
          <a:p>
            <a:pPr eaLnBrk="1" hangingPunct="1"/>
            <a:r>
              <a:rPr lang="pt-BR" altLang="pt-BR" sz="1400">
                <a:solidFill>
                  <a:srgbClr val="000000"/>
                </a:solidFill>
              </a:rPr>
              <a:t>Indicadores</a:t>
            </a:r>
          </a:p>
        </p:txBody>
      </p:sp>
      <p:sp>
        <p:nvSpPr>
          <p:cNvPr id="75799" name="Text Box 23">
            <a:extLst>
              <a:ext uri="{FF2B5EF4-FFF2-40B4-BE49-F238E27FC236}">
                <a16:creationId xmlns:a16="http://schemas.microsoft.com/office/drawing/2014/main" id="{5E35AE97-3573-C9EC-6A6C-A3B29917B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0888" y="2778125"/>
            <a:ext cx="2049462" cy="15176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400"/>
              <a:t>Arquitetura Produto</a:t>
            </a:r>
          </a:p>
          <a:p>
            <a:r>
              <a:rPr lang="pt-BR" altLang="pt-BR" sz="1400"/>
              <a:t>Alternativas de Solução</a:t>
            </a:r>
          </a:p>
          <a:p>
            <a:r>
              <a:rPr lang="pt-BR" altLang="pt-BR" sz="1400"/>
              <a:t>Lista SSCs principais</a:t>
            </a:r>
          </a:p>
          <a:p>
            <a:r>
              <a:rPr lang="pt-BR" altLang="pt-BR" sz="1400"/>
              <a:t>Especificações iniciais dos SSCs </a:t>
            </a:r>
          </a:p>
          <a:p>
            <a:r>
              <a:rPr lang="pt-BR" altLang="pt-BR" sz="1400"/>
              <a:t>Desenhos iniciais</a:t>
            </a:r>
          </a:p>
          <a:p>
            <a:r>
              <a:rPr lang="pt-BR" altLang="pt-BR" sz="1400"/>
              <a:t>Plano macro  processo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75D0A8E-89AA-68A7-674C-EF170EA03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Próxima fase: projeto detalhado</a:t>
            </a:r>
          </a:p>
        </p:txBody>
      </p:sp>
      <p:grpSp>
        <p:nvGrpSpPr>
          <p:cNvPr id="76803" name="Group 3">
            <a:extLst>
              <a:ext uri="{FF2B5EF4-FFF2-40B4-BE49-F238E27FC236}">
                <a16:creationId xmlns:a16="http://schemas.microsoft.com/office/drawing/2014/main" id="{BC9FE423-C761-A1C2-A36D-529A2D1DF80F}"/>
              </a:ext>
            </a:extLst>
          </p:cNvPr>
          <p:cNvGrpSpPr>
            <a:grpSpLocks/>
          </p:cNvGrpSpPr>
          <p:nvPr/>
        </p:nvGrpSpPr>
        <p:grpSpPr bwMode="auto">
          <a:xfrm>
            <a:off x="0" y="1455738"/>
            <a:ext cx="9067800" cy="4576762"/>
            <a:chOff x="0" y="573"/>
            <a:chExt cx="5712" cy="2883"/>
          </a:xfrm>
        </p:grpSpPr>
        <p:sp>
          <p:nvSpPr>
            <p:cNvPr id="76857" name="Rectangle 4">
              <a:extLst>
                <a:ext uri="{FF2B5EF4-FFF2-40B4-BE49-F238E27FC236}">
                  <a16:creationId xmlns:a16="http://schemas.microsoft.com/office/drawing/2014/main" id="{56030CFF-704E-CB0C-D04B-21A93D7E6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277"/>
              <a:ext cx="4968" cy="1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800" b="1" i="1">
                  <a:solidFill>
                    <a:srgbClr val="000000"/>
                  </a:solidFill>
                </a:rPr>
                <a:t>Melhoria do processo de desenvolvimento de produtos</a:t>
              </a:r>
            </a:p>
          </p:txBody>
        </p:sp>
        <p:sp>
          <p:nvSpPr>
            <p:cNvPr id="76858" name="Rectangle 5">
              <a:extLst>
                <a:ext uri="{FF2B5EF4-FFF2-40B4-BE49-F238E27FC236}">
                  <a16:creationId xmlns:a16="http://schemas.microsoft.com/office/drawing/2014/main" id="{72486B83-8828-5477-B1CE-4ABA8317D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3048"/>
              <a:ext cx="3838" cy="17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pt-BR" altLang="pt-BR" sz="1800" b="1" i="1">
                  <a:solidFill>
                    <a:srgbClr val="000000"/>
                  </a:solidFill>
                </a:rPr>
                <a:t>Gerenciamento de mudanças de engenharia</a:t>
              </a:r>
            </a:p>
          </p:txBody>
        </p:sp>
        <p:sp>
          <p:nvSpPr>
            <p:cNvPr id="203782" name="Rectangle 6">
              <a:extLst>
                <a:ext uri="{FF2B5EF4-FFF2-40B4-BE49-F238E27FC236}">
                  <a16:creationId xmlns:a16="http://schemas.microsoft.com/office/drawing/2014/main" id="{94324D1E-8B31-7A08-63F0-DD2640215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14"/>
              <a:ext cx="768" cy="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72000" tIns="0" rIns="72000" bIns="0" anchor="ctr">
              <a:spAutoFit/>
            </a:bodyPr>
            <a:lstStyle/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</a:rPr>
                <a:t>Processos</a:t>
              </a:r>
            </a:p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</a:rPr>
                <a:t>de apoio</a:t>
              </a:r>
            </a:p>
          </p:txBody>
        </p:sp>
        <p:sp>
          <p:nvSpPr>
            <p:cNvPr id="76860" name="AutoShape 7">
              <a:extLst>
                <a:ext uri="{FF2B5EF4-FFF2-40B4-BE49-F238E27FC236}">
                  <a16:creationId xmlns:a16="http://schemas.microsoft.com/office/drawing/2014/main" id="{B4C5631E-3689-EEE0-709F-24141E878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76861" name="AutoShape 8">
              <a:extLst>
                <a:ext uri="{FF2B5EF4-FFF2-40B4-BE49-F238E27FC236}">
                  <a16:creationId xmlns:a16="http://schemas.microsoft.com/office/drawing/2014/main" id="{CEAD28F2-4471-C3FC-F065-54CAA46A7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76862" name="AutoShape 9">
              <a:extLst>
                <a:ext uri="{FF2B5EF4-FFF2-40B4-BE49-F238E27FC236}">
                  <a16:creationId xmlns:a16="http://schemas.microsoft.com/office/drawing/2014/main" id="{15D16D4B-009C-6C1E-4849-D44D9495C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76863" name="AutoShape 10">
              <a:extLst>
                <a:ext uri="{FF2B5EF4-FFF2-40B4-BE49-F238E27FC236}">
                  <a16:creationId xmlns:a16="http://schemas.microsoft.com/office/drawing/2014/main" id="{3BE67DAB-52B8-CA2D-2E63-52F90F46A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grpSp>
          <p:nvGrpSpPr>
            <p:cNvPr id="76864" name="Group 11">
              <a:extLst>
                <a:ext uri="{FF2B5EF4-FFF2-40B4-BE49-F238E27FC236}">
                  <a16:creationId xmlns:a16="http://schemas.microsoft.com/office/drawing/2014/main" id="{69250970-F147-A7AD-1894-96F8C5E651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573"/>
              <a:ext cx="5664" cy="2262"/>
              <a:chOff x="48" y="573"/>
              <a:chExt cx="5664" cy="2262"/>
            </a:xfrm>
          </p:grpSpPr>
          <p:grpSp>
            <p:nvGrpSpPr>
              <p:cNvPr id="76865" name="Group 12">
                <a:extLst>
                  <a:ext uri="{FF2B5EF4-FFF2-40B4-BE49-F238E27FC236}">
                    <a16:creationId xmlns:a16="http://schemas.microsoft.com/office/drawing/2014/main" id="{43320828-34C7-116E-2DAF-930CC12E1D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673"/>
                <a:ext cx="5664" cy="2162"/>
                <a:chOff x="48" y="673"/>
                <a:chExt cx="5664" cy="2162"/>
              </a:xfrm>
            </p:grpSpPr>
            <p:sp>
              <p:nvSpPr>
                <p:cNvPr id="76867" name="Rectangle 13">
                  <a:extLst>
                    <a:ext uri="{FF2B5EF4-FFF2-40B4-BE49-F238E27FC236}">
                      <a16:creationId xmlns:a16="http://schemas.microsoft.com/office/drawing/2014/main" id="{29189FAF-DB8B-F58E-20AA-14A0393CB1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" y="673"/>
                  <a:ext cx="5664" cy="2162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72000" tIns="0" rIns="72000" bIns="0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76868" name="Freeform 14">
                  <a:extLst>
                    <a:ext uri="{FF2B5EF4-FFF2-40B4-BE49-F238E27FC236}">
                      <a16:creationId xmlns:a16="http://schemas.microsoft.com/office/drawing/2014/main" id="{F45F93F7-5C11-F910-EBEB-911E5BC764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" y="1460"/>
                  <a:ext cx="4593" cy="1046"/>
                </a:xfrm>
                <a:custGeom>
                  <a:avLst/>
                  <a:gdLst>
                    <a:gd name="T0" fmla="*/ 771 w 4593"/>
                    <a:gd name="T1" fmla="*/ 20 h 1046"/>
                    <a:gd name="T2" fmla="*/ 0 w 4593"/>
                    <a:gd name="T3" fmla="*/ 1046 h 1046"/>
                    <a:gd name="T4" fmla="*/ 4593 w 4593"/>
                    <a:gd name="T5" fmla="*/ 1016 h 1046"/>
                    <a:gd name="T6" fmla="*/ 3302 w 4593"/>
                    <a:gd name="T7" fmla="*/ 0 h 10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93"/>
                    <a:gd name="T13" fmla="*/ 0 h 1046"/>
                    <a:gd name="T14" fmla="*/ 4593 w 4593"/>
                    <a:gd name="T15" fmla="*/ 1046 h 10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93" h="1046">
                      <a:moveTo>
                        <a:pt x="771" y="20"/>
                      </a:moveTo>
                      <a:lnTo>
                        <a:pt x="0" y="1046"/>
                      </a:lnTo>
                      <a:lnTo>
                        <a:pt x="4593" y="1016"/>
                      </a:lnTo>
                      <a:lnTo>
                        <a:pt x="330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9CCFF"/>
                    </a:gs>
                    <a:gs pos="100000">
                      <a:srgbClr val="FFCC99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72000" tIns="0" rIns="72000" bIns="0" anchor="ctr">
                  <a:spAutoFit/>
                </a:bodyPr>
                <a:lstStyle/>
                <a:p>
                  <a:endParaRPr lang="pt-BR"/>
                </a:p>
              </p:txBody>
            </p:sp>
            <p:grpSp>
              <p:nvGrpSpPr>
                <p:cNvPr id="76869" name="Group 15">
                  <a:extLst>
                    <a:ext uri="{FF2B5EF4-FFF2-40B4-BE49-F238E27FC236}">
                      <a16:creationId xmlns:a16="http://schemas.microsoft.com/office/drawing/2014/main" id="{51501E51-465A-2E15-3B14-FF487A5CEC3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11" y="1058"/>
                  <a:ext cx="2612" cy="188"/>
                  <a:chOff x="1411" y="1058"/>
                  <a:chExt cx="2612" cy="188"/>
                </a:xfrm>
              </p:grpSpPr>
              <p:sp>
                <p:nvSpPr>
                  <p:cNvPr id="76955" name="AutoShape 16">
                    <a:extLst>
                      <a:ext uri="{FF2B5EF4-FFF2-40B4-BE49-F238E27FC236}">
                        <a16:creationId xmlns:a16="http://schemas.microsoft.com/office/drawing/2014/main" id="{02CFA0FC-10F0-CEA4-E022-6C3A7B3D3D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11" y="1058"/>
                    <a:ext cx="2612" cy="188"/>
                  </a:xfrm>
                  <a:prstGeom prst="chevron">
                    <a:avLst>
                      <a:gd name="adj" fmla="val 43675"/>
                    </a:avLst>
                  </a:prstGeom>
                  <a:solidFill>
                    <a:srgbClr val="FFFF00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76956" name="Text Box 17">
                    <a:extLst>
                      <a:ext uri="{FF2B5EF4-FFF2-40B4-BE49-F238E27FC236}">
                        <a16:creationId xmlns:a16="http://schemas.microsoft.com/office/drawing/2014/main" id="{0187A102-53BD-FBE3-59D1-8BAE0253071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4" y="1066"/>
                    <a:ext cx="1189" cy="173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Desenvolvimento</a:t>
                    </a:r>
                    <a:r>
                      <a:rPr lang="pt-BR" altLang="pt-BR" sz="1800" i="1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76870" name="Group 18">
                  <a:extLst>
                    <a:ext uri="{FF2B5EF4-FFF2-40B4-BE49-F238E27FC236}">
                      <a16:creationId xmlns:a16="http://schemas.microsoft.com/office/drawing/2014/main" id="{F82B8D9D-D6F6-14C4-7ADC-80D0262996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6" y="2385"/>
                  <a:ext cx="4435" cy="342"/>
                  <a:chOff x="586" y="2385"/>
                  <a:chExt cx="4435" cy="342"/>
                </a:xfrm>
              </p:grpSpPr>
              <p:grpSp>
                <p:nvGrpSpPr>
                  <p:cNvPr id="76948" name="Group 19">
                    <a:extLst>
                      <a:ext uri="{FF2B5EF4-FFF2-40B4-BE49-F238E27FC236}">
                        <a16:creationId xmlns:a16="http://schemas.microsoft.com/office/drawing/2014/main" id="{40E0F5A1-00C2-0723-B581-7CF287A3453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06" y="2394"/>
                    <a:ext cx="3615" cy="333"/>
                    <a:chOff x="1014" y="2394"/>
                    <a:chExt cx="3615" cy="333"/>
                  </a:xfrm>
                </p:grpSpPr>
                <p:sp>
                  <p:nvSpPr>
                    <p:cNvPr id="76950" name="AutoShape 20">
                      <a:extLst>
                        <a:ext uri="{FF2B5EF4-FFF2-40B4-BE49-F238E27FC236}">
                          <a16:creationId xmlns:a16="http://schemas.microsoft.com/office/drawing/2014/main" id="{B4B4EE13-022C-F9D8-6362-5786919D1F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394"/>
                      <a:ext cx="690" cy="333"/>
                    </a:xfrm>
                    <a:prstGeom prst="chevron">
                      <a:avLst>
                        <a:gd name="adj" fmla="val 1972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Detalhado </a:t>
                      </a:r>
                    </a:p>
                  </p:txBody>
                </p:sp>
                <p:sp>
                  <p:nvSpPr>
                    <p:cNvPr id="76951" name="AutoShape 21">
                      <a:extLst>
                        <a:ext uri="{FF2B5EF4-FFF2-40B4-BE49-F238E27FC236}">
                          <a16:creationId xmlns:a16="http://schemas.microsoft.com/office/drawing/2014/main" id="{6504FE1F-730A-6B5A-CB0F-BF7EABF2AE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3" y="2394"/>
                      <a:ext cx="709" cy="333"/>
                    </a:xfrm>
                    <a:prstGeom prst="chevron">
                      <a:avLst>
                        <a:gd name="adj" fmla="val 1900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Conceitual </a:t>
                      </a:r>
                    </a:p>
                  </p:txBody>
                </p:sp>
                <p:sp>
                  <p:nvSpPr>
                    <p:cNvPr id="76952" name="AutoShape 22">
                      <a:extLst>
                        <a:ext uri="{FF2B5EF4-FFF2-40B4-BE49-F238E27FC236}">
                          <a16:creationId xmlns:a16="http://schemas.microsoft.com/office/drawing/2014/main" id="{9C804013-A512-58CD-276C-74EA4AAC5CA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2394"/>
                      <a:ext cx="856" cy="333"/>
                    </a:xfrm>
                    <a:prstGeom prst="chevron">
                      <a:avLst>
                        <a:gd name="adj" fmla="val 2206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Informacional </a:t>
                      </a:r>
                    </a:p>
                  </p:txBody>
                </p:sp>
                <p:sp>
                  <p:nvSpPr>
                    <p:cNvPr id="76953" name="AutoShape 23">
                      <a:extLst>
                        <a:ext uri="{FF2B5EF4-FFF2-40B4-BE49-F238E27FC236}">
                          <a16:creationId xmlns:a16="http://schemas.microsoft.com/office/drawing/2014/main" id="{98C8A05B-FFE1-503F-6FE0-D1F52C13EEE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64" y="2394"/>
                      <a:ext cx="765" cy="333"/>
                    </a:xfrm>
                    <a:prstGeom prst="chevron">
                      <a:avLst>
                        <a:gd name="adj" fmla="val 19782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Lançamento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do Produto</a:t>
                      </a:r>
                    </a:p>
                  </p:txBody>
                </p:sp>
                <p:sp>
                  <p:nvSpPr>
                    <p:cNvPr id="76954" name="AutoShape 24">
                      <a:extLst>
                        <a:ext uri="{FF2B5EF4-FFF2-40B4-BE49-F238E27FC236}">
                          <a16:creationId xmlns:a16="http://schemas.microsoft.com/office/drawing/2014/main" id="{CC484B68-C9AE-2FF2-8C6C-60859D73986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0" y="2394"/>
                      <a:ext cx="723" cy="333"/>
                    </a:xfrm>
                    <a:prstGeom prst="chevron">
                      <a:avLst>
                        <a:gd name="adj" fmla="val 1621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Preparação</a:t>
                      </a:r>
                    </a:p>
                    <a:p>
                      <a:pPr eaLnBrk="1" hangingPunct="1"/>
                      <a:r>
                        <a:rPr lang="pt-BR" altLang="pt-BR" sz="1400"/>
                        <a:t>Produção</a:t>
                      </a:r>
                    </a:p>
                  </p:txBody>
                </p:sp>
              </p:grpSp>
              <p:sp>
                <p:nvSpPr>
                  <p:cNvPr id="76949" name="AutoShape 25">
                    <a:extLst>
                      <a:ext uri="{FF2B5EF4-FFF2-40B4-BE49-F238E27FC236}">
                        <a16:creationId xmlns:a16="http://schemas.microsoft.com/office/drawing/2014/main" id="{5EA014FB-18B4-CCF5-8AFD-A00D6526F6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86" y="2385"/>
                    <a:ext cx="841" cy="333"/>
                  </a:xfrm>
                  <a:prstGeom prst="chevron">
                    <a:avLst>
                      <a:gd name="adj" fmla="val 24296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Planejamento</a:t>
                    </a:r>
                  </a:p>
                  <a:p>
                    <a:pPr eaLnBrk="1" hangingPunct="1"/>
                    <a:r>
                      <a:rPr lang="pt-BR" altLang="pt-BR" sz="1400"/>
                      <a:t>Projeto</a:t>
                    </a:r>
                  </a:p>
                </p:txBody>
              </p:sp>
            </p:grpSp>
            <p:grpSp>
              <p:nvGrpSpPr>
                <p:cNvPr id="76871" name="Group 26">
                  <a:extLst>
                    <a:ext uri="{FF2B5EF4-FFF2-40B4-BE49-F238E27FC236}">
                      <a16:creationId xmlns:a16="http://schemas.microsoft.com/office/drawing/2014/main" id="{9319323F-EEA9-73C7-67C2-9661C89110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09" y="1059"/>
                  <a:ext cx="1671" cy="188"/>
                  <a:chOff x="4009" y="1059"/>
                  <a:chExt cx="1671" cy="188"/>
                </a:xfrm>
              </p:grpSpPr>
              <p:sp>
                <p:nvSpPr>
                  <p:cNvPr id="76946" name="AutoShape 27">
                    <a:extLst>
                      <a:ext uri="{FF2B5EF4-FFF2-40B4-BE49-F238E27FC236}">
                        <a16:creationId xmlns:a16="http://schemas.microsoft.com/office/drawing/2014/main" id="{3BD5A2ED-C662-B28E-5DF4-ADC371E57D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09" y="1059"/>
                    <a:ext cx="1671" cy="188"/>
                  </a:xfrm>
                  <a:prstGeom prst="chevron">
                    <a:avLst>
                      <a:gd name="adj" fmla="val 39421"/>
                    </a:avLst>
                  </a:prstGeom>
                  <a:solidFill>
                    <a:srgbClr val="FFCC99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76947" name="Text Box 28">
                    <a:extLst>
                      <a:ext uri="{FF2B5EF4-FFF2-40B4-BE49-F238E27FC236}">
                        <a16:creationId xmlns:a16="http://schemas.microsoft.com/office/drawing/2014/main" id="{34CAC56C-8B85-AEFB-8294-9B3FF4D3152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2" y="1082"/>
                    <a:ext cx="324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Pós</a:t>
                    </a:r>
                  </a:p>
                </p:txBody>
              </p:sp>
            </p:grpSp>
            <p:sp>
              <p:nvSpPr>
                <p:cNvPr id="76872" name="Rectangle 29">
                  <a:extLst>
                    <a:ext uri="{FF2B5EF4-FFF2-40B4-BE49-F238E27FC236}">
                      <a16:creationId xmlns:a16="http://schemas.microsoft.com/office/drawing/2014/main" id="{98A5B164-3CB3-2DD0-F6CE-E9CF1F92DF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0" y="1112"/>
                  <a:ext cx="164" cy="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2000" tIns="0" rIns="72000" bIns="0" anchor="ctr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cxnSp>
              <p:nvCxnSpPr>
                <p:cNvPr id="76873" name="AutoShape 30">
                  <a:extLst>
                    <a:ext uri="{FF2B5EF4-FFF2-40B4-BE49-F238E27FC236}">
                      <a16:creationId xmlns:a16="http://schemas.microsoft.com/office/drawing/2014/main" id="{CA593DFD-8950-353F-43B7-92C3973066E3}"/>
                    </a:ext>
                  </a:extLst>
                </p:cNvPr>
                <p:cNvCxnSpPr>
                  <a:cxnSpLocks noChangeShapeType="1"/>
                  <a:stCxn id="76946" idx="0"/>
                  <a:endCxn id="76944" idx="0"/>
                </p:cNvCxnSpPr>
                <p:nvPr/>
              </p:nvCxnSpPr>
              <p:spPr bwMode="auto">
                <a:xfrm rot="-5400000" flipH="1" flipV="1">
                  <a:off x="2773" y="-973"/>
                  <a:ext cx="1" cy="4066"/>
                </a:xfrm>
                <a:prstGeom prst="bentConnector3">
                  <a:avLst>
                    <a:gd name="adj1" fmla="val -14400005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76874" name="Group 31">
                  <a:extLst>
                    <a:ext uri="{FF2B5EF4-FFF2-40B4-BE49-F238E27FC236}">
                      <a16:creationId xmlns:a16="http://schemas.microsoft.com/office/drawing/2014/main" id="{B1F48E7C-2C97-36B0-0FFA-512972F3E70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8" y="1059"/>
                  <a:ext cx="1338" cy="187"/>
                  <a:chOff x="108" y="1059"/>
                  <a:chExt cx="1338" cy="187"/>
                </a:xfrm>
              </p:grpSpPr>
              <p:sp>
                <p:nvSpPr>
                  <p:cNvPr id="76944" name="AutoShape 32">
                    <a:extLst>
                      <a:ext uri="{FF2B5EF4-FFF2-40B4-BE49-F238E27FC236}">
                        <a16:creationId xmlns:a16="http://schemas.microsoft.com/office/drawing/2014/main" id="{A7EA229E-55A7-648C-067F-893B6295F2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" y="1059"/>
                    <a:ext cx="1338" cy="187"/>
                  </a:xfrm>
                  <a:prstGeom prst="homePlate">
                    <a:avLst>
                      <a:gd name="adj" fmla="val 38194"/>
                    </a:avLst>
                  </a:prstGeom>
                  <a:solidFill>
                    <a:srgbClr val="99CCFF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72000" tIns="0" rIns="72000" bIns="0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76945" name="Text Box 33">
                    <a:extLst>
                      <a:ext uri="{FF2B5EF4-FFF2-40B4-BE49-F238E27FC236}">
                        <a16:creationId xmlns:a16="http://schemas.microsoft.com/office/drawing/2014/main" id="{D13B1969-35DE-9257-B2DF-83113EFE418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30" y="1082"/>
                    <a:ext cx="2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Pré</a:t>
                    </a:r>
                  </a:p>
                </p:txBody>
              </p:sp>
            </p:grpSp>
            <p:sp>
              <p:nvSpPr>
                <p:cNvPr id="76875" name="AutoShape 34">
                  <a:extLst>
                    <a:ext uri="{FF2B5EF4-FFF2-40B4-BE49-F238E27FC236}">
                      <a16:creationId xmlns:a16="http://schemas.microsoft.com/office/drawing/2014/main" id="{7F1549F0-B4A8-A8D7-CD08-7BD8DEA8D5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" y="1292"/>
                  <a:ext cx="841" cy="496"/>
                </a:xfrm>
                <a:prstGeom prst="chevron">
                  <a:avLst>
                    <a:gd name="adj" fmla="val 16108"/>
                  </a:avLst>
                </a:prstGeom>
                <a:solidFill>
                  <a:srgbClr val="99CCFF"/>
                </a:solidFill>
                <a:ln w="1117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r>
                    <a:rPr lang="pt-BR" altLang="pt-BR" sz="1400"/>
                    <a:t>Planejamento</a:t>
                  </a:r>
                </a:p>
                <a:p>
                  <a:pPr eaLnBrk="1" hangingPunct="1"/>
                  <a:r>
                    <a:rPr lang="pt-BR" altLang="pt-BR" sz="1400"/>
                    <a:t>Estratégico dos Produtos</a:t>
                  </a:r>
                </a:p>
              </p:txBody>
            </p:sp>
            <p:grpSp>
              <p:nvGrpSpPr>
                <p:cNvPr id="76876" name="Group 35">
                  <a:extLst>
                    <a:ext uri="{FF2B5EF4-FFF2-40B4-BE49-F238E27FC236}">
                      <a16:creationId xmlns:a16="http://schemas.microsoft.com/office/drawing/2014/main" id="{32D33D7D-DD65-FC87-5F87-D2CE0D170E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3" y="1280"/>
                  <a:ext cx="1809" cy="588"/>
                  <a:chOff x="3883" y="1280"/>
                  <a:chExt cx="1809" cy="588"/>
                </a:xfrm>
              </p:grpSpPr>
              <p:sp>
                <p:nvSpPr>
                  <p:cNvPr id="76938" name="AutoShape 36">
                    <a:extLst>
                      <a:ext uri="{FF2B5EF4-FFF2-40B4-BE49-F238E27FC236}">
                        <a16:creationId xmlns:a16="http://schemas.microsoft.com/office/drawing/2014/main" id="{9FDEB55E-5F29-D2C6-A1E3-AEC5EA98A4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3" y="1280"/>
                    <a:ext cx="792" cy="523"/>
                  </a:xfrm>
                  <a:prstGeom prst="chevron">
                    <a:avLst>
                      <a:gd name="adj" fmla="val 18221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76939" name="AutoShape 37">
                    <a:extLst>
                      <a:ext uri="{FF2B5EF4-FFF2-40B4-BE49-F238E27FC236}">
                        <a16:creationId xmlns:a16="http://schemas.microsoft.com/office/drawing/2014/main" id="{D5CF1225-7A29-8BD7-0EE2-F12E634A00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5" y="128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76940" name="AutoShape 38">
                    <a:extLst>
                      <a:ext uri="{FF2B5EF4-FFF2-40B4-BE49-F238E27FC236}">
                        <a16:creationId xmlns:a16="http://schemas.microsoft.com/office/drawing/2014/main" id="{42DF3835-4C90-B946-5D53-22D9DFE9A0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37" y="1320"/>
                    <a:ext cx="799" cy="523"/>
                  </a:xfrm>
                  <a:prstGeom prst="chevron">
                    <a:avLst>
                      <a:gd name="adj" fmla="val 18382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76941" name="AutoShape 39">
                    <a:extLst>
                      <a:ext uri="{FF2B5EF4-FFF2-40B4-BE49-F238E27FC236}">
                        <a16:creationId xmlns:a16="http://schemas.microsoft.com/office/drawing/2014/main" id="{7828BE9E-4AE6-C488-DF60-5ACD121FA5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47" y="132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76942" name="AutoShape 40">
                    <a:extLst>
                      <a:ext uri="{FF2B5EF4-FFF2-40B4-BE49-F238E27FC236}">
                        <a16:creationId xmlns:a16="http://schemas.microsoft.com/office/drawing/2014/main" id="{AAA40621-06E6-4ACC-F00D-A3C52ABC0B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7" y="1345"/>
                    <a:ext cx="845" cy="523"/>
                  </a:xfrm>
                  <a:prstGeom prst="chevron">
                    <a:avLst>
                      <a:gd name="adj" fmla="val 1494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144000" tIns="0" rIns="72000" bIns="0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Descontinuar</a:t>
                    </a:r>
                  </a:p>
                  <a:p>
                    <a:pPr eaLnBrk="1" hangingPunct="1"/>
                    <a:r>
                      <a:rPr lang="pt-BR" altLang="pt-BR" sz="1400"/>
                      <a:t>Produto</a:t>
                    </a:r>
                  </a:p>
                </p:txBody>
              </p:sp>
              <p:sp>
                <p:nvSpPr>
                  <p:cNvPr id="76943" name="AutoShape 41">
                    <a:extLst>
                      <a:ext uri="{FF2B5EF4-FFF2-40B4-BE49-F238E27FC236}">
                        <a16:creationId xmlns:a16="http://schemas.microsoft.com/office/drawing/2014/main" id="{F69475BA-AABE-0431-7409-3DEB29F3F0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9" y="1345"/>
                    <a:ext cx="882" cy="523"/>
                  </a:xfrm>
                  <a:prstGeom prst="chevron">
                    <a:avLst>
                      <a:gd name="adj" fmla="val 14530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Acompanhar</a:t>
                    </a:r>
                  </a:p>
                  <a:p>
                    <a:pPr eaLnBrk="1" hangingPunct="1"/>
                    <a:r>
                      <a:rPr lang="pt-BR" altLang="pt-BR" sz="1400"/>
                      <a:t>Produto/</a:t>
                    </a:r>
                  </a:p>
                  <a:p>
                    <a:pPr eaLnBrk="1" hangingPunct="1"/>
                    <a:r>
                      <a:rPr lang="pt-BR" altLang="pt-BR" sz="1400"/>
                      <a:t>Processo</a:t>
                    </a:r>
                    <a:endParaRPr lang="pt-BR" altLang="pt-BR" sz="160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76877" name="Group 42">
                  <a:extLst>
                    <a:ext uri="{FF2B5EF4-FFF2-40B4-BE49-F238E27FC236}">
                      <a16:creationId xmlns:a16="http://schemas.microsoft.com/office/drawing/2014/main" id="{80507AC7-5371-3D7F-91CF-249ABBA471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0" y="1272"/>
                  <a:ext cx="2268" cy="257"/>
                  <a:chOff x="1520" y="1272"/>
                  <a:chExt cx="2268" cy="257"/>
                </a:xfrm>
              </p:grpSpPr>
              <p:sp>
                <p:nvSpPr>
                  <p:cNvPr id="76933" name="AutoShape 43">
                    <a:extLst>
                      <a:ext uri="{FF2B5EF4-FFF2-40B4-BE49-F238E27FC236}">
                        <a16:creationId xmlns:a16="http://schemas.microsoft.com/office/drawing/2014/main" id="{262F0E20-0B3F-86AB-4EBB-D1616C7D1E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520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34" name="AutoShape 44">
                    <a:extLst>
                      <a:ext uri="{FF2B5EF4-FFF2-40B4-BE49-F238E27FC236}">
                        <a16:creationId xmlns:a16="http://schemas.microsoft.com/office/drawing/2014/main" id="{46477A97-5075-92E7-2A0B-8421EC59E5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74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35" name="AutoShape 45">
                    <a:extLst>
                      <a:ext uri="{FF2B5EF4-FFF2-40B4-BE49-F238E27FC236}">
                        <a16:creationId xmlns:a16="http://schemas.microsoft.com/office/drawing/2014/main" id="{38CDCA1A-103E-DB55-2EF9-E87E639B31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429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36" name="AutoShape 46">
                    <a:extLst>
                      <a:ext uri="{FF2B5EF4-FFF2-40B4-BE49-F238E27FC236}">
                        <a16:creationId xmlns:a16="http://schemas.microsoft.com/office/drawing/2014/main" id="{B767438B-3774-B7CA-A5EF-E1A064FBD5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883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37" name="AutoShape 47">
                    <a:extLst>
                      <a:ext uri="{FF2B5EF4-FFF2-40B4-BE49-F238E27FC236}">
                        <a16:creationId xmlns:a16="http://schemas.microsoft.com/office/drawing/2014/main" id="{B81BCD76-BF4C-DB00-F7E5-31A297F797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338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76878" name="Group 48">
                  <a:extLst>
                    <a:ext uri="{FF2B5EF4-FFF2-40B4-BE49-F238E27FC236}">
                      <a16:creationId xmlns:a16="http://schemas.microsoft.com/office/drawing/2014/main" id="{A5B63C76-A98F-9D60-6F9D-EF7C2B95C5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16" y="1368"/>
                  <a:ext cx="2268" cy="257"/>
                  <a:chOff x="1616" y="1368"/>
                  <a:chExt cx="2268" cy="257"/>
                </a:xfrm>
              </p:grpSpPr>
              <p:sp>
                <p:nvSpPr>
                  <p:cNvPr id="76928" name="AutoShape 49">
                    <a:extLst>
                      <a:ext uri="{FF2B5EF4-FFF2-40B4-BE49-F238E27FC236}">
                        <a16:creationId xmlns:a16="http://schemas.microsoft.com/office/drawing/2014/main" id="{852E2E60-2955-CD47-0739-00969A4656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16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29" name="AutoShape 50">
                    <a:extLst>
                      <a:ext uri="{FF2B5EF4-FFF2-40B4-BE49-F238E27FC236}">
                        <a16:creationId xmlns:a16="http://schemas.microsoft.com/office/drawing/2014/main" id="{D9EC69E9-174B-66D1-B66A-3409DA0095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070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30" name="AutoShape 51">
                    <a:extLst>
                      <a:ext uri="{FF2B5EF4-FFF2-40B4-BE49-F238E27FC236}">
                        <a16:creationId xmlns:a16="http://schemas.microsoft.com/office/drawing/2014/main" id="{3FE53E6B-1A19-A1DB-E790-4C44F1CA22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525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31" name="AutoShape 52">
                    <a:extLst>
                      <a:ext uri="{FF2B5EF4-FFF2-40B4-BE49-F238E27FC236}">
                        <a16:creationId xmlns:a16="http://schemas.microsoft.com/office/drawing/2014/main" id="{0BF904FC-73CC-19F9-ADCC-4B013B8F7E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979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32" name="AutoShape 53">
                    <a:extLst>
                      <a:ext uri="{FF2B5EF4-FFF2-40B4-BE49-F238E27FC236}">
                        <a16:creationId xmlns:a16="http://schemas.microsoft.com/office/drawing/2014/main" id="{7B103EA8-A412-CA18-5E3E-07E6514650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434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76879" name="Group 54">
                  <a:extLst>
                    <a:ext uri="{FF2B5EF4-FFF2-40B4-BE49-F238E27FC236}">
                      <a16:creationId xmlns:a16="http://schemas.microsoft.com/office/drawing/2014/main" id="{C5C6F8E0-EF64-AD79-1A22-CE5B09CFE1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12" y="1464"/>
                  <a:ext cx="2268" cy="257"/>
                  <a:chOff x="1712" y="1464"/>
                  <a:chExt cx="2268" cy="257"/>
                </a:xfrm>
              </p:grpSpPr>
              <p:sp>
                <p:nvSpPr>
                  <p:cNvPr id="76923" name="AutoShape 55">
                    <a:extLst>
                      <a:ext uri="{FF2B5EF4-FFF2-40B4-BE49-F238E27FC236}">
                        <a16:creationId xmlns:a16="http://schemas.microsoft.com/office/drawing/2014/main" id="{6CB2697C-2686-7036-E22A-57A8A68ACA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712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24" name="AutoShape 56">
                    <a:extLst>
                      <a:ext uri="{FF2B5EF4-FFF2-40B4-BE49-F238E27FC236}">
                        <a16:creationId xmlns:a16="http://schemas.microsoft.com/office/drawing/2014/main" id="{1800C9C1-B473-FF95-3906-7FAE385DE9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66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25" name="AutoShape 57">
                    <a:extLst>
                      <a:ext uri="{FF2B5EF4-FFF2-40B4-BE49-F238E27FC236}">
                        <a16:creationId xmlns:a16="http://schemas.microsoft.com/office/drawing/2014/main" id="{61B59762-4E61-8524-17DE-C39341399D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621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26" name="AutoShape 58">
                    <a:extLst>
                      <a:ext uri="{FF2B5EF4-FFF2-40B4-BE49-F238E27FC236}">
                        <a16:creationId xmlns:a16="http://schemas.microsoft.com/office/drawing/2014/main" id="{6CDD59AF-7E44-C271-A7B2-700A43641D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5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27" name="AutoShape 59">
                    <a:extLst>
                      <a:ext uri="{FF2B5EF4-FFF2-40B4-BE49-F238E27FC236}">
                        <a16:creationId xmlns:a16="http://schemas.microsoft.com/office/drawing/2014/main" id="{326DDBC4-F2A4-5C60-3CA9-B19F54F009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530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76880" name="Group 60">
                  <a:extLst>
                    <a:ext uri="{FF2B5EF4-FFF2-40B4-BE49-F238E27FC236}">
                      <a16:creationId xmlns:a16="http://schemas.microsoft.com/office/drawing/2014/main" id="{FFA630C7-6189-25B4-55FE-D8CC3A636F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6" y="1298"/>
                  <a:ext cx="599" cy="423"/>
                  <a:chOff x="986" y="1298"/>
                  <a:chExt cx="599" cy="423"/>
                </a:xfrm>
              </p:grpSpPr>
              <p:sp>
                <p:nvSpPr>
                  <p:cNvPr id="76920" name="AutoShape 61">
                    <a:extLst>
                      <a:ext uri="{FF2B5EF4-FFF2-40B4-BE49-F238E27FC236}">
                        <a16:creationId xmlns:a16="http://schemas.microsoft.com/office/drawing/2014/main" id="{C4F32007-0E1C-E229-099D-E3606B37CE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6" y="1298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21" name="AutoShape 62">
                    <a:extLst>
                      <a:ext uri="{FF2B5EF4-FFF2-40B4-BE49-F238E27FC236}">
                        <a16:creationId xmlns:a16="http://schemas.microsoft.com/office/drawing/2014/main" id="{BB5ED8D8-C393-783C-4642-731DDD8163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2" y="1394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922" name="AutoShape 63">
                    <a:extLst>
                      <a:ext uri="{FF2B5EF4-FFF2-40B4-BE49-F238E27FC236}">
                        <a16:creationId xmlns:a16="http://schemas.microsoft.com/office/drawing/2014/main" id="{6ECAE2AB-A91C-9310-DBCE-2C87EB3951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1490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76881" name="Group 64">
                  <a:extLst>
                    <a:ext uri="{FF2B5EF4-FFF2-40B4-BE49-F238E27FC236}">
                      <a16:creationId xmlns:a16="http://schemas.microsoft.com/office/drawing/2014/main" id="{1AEAAA75-3F8F-2F21-50CC-014EEEC44B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" y="1685"/>
                  <a:ext cx="3926" cy="489"/>
                  <a:chOff x="176" y="1685"/>
                  <a:chExt cx="3926" cy="489"/>
                </a:xfrm>
              </p:grpSpPr>
              <p:sp>
                <p:nvSpPr>
                  <p:cNvPr id="76882" name="Text Box 65">
                    <a:extLst>
                      <a:ext uri="{FF2B5EF4-FFF2-40B4-BE49-F238E27FC236}">
                        <a16:creationId xmlns:a16="http://schemas.microsoft.com/office/drawing/2014/main" id="{402742E0-EFF6-470C-EA36-FF318ACB8A5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6" y="1968"/>
                    <a:ext cx="618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u="sng">
                        <a:solidFill>
                          <a:srgbClr val="000000"/>
                        </a:solidFill>
                      </a:rPr>
                      <a:t>Gates &gt;&gt;</a:t>
                    </a:r>
                  </a:p>
                </p:txBody>
              </p:sp>
              <p:grpSp>
                <p:nvGrpSpPr>
                  <p:cNvPr id="76883" name="Group 66">
                    <a:extLst>
                      <a:ext uri="{FF2B5EF4-FFF2-40B4-BE49-F238E27FC236}">
                        <a16:creationId xmlns:a16="http://schemas.microsoft.com/office/drawing/2014/main" id="{648D4D8E-8302-E2C5-4926-DC9430181FF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76918" name="AutoShape 67">
                      <a:extLst>
                        <a:ext uri="{FF2B5EF4-FFF2-40B4-BE49-F238E27FC236}">
                          <a16:creationId xmlns:a16="http://schemas.microsoft.com/office/drawing/2014/main" id="{D7FFE8CF-2676-F222-38AE-8906FC762E6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76919" name="Line 68">
                      <a:extLst>
                        <a:ext uri="{FF2B5EF4-FFF2-40B4-BE49-F238E27FC236}">
                          <a16:creationId xmlns:a16="http://schemas.microsoft.com/office/drawing/2014/main" id="{0E922BC1-285A-88A0-11B8-C8813CBC7D0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76884" name="AutoShape 69">
                    <a:extLst>
                      <a:ext uri="{FF2B5EF4-FFF2-40B4-BE49-F238E27FC236}">
                        <a16:creationId xmlns:a16="http://schemas.microsoft.com/office/drawing/2014/main" id="{C3EDC1F9-747F-8599-D8F9-4C3BCDD856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1" y="1859"/>
                    <a:ext cx="3341" cy="315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72000" tIns="0" rIns="72000" bIns="0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grpSp>
                <p:nvGrpSpPr>
                  <p:cNvPr id="76885" name="Group 70">
                    <a:extLst>
                      <a:ext uri="{FF2B5EF4-FFF2-40B4-BE49-F238E27FC236}">
                        <a16:creationId xmlns:a16="http://schemas.microsoft.com/office/drawing/2014/main" id="{5F369AEA-ED7B-7B8B-55D7-CC496D6F3BA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918" y="1795"/>
                    <a:ext cx="117" cy="299"/>
                    <a:chOff x="2088" y="1486"/>
                    <a:chExt cx="117" cy="299"/>
                  </a:xfrm>
                </p:grpSpPr>
                <p:sp>
                  <p:nvSpPr>
                    <p:cNvPr id="76916" name="AutoShape 71">
                      <a:extLst>
                        <a:ext uri="{FF2B5EF4-FFF2-40B4-BE49-F238E27FC236}">
                          <a16:creationId xmlns:a16="http://schemas.microsoft.com/office/drawing/2014/main" id="{9FA9555D-0E8A-11B8-FC3D-22123DBD92E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88" y="1614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76917" name="Line 72">
                      <a:extLst>
                        <a:ext uri="{FF2B5EF4-FFF2-40B4-BE49-F238E27FC236}">
                          <a16:creationId xmlns:a16="http://schemas.microsoft.com/office/drawing/2014/main" id="{AA013E48-FDF7-3403-45FA-FE98093827D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46" y="1486"/>
                      <a:ext cx="0" cy="13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76886" name="Group 73">
                    <a:extLst>
                      <a:ext uri="{FF2B5EF4-FFF2-40B4-BE49-F238E27FC236}">
                        <a16:creationId xmlns:a16="http://schemas.microsoft.com/office/drawing/2014/main" id="{86954365-1A5A-4A81-108F-410EAA42896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76914" name="AutoShape 74">
                      <a:extLst>
                        <a:ext uri="{FF2B5EF4-FFF2-40B4-BE49-F238E27FC236}">
                          <a16:creationId xmlns:a16="http://schemas.microsoft.com/office/drawing/2014/main" id="{6B3BB904-A2A9-35A3-6586-984251C549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76915" name="Line 75">
                      <a:extLst>
                        <a:ext uri="{FF2B5EF4-FFF2-40B4-BE49-F238E27FC236}">
                          <a16:creationId xmlns:a16="http://schemas.microsoft.com/office/drawing/2014/main" id="{F41B6B1F-BBD5-87EC-4961-3D46F877AEA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76887" name="Group 76">
                    <a:extLst>
                      <a:ext uri="{FF2B5EF4-FFF2-40B4-BE49-F238E27FC236}">
                        <a16:creationId xmlns:a16="http://schemas.microsoft.com/office/drawing/2014/main" id="{BD3286D7-E5E8-89DA-DD22-FB5CE657EDD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42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76912" name="AutoShape 77">
                      <a:extLst>
                        <a:ext uri="{FF2B5EF4-FFF2-40B4-BE49-F238E27FC236}">
                          <a16:creationId xmlns:a16="http://schemas.microsoft.com/office/drawing/2014/main" id="{45F82C5B-61F7-0D23-A98B-8CD9A81957A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76913" name="Line 78">
                      <a:extLst>
                        <a:ext uri="{FF2B5EF4-FFF2-40B4-BE49-F238E27FC236}">
                          <a16:creationId xmlns:a16="http://schemas.microsoft.com/office/drawing/2014/main" id="{925351D8-159B-60E8-E6F6-F2B729C4B0F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76888" name="Group 79">
                    <a:extLst>
                      <a:ext uri="{FF2B5EF4-FFF2-40B4-BE49-F238E27FC236}">
                        <a16:creationId xmlns:a16="http://schemas.microsoft.com/office/drawing/2014/main" id="{5E760C81-B7DB-457D-98EA-D5A4CD6D16F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6" y="1705"/>
                    <a:ext cx="117" cy="369"/>
                    <a:chOff x="1526" y="1705"/>
                    <a:chExt cx="117" cy="369"/>
                  </a:xfrm>
                </p:grpSpPr>
                <p:sp>
                  <p:nvSpPr>
                    <p:cNvPr id="76910" name="Line 80">
                      <a:extLst>
                        <a:ext uri="{FF2B5EF4-FFF2-40B4-BE49-F238E27FC236}">
                          <a16:creationId xmlns:a16="http://schemas.microsoft.com/office/drawing/2014/main" id="{B99AEF5E-BD2C-EAE7-7A2B-533981751D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84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76911" name="AutoShape 81">
                      <a:extLst>
                        <a:ext uri="{FF2B5EF4-FFF2-40B4-BE49-F238E27FC236}">
                          <a16:creationId xmlns:a16="http://schemas.microsoft.com/office/drawing/2014/main" id="{5082D39D-AA2A-DC3A-8C24-9321BC7CC1C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6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76889" name="Group 82">
                    <a:extLst>
                      <a:ext uri="{FF2B5EF4-FFF2-40B4-BE49-F238E27FC236}">
                        <a16:creationId xmlns:a16="http://schemas.microsoft.com/office/drawing/2014/main" id="{9F78F49E-003D-29C7-E2CE-01BCC435CA8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2" y="1705"/>
                    <a:ext cx="117" cy="369"/>
                    <a:chOff x="2542" y="1705"/>
                    <a:chExt cx="117" cy="369"/>
                  </a:xfrm>
                </p:grpSpPr>
                <p:sp>
                  <p:nvSpPr>
                    <p:cNvPr id="76908" name="Line 83">
                      <a:extLst>
                        <a:ext uri="{FF2B5EF4-FFF2-40B4-BE49-F238E27FC236}">
                          <a16:creationId xmlns:a16="http://schemas.microsoft.com/office/drawing/2014/main" id="{C8B1643E-4104-042C-14BE-2FC695D99E1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0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76909" name="AutoShape 84">
                      <a:extLst>
                        <a:ext uri="{FF2B5EF4-FFF2-40B4-BE49-F238E27FC236}">
                          <a16:creationId xmlns:a16="http://schemas.microsoft.com/office/drawing/2014/main" id="{49684E11-741D-8BD0-9233-FE8B86A0EAD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42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76890" name="Group 85">
                    <a:extLst>
                      <a:ext uri="{FF2B5EF4-FFF2-40B4-BE49-F238E27FC236}">
                        <a16:creationId xmlns:a16="http://schemas.microsoft.com/office/drawing/2014/main" id="{52AC85FD-0743-7CEC-B173-89ADD2ABEF9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66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76906" name="Line 86">
                      <a:extLst>
                        <a:ext uri="{FF2B5EF4-FFF2-40B4-BE49-F238E27FC236}">
                          <a16:creationId xmlns:a16="http://schemas.microsoft.com/office/drawing/2014/main" id="{956D4AA2-EB25-6320-057E-9161DB60741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76907" name="AutoShape 87">
                      <a:extLst>
                        <a:ext uri="{FF2B5EF4-FFF2-40B4-BE49-F238E27FC236}">
                          <a16:creationId xmlns:a16="http://schemas.microsoft.com/office/drawing/2014/main" id="{F29F4829-36C4-72D3-CF5E-7A16CD70891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76891" name="Group 88">
                    <a:extLst>
                      <a:ext uri="{FF2B5EF4-FFF2-40B4-BE49-F238E27FC236}">
                        <a16:creationId xmlns:a16="http://schemas.microsoft.com/office/drawing/2014/main" id="{F5FAD1A9-B1DA-DAB9-8CB8-ADE78BD6267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8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76904" name="Line 89">
                      <a:extLst>
                        <a:ext uri="{FF2B5EF4-FFF2-40B4-BE49-F238E27FC236}">
                          <a16:creationId xmlns:a16="http://schemas.microsoft.com/office/drawing/2014/main" id="{4B35E7C3-3304-F759-9F05-4286FCF63CB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76905" name="AutoShape 90">
                      <a:extLst>
                        <a:ext uri="{FF2B5EF4-FFF2-40B4-BE49-F238E27FC236}">
                          <a16:creationId xmlns:a16="http://schemas.microsoft.com/office/drawing/2014/main" id="{6933D81C-1182-6C4F-D079-9CD638AC76B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76892" name="Group 91">
                    <a:extLst>
                      <a:ext uri="{FF2B5EF4-FFF2-40B4-BE49-F238E27FC236}">
                        <a16:creationId xmlns:a16="http://schemas.microsoft.com/office/drawing/2014/main" id="{066ADAF3-1239-FD00-5BF6-20DC45AB407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99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76902" name="Line 92">
                      <a:extLst>
                        <a:ext uri="{FF2B5EF4-FFF2-40B4-BE49-F238E27FC236}">
                          <a16:creationId xmlns:a16="http://schemas.microsoft.com/office/drawing/2014/main" id="{A9A46E2B-E7E1-8C7E-604C-633AE3699BB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76903" name="AutoShape 93">
                      <a:extLst>
                        <a:ext uri="{FF2B5EF4-FFF2-40B4-BE49-F238E27FC236}">
                          <a16:creationId xmlns:a16="http://schemas.microsoft.com/office/drawing/2014/main" id="{EFE7F44F-6812-A7B9-C783-0FAD2412EEB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76893" name="Group 94">
                    <a:extLst>
                      <a:ext uri="{FF2B5EF4-FFF2-40B4-BE49-F238E27FC236}">
                        <a16:creationId xmlns:a16="http://schemas.microsoft.com/office/drawing/2014/main" id="{1F048C19-8F46-405D-F0FE-3D5B8FAA814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3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76900" name="Line 95">
                      <a:extLst>
                        <a:ext uri="{FF2B5EF4-FFF2-40B4-BE49-F238E27FC236}">
                          <a16:creationId xmlns:a16="http://schemas.microsoft.com/office/drawing/2014/main" id="{1191E95D-0B0C-03E5-C2B0-1D728DBC510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76901" name="AutoShape 96">
                      <a:extLst>
                        <a:ext uri="{FF2B5EF4-FFF2-40B4-BE49-F238E27FC236}">
                          <a16:creationId xmlns:a16="http://schemas.microsoft.com/office/drawing/2014/main" id="{C82A7598-2894-16F3-4B0A-F3253900F20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76894" name="Group 97">
                    <a:extLst>
                      <a:ext uri="{FF2B5EF4-FFF2-40B4-BE49-F238E27FC236}">
                        <a16:creationId xmlns:a16="http://schemas.microsoft.com/office/drawing/2014/main" id="{0F02FAE3-7515-AC3E-4F8B-DF4AF54D01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2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76898" name="Line 98">
                      <a:extLst>
                        <a:ext uri="{FF2B5EF4-FFF2-40B4-BE49-F238E27FC236}">
                          <a16:creationId xmlns:a16="http://schemas.microsoft.com/office/drawing/2014/main" id="{4D24E4AD-9C36-CD19-9DEA-A04992E1ACA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76899" name="AutoShape 99">
                      <a:extLst>
                        <a:ext uri="{FF2B5EF4-FFF2-40B4-BE49-F238E27FC236}">
                          <a16:creationId xmlns:a16="http://schemas.microsoft.com/office/drawing/2014/main" id="{2B556326-039E-6482-1340-044CC485D2E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76895" name="Group 100">
                    <a:extLst>
                      <a:ext uri="{FF2B5EF4-FFF2-40B4-BE49-F238E27FC236}">
                        <a16:creationId xmlns:a16="http://schemas.microsoft.com/office/drawing/2014/main" id="{7900AD2B-DE5D-9A49-0F38-1084BBA37CC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53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76896" name="Line 101">
                      <a:extLst>
                        <a:ext uri="{FF2B5EF4-FFF2-40B4-BE49-F238E27FC236}">
                          <a16:creationId xmlns:a16="http://schemas.microsoft.com/office/drawing/2014/main" id="{7742F368-267C-F09B-BEBF-348585BE099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76897" name="AutoShape 102">
                      <a:extLst>
                        <a:ext uri="{FF2B5EF4-FFF2-40B4-BE49-F238E27FC236}">
                          <a16:creationId xmlns:a16="http://schemas.microsoft.com/office/drawing/2014/main" id="{552E6C08-6A64-2C26-DB8A-52CB163DD51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</p:grpSp>
          </p:grpSp>
          <p:sp>
            <p:nvSpPr>
              <p:cNvPr id="76866" name="Rectangle 103">
                <a:extLst>
                  <a:ext uri="{FF2B5EF4-FFF2-40B4-BE49-F238E27FC236}">
                    <a16:creationId xmlns:a16="http://schemas.microsoft.com/office/drawing/2014/main" id="{1BE55883-232D-E0F2-4E56-F11CA5CFD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573"/>
                <a:ext cx="3912" cy="202"/>
              </a:xfrm>
              <a:prstGeom prst="rect">
                <a:avLst/>
              </a:prstGeom>
              <a:solidFill>
                <a:srgbClr val="CCFFCC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277800" prstMaterial="legacyMatte">
                <a:bevelT w="13500" h="13500" prst="angle"/>
                <a:bevelB w="13500" h="13500" prst="angle"/>
                <a:extrusionClr>
                  <a:srgbClr val="CCFFCC"/>
                </a:extrusionClr>
                <a:contourClr>
                  <a:srgbClr val="CCFFCC"/>
                </a:contourClr>
              </a:sp3d>
            </p:spPr>
            <p:txBody>
              <a:bodyPr lIns="72000" tIns="0" rIns="72000" bIns="0">
                <a:flatTx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r>
                  <a:rPr lang="pt-BR" altLang="pt-BR" sz="2000" b="1" i="1">
                    <a:solidFill>
                      <a:srgbClr val="000000"/>
                    </a:solidFill>
                  </a:rPr>
                  <a:t>Processo de Desenvolvimento de Produto</a:t>
                </a:r>
              </a:p>
              <a:p>
                <a:pPr eaLnBrk="1" hangingPunct="1"/>
                <a:endParaRPr lang="pt-BR" altLang="pt-BR" sz="16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28" name="Group 104">
            <a:extLst>
              <a:ext uri="{FF2B5EF4-FFF2-40B4-BE49-F238E27FC236}">
                <a16:creationId xmlns:a16="http://schemas.microsoft.com/office/drawing/2014/main" id="{93F316FD-8AAB-ED65-ADBD-F8DBAF730F64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4930776" y="2989262"/>
            <a:ext cx="1554162" cy="2862263"/>
            <a:chOff x="2181" y="1183"/>
            <a:chExt cx="1419" cy="1966"/>
          </a:xfrm>
        </p:grpSpPr>
        <p:grpSp>
          <p:nvGrpSpPr>
            <p:cNvPr id="76806" name="Group 105">
              <a:extLst>
                <a:ext uri="{FF2B5EF4-FFF2-40B4-BE49-F238E27FC236}">
                  <a16:creationId xmlns:a16="http://schemas.microsoft.com/office/drawing/2014/main" id="{05F0CEBE-38B7-DD3A-0040-79C2181442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76843" name="Group 106">
                <a:extLst>
                  <a:ext uri="{FF2B5EF4-FFF2-40B4-BE49-F238E27FC236}">
                    <a16:creationId xmlns:a16="http://schemas.microsoft.com/office/drawing/2014/main" id="{B288F63D-D767-B862-9FB2-3DA60E29EC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76849" name="Group 107">
                  <a:extLst>
                    <a:ext uri="{FF2B5EF4-FFF2-40B4-BE49-F238E27FC236}">
                      <a16:creationId xmlns:a16="http://schemas.microsoft.com/office/drawing/2014/main" id="{19B00E52-9138-2AAF-F067-178A728680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76855" name="Freeform 108">
                    <a:extLst>
                      <a:ext uri="{FF2B5EF4-FFF2-40B4-BE49-F238E27FC236}">
                        <a16:creationId xmlns:a16="http://schemas.microsoft.com/office/drawing/2014/main" id="{12DE0A56-2E59-18CF-455D-D14D05B775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76856" name="Freeform 109">
                    <a:extLst>
                      <a:ext uri="{FF2B5EF4-FFF2-40B4-BE49-F238E27FC236}">
                        <a16:creationId xmlns:a16="http://schemas.microsoft.com/office/drawing/2014/main" id="{DFAD41D5-4A39-B708-A8C4-8974B6554D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76850" name="Group 110">
                  <a:extLst>
                    <a:ext uri="{FF2B5EF4-FFF2-40B4-BE49-F238E27FC236}">
                      <a16:creationId xmlns:a16="http://schemas.microsoft.com/office/drawing/2014/main" id="{C6413EE8-AEBA-026D-9EFD-ED1CF8028C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76851" name="Freeform 111">
                    <a:extLst>
                      <a:ext uri="{FF2B5EF4-FFF2-40B4-BE49-F238E27FC236}">
                        <a16:creationId xmlns:a16="http://schemas.microsoft.com/office/drawing/2014/main" id="{5D7B7725-4E67-55FB-3006-6EA7421E75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76852" name="Freeform 112">
                    <a:extLst>
                      <a:ext uri="{FF2B5EF4-FFF2-40B4-BE49-F238E27FC236}">
                        <a16:creationId xmlns:a16="http://schemas.microsoft.com/office/drawing/2014/main" id="{80C9E4AD-8ED6-E00D-10BC-CE4D525B8D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76853" name="Freeform 113">
                    <a:extLst>
                      <a:ext uri="{FF2B5EF4-FFF2-40B4-BE49-F238E27FC236}">
                        <a16:creationId xmlns:a16="http://schemas.microsoft.com/office/drawing/2014/main" id="{2D7C4FD7-FF4F-D3A3-52EB-DB977190E8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76854" name="Freeform 114">
                    <a:extLst>
                      <a:ext uri="{FF2B5EF4-FFF2-40B4-BE49-F238E27FC236}">
                        <a16:creationId xmlns:a16="http://schemas.microsoft.com/office/drawing/2014/main" id="{97FBAC9E-F7F3-D723-B008-79E1D94EF0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76844" name="Oval 115">
                <a:extLst>
                  <a:ext uri="{FF2B5EF4-FFF2-40B4-BE49-F238E27FC236}">
                    <a16:creationId xmlns:a16="http://schemas.microsoft.com/office/drawing/2014/main" id="{B0D5AB20-2218-30A9-55FE-70160D4A5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76845" name="Group 116">
                <a:extLst>
                  <a:ext uri="{FF2B5EF4-FFF2-40B4-BE49-F238E27FC236}">
                    <a16:creationId xmlns:a16="http://schemas.microsoft.com/office/drawing/2014/main" id="{9E918B00-0602-264A-7E96-5E50F28497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76846" name="Oval 117">
                  <a:extLst>
                    <a:ext uri="{FF2B5EF4-FFF2-40B4-BE49-F238E27FC236}">
                      <a16:creationId xmlns:a16="http://schemas.microsoft.com/office/drawing/2014/main" id="{36F885FB-D62D-4651-940F-5893E91FBC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76847" name="Oval 118">
                  <a:extLst>
                    <a:ext uri="{FF2B5EF4-FFF2-40B4-BE49-F238E27FC236}">
                      <a16:creationId xmlns:a16="http://schemas.microsoft.com/office/drawing/2014/main" id="{5DE5766B-AD03-E762-87A1-30F681EDFD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76848" name="Oval 119">
                  <a:extLst>
                    <a:ext uri="{FF2B5EF4-FFF2-40B4-BE49-F238E27FC236}">
                      <a16:creationId xmlns:a16="http://schemas.microsoft.com/office/drawing/2014/main" id="{C394B83C-9735-9AA4-4F84-D85A66BA45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76807" name="Group 120">
              <a:extLst>
                <a:ext uri="{FF2B5EF4-FFF2-40B4-BE49-F238E27FC236}">
                  <a16:creationId xmlns:a16="http://schemas.microsoft.com/office/drawing/2014/main" id="{21313C1C-9340-3ACE-E172-172D4D3A54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76808" name="Freeform 121">
                <a:extLst>
                  <a:ext uri="{FF2B5EF4-FFF2-40B4-BE49-F238E27FC236}">
                    <a16:creationId xmlns:a16="http://schemas.microsoft.com/office/drawing/2014/main" id="{E97D8C28-F480-650F-3BD3-0D05BBF9E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6809" name="Arc 122">
                <a:extLst>
                  <a:ext uri="{FF2B5EF4-FFF2-40B4-BE49-F238E27FC236}">
                    <a16:creationId xmlns:a16="http://schemas.microsoft.com/office/drawing/2014/main" id="{1006326D-E2B5-EF73-52B4-8B23F7A5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4 w 42152"/>
                  <a:gd name="T1" fmla="*/ 105 h 27693"/>
                  <a:gd name="T2" fmla="*/ 170 w 42152"/>
                  <a:gd name="T3" fmla="*/ 57 h 27693"/>
                  <a:gd name="T4" fmla="*/ 87 w 42152"/>
                  <a:gd name="T5" fmla="*/ 82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6810" name="Arc 123">
                <a:extLst>
                  <a:ext uri="{FF2B5EF4-FFF2-40B4-BE49-F238E27FC236}">
                    <a16:creationId xmlns:a16="http://schemas.microsoft.com/office/drawing/2014/main" id="{79E4CBCC-41D8-F1AA-E0D6-C9821E790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1 w 42065"/>
                  <a:gd name="T1" fmla="*/ 100 h 24039"/>
                  <a:gd name="T2" fmla="*/ 172 w 42065"/>
                  <a:gd name="T3" fmla="*/ 61 h 24039"/>
                  <a:gd name="T4" fmla="*/ 88 w 42065"/>
                  <a:gd name="T5" fmla="*/ 9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6811" name="Freeform 124">
                <a:extLst>
                  <a:ext uri="{FF2B5EF4-FFF2-40B4-BE49-F238E27FC236}">
                    <a16:creationId xmlns:a16="http://schemas.microsoft.com/office/drawing/2014/main" id="{CCA0F793-0481-F0F4-AEDB-68DB7547D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6812" name="Arc 125">
                <a:extLst>
                  <a:ext uri="{FF2B5EF4-FFF2-40B4-BE49-F238E27FC236}">
                    <a16:creationId xmlns:a16="http://schemas.microsoft.com/office/drawing/2014/main" id="{4F21257A-FCED-6C1C-2113-4565AEC1E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3 w 21600"/>
                  <a:gd name="T1" fmla="*/ 99 h 26092"/>
                  <a:gd name="T2" fmla="*/ 57 w 21600"/>
                  <a:gd name="T3" fmla="*/ 0 h 26092"/>
                  <a:gd name="T4" fmla="*/ 87 w 21600"/>
                  <a:gd name="T5" fmla="*/ 77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6813" name="Arc 126">
                <a:extLst>
                  <a:ext uri="{FF2B5EF4-FFF2-40B4-BE49-F238E27FC236}">
                    <a16:creationId xmlns:a16="http://schemas.microsoft.com/office/drawing/2014/main" id="{ABD3D57D-7217-388E-BD54-0F63DF987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3 w 42293"/>
                  <a:gd name="T1" fmla="*/ 103 h 27167"/>
                  <a:gd name="T2" fmla="*/ 171 w 42293"/>
                  <a:gd name="T3" fmla="*/ 58 h 27167"/>
                  <a:gd name="T4" fmla="*/ 87 w 42293"/>
                  <a:gd name="T5" fmla="*/ 82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76814" name="Group 127">
                <a:extLst>
                  <a:ext uri="{FF2B5EF4-FFF2-40B4-BE49-F238E27FC236}">
                    <a16:creationId xmlns:a16="http://schemas.microsoft.com/office/drawing/2014/main" id="{BD1D6FD2-81ED-0A75-64F7-439322E5A7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76838" name="Group 128">
                  <a:extLst>
                    <a:ext uri="{FF2B5EF4-FFF2-40B4-BE49-F238E27FC236}">
                      <a16:creationId xmlns:a16="http://schemas.microsoft.com/office/drawing/2014/main" id="{B9C6054C-1C0D-0F7D-7476-EB7B7BE1FE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76840" name="Arc 129">
                    <a:extLst>
                      <a:ext uri="{FF2B5EF4-FFF2-40B4-BE49-F238E27FC236}">
                        <a16:creationId xmlns:a16="http://schemas.microsoft.com/office/drawing/2014/main" id="{4BD2CBB6-608C-1D7F-1B3D-9C016C5761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2 w 42520"/>
                      <a:gd name="T1" fmla="*/ 100 h 26361"/>
                      <a:gd name="T2" fmla="*/ 172 w 42520"/>
                      <a:gd name="T3" fmla="*/ 62 h 26361"/>
                      <a:gd name="T4" fmla="*/ 87 w 42520"/>
                      <a:gd name="T5" fmla="*/ 82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76841" name="Arc 130">
                    <a:extLst>
                      <a:ext uri="{FF2B5EF4-FFF2-40B4-BE49-F238E27FC236}">
                        <a16:creationId xmlns:a16="http://schemas.microsoft.com/office/drawing/2014/main" id="{C797E3C5-F090-4C66-8A67-9AF76BAFF4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2 w 21600"/>
                      <a:gd name="T1" fmla="*/ 90 h 23652"/>
                      <a:gd name="T2" fmla="*/ 45 w 21600"/>
                      <a:gd name="T3" fmla="*/ 0 h 23652"/>
                      <a:gd name="T4" fmla="*/ 88 w 21600"/>
                      <a:gd name="T5" fmla="*/ 72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76842" name="Arc 131">
                    <a:extLst>
                      <a:ext uri="{FF2B5EF4-FFF2-40B4-BE49-F238E27FC236}">
                        <a16:creationId xmlns:a16="http://schemas.microsoft.com/office/drawing/2014/main" id="{F2CBB7A7-1A6D-83B1-93E3-6F3189A4E2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2 w 42453"/>
                      <a:gd name="T1" fmla="*/ 101 h 26668"/>
                      <a:gd name="T2" fmla="*/ 172 w 42453"/>
                      <a:gd name="T3" fmla="*/ 60 h 26668"/>
                      <a:gd name="T4" fmla="*/ 88 w 42453"/>
                      <a:gd name="T5" fmla="*/ 82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76839" name="Arc 132">
                  <a:extLst>
                    <a:ext uri="{FF2B5EF4-FFF2-40B4-BE49-F238E27FC236}">
                      <a16:creationId xmlns:a16="http://schemas.microsoft.com/office/drawing/2014/main" id="{3F9F72D4-4C05-A162-A240-783E3F6410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2 w 42453"/>
                    <a:gd name="T1" fmla="*/ 101 h 26668"/>
                    <a:gd name="T2" fmla="*/ 172 w 42453"/>
                    <a:gd name="T3" fmla="*/ 60 h 26668"/>
                    <a:gd name="T4" fmla="*/ 88 w 42453"/>
                    <a:gd name="T5" fmla="*/ 82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76815" name="Group 133">
                <a:extLst>
                  <a:ext uri="{FF2B5EF4-FFF2-40B4-BE49-F238E27FC236}">
                    <a16:creationId xmlns:a16="http://schemas.microsoft.com/office/drawing/2014/main" id="{83D32393-F149-9DA4-C41A-05041C375D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76833" name="Group 134">
                  <a:extLst>
                    <a:ext uri="{FF2B5EF4-FFF2-40B4-BE49-F238E27FC236}">
                      <a16:creationId xmlns:a16="http://schemas.microsoft.com/office/drawing/2014/main" id="{4D24D275-B582-D420-7460-B1DF88F485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76835" name="Arc 135">
                    <a:extLst>
                      <a:ext uri="{FF2B5EF4-FFF2-40B4-BE49-F238E27FC236}">
                        <a16:creationId xmlns:a16="http://schemas.microsoft.com/office/drawing/2014/main" id="{BA457932-4A4C-2DF9-93FF-CA95ACBEDD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2 w 42583"/>
                      <a:gd name="T1" fmla="*/ 99 h 26108"/>
                      <a:gd name="T2" fmla="*/ 173 w 42583"/>
                      <a:gd name="T3" fmla="*/ 62 h 26108"/>
                      <a:gd name="T4" fmla="*/ 88 w 42583"/>
                      <a:gd name="T5" fmla="*/ 82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76836" name="Arc 136">
                    <a:extLst>
                      <a:ext uri="{FF2B5EF4-FFF2-40B4-BE49-F238E27FC236}">
                        <a16:creationId xmlns:a16="http://schemas.microsoft.com/office/drawing/2014/main" id="{A7F0F41C-6E9D-A2B6-7096-96AE9FCE11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2 w 21600"/>
                      <a:gd name="T1" fmla="*/ 89 h 23399"/>
                      <a:gd name="T2" fmla="*/ 45 w 21600"/>
                      <a:gd name="T3" fmla="*/ 0 h 23399"/>
                      <a:gd name="T4" fmla="*/ 88 w 21600"/>
                      <a:gd name="T5" fmla="*/ 72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76837" name="Arc 137">
                    <a:extLst>
                      <a:ext uri="{FF2B5EF4-FFF2-40B4-BE49-F238E27FC236}">
                        <a16:creationId xmlns:a16="http://schemas.microsoft.com/office/drawing/2014/main" id="{784713DA-5CAC-3A16-8001-C0FE110EDA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2 w 42520"/>
                      <a:gd name="T1" fmla="*/ 100 h 26361"/>
                      <a:gd name="T2" fmla="*/ 172 w 42520"/>
                      <a:gd name="T3" fmla="*/ 62 h 26361"/>
                      <a:gd name="T4" fmla="*/ 87 w 42520"/>
                      <a:gd name="T5" fmla="*/ 82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76834" name="Arc 138">
                  <a:extLst>
                    <a:ext uri="{FF2B5EF4-FFF2-40B4-BE49-F238E27FC236}">
                      <a16:creationId xmlns:a16="http://schemas.microsoft.com/office/drawing/2014/main" id="{CA5260BD-E623-5A0F-64F6-133F9F04A3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2 w 42520"/>
                    <a:gd name="T1" fmla="*/ 100 h 26361"/>
                    <a:gd name="T2" fmla="*/ 172 w 42520"/>
                    <a:gd name="T3" fmla="*/ 62 h 26361"/>
                    <a:gd name="T4" fmla="*/ 87 w 42520"/>
                    <a:gd name="T5" fmla="*/ 82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76816" name="Group 139">
                <a:extLst>
                  <a:ext uri="{FF2B5EF4-FFF2-40B4-BE49-F238E27FC236}">
                    <a16:creationId xmlns:a16="http://schemas.microsoft.com/office/drawing/2014/main" id="{DBCBA308-DE2C-D315-1574-D861600B6C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76831" name="Arc 140">
                  <a:extLst>
                    <a:ext uri="{FF2B5EF4-FFF2-40B4-BE49-F238E27FC236}">
                      <a16:creationId xmlns:a16="http://schemas.microsoft.com/office/drawing/2014/main" id="{74CE74F2-04E6-C94E-137B-FA5B46AF1B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2 w 42657"/>
                    <a:gd name="T1" fmla="*/ 98 h 25854"/>
                    <a:gd name="T2" fmla="*/ 173 w 42657"/>
                    <a:gd name="T3" fmla="*/ 64 h 25854"/>
                    <a:gd name="T4" fmla="*/ 88 w 42657"/>
                    <a:gd name="T5" fmla="*/ 82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6832" name="Arc 141">
                  <a:extLst>
                    <a:ext uri="{FF2B5EF4-FFF2-40B4-BE49-F238E27FC236}">
                      <a16:creationId xmlns:a16="http://schemas.microsoft.com/office/drawing/2014/main" id="{F7FB6958-D7BA-5D8B-AC35-A6EBD8F897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2 w 21600"/>
                    <a:gd name="T1" fmla="*/ 88 h 23145"/>
                    <a:gd name="T2" fmla="*/ 45 w 21600"/>
                    <a:gd name="T3" fmla="*/ 0 h 23145"/>
                    <a:gd name="T4" fmla="*/ 88 w 21600"/>
                    <a:gd name="T5" fmla="*/ 72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76817" name="Group 142">
                <a:extLst>
                  <a:ext uri="{FF2B5EF4-FFF2-40B4-BE49-F238E27FC236}">
                    <a16:creationId xmlns:a16="http://schemas.microsoft.com/office/drawing/2014/main" id="{14663758-270C-BF06-C33B-E569F7B02D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76829" name="Arc 143">
                  <a:extLst>
                    <a:ext uri="{FF2B5EF4-FFF2-40B4-BE49-F238E27FC236}">
                      <a16:creationId xmlns:a16="http://schemas.microsoft.com/office/drawing/2014/main" id="{446F1671-635B-506E-B08B-F22898BBB7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2 w 42583"/>
                    <a:gd name="T1" fmla="*/ 99 h 26108"/>
                    <a:gd name="T2" fmla="*/ 173 w 42583"/>
                    <a:gd name="T3" fmla="*/ 62 h 26108"/>
                    <a:gd name="T4" fmla="*/ 88 w 42583"/>
                    <a:gd name="T5" fmla="*/ 82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6830" name="Arc 144">
                  <a:extLst>
                    <a:ext uri="{FF2B5EF4-FFF2-40B4-BE49-F238E27FC236}">
                      <a16:creationId xmlns:a16="http://schemas.microsoft.com/office/drawing/2014/main" id="{5D192133-F2E9-40EB-2B69-14D3D7168B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2 w 42583"/>
                    <a:gd name="T1" fmla="*/ 99 h 26108"/>
                    <a:gd name="T2" fmla="*/ 173 w 42583"/>
                    <a:gd name="T3" fmla="*/ 62 h 26108"/>
                    <a:gd name="T4" fmla="*/ 88 w 42583"/>
                    <a:gd name="T5" fmla="*/ 82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76818" name="Group 145">
                <a:extLst>
                  <a:ext uri="{FF2B5EF4-FFF2-40B4-BE49-F238E27FC236}">
                    <a16:creationId xmlns:a16="http://schemas.microsoft.com/office/drawing/2014/main" id="{794C6C79-28CE-517D-C31C-11184801FD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76827" name="Line 146">
                  <a:extLst>
                    <a:ext uri="{FF2B5EF4-FFF2-40B4-BE49-F238E27FC236}">
                      <a16:creationId xmlns:a16="http://schemas.microsoft.com/office/drawing/2014/main" id="{5BD0DD05-0BF9-6DD4-81B5-3DFD16B2ED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6828" name="Line 147">
                  <a:extLst>
                    <a:ext uri="{FF2B5EF4-FFF2-40B4-BE49-F238E27FC236}">
                      <a16:creationId xmlns:a16="http://schemas.microsoft.com/office/drawing/2014/main" id="{33FA6F44-F742-3609-85DF-833CC7F2F2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76819" name="Group 148">
                <a:extLst>
                  <a:ext uri="{FF2B5EF4-FFF2-40B4-BE49-F238E27FC236}">
                    <a16:creationId xmlns:a16="http://schemas.microsoft.com/office/drawing/2014/main" id="{ADD18E97-482E-5427-8667-AB625ADADE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76822" name="Group 149">
                  <a:extLst>
                    <a:ext uri="{FF2B5EF4-FFF2-40B4-BE49-F238E27FC236}">
                      <a16:creationId xmlns:a16="http://schemas.microsoft.com/office/drawing/2014/main" id="{BED875EE-4C77-8FE3-1ED3-7241EBFF6F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76825" name="Arc 150">
                    <a:extLst>
                      <a:ext uri="{FF2B5EF4-FFF2-40B4-BE49-F238E27FC236}">
                        <a16:creationId xmlns:a16="http://schemas.microsoft.com/office/drawing/2014/main" id="{45921873-BCB8-9FA8-A783-F41D49B875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2 w 42713"/>
                      <a:gd name="T1" fmla="*/ 97 h 25597"/>
                      <a:gd name="T2" fmla="*/ 173 w 42713"/>
                      <a:gd name="T3" fmla="*/ 65 h 25597"/>
                      <a:gd name="T4" fmla="*/ 87 w 42713"/>
                      <a:gd name="T5" fmla="*/ 82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76826" name="Arc 151">
                    <a:extLst>
                      <a:ext uri="{FF2B5EF4-FFF2-40B4-BE49-F238E27FC236}">
                        <a16:creationId xmlns:a16="http://schemas.microsoft.com/office/drawing/2014/main" id="{E7A5862A-3A95-9AB5-5914-2D4C7E3CB0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2 w 21600"/>
                      <a:gd name="T1" fmla="*/ 87 h 22888"/>
                      <a:gd name="T2" fmla="*/ 45 w 21600"/>
                      <a:gd name="T3" fmla="*/ 0 h 22888"/>
                      <a:gd name="T4" fmla="*/ 88 w 21600"/>
                      <a:gd name="T5" fmla="*/ 72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76823" name="Arc 152">
                  <a:extLst>
                    <a:ext uri="{FF2B5EF4-FFF2-40B4-BE49-F238E27FC236}">
                      <a16:creationId xmlns:a16="http://schemas.microsoft.com/office/drawing/2014/main" id="{663CAADF-6BB0-D278-5B52-BD3994E78F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2 w 42657"/>
                    <a:gd name="T1" fmla="*/ 98 h 25854"/>
                    <a:gd name="T2" fmla="*/ 173 w 42657"/>
                    <a:gd name="T3" fmla="*/ 64 h 25854"/>
                    <a:gd name="T4" fmla="*/ 88 w 42657"/>
                    <a:gd name="T5" fmla="*/ 82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76824" name="Arc 153">
                  <a:extLst>
                    <a:ext uri="{FF2B5EF4-FFF2-40B4-BE49-F238E27FC236}">
                      <a16:creationId xmlns:a16="http://schemas.microsoft.com/office/drawing/2014/main" id="{226247AD-2FDB-5248-5654-20C157A423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2 w 42453"/>
                    <a:gd name="T1" fmla="*/ 101 h 26668"/>
                    <a:gd name="T2" fmla="*/ 172 w 42453"/>
                    <a:gd name="T3" fmla="*/ 60 h 26668"/>
                    <a:gd name="T4" fmla="*/ 88 w 42453"/>
                    <a:gd name="T5" fmla="*/ 82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76820" name="Freeform 154">
                <a:extLst>
                  <a:ext uri="{FF2B5EF4-FFF2-40B4-BE49-F238E27FC236}">
                    <a16:creationId xmlns:a16="http://schemas.microsoft.com/office/drawing/2014/main" id="{038B52EE-4D01-66C1-0E64-727843D0F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6821" name="Oval 155">
                <a:extLst>
                  <a:ext uri="{FF2B5EF4-FFF2-40B4-BE49-F238E27FC236}">
                    <a16:creationId xmlns:a16="http://schemas.microsoft.com/office/drawing/2014/main" id="{217064B5-7233-4975-20A9-A41432C35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  <p:sp>
        <p:nvSpPr>
          <p:cNvPr id="203932" name="Text Box 156">
            <a:extLst>
              <a:ext uri="{FF2B5EF4-FFF2-40B4-BE49-F238E27FC236}">
                <a16:creationId xmlns:a16="http://schemas.microsoft.com/office/drawing/2014/main" id="{1D1D848C-9882-89F7-4D62-64636528A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6035675"/>
            <a:ext cx="70548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/>
              <a:t>Algumas atividades de fases subseqüentes podem ocorrer em paralelo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3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3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932" grpId="0"/>
    </p:bldLst>
  </p:timing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4901057-DA58-48C2-9BE4-0930DE5726D4}"/>
</file>

<file path=customXml/itemProps2.xml><?xml version="1.0" encoding="utf-8"?>
<ds:datastoreItem xmlns:ds="http://schemas.openxmlformats.org/officeDocument/2006/customXml" ds:itemID="{29EEB124-C8CF-4398-B568-6A43295877F3}"/>
</file>

<file path=customXml/itemProps3.xml><?xml version="1.0" encoding="utf-8"?>
<ds:datastoreItem xmlns:ds="http://schemas.openxmlformats.org/officeDocument/2006/customXml" ds:itemID="{2341B0A5-7C6D-4BB6-BD4F-2EFB84F3F02C}"/>
</file>

<file path=docProps/app.xml><?xml version="1.0" encoding="utf-8"?>
<Properties xmlns="http://schemas.openxmlformats.org/officeDocument/2006/extended-properties" xmlns:vt="http://schemas.openxmlformats.org/officeDocument/2006/docPropsVTypes">
  <TotalTime>3597</TotalTime>
  <Words>3560</Words>
  <Application>Microsoft Macintosh PowerPoint</Application>
  <PresentationFormat>Apresentação na tela (4:3)</PresentationFormat>
  <Paragraphs>924</Paragraphs>
  <Slides>66</Slides>
  <Notes>16</Notes>
  <HiddenSlides>0</HiddenSlides>
  <MMClips>1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6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81" baseType="lpstr">
      <vt:lpstr>Arial Unicode MS</vt:lpstr>
      <vt:lpstr>Arial</vt:lpstr>
      <vt:lpstr>Comic Sans MS</vt:lpstr>
      <vt:lpstr>Monotype Sorts</vt:lpstr>
      <vt:lpstr>Tahoma</vt:lpstr>
      <vt:lpstr>Times New Roman</vt:lpstr>
      <vt:lpstr>Verdana</vt:lpstr>
      <vt:lpstr>Wingdings</vt:lpstr>
      <vt:lpstr>Design padrão</vt:lpstr>
      <vt:lpstr>Personalizar design</vt:lpstr>
      <vt:lpstr>1_Personalizar design</vt:lpstr>
      <vt:lpstr>2_Personalizar design</vt:lpstr>
      <vt:lpstr>3_Personalizar design</vt:lpstr>
      <vt:lpstr>4_Personalizar design</vt:lpstr>
      <vt:lpstr>Figura</vt:lpstr>
      <vt:lpstr>Apresentação do PowerPoint</vt:lpstr>
      <vt:lpstr>Localização da fase de projeto conceitual</vt:lpstr>
      <vt:lpstr>Sumário do capítulo – atividades da fase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Exemplo: Máquina para lavar roupas 2/3</vt:lpstr>
      <vt:lpstr>Exemplo: Máquina para lavar roupas 3/3</vt:lpstr>
      <vt:lpstr>Apresentação do PowerPoint</vt:lpstr>
      <vt:lpstr>Apresentação do PowerPoint</vt:lpstr>
      <vt:lpstr>Obtenção dos Princípios de solução</vt:lpstr>
      <vt:lpstr>Atividade: Desenvolver alternativas de solução para o produto 3/4</vt:lpstr>
      <vt:lpstr>Apresentação do PowerPoint</vt:lpstr>
      <vt:lpstr>Apresentação do PowerPoint</vt:lpstr>
      <vt:lpstr>Apresentação do PowerPoint</vt:lpstr>
      <vt:lpstr>Modularidade</vt:lpstr>
      <vt:lpstr>Ferramentas auxiliares para a definição de módulos 1/2</vt:lpstr>
      <vt:lpstr>Apresentação do PowerPoint</vt:lpstr>
      <vt:lpstr>Apresentação do PowerPoint</vt:lpstr>
      <vt:lpstr>Apresentação do PowerPoint</vt:lpstr>
      <vt:lpstr>Apresentação do PowerPoint</vt:lpstr>
      <vt:lpstr>Conceitos, métodos, técnicas e ferramentas importantes nesta atividade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Atividade: Definir ergonomia e estética do produto 1/3</vt:lpstr>
      <vt:lpstr>Atividade: Definir ergonomia e estética do produto 2/3</vt:lpstr>
      <vt:lpstr>Apresentação do PowerPoint</vt:lpstr>
      <vt:lpstr>Apresentação do PowerPoint</vt:lpstr>
      <vt:lpstr>Atividade: Definir ergonomia e estética do produto 3/3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Principais resultados das fases </vt:lpstr>
      <vt:lpstr>Próxima fase: projeto detalhado</vt:lpstr>
    </vt:vector>
  </TitlesOfParts>
  <Company>UFSC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Forcellini</dc:creator>
  <cp:lastModifiedBy>Andrea Cristina dos Santos</cp:lastModifiedBy>
  <cp:revision>195</cp:revision>
  <dcterms:created xsi:type="dcterms:W3CDTF">2005-02-20T23:18:54Z</dcterms:created>
  <dcterms:modified xsi:type="dcterms:W3CDTF">2025-06-16T22:09:00Z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